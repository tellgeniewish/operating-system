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notesSlides/notesSlide4.xml" ContentType="application/vnd.openxmlformats-officedocument.presentationml.notesSlide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notesSlides/notesSlide5.xml" ContentType="application/vnd.openxmlformats-officedocument.presentationml.notesSlide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notesSlides/notesSlide6.xml" ContentType="application/vnd.openxmlformats-officedocument.presentationml.notesSlide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notesSlides/notesSlide7.xml" ContentType="application/vnd.openxmlformats-officedocument.presentationml.notesSlide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notesSlides/notesSlide8.xml" ContentType="application/vnd.openxmlformats-officedocument.presentationml.notesSlide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40" r:id="rId2"/>
    <p:sldId id="533" r:id="rId3"/>
    <p:sldId id="534" r:id="rId4"/>
    <p:sldId id="467" r:id="rId5"/>
    <p:sldId id="468" r:id="rId6"/>
    <p:sldId id="562" r:id="rId7"/>
    <p:sldId id="564" r:id="rId8"/>
    <p:sldId id="558" r:id="rId9"/>
    <p:sldId id="610" r:id="rId10"/>
    <p:sldId id="560" r:id="rId11"/>
    <p:sldId id="500" r:id="rId12"/>
    <p:sldId id="504" r:id="rId13"/>
    <p:sldId id="510" r:id="rId14"/>
    <p:sldId id="574" r:id="rId15"/>
    <p:sldId id="512" r:id="rId16"/>
    <p:sldId id="515" r:id="rId17"/>
    <p:sldId id="576" r:id="rId18"/>
    <p:sldId id="577" r:id="rId19"/>
    <p:sldId id="619" r:id="rId20"/>
    <p:sldId id="620" r:id="rId21"/>
    <p:sldId id="600" r:id="rId22"/>
    <p:sldId id="604" r:id="rId23"/>
    <p:sldId id="607" r:id="rId24"/>
    <p:sldId id="599" r:id="rId25"/>
    <p:sldId id="612" r:id="rId26"/>
    <p:sldId id="618" r:id="rId27"/>
    <p:sldId id="615" r:id="rId28"/>
    <p:sldId id="617" r:id="rId29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22" autoAdjust="0"/>
    <p:restoredTop sz="95916" autoAdjust="0"/>
  </p:normalViewPr>
  <p:slideViewPr>
    <p:cSldViewPr>
      <p:cViewPr varScale="1">
        <p:scale>
          <a:sx n="114" d="100"/>
          <a:sy n="114" d="100"/>
        </p:scale>
        <p:origin x="18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B025EA0C-6125-4FC5-870F-E76EEBE4BA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4:57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117 40 4217 0 0,'-9'24'940'0'0,"-3"9"566"0"0,-15 65 0 0 0,25-90-1362 0 0,1-1 0 0 0,0 1 0 0 0,0-1 0 0 0,1 1 0 0 0,0-1 0 0 0,0 1 0 0 0,1-1 0 0 0,0 1 0 0 0,0-1 0 0 0,0 0 0 0 0,1 1 0 0 0,1-1 0 0 0,-1 0 0 0 0,1 0 0 0 0,4 7 0 0 0,-5-12-105 0 0,0 1 0 0 0,0-1 1 0 0,0 1-1 0 0,0-1 0 0 0,1 0 0 0 0,-1 0 1 0 0,1 0-1 0 0,0-1 0 0 0,0 1 0 0 0,-1 0 0 0 0,1-1 1 0 0,0 0-1 0 0,0 0 0 0 0,0 0 0 0 0,0 0 1 0 0,1 0-1 0 0,-1-1 0 0 0,0 1 0 0 0,0-1 1 0 0,0 0-1 0 0,1 0 0 0 0,-1 0 0 0 0,0 0 1 0 0,0 0-1 0 0,0-1 0 0 0,1 0 0 0 0,-1 1 0 0 0,0-1 1 0 0,0-1-1 0 0,0 1 0 0 0,0 0 0 0 0,5-4 1 0 0,3 0 151 0 0,1-1 0 0 0,-1-1 0 0 0,-1 0 0 0 0,1-1 0 0 0,-1 0 0 0 0,17-18 0 0 0,-19 16 51 0 0,0 0 0 0 0,-1-1 0 0 0,0 0-1 0 0,-1 0 1 0 0,-1 0 0 0 0,0-1 0 0 0,0 0-1 0 0,-1 0 1 0 0,0-1 0 0 0,-1 1 0 0 0,1-17-1 0 0,-3 24-146 0 0,-1 0-1 0 0,0-1 1 0 0,0 1 0 0 0,0 0-1 0 0,-1 0 1 0 0,1-1-1 0 0,-1 1 1 0 0,-1 0-1 0 0,1 0 1 0 0,-1 0-1 0 0,0 0 1 0 0,-5-9 0 0 0,5 10-58 0 0,0 1 1 0 0,-1 0-1 0 0,0 0 0 0 0,0 0 1 0 0,0 1-1 0 0,0-1 1 0 0,0 1-1 0 0,-1 0 1 0 0,1-1-1 0 0,-1 1 1 0 0,1 1-1 0 0,-1-1 1 0 0,0 0-1 0 0,0 1 1 0 0,0 0-1 0 0,1 0 1 0 0,-1 0-1 0 0,0 1 1 0 0,-5-1-1 0 0,-2 0 2 0 0,0 1 0 0 0,-1 0-1 0 0,1 1 1 0 0,0 1 0 0 0,0-1 0 0 0,0 2-1 0 0,0-1 1 0 0,0 2 0 0 0,0-1-1 0 0,-10 6 1 0 0,4-1-217 0 0,1 1 0 0 0,0 0 0 0 0,0 1 0 0 0,1 1 0 0 0,-19 17-1 0 0,25-16-1287 0 0,26-12-12049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4:58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12 122 6697 0 0,'-1'0'287'0'0,"0"0"-1"0"0,1 0 1 0 0,-1 1-1 0 0,0-1 1 0 0,1 0-1 0 0,-1 1 1 0 0,1-1-1 0 0,-1 1 0 0 0,1-1 1 0 0,-1 1-1 0 0,1-1 1 0 0,-1 1-1 0 0,1-1 1 0 0,-1 1-1 0 0,1-1 1 0 0,0 1-1 0 0,-1-1 1 0 0,1 1-1 0 0,0 0 0 0 0,-1-1 1 0 0,1 1-1 0 0,0 0 1 0 0,0-1-1 0 0,0 1 1 0 0,-1 0-1 0 0,1-1 1 0 0,0 1-1 0 0,0 1 0 0 0,27-12 1438 0 0,67-39-883 0 0,12-6-1827 0 0,-92 49-366 0 0,-1 2 0 0 0,1-1 0 0 0,19-2-1 0 0,-33 7 885 0 0,7-1-635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4:58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8 151 6193 0 0,'-8'6'5237'0'0,"13"-5"-2484"0"0,19-9-1587 0 0,16-19-767 0 0,52-37-1364 0 0,-35 19-4213 0 0,-44 34 2413 0 0,5 9-1410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4:59.0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1 5417 0 0,'-1'1'344'0'0,"-1"0"0"0"0,1 0-1 0 0,-1 1 1 0 0,1-1 0 0 0,0 0 0 0 0,0 1 0 0 0,0-1-1 0 0,0 1 1 0 0,0 0 0 0 0,0-1 0 0 0,0 1-1 0 0,1 0 1 0 0,-1-1 0 0 0,0 1 0 0 0,1 0-1 0 0,0 0 1 0 0,-1 0 0 0 0,1-1 0 0 0,0 1 0 0 0,0 0-1 0 0,0 2 1 0 0,-1 46 1088 0 0,1-46-1012 0 0,3 49 942 0 0,13 76-1 0 0,-2-69-3522 0 0,3 0-4411 0 0,-10-43 1591 0 0</inkml:trace>
  <inkml:trace contextRef="#ctx0" brushRef="#br0" timeOffset="1">6 549 8138 0 0,'-6'3'5279'0'0,"13"-4"-3510"0"0,17-6-1312 0 0,-10 0-348 0 0,10-7-32 0 0,0 1 0 0 0,1 1 0 0 0,1 2 0 0 0,-1 0 0 0 0,2 2 0 0 0,27-6 0 0 0,-53 14-69 0 0,1 0-1 0 0,-1 0 1 0 0,1 0-1 0 0,-1 0 0 0 0,1 0 1 0 0,-1 0-1 0 0,0 0 1 0 0,1 0-1 0 0,-1 0 0 0 0,1 1 1 0 0,-1-1-1 0 0,0 1 0 0 0,1-1 1 0 0,-1 1-1 0 0,0-1 1 0 0,1 1-1 0 0,-1 0 0 0 0,0-1 1 0 0,0 1-1 0 0,0 0 1 0 0,0 0-1 0 0,0 0 0 0 0,1 1 1 0 0,0 1 7 0 0,-1-1 0 0 0,0 0 0 0 0,0 1 0 0 0,0-1 0 0 0,0 1 0 0 0,0-1 0 0 0,0 1 0 0 0,-1 0 0 0 0,1-1 0 0 0,-1 1 1 0 0,0 5-1 0 0,-1 8 14 0 0,0 1 1 0 0,-1 0-1 0 0,-7 22 1 0 0,5-17-136 0 0,3-16-56 0 0,-6 53-3714 0 0,6-75-3936 0 0,2 5 4392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4:59.4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5 7706 0 0,'-18'-5'8084'0'0,"24"10"-5055"0"0,31 8-2868 0 0,-19-11-814 0 0,38 3-2151 0 0,-24-10-7018 0 0,-25 3 5457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4:59.8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0 280 7650 0 0,'1'0'187'0'0,"0"1"1"0"0,0-1 0 0 0,0 0 0 0 0,-1 0 0 0 0,1 1-1 0 0,0-1 1 0 0,0 0 0 0 0,0 0 0 0 0,-1 0 0 0 0,1 0 0 0 0,0 0-1 0 0,0 0 1 0 0,0 0 0 0 0,-1 0 0 0 0,1-1 0 0 0,0 1-1 0 0,0 0 1 0 0,0 0 0 0 0,-1-1 0 0 0,1 1 0 0 0,0 0-1 0 0,0-1 1 0 0,-1 1 0 0 0,1-1 0 0 0,0 1 0 0 0,0-2-1 0 0,25-11 516 0 0,7-5 66 0 0,-13 4-652 0 0,2 2 1 0 0,0 1-1 0 0,0 0 1 0 0,1 2-1 0 0,39-11 1 0 0,-61 20-114 0 0,-1-1 0 0 0,1 1 1 0 0,-1 0-1 0 0,1 0 1 0 0,0-1-1 0 0,-1 1 1 0 0,1 0-1 0 0,-1 0 1 0 0,1 0-1 0 0,0 0 1 0 0,-1 0-1 0 0,1 0 1 0 0,-1 0-1 0 0,1 0 0 0 0,0 0 1 0 0,-1 0-1 0 0,1 0 1 0 0,-1 0-1 0 0,1 1 1 0 0,-1-1-1 0 0,1 0 1 0 0,0 0-1 0 0,-1 1 1 0 0,1-1-1 0 0,-1 0 1 0 0,1 1-1 0 0,-1-1 0 0 0,1 0 1 0 0,-1 1-1 0 0,0-1 1 0 0,1 1-1 0 0,-1-1 1 0 0,1 1-1 0 0,-1-1 1 0 0,0 1-1 0 0,1-1 1 0 0,-1 1-1 0 0,0-1 1 0 0,1 2-1 0 0,-1 0 8 0 0,-1 0-1 0 0,1 0 1 0 0,0 1-1 0 0,-1-1 1 0 0,1 0 0 0 0,-1 0-1 0 0,0 1 1 0 0,0-1-1 0 0,0 0 1 0 0,-2 4 0 0 0,-36 49 368 0 0,28-43-218 0 0,-56 75 502 0 0,61-77-581 0 0,-1 0 0 0 0,1 1 1 0 0,1-1-1 0 0,0 2 0 0 0,0-1 0 0 0,-5 21 1 0 0,10-31-84 0 0,0 0 0 0 0,-1 0 0 0 0,1 0 1 0 0,0 0-1 0 0,0 0 0 0 0,0 0 0 0 0,-1 0 1 0 0,1 1-1 0 0,1-1 0 0 0,-1 0 0 0 0,0 0 1 0 0,0 0-1 0 0,0 0 0 0 0,0 0 0 0 0,1 0 0 0 0,-1 0 1 0 0,1 0-1 0 0,-1 0 0 0 0,0 0 0 0 0,1 0 1 0 0,0 0-1 0 0,-1 0 0 0 0,1 0 0 0 0,0 0 1 0 0,-1 0-1 0 0,1-1 0 0 0,0 1 0 0 0,0 0 1 0 0,1 1-1 0 0,1-1 1 0 0,0-1-1 0 0,-1 1 1 0 0,1 0 0 0 0,0-1-1 0 0,-1 1 1 0 0,1-1 0 0 0,0 0-1 0 0,-1 0 1 0 0,1 0 0 0 0,0 0 0 0 0,5-2-1 0 0,8-2 4 0 0,-1 0-1 0 0,1-1 1 0 0,15-7-1 0 0,-12 4 3 0 0,11-5-7 0 0,42-24 0 0 0,-65 33 29 0 0,-1 0 1 0 0,1 0 0 0 0,-1-1-1 0 0,0 1 1 0 0,-1-1 0 0 0,1-1-1 0 0,-1 1 1 0 0,0-1-1 0 0,0 0 1 0 0,-1 0 0 0 0,0 0-1 0 0,5-10 1 0 0,-9 15-14 0 0,1 0 1 0 0,-1 0-1 0 0,1 0 0 0 0,-1-1 0 0 0,1 1 1 0 0,-1 0-1 0 0,0 0 0 0 0,0-1 1 0 0,0 1-1 0 0,1 0 0 0 0,-1-1 0 0 0,0 1 1 0 0,-1 0-1 0 0,1-1 0 0 0,0 1 1 0 0,0 0-1 0 0,-1 0 0 0 0,1-1 0 0 0,0 1 1 0 0,-1 0-1 0 0,1 0 0 0 0,-1-1 1 0 0,0 1-1 0 0,1 0 0 0 0,-1 0 0 0 0,0 0 1 0 0,0 0-1 0 0,-1-1 0 0 0,-1 0 0 0 0,0 0 0 0 0,0 0-1 0 0,0 0 1 0 0,0 1 0 0 0,0 0-1 0 0,0-1 1 0 0,-1 1 0 0 0,1 0-1 0 0,-1 1 1 0 0,-5-2 0 0 0,-10 1-51 0 0,1 0 0 0 0,-38 3 1 0 0,55-2 30 0 0,-109 15-3525 0 0,110-15 3393 0 0,-1 0-1 0 0,1 0 0 0 0,0 0 0 0 0,0 0 0 0 0,-1 0 0 0 0,1-1 0 0 0,0 1 1 0 0,0 0-1 0 0,-1 0 0 0 0,1 0 0 0 0,0 0 0 0 0,0 0 0 0 0,-1 0 0 0 0,1 0 1 0 0,0-1-1 0 0,0 1 0 0 0,0 0 0 0 0,-1 0 0 0 0,1 0 0 0 0,0-1 0 0 0,0 1 1 0 0,0 0-1 0 0,0 0 0 0 0,0 0 0 0 0,-1-1 0 0 0,1 1 0 0 0,0 0 0 0 0,0 0 0 0 0,0-1 1 0 0,0 1-1 0 0,0 0 0 0 0,0 0 0 0 0,0-1 0 0 0,0 1 0 0 0,0 0 0 0 0,0 0 1 0 0,0-1-1 0 0,0 1 0 0 0,0 0 0 0 0,0 0 0 0 0,0-1 0 0 0,0 1 0 0 0,0 0 1 0 0,0 0-1 0 0,0-1 0 0 0,0 1 0 0 0,1 0 0 0 0,-1 0 0 0 0,0 0 0 0 0,0-1 1 0 0,6-6-4592 0 0</inkml:trace>
  <inkml:trace contextRef="#ctx0" brushRef="#br0" timeOffset="1">500 0 6625 0 0,'-7'24'9436'0'0,"9"22"-8419"0"0,-2-40-343 0 0,3 25-278 0 0,1-1-1 0 0,11 40 1 0 0,-12-59-672 0 0,0-1 0 0 0,0 0-1 0 0,1 0 1 0 0,1 0 0 0 0,-1 0 0 0 0,2-1 0 0 0,-1 0-1 0 0,1 0 1 0 0,1 0 0 0 0,9 9 0 0 0,-16-17 25 0 0,1 0 0 0 0,0 0 0 0 0,0-1 0 0 0,-1 1 0 0 0,1 0 0 0 0,0-1 0 0 0,0 1 0 0 0,0-1 0 0 0,0 1 0 0 0,0-1 0 0 0,0 0 0 0 0,0 1 0 0 0,0-1 0 0 0,0 0 0 0 0,0 1 0 0 0,0-1 1 0 0,0 0-1 0 0,0 0 0 0 0,0 0 0 0 0,0 0 0 0 0,2 0 0 0 0,5-1-2722 0 0,10 5-1417 0 0</inkml:trace>
  <inkml:trace contextRef="#ctx0" brushRef="#br0" timeOffset="2">507 130 7354 0 0,'-4'-1'1584'0'0,"6"2"-320"0"0,0 1-48 0 0,3 1-255 0 0,1-1-257 0 0,2-1-176 0 0,4 1-88 0 0,2-2-104 0 0,3 0-208 0 0,2 0-96 0 0,2 0-8 0 0,0 0-88 0 0,-1 2-224 0 0,-1-4-336 0 0,-1 2-528 0 0,0 0-809 0 0,-6-3-935 0 0,-1 3-2145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00.3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1 102 7378 0 0,'-1'2'4005'0'0,"10"-3"-2525"0"0,15-6-623 0 0,-4-2-447 0 0,16-11-75 0 0,2 3 0 0 0,0 1 0 0 0,54-15 0 0 0,-91 30-329 0 0,0 1-1 0 0,0 0 1 0 0,0-1 0 0 0,1 1-1 0 0,-1 0 1 0 0,0 0 0 0 0,0-1-1 0 0,0 1 1 0 0,0 0 0 0 0,0 0-1 0 0,0 0 1 0 0,0 0 0 0 0,0 1 0 0 0,0-1-1 0 0,0 0 1 0 0,0 0 0 0 0,0 1-1 0 0,1-1 1 0 0,-1 0 0 0 0,-1 1-1 0 0,1-1 1 0 0,0 1 0 0 0,0 0-1 0 0,0-1 1 0 0,0 1 0 0 0,1 1-1 0 0,-1-1 2 0 0,-1 1-1 0 0,1-1 0 0 0,-1 1 0 0 0,0-1 0 0 0,1 1 0 0 0,-1-1 0 0 0,0 1 1 0 0,0-1-1 0 0,0 1 0 0 0,0 0 0 0 0,0-1 0 0 0,0 1 0 0 0,-1-1 0 0 0,1 1 0 0 0,0-1 1 0 0,-2 2-1 0 0,-2 10 25 0 0,-2 0 0 0 0,1-1 0 0 0,-10 14 0 0 0,13-23-22 0 0,-28 45 161 0 0,18-29-57 0 0,0-1 0 0 0,1 2 0 0 0,1-1 0 0 0,1 1 0 0 0,-8 25 0 0 0,17-44-104 0 0,-1 0-1 0 0,1 0 1 0 0,0-1-1 0 0,-1 1 1 0 0,1 0 0 0 0,0 0-1 0 0,0-1 1 0 0,0 1 0 0 0,-1 0-1 0 0,1 0 1 0 0,0-1 0 0 0,0 1-1 0 0,0 0 1 0 0,0 0 0 0 0,1 0-1 0 0,-1-1 1 0 0,0 1-1 0 0,0 0 1 0 0,0 0 0 0 0,1-1-1 0 0,-1 1 1 0 0,0 0 0 0 0,1-1-1 0 0,-1 1 1 0 0,0 0 0 0 0,1-1-1 0 0,-1 1 1 0 0,1 0 0 0 0,-1-1-1 0 0,1 1 1 0 0,-1-1-1 0 0,2 2 1 0 0,0-2 16 0 0,0 0 0 0 0,0 0 0 0 0,-1 0 0 0 0,1 0 0 0 0,0 0 0 0 0,0 0 1 0 0,-1 0-1 0 0,1 0 0 0 0,0-1 0 0 0,0 1 0 0 0,-1-1 0 0 0,1 1 0 0 0,2-2 0 0 0,50-30 366 0 0,6-14-457 0 0,25-17-86 0 0,-26 34-8729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22.9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155 420 6057 0 0,'0'0'159'0'0,"-1"0"-1"0"0,1 1 1 0 0,-1-1-1 0 0,1 0 0 0 0,0 0 1 0 0,-1 1-1 0 0,1-1 1 0 0,-1 0-1 0 0,1 0 1 0 0,-1 0-1 0 0,1 0 1 0 0,-1 0-1 0 0,1 0 0 0 0,-1 0 1 0 0,1 1-1 0 0,-1-1 1 0 0,1-1-1 0 0,-1 1 1 0 0,1 0-1 0 0,-1 0 1 0 0,1 0-1 0 0,0 0 0 0 0,-1 0 1 0 0,1 0-1 0 0,-1 0 1 0 0,1-1-1 0 0,-1 1 1 0 0,1 0-1 0 0,-1 0 1 0 0,1-1-1 0 0,0 1 0 0 0,-1 0 1 0 0,1-1-1 0 0,0 1 1 0 0,-1 0-1 0 0,1-1 1 0 0,7-19 1827 0 0,-3 13-2108 0 0,25-40 738 0 0,3 1 1 0 0,1 2-1 0 0,67-70 0 0 0,-94 108-497 0 0,0-1-1 0 0,1 1 1 0 0,0 0 0 0 0,0 1 0 0 0,14-9-1 0 0,-20 13-94 0 0,0 1-1 0 0,0-1 0 0 0,0 1 0 0 0,0 0 0 0 0,0-1 0 0 0,1 1 0 0 0,-1 0 0 0 0,0-1 0 0 0,0 1 0 0 0,0 0 0 0 0,0 0 0 0 0,0 0 0 0 0,0 0 1 0 0,1 0-1 0 0,-1 0 0 0 0,0 0 0 0 0,0 1 0 0 0,0-1 0 0 0,0 0 0 0 0,0 1 0 0 0,2 0 0 0 0,-2 0 5 0 0,0 0 0 0 0,0 1 0 0 0,0-1 0 0 0,0 1 0 0 0,0-1 0 0 0,0 1 0 0 0,0-1 0 0 0,0 1 0 0 0,-1-1 0 0 0,1 1-1 0 0,-1 0 1 0 0,1-1 0 0 0,-1 1 0 0 0,0 0 0 0 0,0 0 0 0 0,0-1 0 0 0,0 1 0 0 0,0 0 0 0 0,0 2 0 0 0,-2 36 433 0 0,-2-1 0 0 0,-16 70 0 0 0,12-75-288 0 0,1 0-1 0 0,2 0 1 0 0,1 1 0 0 0,2 46 0 0 0,11-47-103 0 0,2 6 5 0 0,-10-39-55 0 0,-1 1-1 0 0,0-1 1 0 0,0 1-1 0 0,0-1 1 0 0,1 1 0 0 0,-1-1-1 0 0,-1 1 1 0 0,1-1 0 0 0,0 1-1 0 0,0-1 1 0 0,0 1-1 0 0,-1-1 1 0 0,1 1 0 0 0,-1-1-1 0 0,1 1 1 0 0,-1-1 0 0 0,0 0-1 0 0,0 1 1 0 0,-1 0-1 0 0,1-1 21 0 0,0-1-1 0 0,0 1 0 0 0,0-1 0 0 0,0 0 0 0 0,0 1 0 0 0,0-1 0 0 0,0 0 0 0 0,-1 0 0 0 0,1 0 1 0 0,0 0-1 0 0,0 0 0 0 0,0 0 0 0 0,0 0 0 0 0,0-1 0 0 0,-1 1 0 0 0,1 0 0 0 0,0-1 0 0 0,0 1 1 0 0,0-1-1 0 0,0 1 0 0 0,0-1 0 0 0,0 1 0 0 0,-2-2 0 0 0,-28-18 88 0 0,25 16-40 0 0,-131-71 158 0 0,94 54-194 0 0,-59-39 1 0 0,98 57-57 0 0,0 0 0 0 0,0 0 0 0 0,1-1 0 0 0,-1 1 0 0 0,1-1 0 0 0,0 1 0 0 0,0-1 0 0 0,0 0 0 0 0,1 0 0 0 0,-1 0 0 0 0,1-1 0 0 0,0 1 0 0 0,0-1 0 0 0,1 1 0 0 0,-1-1 0 0 0,0-4 0 0 0,1 0-7 0 0,0 1 1 0 0,0 0 0 0 0,1-1 0 0 0,1 1 0 0 0,-1 0-1 0 0,1 0 1 0 0,1-1 0 0 0,3-13 0 0 0,2 1-30 0 0,1 1 1 0 0,1-1-1 0 0,1 2 1 0 0,1-1-1 0 0,0 1 1 0 0,17-20-1 0 0,-18 27 13 0 0,1 0 0 0 0,0 1 1 0 0,1 0-1 0 0,0 1 0 0 0,0 1 0 0 0,1-1 0 0 0,0 2 0 0 0,1 0 0 0 0,0 1 0 0 0,0 0 0 0 0,1 1 0 0 0,-1 1 0 0 0,1 0 0 0 0,1 1 0 0 0,-1 0 1 0 0,1 1-1 0 0,20 0 0 0 0,-13 1 10 0 0,0 2 0 0 0,0 1 0 0 0,0 1 0 0 0,0 1 0 0 0,0 0 0 0 0,-1 2 0 0 0,0 1 0 0 0,1 1 1 0 0,-2 0-1 0 0,1 2 0 0 0,26 15 0 0 0,-41-21 17 0 0,-1 1 0 0 0,0 0 0 0 0,0 0 0 0 0,0 1 0 0 0,0 0 0 0 0,-1 0 0 0 0,1 0 0 0 0,-1 0 0 0 0,-1 1 0 0 0,1 0 0 0 0,-1 0 0 0 0,0 0 0 0 0,0 1 1 0 0,-1-1-1 0 0,5 12 0 0 0,-6-10 12 0 0,-1 0 0 0 0,1 0 0 0 0,-1 0 0 0 0,-1 0 0 0 0,0 0 0 0 0,0 0 0 0 0,0 1 0 0 0,-1-1 0 0 0,-1 0 0 0 0,1 0 0 0 0,-1-1 0 0 0,0 1 0 0 0,-1 0 0 0 0,-4 8 1 0 0,-5 12 189 0 0,-3-1 0 0 0,0-1 0 0 0,-1 0 0 0 0,-23 27 0 0 0,-23 20-1623 0 0,-2-6-7302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23.7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94 6713 0 0,'-2'0'480'0'0,"0"-1"0"0"0,-1 1 1 0 0,1-1-1 0 0,0 0 0 0 0,0 0 0 0 0,0 0 0 0 0,0 0 0 0 0,0 0 0 0 0,0-1 0 0 0,0 1 0 0 0,0 0 0 0 0,0-1 0 0 0,0 0 0 0 0,1 1 0 0 0,-4-5 0 0 0,5 6-388 0 0,0-1 0 0 0,0 1 0 0 0,0-1 0 0 0,0 1 0 0 0,0-1 1 0 0,0 0-1 0 0,0 1 0 0 0,0-1 0 0 0,0 1 0 0 0,0-1 0 0 0,0 1 0 0 0,0-1 0 0 0,1 1 1 0 0,-1-1-1 0 0,0 1 0 0 0,0-1 0 0 0,1 1 0 0 0,-1-1 0 0 0,0 1 0 0 0,0-1 0 0 0,1 1 0 0 0,-1 0 1 0 0,1-1-1 0 0,0 0 0 0 0,22-13 273 0 0,-10 9-200 0 0,73-27 390 0 0,-81 30-541 0 0,1 1 1 0 0,0 0-1 0 0,0 0 1 0 0,1 0-1 0 0,-1 0 1 0 0,0 1-1 0 0,0 0 1 0 0,0 0-1 0 0,0 1 1 0 0,0 0-1 0 0,0 0 1 0 0,7 2 0 0 0,-10-2-9 0 0,-1 1 0 0 0,0-1 0 0 0,0 1 0 0 0,0-1 0 0 0,0 1 0 0 0,0 0 0 0 0,-1 0 0 0 0,1 0 0 0 0,-1 0 0 0 0,1 0 0 0 0,-1 0 0 0 0,1 0 0 0 0,-1 1 0 0 0,0-1 0 0 0,0 0 0 0 0,0 1 0 0 0,-1-1 0 0 0,1 1 0 0 0,0-1 0 0 0,-1 1 0 0 0,0-1 0 0 0,1 1 0 0 0,-1-1 0 0 0,0 1 0 0 0,0-1 0 0 0,-1 1 0 0 0,1-1 0 0 0,-1 1 0 0 0,1-1 0 0 0,-2 4 0 0 0,-2 11 24 0 0,0 0 1 0 0,-1 0 0 0 0,-9 17 0 0 0,13-29-28 0 0,-12 20 44 0 0,0-1 0 0 0,-2 0 0 0 0,-1-1 0 0 0,0-1 1 0 0,-2 0-1 0 0,0-1 0 0 0,-36 30 0 0 0,26-23 228 0 0,120-63 1976 0 0,-36 10-2275 0 0,35-13 228 0 0,-29 19-6205 0 0,-43 22-1148 0 0,-17-2 5774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24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398 774 4633 0 0,'-42'10'3007'0'0,"19"-5"-1287"0"0,0 0 0 0 0,-41 2 1 0 0,55-7-1479 0 0,0 0 1 0 0,1-1-1 0 0,-1 0 1 0 0,0-1-1 0 0,0 1 1 0 0,1-2-1 0 0,-1 1 1 0 0,1-1 0 0 0,0 0-1 0 0,-16-9 1 0 0,15 6-127 0 0,0 0 1 0 0,0-1-1 0 0,0 0 1 0 0,1 0 0 0 0,0-1-1 0 0,1 0 1 0 0,-1 0-1 0 0,2-1 1 0 0,-1 0 0 0 0,1 0-1 0 0,-7-15 1 0 0,6 9-72 0 0,1 0 0 0 0,1 0 0 0 0,0 0 0 0 0,1-1 0 0 0,1 0 0 0 0,1 0 0 0 0,-2-21 0 0 0,4 12-33 0 0,0-1-1 0 0,2 1 0 0 0,1 0 0 0 0,1-1 0 0 0,1 2 0 0 0,1-1 0 0 0,1 0 0 0 0,1 1 1 0 0,21-43-1 0 0,-18 49 19 0 0,1 0 0 0 0,0 0 0 0 0,2 1 0 0 0,0 1 0 0 0,0 0 0 0 0,2 1 0 0 0,0 1 1 0 0,0 0-1 0 0,2 1 0 0 0,-1 1 0 0 0,36-18 0 0 0,-43 25-1 0 0,0 1 0 0 0,0 0-1 0 0,0 1 1 0 0,1 0 0 0 0,-1 1 0 0 0,1 0 0 0 0,-1 0-1 0 0,1 1 1 0 0,-1 1 0 0 0,1 0 0 0 0,12 1 0 0 0,-15 1 0 0 0,0-1 0 0 0,0 2 0 0 0,0-1 0 0 0,0 1 0 0 0,0 0 0 0 0,-1 1 0 0 0,0 0 0 0 0,0 0 0 0 0,0 0 1 0 0,0 1-1 0 0,0 0 0 0 0,-1 0 0 0 0,0 1 0 0 0,0 0 0 0 0,-1 0 0 0 0,6 7 0 0 0,1 4 140 0 0,-1 1 0 0 0,-1 1 0 0 0,0 0 0 0 0,-1 0 0 0 0,-1 1 0 0 0,-1 0 0 0 0,-1 0-1 0 0,-1 1 1 0 0,-1-1 0 0 0,0 1 0 0 0,-2 0 0 0 0,0 1 0 0 0,-1-1 0 0 0,-1 0 0 0 0,-5 35 0 0 0,-2-12-541 0 0,-1 1 0 0 0,-2-2 1 0 0,-2 1-1 0 0,-2-2 1 0 0,-1 1-1 0 0,-30 55 1 0 0,42-94-690 0 0,0 1 0 0 0,0 0 0 0 0,0-1 0 0 0,0 0 0 0 0,-1 1 0 0 0,-6 6 0 0 0,-5 2-5946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26.7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6409 0 0,'3'3'7489'0'0,"25"7"-4714"0"0,40-14-1141 0 0,-56 3-1609 0 0,0-1-1 0 0,1 1 0 0 0,-1 1 0 0 0,0 1 1 0 0,0-1-1 0 0,22 6 0 0 0,-33-6-19 0 0,0 0-1 0 0,0 0 0 0 0,0 0 1 0 0,0 1-1 0 0,0-1 0 0 0,0 0 1 0 0,0 1-1 0 0,0-1 0 0 0,-1 1 1 0 0,1-1-1 0 0,0 1 0 0 0,0-1 0 0 0,0 1 1 0 0,0 0-1 0 0,-1-1 0 0 0,1 1 1 0 0,0 0-1 0 0,-1 0 0 0 0,1 0 1 0 0,-1-1-1 0 0,1 1 0 0 0,-1 0 1 0 0,1 0-1 0 0,-1 0 0 0 0,1 0 1 0 0,-1 0-1 0 0,0 0 0 0 0,0 0 1 0 0,1 1-1 0 0,-1 0 9 0 0,-1 1 0 0 0,1-1-1 0 0,-1 0 1 0 0,1 0 0 0 0,-1 0 0 0 0,0 0-1 0 0,0 1 1 0 0,0-1 0 0 0,0 0 0 0 0,0 0 0 0 0,0-1-1 0 0,-3 4 1 0 0,-4 5 50 0 0,-1-1 1 0 0,0 0-1 0 0,-16 12 1 0 0,-143 89 1824 0 0,236-126-884 0 0,8-13-635 0 0,-22 7-377 0 0,61-16-1 0 0,-78 35-2324 0 0,-28 3-1436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27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473 553 3561 0 0,'-37'11'7327'0'0,"25"-7"-6161"0"0,1-1 0 0 0,-1 0-1 0 0,1 0 1 0 0,-19 1 0 0 0,24-4-911 0 0,-24 2 799 0 0,0-1 0 0 0,0-1 0 0 0,-59-10 0 0 0,81 9-998 0 0,0-1 1 0 0,0 0-1 0 0,0-1 1 0 0,0 0-1 0 0,1 0 0 0 0,-1-1 1 0 0,1 0-1 0 0,0 0 1 0 0,0-1-1 0 0,0 1 1 0 0,1-2-1 0 0,-1 1 1 0 0,1-1-1 0 0,1 0 1 0 0,-1 0-1 0 0,1 0 0 0 0,0-1 1 0 0,0 0-1 0 0,-5-11 1 0 0,4 6-70 0 0,0-1 1 0 0,1 0 0 0 0,1 0-1 0 0,0 0 1 0 0,0 0-1 0 0,2-1 1 0 0,-1 0 0 0 0,2 1-1 0 0,0-1 1 0 0,0 0-1 0 0,2 0 1 0 0,-1 0-1 0 0,2 1 1 0 0,0-1 0 0 0,1 0-1 0 0,0 1 1 0 0,0-1-1 0 0,2 1 1 0 0,0 0 0 0 0,0 1-1 0 0,1-1 1 0 0,1 1-1 0 0,0 0 1 0 0,1 1 0 0 0,0-1-1 0 0,0 1 1 0 0,1 1-1 0 0,1 0 1 0 0,0 0 0 0 0,0 1-1 0 0,1 0 1 0 0,22-13-1 0 0,-17 14 10 0 0,-1 0-1 0 0,1 1 1 0 0,0 1-1 0 0,0 1 1 0 0,1 0 0 0 0,-1 1-1 0 0,1 1 1 0 0,0 1-1 0 0,0 0 1 0 0,1 1-1 0 0,-1 1 1 0 0,0 1-1 0 0,0 0 1 0 0,0 1-1 0 0,0 1 1 0 0,19 5-1 0 0,-26-5 17 0 0,0 0 0 0 0,-1 0-1 0 0,0 1 1 0 0,0 0 0 0 0,0 1-1 0 0,0 0 1 0 0,0 0 0 0 0,-1 1-1 0 0,0 0 1 0 0,0 0 0 0 0,-1 1-1 0 0,0 0 1 0 0,0 0 0 0 0,0 1-1 0 0,-1 0 1 0 0,0 0 0 0 0,-1 0-1 0 0,0 1 1 0 0,0 0 0 0 0,-1 0-1 0 0,0 0 1 0 0,-1 1-1 0 0,0-1 1 0 0,0 1 0 0 0,-1 0-1 0 0,0 0 1 0 0,0 0 0 0 0,-1 16-1 0 0,-1-9 56 0 0,-2 0 0 0 0,0 1-1 0 0,-1-1 1 0 0,0 0 0 0 0,-1-1-1 0 0,-1 1 1 0 0,-8 16 0 0 0,-57 111-1416 0 0,46-99-762 0 0,23-42 1265 0 0,-1 0 0 0 0,0 0 0 0 0,0 1 0 0 0,0-1-1 0 0,0 0 1 0 0,-1-1 0 0 0,1 1 0 0 0,-5 3 0 0 0,-6 2-6471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37.4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 11 3425 0 0,'-62'115'4930'0'0,"-41"50"-3348"0"0,99-159-1536 0 0,-15 30 134 0 0,32-61-368 0 0,92-155-2109 0 0,-26 52 3520 0 0,-80 132-860 0 0,-1-1 1 0 0,1 0-1 0 0,1 0 1 0 0,-1 1 0 0 0,0-1-1 0 0,1 0 1 0 0,0 1 0 0 0,-1-1-1 0 0,1 0 1 0 0,1 1 0 0 0,-1-1-1 0 0,0 1 1 0 0,1-1 0 0 0,0 0-1 0 0,-1 1 1 0 0,3 2-1 0 0,1 7-34 0 0,1-1-1 0 0,1-1 1 0 0,-1 1-1 0 0,12 15 1 0 0,-4-8-346 0 0,1 0 0 0 0,2 0-1 0 0,0-2 1 0 0,0 1 0 0 0,23 16 0 0 0,-22-21-322 0 0,23 16-1140 0 0,-14-15-5770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38.2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1809 10 776 0 0,'-17'-10'5041'0'0,"8"19"-1586"0"0,5 33-1247 0 0,9 2-1529 0 0,2 0-1 0 0,2 0 1 0 0,15 44 0 0 0,7 30-138 0 0,-24-82-329 0 0,-2 0-1 0 0,-2 0 0 0 0,-1 0 1 0 0,-3 42-1 0 0,-3-33-135 0 0,-2-1 0 0 0,-2 1 1 0 0,-1-1-1 0 0,-3-1 0 0 0,-27 67 0 0 0,20-66-4 0 0,-2-1 0 0 0,-2-1 0 0 0,-1-1 0 0 0,-3 0-1 0 0,-1-2 1 0 0,-2-2 0 0 0,-1 0 0 0 0,-2-2 0 0 0,-66 54 0 0 0,83-78 29 0 0,0 1 0 0 0,-1-2 1 0 0,0 0-1 0 0,0-2 0 0 0,-30 12 0 0 0,40-17-71 0 0,-1-1 0 0 0,0 0 0 0 0,0 0 0 0 0,0-1 0 0 0,0 1 0 0 0,0-2 0 0 0,-1 1 0 0 0,1-1 0 0 0,0-1 0 0 0,0 1 0 0 0,0-1 0 0 0,0-1-1 0 0,0 0 1 0 0,0 0 0 0 0,0 0 0 0 0,-7-4 0 0 0,12 4-35 0 0,-1 1 0 0 0,1-1 1 0 0,0 0-1 0 0,0 0 0 0 0,0 0 0 0 0,0-1 0 0 0,0 1 0 0 0,1-1 0 0 0,-1 0 0 0 0,1 1 0 0 0,-1-1 0 0 0,1 0 1 0 0,0 0-1 0 0,0-1 0 0 0,1 1 0 0 0,-1 0 0 0 0,1-1 0 0 0,-1 1 0 0 0,0-7 0 0 0,1 4-14 0 0,0 1 0 0 0,1-1 0 0 0,0 0 0 0 0,1 1 0 0 0,-1-1 0 0 0,1 0 0 0 0,0 1 0 0 0,0-1 0 0 0,1 1-1 0 0,-1-1 1 0 0,1 1 0 0 0,3-5 0 0 0,-1 1-10 0 0,0 0 0 0 0,1 1 0 0 0,0 0 0 0 0,1 0 0 0 0,0 0 1 0 0,0 1-1 0 0,1-1 0 0 0,-1 2 0 0 0,2-1 0 0 0,-1 1 0 0 0,1 0 0 0 0,0 0 0 0 0,0 1 0 0 0,17-8 0 0 0,-20 11 25 0 0,0 0 1 0 0,0 0-1 0 0,0 1 0 0 0,0 0 0 0 0,0 0 1 0 0,0 1-1 0 0,0-1 0 0 0,1 1 1 0 0,-1 0-1 0 0,0 0 0 0 0,0 1 0 0 0,0 0 1 0 0,0 0-1 0 0,1 0 0 0 0,-1 0 1 0 0,0 1-1 0 0,-1 0 0 0 0,1 0 0 0 0,0 0 1 0 0,-1 0-1 0 0,1 1 0 0 0,-1 0 1 0 0,0 0-1 0 0,1 0 0 0 0,-2 1 0 0 0,1-1 1 0 0,0 1-1 0 0,-1 0 0 0 0,1 0 1 0 0,-1 0-1 0 0,0 0 0 0 0,-1 1 0 0 0,1-1 1 0 0,-1 1-1 0 0,3 5 0 0 0,1 6 17 0 0,0 0-1 0 0,-1 1 1 0 0,-1 0 0 0 0,0 0-1 0 0,-1 0 1 0 0,-1 0-1 0 0,-1 0 1 0 0,0 1-1 0 0,-2 23 1 0 0,-5 1 40 0 0,-1-1-1 0 0,-2 0 1 0 0,-2-1-1 0 0,-1 0 1 0 0,-2-1-1 0 0,-2 0 1 0 0,-2-1-1 0 0,-1-1 1 0 0,-2-1-1 0 0,-33 45 1 0 0,-1-11 32 0 0,-3-1 0 0 0,-3-4 1 0 0,-120 102-1 0 0,104-104 223 0 0,-3-3 0 0 0,-3-3 0 0 0,-91 46 0 0 0,120-76-448 0 0,-1-3-1 0 0,-1-2 1 0 0,-59 15-1 0 0,71-26-944 0 0,-1-2-1 0 0,-63 4 1 0 0,90-16-4878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0.9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0 137 6777 0 0,'5'-3'5774'0'0,"12"-9"-3508"0"0,8-6-1878 0 0,10-5 120 0 0,-6 4-335 0 0,0 2 0 0 0,52-24-1 0 0,-80 40-166 0 0,0 1-1 0 0,-1 0 0 0 0,1-1 0 0 0,0 1 0 0 0,0 0 0 0 0,-1-1 0 0 0,1 1 0 0 0,0 0 0 0 0,0 0 0 0 0,0 0 0 0 0,-1-1 0 0 0,1 1 0 0 0,0 0 0 0 0,0 0 0 0 0,0 0 0 0 0,0 1 0 0 0,-1-1 0 0 0,1 0 0 0 0,0 0 0 0 0,0 0 0 0 0,0 1 0 0 0,-1-1 0 0 0,1 0 0 0 0,0 1 0 0 0,0-1 0 0 0,-1 0 0 0 0,1 1 1 0 0,0-1-1 0 0,-1 1 0 0 0,2 0 0 0 0,-2 1 7 0 0,1-1 1 0 0,-1 1-1 0 0,1-1 0 0 0,-1 1 1 0 0,0-1-1 0 0,1 1 1 0 0,-1 0-1 0 0,0-1 1 0 0,0 1-1 0 0,0 0 0 0 0,0-1 1 0 0,0 1-1 0 0,-1-1 1 0 0,0 3-1 0 0,-21 62 362 0 0,19-60-317 0 0,-27 61 111 0 0,-15 37-16 0 0,27-33-5106 0 0,34-70-5769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1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 4921 0 0,'0'-1'332'0'0,"0"0"-1"0"0,0-1 1 0 0,0 1 0 0 0,0 0-1 0 0,0-1 1 0 0,0 1 0 0 0,1 0-1 0 0,-1-1 1 0 0,0 1 0 0 0,1 0-1 0 0,-1 0 1 0 0,1-1 0 0 0,-1 1-1 0 0,1 0 1 0 0,0 0 0 0 0,-1 0-1 0 0,1 0 1 0 0,0 0 0 0 0,0 0-1 0 0,0 0 1 0 0,1-1 0 0 0,-1 1-115 0 0,1 0 1 0 0,-1 1 0 0 0,1-1-1 0 0,-1 1 1 0 0,1-1 0 0 0,-1 1-1 0 0,1 0 1 0 0,0 0 0 0 0,-1 0-1 0 0,1 0 1 0 0,-1 0 0 0 0,1 0-1 0 0,-1 0 1 0 0,1 0 0 0 0,2 1-1 0 0,8 3-2 0 0,0 0 0 0 0,0 1 0 0 0,21 12 0 0 0,-8-4-154 0 0,-11-8-537 0 0,32 13-607 0 0,-44-17 488 0 0,1 0 0 0 0,-1 0 1 0 0,1 0-1 0 0,-1 1 0 0 0,0-1 1 0 0,0 1-1 0 0,0 0 0 0 0,0 0 0 0 0,0 0 1 0 0,0-1-1 0 0,-1 2 0 0 0,1-1 1 0 0,0 0-1 0 0,1 4 0 0 0,3 11-3378 0 0</inkml:trace>
  <inkml:trace contextRef="#ctx0" brushRef="#br0" timeOffset="1">116 125 5001 0 0,'-3'6'2265'0'0,"1"4"-937"0"0,2 2-408 0 0,0-1-256 0 0,0-3-280 0 0,0 2-128 0 0,-2 0-88 0 0,2-1-88 0 0,-1 0-208 0 0,1 0-432 0 0,-2-1-576 0 0,2 1-736 0 0,8 5-2249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1.6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19 186 5153 0 0,'-18'12'7742'0'0,"30"-12"-3967"0"0,35-16-2489 0 0,117-79-1802 0 0,-104 58-2539 0 0,1 1-3728 0 0,-42 27 3082 0 0,-6 5 480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2.0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29 4377 0 0,'-1'3'686'0'0,"0"0"0"0"0,0 0 0 0 0,0 0 0 0 0,0 0 1 0 0,1 0-1 0 0,-1 0 0 0 0,1 0 0 0 0,0 0 0 0 0,0 3 0 0 0,6 34 1696 0 0,19 38-2406 0 0,-20-67 396 0 0,-2-2-359 0 0,0 0 0 0 0,1-1-1 0 0,0 0 1 0 0,0 0 0 0 0,1 0 0 0 0,0 0-1 0 0,0-1 1 0 0,1 0 0 0 0,7 7-1 0 0,-9-11 19 0 0,-1 0 0 0 0,1 0 0 0 0,0-1 0 0 0,-1 0-1 0 0,1 0 1 0 0,0 0 0 0 0,1 0 0 0 0,-1-1-1 0 0,0 1 1 0 0,0-1 0 0 0,1 0 0 0 0,-1 0 0 0 0,0-1-1 0 0,1 0 1 0 0,-1 1 0 0 0,1-1 0 0 0,-1-1-1 0 0,1 1 1 0 0,-1-1 0 0 0,7-1 0 0 0,1 0 251 0 0,-1-1-1 0 0,1 0 1 0 0,-1-1 0 0 0,0-1-1 0 0,0 0 1 0 0,0 0 0 0 0,-1-1-1 0 0,15-10 1 0 0,-21 13-236 0 0,-1 1 0 0 0,-1-1 0 0 0,1 0 0 0 0,0 1 0 0 0,-1-1 0 0 0,1 0-1 0 0,-1-1 1 0 0,0 1 0 0 0,0 0 0 0 0,0-1 0 0 0,-1 1 0 0 0,1-1 0 0 0,-1 1 0 0 0,0-1 0 0 0,0 0 0 0 0,0 0 0 0 0,0 0 0 0 0,-1 1 0 0 0,1-1-1 0 0,-1 0 1 0 0,0 0 0 0 0,0 0 0 0 0,-1 0 0 0 0,1 0 0 0 0,-1 1 0 0 0,0-1 0 0 0,0 0 0 0 0,0 0 0 0 0,-3-5 0 0 0,-2-7-35 0 0,-1 1 1 0 0,-1 1 0 0 0,-1-1 0 0 0,0 1-1 0 0,-16-18 1 0 0,-12-2-2944 0 0,34 38-42 0 0,3-4 2643 0 0,0 1 1 0 0,0-1 0 0 0,0 0-1 0 0,0 1 1 0 0,0-1-1 0 0,0 1 1 0 0,0-1-1 0 0,0 1 1 0 0,0-1-1 0 0,0 1 1 0 0,0-1 0 0 0,0 0-1 0 0,0 1 1 0 0,0-1-1 0 0,0 1 1 0 0,0-1-1 0 0,0 1 1 0 0,1 0 0 0 0,0 5-4203 0 0</inkml:trace>
  <inkml:trace contextRef="#ctx0" brushRef="#br0" timeOffset="1">75 195 7546 0 0,'-5'3'3912'0'0,"5"-1"-2495"0"0,2-2-233 0 0,1-2-256 0 0,2-1-224 0 0,3-2-168 0 0,4-1-175 0 0,-1-3-153 0 0,4 1-104 0 0,-1-1-72 0 0,1-1-112 0 0,0 2-288 0 0,1-2-537 0 0,0 2-695 0 0,0-2-977 0 0,-3-3-1063 0 0,2 2-1737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2.4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34 156 4001 0 0,'-1'-1'219'0'0,"0"-1"-1"0"0,0 1 1 0 0,0-1 0 0 0,-1 1-1 0 0,1 0 1 0 0,0 0 0 0 0,-1 0 0 0 0,1 0-1 0 0,-1 0 1 0 0,0 0 0 0 0,1 0 0 0 0,-1 0-1 0 0,1 1 1 0 0,-1-1 0 0 0,0 1-1 0 0,-2-1 1 0 0,3 1-171 0 0,1 0-1 0 0,0 1 0 0 0,-1-1 1 0 0,1 1-1 0 0,-1-1 1 0 0,1 0-1 0 0,0 1 1 0 0,-1-1-1 0 0,1 1 0 0 0,0-1 1 0 0,0 1-1 0 0,-1-1 1 0 0,1 1-1 0 0,0 0 1 0 0,0-1-1 0 0,0 1 0 0 0,-1-1 1 0 0,1 1-1 0 0,0-1 1 0 0,0 1-1 0 0,0 0 1 0 0,0-1-1 0 0,0 1 0 0 0,0-1 1 0 0,1 1-1 0 0,-1 0 1 0 0,0-1-1 0 0,0 1 1 0 0,0-1-1 0 0,1 2 0 0 0,0 3-25 0 0,0 0 0 0 0,1 0 0 0 0,0 0-1 0 0,0-1 1 0 0,0 1 0 0 0,0 0 0 0 0,1-1-1 0 0,0 1 1 0 0,0-1 0 0 0,6 7 0 0 0,-6-8 54 0 0,0-1 0 0 0,0 1 0 0 0,0-1 0 0 0,0 0 0 0 0,0 0 0 0 0,0 0 0 0 0,1-1 0 0 0,-1 1 0 0 0,1-1 0 0 0,-1 0 0 0 0,1 1 0 0 0,0-2 0 0 0,-1 1 0 0 0,1 0 0 0 0,0-1 0 0 0,-1 0 0 0 0,1 1 0 0 0,0-2 0 0 0,0 1 0 0 0,0 0 0 0 0,-1-1 0 0 0,1 0 0 0 0,0 1 0 0 0,-1-1 0 0 0,7-3 0 0 0,-4 1 149 0 0,-1-1 0 0 0,1 1 0 0 0,-1-1 0 0 0,0 0 1 0 0,0-1-1 0 0,0 1 0 0 0,-1-1 0 0 0,1 0 0 0 0,-1 0 1 0 0,0 0-1 0 0,-1-1 0 0 0,1 1 0 0 0,4-12 1 0 0,-5 11-37 0 0,-1 0 1 0 0,0 0 0 0 0,0 0 0 0 0,0 0 0 0 0,0-1 0 0 0,-1 1 0 0 0,0-1 0 0 0,-1 1 0 0 0,1 0 0 0 0,-1-1 0 0 0,-1 1 0 0 0,1-1 0 0 0,-3-11 0 0 0,2 15-173 0 0,0 0 1 0 0,-1-1 0 0 0,1 1 0 0 0,-1 0-1 0 0,1 0 1 0 0,-1 0 0 0 0,0 1-1 0 0,0-1 1 0 0,0 0 0 0 0,-1 1-1 0 0,1-1 1 0 0,-1 1 0 0 0,1 0-1 0 0,-1 0 1 0 0,0 0 0 0 0,0 0-1 0 0,0 0 1 0 0,0 1 0 0 0,0-1-1 0 0,0 1 1 0 0,0 0 0 0 0,0 0-1 0 0,-1 0 1 0 0,1 0 0 0 0,0 0-1 0 0,-1 1 1 0 0,-3-1 0 0 0,2 1-141 0 0,1 0 0 0 0,-1 1 0 0 0,1-1 0 0 0,-1 1 0 0 0,1 0 1 0 0,-1 0-1 0 0,1 0 0 0 0,0 1 0 0 0,-1-1 0 0 0,1 1 0 0 0,0 0 0 0 0,0 0 0 0 0,0 1 0 0 0,1-1 1 0 0,-1 1-1 0 0,0 0 0 0 0,1 0 0 0 0,-6 6 0 0 0,2-2-1036 0 0,1 1-1 0 0,0 0 1 0 0,1 0 0 0 0,-1 0 0 0 0,2 1-1 0 0,-1-1 1 0 0,-5 18 0 0 0,6-12-2992 0 0</inkml:trace>
  <inkml:trace contextRef="#ctx0" brushRef="#br0" timeOffset="1">39 369 6881 0 0,'5'-1'1265'0'0,"5"1"-457"0"0,4-2-64 0 0,3-3-112 0 0,2-1-240 0 0,2-4-144 0 0,5-2-256 0 0,4-1-592 0 0,1-3-960 0 0,-5-5-1169 0 0,3 5-1592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2.8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 4473 0 0,'-2'9'927'0'0,"1"0"1"0"0,-1 0-1 0 0,2 0 1 0 0,-1 0-1 0 0,1 0 0 0 0,1 0 1 0 0,0 0-1 0 0,0 0 0 0 0,4 14 1 0 0,-5-21-888 0 0,1 0 0 0 0,-1 0 0 0 0,1 0 1 0 0,-1 0-1 0 0,1 0 0 0 0,0 0 0 0 0,0 0 0 0 0,-1-1 0 0 0,1 1 1 0 0,1 0-1 0 0,-1 0 0 0 0,0-1 0 0 0,0 1 0 0 0,1-1 1 0 0,-1 1-1 0 0,1-1 0 0 0,-1 0 0 0 0,1 0 0 0 0,-1 1 0 0 0,1-1 1 0 0,0 0-1 0 0,0 0 0 0 0,0 0 0 0 0,-1-1 0 0 0,1 1 0 0 0,0 0 1 0 0,0-1-1 0 0,0 1 0 0 0,0-1 0 0 0,0 0 0 0 0,0 0 1 0 0,0 0-1 0 0,0 0 0 0 0,0 0 0 0 0,0 0 0 0 0,0 0 0 0 0,0 0 1 0 0,0-1-1 0 0,0 1 0 0 0,0-1 0 0 0,0 0 0 0 0,0 0 0 0 0,0 1 1 0 0,0-1-1 0 0,-1 0 0 0 0,1 0 0 0 0,2-3 0 0 0,76-49 841 0 0,-59 37-610 0 0,1 0 0 0 0,0 2 0 0 0,28-13 0 0 0,-40 25-1180 0 0,-6 2-1908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3.2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69 114 3257 0 0,'-1'-2'338'0'0,"-1"-1"0"0"0,0 1 0 0 0,0 0 0 0 0,0 0 1 0 0,0 0-1 0 0,-1 0 0 0 0,1 0 0 0 0,0 1 0 0 0,-1-1 0 0 0,1 0 1 0 0,-1 1-1 0 0,0 0 0 0 0,1 0 0 0 0,-1 0 0 0 0,0 0 0 0 0,-4-1 1 0 0,6 2-268 0 0,0 0 1 0 0,0 0-1 0 0,0 0 1 0 0,0 0-1 0 0,1 0 1 0 0,-1 1-1 0 0,0-1 1 0 0,0 0-1 0 0,0 0 1 0 0,1 1-1 0 0,-1-1 1 0 0,0 0 0 0 0,0 1-1 0 0,1-1 1 0 0,-1 1-1 0 0,0-1 1 0 0,1 1-1 0 0,-1-1 1 0 0,0 1-1 0 0,1 0 1 0 0,-1-1-1 0 0,0 2 1 0 0,0 0 28 0 0,0 0 1 0 0,0 0 0 0 0,0 0 0 0 0,1 0-1 0 0,-1 1 1 0 0,1-1 0 0 0,-1 0-1 0 0,1 0 1 0 0,0 0 0 0 0,0 1-1 0 0,0-1 1 0 0,0 4 0 0 0,1-1 3 0 0,-1 1 1 0 0,1 0-1 0 0,0-1 0 0 0,1 1 0 0 0,-1-1 1 0 0,1 1-1 0 0,0-1 0 0 0,1 0 1 0 0,-1 0-1 0 0,1 0 0 0 0,0 0 1 0 0,0 0-1 0 0,1 0 0 0 0,-1-1 1 0 0,1 0-1 0 0,0 0 0 0 0,0 0 0 0 0,0 0 1 0 0,1 0-1 0 0,-1-1 0 0 0,1 0 1 0 0,0 0-1 0 0,0 0 0 0 0,0-1 1 0 0,0 0-1 0 0,1 0 0 0 0,-1 0 1 0 0,1 0-1 0 0,-1-1 0 0 0,1 0 1 0 0,-1 0-1 0 0,1 0 0 0 0,0-1 0 0 0,-1 0 1 0 0,1 0-1 0 0,0 0 0 0 0,-1-1 1 0 0,1 0-1 0 0,0 0 0 0 0,-1 0 1 0 0,1-1-1 0 0,-1 0 0 0 0,0 0 1 0 0,1 0-1 0 0,-1-1 0 0 0,0 0 1 0 0,0 0-1 0 0,-1 0 0 0 0,1 0 0 0 0,-1-1 1 0 0,1 0-1 0 0,-1 0 0 0 0,0 0 1 0 0,-1 0-1 0 0,1 0 0 0 0,-1-1 1 0 0,0 0-1 0 0,0 0 0 0 0,4-9 1 0 0,-5 7-44 0 0,-1 1 0 0 0,1-1 0 0 0,-2 0 0 0 0,1 1 0 0 0,-1-1 0 0 0,0 0 1 0 0,-1 0-1 0 0,1 1 0 0 0,-1-1 0 0 0,0 0 0 0 0,-1 1 0 0 0,0-1 0 0 0,0 1 1 0 0,0 0-1 0 0,-1 0 0 0 0,0 0 0 0 0,0 0 0 0 0,-1 0 0 0 0,1 0 0 0 0,-1 1 1 0 0,-1 0-1 0 0,1-1 0 0 0,-1 2 0 0 0,1-1 0 0 0,-9-5 0 0 0,12 9-148 0 0,-1 0 0 0 0,0 0 0 0 0,1 1 0 0 0,-1-1 0 0 0,0 1 0 0 0,0-1 0 0 0,1 1 0 0 0,-1-1 0 0 0,0 1 0 0 0,0 0 0 0 0,0 0 0 0 0,0 0 0 0 0,1 0 0 0 0,-1 1 0 0 0,0-1 0 0 0,0 0 0 0 0,0 1 0 0 0,1-1 0 0 0,-1 1 0 0 0,0 0 0 0 0,1-1 0 0 0,-1 1 0 0 0,0 0 0 0 0,1 0 0 0 0,-1 0 0 0 0,1 0 0 0 0,-1 0 0 0 0,1 1 0 0 0,0-1 0 0 0,-1 0 0 0 0,1 1 0 0 0,0-1 0 0 0,0 0 0 0 0,0 1 0 0 0,-1 2 0 0 0,-5 7-1373 0 0,0 1 0 0 0,1-1 0 0 0,-8 25 0 0 0,7-19-814 0 0,-2 3-673 0 0,3 1-988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3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0 484 5449 0 0,'0'1'228'0'0,"0"0"-1"0"0,0-1 0 0 0,0 1 1 0 0,0-1-1 0 0,0 1 0 0 0,0 0 1 0 0,0-1-1 0 0,1 1 0 0 0,-1-1 1 0 0,0 1-1 0 0,0 0 1 0 0,0-1-1 0 0,1 1 0 0 0,-1-1 1 0 0,0 1-1 0 0,0-1 0 0 0,1 1 1 0 0,-1-1-1 0 0,1 1 1 0 0,-1-1-1 0 0,0 1 0 0 0,1-1 1 0 0,-1 0-1 0 0,1 1 0 0 0,-1-1 1 0 0,1 1-1 0 0,-1-1 0 0 0,1 0 1 0 0,-1 0-1 0 0,2 1 1 0 0,20-4 2436 0 0,29-22-2103 0 0,-44 21 25 0 0,40-23-271 0 0,80-42-683 0 0,-109 62-2758 0 0,0 0-1 0 0,36-9 0 0 0,-38 15-1461 0 0</inkml:trace>
  <inkml:trace contextRef="#ctx0" brushRef="#br0" timeOffset="1">324 1 4785 0 0,'-6'7'6367'0'0,"6"9"-3926"0"0,6 16-1229 0 0,-6-29-680 0 0,11 42 712 0 0,2-1 0 0 0,37 84 0 0 0,-35-98-2290 0 0,1-1 0 0 0,31 43 0 0 0,-45-69 818 0 0,11 14-3401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4.0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86 7154 0 0,'-3'33'6254'0'0,"10"3"-4051"0"0,18 30-1553 0 0,20 10-747 0 0,-10-30-5337 0 0,-20-36-3392 0 0</inkml:trace>
  <inkml:trace contextRef="#ctx0" brushRef="#br0" timeOffset="1">47 106 3409 0 0,'0'-1'212'0'0,"-1"1"0"0"0,1-1 0 0 0,-1 1 1 0 0,1-1-1 0 0,-1 1 0 0 0,1-1 0 0 0,0 0 0 0 0,-1 1 1 0 0,1-1-1 0 0,0 0 0 0 0,0 1 0 0 0,0-1 0 0 0,-1 0 1 0 0,1 1-1 0 0,0-1 0 0 0,0 0 0 0 0,0 1 0 0 0,0-1 1 0 0,0 0-1 0 0,0 1 0 0 0,0-1 0 0 0,0 0 0 0 0,1 1 1 0 0,-1-1-1 0 0,0 0 0 0 0,0 1 0 0 0,0-1 0 0 0,1 0 1 0 0,-1 1-1 0 0,0-1 0 0 0,1 1 0 0 0,0-2 0 0 0,23-21 1406 0 0,38-11-1469 0 0,-60 33 49 0 0,7-3 165 0 0,0 0 0 0 0,1 0 0 0 0,-1 1 0 0 0,1 0 0 0 0,0 1 0 0 0,16-3 0 0 0,-24 5-256 0 0,1 0 1 0 0,-1 0-1 0 0,1 0 1 0 0,-1 0-1 0 0,0 0 1 0 0,1 0-1 0 0,-1 1 0 0 0,0-1 1 0 0,1 1-1 0 0,-1 0 1 0 0,0-1-1 0 0,0 1 0 0 0,0 0 1 0 0,1 0-1 0 0,-1 1 1 0 0,0-1-1 0 0,0 0 1 0 0,-1 1-1 0 0,1-1 0 0 0,0 1 1 0 0,0-1-1 0 0,-1 1 1 0 0,1 0-1 0 0,-1 0 1 0 0,1 0-1 0 0,-1 0 0 0 0,0 0 1 0 0,0 0-1 0 0,0 0 1 0 0,0 0-1 0 0,0 0 0 0 0,0 1 1 0 0,0 3-1 0 0,8 66 1645 0 0,-4-19-3515 0 0,4-18-5016 0 0</inkml:trace>
  <inkml:trace contextRef="#ctx0" brushRef="#br0" timeOffset="2">120 317 6801 0 0,'-1'0'222'0'0,"1"1"0"0"0,-1-1 0 0 0,0 0 0 0 0,0 1 0 0 0,0-1 0 0 0,1 0 0 0 0,-1 1 0 0 0,0-1 0 0 0,1 1 0 0 0,-1-1 0 0 0,0 1 0 0 0,1-1-1 0 0,-1 1 1 0 0,0-1 0 0 0,1 1 0 0 0,-1 0 0 0 0,1-1 0 0 0,-1 1 0 0 0,1 0 0 0 0,0 0 0 0 0,-1-1 0 0 0,1 1 0 0 0,0 0 0 0 0,-1 0 0 0 0,1-1 0 0 0,0 1-1 0 0,0 0 1 0 0,0 0 0 0 0,0 1 0 0 0,0-1-123 0 0,1-1 0 0 0,0 0 0 0 0,0 1 0 0 0,0-1 0 0 0,0 0 0 0 0,0 0 0 0 0,-1 1 0 0 0,1-1 1 0 0,0 0-1 0 0,0 0 0 0 0,0 0 0 0 0,0 0 0 0 0,0 0 0 0 0,0 0 0 0 0,0-1 0 0 0,0 1 0 0 0,0 0 0 0 0,-1 0 0 0 0,1 0 0 0 0,0-1 0 0 0,0 1 0 0 0,0-1 0 0 0,0 1 0 0 0,-1-1 0 0 0,1 1 0 0 0,0-1 0 0 0,0 1 0 0 0,-1-1 0 0 0,2 0 0 0 0,27-15-366 0 0,1 2 0 0 0,48-16 0 0 0,-37 15-3282 0 0,1-2-3682 0 0,-27 13 3454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4.4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4833 0 0,'-1'5'1071'0'0,"0"0"0"0"0,0 0-1 0 0,0 1 1 0 0,1-1 0 0 0,0 0 0 0 0,0 0-1 0 0,0 1 1 0 0,1 4 0 0 0,20 73 920 0 0,-14-60-1038 0 0,72 211 752 0 0,-17-81-6373 0 0,-60-145 2535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4.8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4585 0 0,'-1'16'8444'0'0,"8"22"-4683"0"0,-5-29-2741 0 0,2 21-288 0 0,1 4-1806 0 0,1-12-5177 0 0,-5-13-581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5.7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0 104 8386 0 0,'1'-1'268'0'0,"-1"0"1"0"0,0 0-1 0 0,0-1 0 0 0,0 1 1 0 0,1 0-1 0 0,-1 0 0 0 0,1 0 1 0 0,-1 0-1 0 0,1 0 0 0 0,-1 0 1 0 0,1 0-1 0 0,0 0 1 0 0,0 0-1 0 0,-1 0 0 0 0,1 0 1 0 0,0 0-1 0 0,0 0 0 0 0,0 0 1 0 0,0 0-1 0 0,0 1 1 0 0,1-2-1 0 0,24-21 672 0 0,-14 15-650 0 0,40-27 241 0 0,-48 33-472 0 0,-1 0-1 0 0,1 0 1 0 0,0 0 0 0 0,0 1-1 0 0,0-1 1 0 0,0 1-1 0 0,0 0 1 0 0,1 1-1 0 0,-1-1 1 0 0,0 1 0 0 0,8-1-1 0 0,-11 2-16 0 0,0-1 0 0 0,-1 1 0 0 0,1-1 0 0 0,0 1-1 0 0,0-1 1 0 0,-1 1 0 0 0,1-1 0 0 0,-1 1 0 0 0,1 0-1 0 0,0-1 1 0 0,-1 1 0 0 0,1 0 0 0 0,-1 0 0 0 0,1-1-1 0 0,-1 1 1 0 0,0 0 0 0 0,1 0 0 0 0,-1 0 0 0 0,0 0 0 0 0,0 0-1 0 0,1-1 1 0 0,-1 1 0 0 0,0 0 0 0 0,0 0 0 0 0,0 0-1 0 0,0 0 1 0 0,0 0 0 0 0,0 0 0 0 0,0 0 0 0 0,-1-1 0 0 0,1 1-1 0 0,-1 2 1 0 0,-6 34 441 0 0,6-32-409 0 0,-34 102 391 0 0,-2 9-824 0 0,34-101-504 0 0,1 0 0 0 0,0 0 1 0 0,0 19-1 0 0,9-46-6163 0 0,9-28 2772 0 0,-8-2 1003 0 0,2-6 3122 0 0,-7 15 10108 0 0,5 40-4965 0 0,25 11-3663 0 0,-17-12-1274 0 0,0 0 0 0 0,27 5 0 0 0,7 3-2276 0 0,-1 7-5616 0 0,-27-5 3161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6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1 280 4729 0 0,'11'-8'9081'0'0,"46"-31"-8091"0"0,31-12-1814 0 0,-32 16-3201 0 0,-33 10-1521 0 0,-12 17 2165 0 0</inkml:trace>
  <inkml:trace contextRef="#ctx0" brushRef="#br0" timeOffset="1">258 0 5545 0 0,'-2'4'2097'0'0,"4"2"-257"0"0,-2 2-536 0 0,3 5-199 0 0,0 0-297 0 0,2 5-176 0 0,0 0-184 0 0,0 2-136 0 0,3-1-120 0 0,-1 1-88 0 0,3-1-48 0 0,1 1-96 0 0,0 1-288 0 0,4-2-408 0 0,-4 1-592 0 0,-1-2-753 0 0,-3-4-896 0 0,-2 3-1840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6.5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5913 0 0,'-1'1'256'0'0,"1"1"0"0"0,-1-1 0 0 0,0 1 0 0 0,1-1-1 0 0,-1 1 1 0 0,1 0 0 0 0,0-1 0 0 0,-1 1 0 0 0,1 0-1 0 0,0-1 1 0 0,0 1 0 0 0,0-1 0 0 0,0 1 0 0 0,0 0-1 0 0,1-1 1 0 0,-1 1 0 0 0,0 0 0 0 0,1-1 0 0 0,0 3-1 0 0,13 36 863 0 0,-11-32-637 0 0,4 10-286 0 0,0 0-1 0 0,1 0 1 0 0,0-1 0 0 0,2 0 0 0 0,19 27-1 0 0,-26-40-189 0 0,0-1-1 0 0,0 1 0 0 0,0-1 1 0 0,1 0-1 0 0,-1 0 0 0 0,1 0 1 0 0,0-1-1 0 0,0 1 1 0 0,0-1-1 0 0,0 0 0 0 0,0 0 1 0 0,1 0-1 0 0,-1-1 0 0 0,0 1 1 0 0,1-1-1 0 0,-1 0 0 0 0,1 0 1 0 0,0-1-1 0 0,-1 1 0 0 0,1-1 1 0 0,-1 0-1 0 0,1 0 0 0 0,0-1 1 0 0,-1 0-1 0 0,1 1 1 0 0,-1-1-1 0 0,1-1 0 0 0,-1 1 1 0 0,8-4-1 0 0,7-5 111 0 0,0-1 1 0 0,-1 0-1 0 0,-1-1 0 0 0,0-1 1 0 0,20-20-1 0 0,-14 13-2239 0 0,-16 8-3045 0 0,-5 5 364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0 159 7962 0 0,'32'-20'4318'0'0,"26"-19"-987"0"0,-27 17-3601 0 0,0-1 1 0 0,32-32 0 0 0,-69 57-254 0 0,-54 22 234 0 0,57-23 283 0 0,0 1 1 0 0,0-1-1 0 0,0 1 0 0 0,0 0 1 0 0,0 0-1 0 0,1 0 0 0 0,-1 0 1 0 0,1 1-1 0 0,0-1 1 0 0,-1 1-1 0 0,1-1 0 0 0,0 1 1 0 0,1 0-1 0 0,-1 0 0 0 0,0 0 1 0 0,1 0-1 0 0,0 0 0 0 0,-1 0 1 0 0,1 1-1 0 0,-1 4 0 0 0,2 10 227 0 0,0-1 0 0 0,1 0 1 0 0,1 0-1 0 0,5 24 0 0 0,-6-34-140 0 0,0-1 0 0 0,1 0 1 0 0,0 1-1 0 0,0-1 0 0 0,1 0 0 0 0,-1 0 1 0 0,1-1-1 0 0,1 1 0 0 0,-1 0 0 0 0,1-1 1 0 0,0 0-1 0 0,0 0 0 0 0,0 0 1 0 0,9 7-1 0 0,-11-11-52 0 0,1 0 1 0 0,-1 0 0 0 0,0 0-1 0 0,1-1 1 0 0,-1 1-1 0 0,1-1 1 0 0,-1 0-1 0 0,1 1 1 0 0,-1-1 0 0 0,1 0-1 0 0,-1-1 1 0 0,1 1-1 0 0,-1 0 1 0 0,1-1-1 0 0,-1 1 1 0 0,1-1 0 0 0,-1 0-1 0 0,0 0 1 0 0,1 0-1 0 0,-1 0 1 0 0,0 0-1 0 0,0 0 1 0 0,3-2 0 0 0,53-42 221 0 0,-43 32-260 0 0,6-5-34 0 0,-14 11-194 0 0,1 0 0 0 0,0 0 0 0 0,0 1-1 0 0,1 0 1 0 0,-1 1 0 0 0,13-6 0 0 0,-16 11-1089 0 0,1-1-1937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7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0 151 6169 0 0,'6'-6'5740'0'0,"14"-6"-3476"0"0,-9 6-1568 0 0,80-55 992 0 0,-44 31-3519 0 0,-2-2-6672 0 0,-38 28 4136 0 0</inkml:trace>
  <inkml:trace contextRef="#ctx0" brushRef="#br0" timeOffset="1">180 153 6481 0 0,'-2'3'2521'0'0,"0"2"-1025"0"0,1 2-368 0 0,2 1-79 0 0,1-3-129 0 0,0 1-208 0 0,1 1-168 0 0,2-1-224 0 0,1 2-176 0 0,1-1-64 0 0,-1 1-48 0 0,2 0-168 0 0,-1-1-288 0 0,1 1-400 0 0,-2 0-560 0 0,-1-3-745 0 0,-3 0-983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7.8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0 190 8290 0 0,'5'-1'4049'0'0,"20"-8"-1800"0"0,159-86 340 0 0,-83 41-7510 0 0,-66 32-899 0 0,-20 13 1384 0 0</inkml:trace>
  <inkml:trace contextRef="#ctx0" brushRef="#br0" timeOffset="1">275 137 2673 0 0,'-2'4'447'0'0,"-1"-1"0"0"0,1 1 1 0 0,0 0-1 0 0,1 1 1 0 0,-1-1-1 0 0,1 0 0 0 0,0 0 1 0 0,0 1-1 0 0,0-1 0 0 0,0 1 1 0 0,1-1-1 0 0,0 1 1 0 0,0-1-1 0 0,0 6 0 0 0,1-7-283 0 0,0 1-1 0 0,0-1 0 0 0,0 0 0 0 0,0 0 0 0 0,0 1 0 0 0,1-1 0 0 0,0 0 0 0 0,-1 0 0 0 0,1 0 0 0 0,0-1 0 0 0,0 1 0 0 0,1 0 1 0 0,-1-1-1 0 0,0 1 0 0 0,4 1 0 0 0,-1 0-105 0 0,0-1 1 0 0,0 0-1 0 0,0-1 1 0 0,1 1-1 0 0,-1-1 1 0 0,1 0-1 0 0,-1 0 0 0 0,1-1 1 0 0,0 0-1 0 0,-1 0 1 0 0,1 0-1 0 0,0 0 1 0 0,0-1-1 0 0,0 0 0 0 0,0 0 1 0 0,0-1-1 0 0,-1 0 1 0 0,1 0-1 0 0,0 0 1 0 0,10-4-1 0 0,-10 2 80 0 0,-1 1-1 0 0,0-1 1 0 0,0 0-1 0 0,1 0 1 0 0,-2 0-1 0 0,1-1 1 0 0,0 1-1 0 0,-1-1 1 0 0,0 0 0 0 0,0-1-1 0 0,0 1 1 0 0,0-1-1 0 0,-1 0 1 0 0,6-9-1 0 0,-8 12-68 0 0,0 0 0 0 0,0 0 0 0 0,-1 0-1 0 0,1 0 1 0 0,-1 0 0 0 0,1 0 0 0 0,-1 0 0 0 0,0-1-1 0 0,0 1 1 0 0,0 0 0 0 0,0 0 0 0 0,0 0 0 0 0,0 0-1 0 0,-1 0 1 0 0,1 0 0 0 0,-1 0 0 0 0,-1-4 0 0 0,1 4-17 0 0,-1-1 0 0 0,1 1 1 0 0,-1-1-1 0 0,0 1 0 0 0,0 0 1 0 0,0 0-1 0 0,-1 0 1 0 0,1 0-1 0 0,0 0 0 0 0,-1 0 1 0 0,1 1-1 0 0,-1-1 0 0 0,0 1 1 0 0,1 0-1 0 0,-1 0 0 0 0,-3-1 1 0 0,-3-1-31 0 0,-1 0 0 0 0,1 1 0 0 0,-1 0 1 0 0,0 0-1 0 0,0 1 0 0 0,-13 0 1 0 0,-11 2-2688 0 0,-2 0-5525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9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95 3817 0 0,'30'-34'4583'0'0,"-22"26"-4400"0"0,1 1-1 0 0,-1 0 0 0 0,1 1 0 0 0,0 0 1 0 0,0 0-1 0 0,1 1 0 0 0,0 0 1 0 0,16-5-1 0 0,-26 10-150 0 0,1 0 1 0 0,-1 0-1 0 0,0 0 0 0 0,1-1 1 0 0,-1 1-1 0 0,1 0 0 0 0,-1 0 1 0 0,0 0-1 0 0,1 0 0 0 0,-1 1 1 0 0,1-1-1 0 0,-1 0 0 0 0,1 0 1 0 0,-1 0-1 0 0,0 0 1 0 0,1 0-1 0 0,-1 0 0 0 0,0 1 1 0 0,1-1-1 0 0,-1 0 0 0 0,0 0 1 0 0,1 0-1 0 0,-1 1 0 0 0,0-1 1 0 0,1 0-1 0 0,-1 1 0 0 0,0-1 1 0 0,1 0-1 0 0,-1 1 1 0 0,0-1-1 0 0,0 0 0 0 0,0 1 1 0 0,1-1-1 0 0,-1 0 0 0 0,0 1 1 0 0,0-1-1 0 0,0 1 0 0 0,1 21 1069 0 0,-11 20 370 0 0,10-42-1463 0 0,-9 26 571 0 0,3-10-555 0 0,1-1-1 0 0,0 1 1 0 0,1 0-1 0 0,1 1 0 0 0,0-1 1 0 0,2 1-1 0 0,-1 16 0 0 0,2-33-85 0 0,0 1 0 0 0,0-1-1 0 0,0 0 1 0 0,-1 1-1 0 0,1-1 1 0 0,0 1-1 0 0,0-1 1 0 0,0 1-1 0 0,0-1 1 0 0,0 1-1 0 0,0-1 1 0 0,1 0 0 0 0,-1 1-1 0 0,0-1 1 0 0,0 1-1 0 0,0-1 1 0 0,0 1-1 0 0,0-1 1 0 0,1 0-1 0 0,-1 1 1 0 0,0-1-1 0 0,0 0 1 0 0,1 1-1 0 0,-1-1 1 0 0,0 0 0 0 0,0 1-1 0 0,1-1 1 0 0,-1 0-1 0 0,0 1 1 0 0,1-1-1 0 0,-1 0 1 0 0,1 0-1 0 0,-1 1 1 0 0,0-1-1 0 0,1 0 1 0 0,-1 0 0 0 0,1 0-1 0 0,-1 0 1 0 0,0 0-1 0 0,1 1 1 0 0,14-16-1543 0 0,7-28 635 0 0,-18 25 1022 0 0,0-2 1050 0 0,-4 20-1014 0 0,0 0 0 0 0,1-1-1 0 0,-1 1 1 0 0,0 0 0 0 0,0-1-1 0 0,1 1 1 0 0,-1 0 0 0 0,0 0-1 0 0,1-1 1 0 0,-1 1 0 0 0,0 0-1 0 0,1 0 1 0 0,-1 0-1 0 0,0-1 1 0 0,1 1 0 0 0,-1 0-1 0 0,1 0 1 0 0,-1 0 0 0 0,0 0-1 0 0,1 0 1 0 0,-1 0 0 0 0,1 0-1 0 0,-1 0 1 0 0,0 0 0 0 0,1 0-1 0 0,-1 0 1 0 0,1 0 0 0 0,-1 0-1 0 0,0 0 1 0 0,1 0-1 0 0,-1 0 1 0 0,0 1 0 0 0,1-1-1 0 0,-1 0 1 0 0,1 0 0 0 0,-1 0-1 0 0,0 0 1 0 0,1 1 0 0 0,10 4 118 0 0,0 0 1 0 0,1-1-1 0 0,0 0 0 0 0,-1-1 1 0 0,15 2-1 0 0,32-1-4248 0 0,-58-4 3767 0 0,1 0 0 0 0,0 0 0 0 0,0 0 0 0 0,0 0-1 0 0,0 0 1 0 0,-1 0 0 0 0,1 0 0 0 0,0 0 0 0 0,0-1-1 0 0,0 1 1 0 0,-1 0 0 0 0,1-1 0 0 0,0 1 0 0 0,0 0 0 0 0,-1-1-1 0 0,1 1 1 0 0,0-1 0 0 0,-1 1 0 0 0,2-2 0 0 0,5-3-3792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9.5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8 193 6681 0 0,'-5'1'2937'0'0,"4"2"-1465"0"0,-1 1-415 0 0,5-4-209 0 0,4-4-152 0 0,1 0-160 0 0,4-3-184 0 0,2-3-160 0 0,6-1-112 0 0,1 0-136 0 0,3-2-192 0 0,1 1-272 0 0,-3 1-464 0 0,1-1-449 0 0,-5 1-591 0 0,-3 0-561 0 0,9 6-2015 0 0</inkml:trace>
  <inkml:trace contextRef="#ctx0" brushRef="#br0" timeOffset="1">217 1 2729 0 0,'4'9'8508'0'0,"13"16"-5811"0"0,-4-6-2045 0 0,-6-6-762 0 0,27 53-146 0 0,-32-60-817 0 0,0-1 0 0 0,-1 1 1 0 0,1 0-1 0 0,-1 0 0 0 0,-1-1 0 0 0,1 8 1 0 0,-1-2-3471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49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0 132 7114 0 0,'22'-8'6391'0'0,"29"-21"-4738"0"0,2-1-1300 0 0,-28 18-99 0 0,2-2 173 0 0,42-14 0 0 0,-63 26-354 0 0,0 0 0 0 0,0 0 0 0 0,0 1 0 0 0,1 0 0 0 0,-1 0 0 0 0,0 0-1 0 0,1 1 1 0 0,-1 0 0 0 0,1 0 0 0 0,-1 1 0 0 0,0-1 0 0 0,1 2 0 0 0,6 1 0 0 0,-10-2-87 0 0,0 1-1 0 0,1 0 1 0 0,-1 0 0 0 0,0 0 0 0 0,0 0 0 0 0,0 1 0 0 0,0-1 0 0 0,-1 1-1 0 0,1 0 1 0 0,-1 0 0 0 0,0-1 0 0 0,1 2 0 0 0,-1-1 0 0 0,0 0-1 0 0,1 4 1 0 0,19 57-6103 0 0,-16-44 1160 0 0,-1-9 546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50.2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28 194 5169 0 0,'0'0'165'0'0,"-1"-1"-1"0"0,0 1 1 0 0,1 0 0 0 0,-1-1-1 0 0,0 1 1 0 0,1-1 0 0 0,-1 1-1 0 0,0 0 1 0 0,1 0-1 0 0,-1-1 1 0 0,0 1 0 0 0,0 0-1 0 0,1 0 1 0 0,-1 0 0 0 0,0 0-1 0 0,0 0 1 0 0,1 0-1 0 0,-1 0 1 0 0,0 0 0 0 0,0 0-1 0 0,1 0 1 0 0,-1 0 0 0 0,0 0-1 0 0,0 1 1 0 0,1-1-1 0 0,-1 0 1 0 0,0 1 0 0 0,1-1-1 0 0,-1 0 1 0 0,0 1 0 0 0,1-1-1 0 0,-1 1 1 0 0,0 0-1 0 0,0 1-34 0 0,0-1-1 0 0,1 1 0 0 0,-1 0 1 0 0,1-1-1 0 0,0 1 0 0 0,0 0 1 0 0,-1 0-1 0 0,1-1 0 0 0,0 1 1 0 0,0 0-1 0 0,1 0 0 0 0,-1 0 1 0 0,1 2-1 0 0,0 3-92 0 0,1 0-1 0 0,0 0 1 0 0,0-1-1 0 0,0 1 1 0 0,1-1-1 0 0,0 0 1 0 0,5 8-1 0 0,-3-10-38 0 0,0 1-1 0 0,0-2 0 0 0,0 1 0 0 0,0 0 0 0 0,1-1 0 0 0,-1 0 0 0 0,1 0 0 0 0,0-1 0 0 0,0 0 1 0 0,0 0-1 0 0,0 0 0 0 0,0-1 0 0 0,1 1 0 0 0,-1-1 0 0 0,0-1 0 0 0,1 0 0 0 0,-1 1 1 0 0,0-2-1 0 0,1 1 0 0 0,-1-1 0 0 0,0 0 0 0 0,12-4 0 0 0,-14 5 39 0 0,0-1 0 0 0,-1 0 0 0 0,1-1 1 0 0,-1 1-1 0 0,1-1 0 0 0,-1 1 0 0 0,0-1 0 0 0,1 0 0 0 0,-1 0 0 0 0,0 0 1 0 0,0-1-1 0 0,-1 1 0 0 0,1-1 0 0 0,0 0 0 0 0,-1 1 0 0 0,0-1 0 0 0,1 0 0 0 0,-1 0 1 0 0,0-1-1 0 0,-1 1 0 0 0,1 0 0 0 0,0-1 0 0 0,-1 1 0 0 0,0-1 0 0 0,0 1 1 0 0,0-1-1 0 0,0 0 0 0 0,-1 0 0 0 0,1 1 0 0 0,-1-1 0 0 0,0 0 0 0 0,0 1 0 0 0,-1-1 1 0 0,1 0-1 0 0,-1 0 0 0 0,1 1 0 0 0,-1-1 0 0 0,0 0 0 0 0,-2-3 0 0 0,0 1 71 0 0,0 1 0 0 0,0 0-1 0 0,-1 0 1 0 0,1 0 0 0 0,-1 0-1 0 0,0 0 1 0 0,-1 1 0 0 0,1 0-1 0 0,-1 0 1 0 0,0 0 0 0 0,0 0-1 0 0,0 1 1 0 0,0 0 0 0 0,-1 0-1 0 0,1 0 1 0 0,-1 1 0 0 0,0-1-1 0 0,0 1 1 0 0,0 1-1 0 0,-6-2 1 0 0,7 2-163 0 0,0 0-1 0 0,0 1 1 0 0,0-1-1 0 0,0 1 0 0 0,0 0 1 0 0,0 0-1 0 0,0 1 1 0 0,0 0-1 0 0,0 0 1 0 0,0 0-1 0 0,-6 2 1 0 0,8-2-158 0 0,0 1 0 0 0,0-1-1 0 0,0 1 1 0 0,0 0 0 0 0,1 0 0 0 0,-1 0 0 0 0,1 0 0 0 0,-1 0 0 0 0,1 1 0 0 0,0-1 0 0 0,-1 1 0 0 0,1-1 0 0 0,1 1 0 0 0,-1 0 0 0 0,0 0 0 0 0,1 0 0 0 0,-1 0 0 0 0,0 3 0 0 0,-2 8-2351 0 0,5-5-2544 0 0,3-3 1912 0 0</inkml:trace>
  <inkml:trace contextRef="#ctx0" brushRef="#br0" timeOffset="1">381 1 3169 0 0,'-1'6'1096'0'0,"-1"0"0"0"0,1 0 0 0 0,0 0 0 0 0,0 0 0 0 0,1 1 0 0 0,0-1 0 0 0,0 0 0 0 0,1 8 0 0 0,1-3-524 0 0,0-1 0 0 0,1 1 1 0 0,0-1-1 0 0,5 13 0 0 0,1-4-624 0 0,0-1-1 0 0,2 1 0 0 0,0-2 1 0 0,18 22-1 0 0,-26-35-137 0 0,26 30-1964 0 0,-5-12-2775 0 0,-2-6-292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5:50.6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0 4113 0 0,'-1'4'536'0'0,"0"0"0"0"0,0 0-1 0 0,0 1 1 0 0,0-1 0 0 0,1 0 0 0 0,-1 0 0 0 0,1 1 0 0 0,0-1-1 0 0,1 0 1 0 0,-1 1 0 0 0,1-1 0 0 0,1 7 0 0 0,0-7-289 0 0,-1-1 0 0 0,1 1 1 0 0,0 0-1 0 0,0-1 1 0 0,0 1-1 0 0,0-1 0 0 0,1 0 1 0 0,-1 0-1 0 0,1 0 0 0 0,0 0 1 0 0,5 4-1 0 0,-2-3-133 0 0,0 1 0 0 0,1-2 0 0 0,-1 1 0 0 0,1-1 0 0 0,0 0 0 0 0,0 0-1 0 0,0-1 1 0 0,1 0 0 0 0,-1-1 0 0 0,0 1 0 0 0,1-1 0 0 0,-1-1 0 0 0,13 1 0 0 0,-6-2 69 0 0,0 0 1 0 0,0 0-1 0 0,0-1 0 0 0,0-1 1 0 0,0-1-1 0 0,-1 0 0 0 0,0 0 1 0 0,0-1-1 0 0,0-1 0 0 0,0 0 1 0 0,-1-1-1 0 0,0 0 0 0 0,0-1 1 0 0,-1-1-1 0 0,0 1 0 0 0,-1-2 1 0 0,1 1-1 0 0,11-16 0 0 0,-15 18-1613 0 0,-7 7 1202 0 0,1 0 0 0 0,-1-1-1 0 0,0 1 1 0 0,1 0 0 0 0,-1 0 0 0 0,0 0 0 0 0,3-10-7988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14.8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5424 201 2921 0 0,'-33'-6'204'0'0,"0"1"0"0"0,0 2 0 0 0,0 1 1 0 0,0 2-1 0 0,-50 5 0 0 0,-59-1-281 0 0,-572-45 211 0 0,-616-8-233 0 0,657 93 953 0 0,481-18-688 0 0,-278 76-1 0 0,315-57-144 0 0,-173 76 1 0 0,243-83-44 0 0,2 4 1 0 0,3 3 0 0 0,-114 84-1 0 0,101-54 136 0 0,2 4 0 0 0,5 4 0 0 0,3 4 0 0 0,4 3-1 0 0,-72 108 1 0 0,131-167-93 0 0,1 1 1 0 0,2 1-1 0 0,1 1 0 0 0,2 0 0 0 0,1 1 0 0 0,1 0 0 0 0,3 1 1 0 0,0 0-1 0 0,3 1 0 0 0,-4 64 0 0 0,8-56 12 0 0,3-1 1 0 0,2 1-1 0 0,1 0 1 0 0,2-1-1 0 0,3 0 0 0 0,1 0 1 0 0,2-1-1 0 0,28 65 1 0 0,-24-75-3 0 0,2 0 0 0 0,2-1 0 0 0,0 0 0 0 0,3-2 0 0 0,26 29 0 0 0,141 130-64 0 0,-148-149 58 0 0,36 31 21 0 0,3-3 0 0 0,3-3-1 0 0,2-5 1 0 0,3-3-1 0 0,164 77 1 0 0,-33-36 261 0 0,320 97 1 0 0,-360-143-9 0 0,3-8 0 0 0,1-8 1 0 0,211 13-1 0 0,8-7 116 0 0,-328-29-348 0 0,0 4 1 0 0,-1 3-1 0 0,92 38 0 0 0,-24 2 292 0 0,-3 6-1 0 0,151 96 0 0 0,-261-143-335 0 0,-1 1-1 0 0,0 1 1 0 0,-2 2-1 0 0,-1 1 1 0 0,0 0 0 0 0,-2 2-1 0 0,-1 1 1 0 0,-1 1-1 0 0,-1 1 1 0 0,-2 0-1 0 0,16 35 1 0 0,19 62 163 0 0,57 202 0 0 0,9 28-51 0 0,314 681-157 0 0,-383-929-25 0 0,6-3-1 0 0,115 167 1 0 0,-118-195-21 0 0,173 235-18 0 0,-171-244 80 0 0,3-2-1 0 0,93 81 0 0 0,-115-117 21 0 0,1-1-1 0 0,2-2 1 0 0,0-2-1 0 0,2-1 1 0 0,0-2-1 0 0,2-2 1 0 0,58 19-1 0 0,-80-32-14 0 0,227 64-196 0 0,-212-63 164 0 0,0-3 1 0 0,0 0-1 0 0,0-3 0 0 0,1-1 0 0 0,40-4 1 0 0,245-26 300 0 0,-277 24-286 0 0,0-1 0 0 0,-1-3 0 0 0,0-1 1 0 0,-1-2-1 0 0,0-2 0 0 0,-1-2 0 0 0,0-2 0 0 0,-2-2 1 0 0,0-1-1 0 0,-1-2 0 0 0,-1-2 0 0 0,-2-1 1 0 0,0-2-1 0 0,60-63 0 0 0,-42 33 23 0 0,-3-2 0 0 0,-3-3 1 0 0,-2-2-1 0 0,-3-1 0 0 0,-4-3 0 0 0,-2-1 0 0 0,-3-2 0 0 0,35-109 1 0 0,-37 75 177 0 0,-5 0 1 0 0,-5-2 0 0 0,-4-1 0 0 0,-5 0 0 0 0,-2-170 0 0 0,-106-806 848 0 0,-5 500-675 0 0,-203-661 1 0 0,214 961-292 0 0,-13 4 0 0 0,-11 5 1 0 0,-172-301-1 0 0,200 421-5 0 0,-7 4 1 0 0,-117-147-1 0 0,166 245-12 0 0,-3 3 1 0 0,-2 1-1 0 0,-2 2 1 0 0,-3 2-1 0 0,-1 3 1 0 0,-2 2-1 0 0,-2 3 1 0 0,-84-42-1 0 0,-110-31-473 0 0,-17-8-1071 0 0,204 87-2429 0 0,-120-82 0 0 0,139 81 411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17.4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251 424 3985 0 0,'-13'-4'2472'0'0,"-2"-4"1018"0"0,15 7-3424 0 0,-1-1 1 0 0,1 1-1 0 0,0-1 0 0 0,0 0 1 0 0,0 1-1 0 0,1-1 0 0 0,-1 0 1 0 0,0 1-1 0 0,0-1 0 0 0,1 1 1 0 0,-1-1-1 0 0,1 1 0 0 0,1-4 1 0 0,16-48 274 0 0,-7 18-276 0 0,1 0-1 0 0,2 1 0 0 0,1 0 0 0 0,2 1 0 0 0,32-49 0 0 0,-48 81-47 0 0,-1 1 0 0 0,0-1 0 0 0,0 1 0 0 0,1-1 0 0 0,-1 1 0 0 0,0-1 0 0 0,1 1 0 0 0,-1-1 0 0 0,1 1 0 0 0,-1 0 0 0 0,0-1-1 0 0,1 1 1 0 0,-1 0 0 0 0,1-1 0 0 0,-1 1 0 0 0,1 0 0 0 0,-1-1 0 0 0,1 1 0 0 0,-1 0 0 0 0,1 0 0 0 0,0 0 0 0 0,-1-1-1 0 0,1 1 1 0 0,-1 0 0 0 0,1 0 0 0 0,-1 0 0 0 0,1 0 0 0 0,0 0 0 0 0,-1 0 0 0 0,1 0 0 0 0,-1 0 0 0 0,2 1 0 0 0,6 17 391 0 0,-4 39 44 0 0,-4-50-404 0 0,-5 149 716 0 0,1-109-342 0 0,2 0 0 0 0,6 71 0 0 0,-3-113-338 0 0,-1 1 0 0 0,1-1-1 0 0,-1 0 1 0 0,0 1 0 0 0,-1-1 0 0 0,1 0-1 0 0,-1 1 1 0 0,0-1 0 0 0,-2 6-1 0 0,2-10-54 0 0,1 1 0 0 0,-1-1 0 0 0,0 1 0 0 0,0-1 0 0 0,0 1 0 0 0,0-1 0 0 0,0 1 0 0 0,-1-1 0 0 0,1 0 0 0 0,0 0 0 0 0,-1 0 0 0 0,1 0 0 0 0,-1 0 0 0 0,1 0-1 0 0,-1 0 1 0 0,1 0 0 0 0,-1 0 0 0 0,1 0 0 0 0,-1-1 0 0 0,0 1 0 0 0,0-1 0 0 0,1 0 0 0 0,-1 1 0 0 0,0-1 0 0 0,0 0 0 0 0,1 0 0 0 0,-1 0 0 0 0,0 0-1 0 0,0 0 1 0 0,1 0 0 0 0,-4-1 0 0 0,-3-1 21 0 0,0 0-1 0 0,0-1 0 0 0,-1 1 0 0 0,1-1 0 0 0,1-1 1 0 0,-1 0-1 0 0,0 0 0 0 0,1 0 0 0 0,-10-9 1 0 0,-62-57 82 0 0,51 44-85 0 0,12 12-47 0 0,0-1-1 0 0,1-1 0 0 0,1 0 0 0 0,0-1 0 0 0,2-1 0 0 0,-18-29 0 0 0,27 41-17 0 0,0-1 1 0 0,0 0-1 0 0,1 1 0 0 0,0-1 1 0 0,0 0-1 0 0,1 0 0 0 0,0 0 1 0 0,0-1-1 0 0,0 1 0 0 0,1 0 1 0 0,0 0-1 0 0,1 0 0 0 0,-1 0 0 0 0,1 0 1 0 0,1-1-1 0 0,-1 2 0 0 0,1-1 1 0 0,1 0-1 0 0,-1 0 0 0 0,1 0 1 0 0,0 1-1 0 0,0 0 0 0 0,9-12 1 0 0,-2 6-43 0 0,0 0 0 0 0,2 1 0 0 0,-1 0 0 0 0,1 1 0 0 0,1 0 1 0 0,0 1-1 0 0,0 0 0 0 0,1 1 0 0 0,0 0 0 0 0,0 2 0 0 0,0-1 1 0 0,1 2-1 0 0,29-8 0 0 0,-21 8 18 0 0,1 0 0 0 0,0 1 0 0 0,0 2 0 0 0,0 0 0 0 0,0 2 0 0 0,0 0 1 0 0,0 2-1 0 0,35 6 0 0 0,-49-6 41 0 0,-1 1 0 0 0,0-1 0 0 0,0 2 0 0 0,0-1 1 0 0,0 1-1 0 0,0 1 0 0 0,-1 0 0 0 0,0 0 0 0 0,0 0 0 0 0,0 1 1 0 0,-1 0-1 0 0,1 1 0 0 0,-2-1 0 0 0,1 1 0 0 0,-1 1 0 0 0,0-1 1 0 0,0 1-1 0 0,-1 0 0 0 0,6 12 0 0 0,-7-10 30 0 0,0 0 1 0 0,-1 0-1 0 0,0 1 1 0 0,0-1-1 0 0,-1 1 0 0 0,-1 0 1 0 0,0 0-1 0 0,0 0 0 0 0,-1 0 1 0 0,-1 0-1 0 0,0-1 1 0 0,0 1-1 0 0,-1 0 0 0 0,0 0 1 0 0,-1-1-1 0 0,-7 21 1 0 0,2-14 25 0 0,0 0 0 0 0,0-1 1 0 0,-2 0-1 0 0,-20 28 1 0 0,23-36-403 0 0,0 0 0 0 0,0-1-1 0 0,-1-1 1 0 0,-11 10 0 0 0,14-13-362 0 0,0 0 1 0 0,-1 0-1 0 0,1 0 1 0 0,-1-1-1 0 0,1 1 1 0 0,-1-1-1 0 0,0-1 1 0 0,-7 2-1 0 0,-8-1-4778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6.2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37 4561 0 0,'-10'-3'3269'0'0,"13"4"-659"0"0,24 1-1384 0 0,20-16-846 0 0,23-6-222 0 0,-65 19-150 0 0,-1 1 0 0 0,1-1 0 0 0,-1 1 0 0 0,1 0 0 0 0,0 0 0 0 0,-1 0 0 0 0,1 1 1 0 0,-1 0-1 0 0,1 0 0 0 0,0 0 0 0 0,-1 0 0 0 0,6 3 0 0 0,-8-3 19 0 0,1 1-1 0 0,-1 0 0 0 0,0 0 0 0 0,0 0 0 0 0,0 0 1 0 0,0 0-1 0 0,0 1 0 0 0,-1-1 0 0 0,1 0 0 0 0,-1 1 1 0 0,0-1-1 0 0,1 1 0 0 0,-1 0 0 0 0,0-1 1 0 0,0 1-1 0 0,-1 0 0 0 0,1 0 0 0 0,0 0 0 0 0,-1-1 1 0 0,0 1-1 0 0,0 0 0 0 0,0 0 0 0 0,0 0 1 0 0,0 0-1 0 0,-1 3 0 0 0,-1 13-278 0 0,-1 0 0 0 0,-10 31 0 0 0,8-32-994 0 0,5-16 984 0 0,0-1-5 0 0,-1 0 1 0 0,1 0-1 0 0,0 0 0 0 0,0 0 0 0 0,-1 0 1 0 0,1 0-1 0 0,0 0 0 0 0,-1 0 1 0 0,1 0-1 0 0,-1 0 0 0 0,1 0 1 0 0,-1 0-1 0 0,0 0 0 0 0,1-1 1 0 0,-1 1-1 0 0,0 0 0 0 0,0 0 1 0 0,1-1-1 0 0,-3 2 0 0 0,-3 2-3446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6.5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 4257 0 0,'-1'1'280'0'0,"-1"1"0"0"0,1-1 0 0 0,0 1 0 0 0,0 0 0 0 0,0-1 0 0 0,0 1 0 0 0,0 0 0 0 0,1 0 0 0 0,-1 0 0 0 0,0-1 0 0 0,1 1 0 0 0,0 0 0 0 0,-1 0 0 0 0,1 0 1 0 0,0 0-1 0 0,0 0 0 0 0,0 0 0 0 0,0 3 0 0 0,4 38 992 0 0,1-21-1211 0 0,5 32-90 0 0,-10-51-326 0 0,0 0-1 0 0,0 0 1 0 0,-1 0-1 0 0,1 0 0 0 0,0-1 1 0 0,-1 1-1 0 0,0 0 1 0 0,0 0-1 0 0,-1 3 1 0 0,-10 1-3570 0 0,5-4 1291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6.9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27 303 5281 0 0,'-2'1'215'0'0,"1"-1"0"0"0,-1 1-1 0 0,0 0 1 0 0,1 0 0 0 0,-1 0-1 0 0,1-1 1 0 0,0 1 0 0 0,-1 1-1 0 0,1-1 1 0 0,0 0 0 0 0,-1 0-1 0 0,1 0 1 0 0,0 1 0 0 0,0-1-1 0 0,0 1 1 0 0,0-1 0 0 0,1 0 0 0 0,-1 1-1 0 0,-1 3 1 0 0,2-5-154 0 0,0 0 1 0 0,0 1-1 0 0,0-1 0 0 0,0 1 1 0 0,0-1-1 0 0,0 0 1 0 0,0 1-1 0 0,0-1 0 0 0,0 1 1 0 0,0-1-1 0 0,0 0 1 0 0,0 1-1 0 0,1-1 0 0 0,-1 0 1 0 0,0 1-1 0 0,0-1 1 0 0,0 0-1 0 0,1 1 0 0 0,-1-1 1 0 0,0 0-1 0 0,0 0 1 0 0,1 1-1 0 0,-1-1 0 0 0,0 0 1 0 0,1 0-1 0 0,-1 1 1 0 0,0-1-1 0 0,1 0 0 0 0,-1 0 1 0 0,1 0-1 0 0,21 0 741 0 0,171-45-218 0 0,-64 12-4039 0 0,-78 19 130 0 0,-34 9 1295 0 0,-1 1-896 0 0</inkml:trace>
  <inkml:trace contextRef="#ctx0" brushRef="#br0" timeOffset="1">518 1 2921 0 0,'-2'11'1015'0'0,"0"1"0"0"0,1 0 1 0 0,0-1-1 0 0,1 15 0 0 0,13 89 143 0 0,-5-57-764 0 0,0-8-282 0 0,1 15-704 0 0,-9-25-2562 0 0,-2-36 1121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7.35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165 1 3641 0 0,'-4'1'1256'0'0,"3"4"-424"0"0,1 0-272 0 0,1 2-112 0 0,4-1-127 0 0,0-1-81 0 0,2-2-168 0 0,2 0-48 0 0,3-1-200 0 0,1 0-377 0 0,1-2-383 0 0,-1-4-728 0 0,4 3-1305 0 0</inkml:trace>
  <inkml:trace contextRef="#ctx0" brushRef="#br0" timeOffset="1">28 261 2889 0 0,'-5'10'645'0'0,"1"-1"0"0"0,0 1 0 0 0,0 0-1 0 0,1 0 1 0 0,1 1 0 0 0,-2 12 0 0 0,3-22-606 0 0,1 1 0 0 0,0 0 0 0 0,0 0 0 0 0,0-1 0 0 0,0 1 0 0 0,0 0 0 0 0,0 0 0 0 0,0-1 0 0 0,0 1 0 0 0,1 0 0 0 0,-1-1 0 0 0,1 1 0 0 0,-1 0 0 0 0,1-1 0 0 0,0 1 0 0 0,0-1-1 0 0,0 1 1 0 0,0-1 0 0 0,0 1 0 0 0,0-1 0 0 0,0 0 0 0 0,0 1 0 0 0,0-1 0 0 0,0 0 0 0 0,1 0 0 0 0,-1 0 0 0 0,1 0 0 0 0,-1 0 0 0 0,1 0 0 0 0,-1 0 0 0 0,1-1 0 0 0,-1 1 0 0 0,1 0 0 0 0,0-1 0 0 0,-1 1 0 0 0,1-1-1 0 0,0 0 1 0 0,0 0 0 0 0,-1 1 0 0 0,1-1 0 0 0,0 0 0 0 0,0 0 0 0 0,-1-1 0 0 0,1 1 0 0 0,0 0 0 0 0,2-1 0 0 0,5-1 29 0 0,1 0 1 0 0,-1 0-1 0 0,0-1 0 0 0,1 0 0 0 0,-2-1 1 0 0,13-6-1 0 0,-16 8-48 0 0,-1-1-1 0 0,0 1 1 0 0,0-1 0 0 0,0 1 0 0 0,-1-1 0 0 0,1 0 0 0 0,-1 0-1 0 0,1-1 1 0 0,-1 1 0 0 0,0-1 0 0 0,0 0 0 0 0,0 0-1 0 0,-1 0 1 0 0,0 0 0 0 0,3-5 0 0 0,-5 8 11 0 0,0 0 0 0 0,0-1 1 0 0,0 1-1 0 0,1 0 0 0 0,-2 0 0 0 0,1 0 0 0 0,0 0 1 0 0,0-1-1 0 0,0 1 0 0 0,0 0 0 0 0,-1 0 1 0 0,1 0-1 0 0,-1 0 0 0 0,1 0 0 0 0,-1 0 1 0 0,1 0-1 0 0,-1 0 0 0 0,1 0 0 0 0,-1 0 1 0 0,0 0-1 0 0,0 0 0 0 0,1 0 0 0 0,-1 0 0 0 0,0 1 1 0 0,0-1-1 0 0,0 0 0 0 0,0 1 0 0 0,0-1 1 0 0,0 0-1 0 0,0 1 0 0 0,0 0 0 0 0,0-1 1 0 0,0 1-1 0 0,-1-1 0 0 0,1 1 0 0 0,0 0 1 0 0,0 0-1 0 0,0 0 0 0 0,0 0 0 0 0,-1 0 0 0 0,-1 0 1 0 0,-63-1 272 0 0,46 1-197 0 0,-19-6-583 0 0,37 6 167 0 0,1-1 1 0 0,-1 1-1 0 0,1-1 0 0 0,0 0 1 0 0,-1 0-1 0 0,1 1 0 0 0,0-1 1 0 0,0 0-1 0 0,-1 0 0 0 0,1 0 1 0 0,0 0-1 0 0,0-1 0 0 0,0 1 1 0 0,0 0-1 0 0,1 0 0 0 0,-1-1 1 0 0,0 1-1 0 0,0 0 1 0 0,1-1-1 0 0,-1 1 0 0 0,1 0 1 0 0,-1-3-1 0 0,0-2-2940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7.9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0 2200 0 0,'-1'12'672'0'0,"1"1"-1"0"0,0-1 1 0 0,1 0-1 0 0,0 0 1 0 0,4 19-1 0 0,0 7-265 0 0,-2-16-236 0 0,0 1 1 0 0,1-1 0 0 0,10 27 0 0 0,-13-44-117 0 0,1 1 0 0 0,0-1 0 0 0,0 0 0 0 0,0 1 1 0 0,1-1-1 0 0,0 0 0 0 0,0 0 0 0 0,0 0 1 0 0,1-1-1 0 0,0 1 0 0 0,-1-1 0 0 0,2 0 1 0 0,-1 0-1 0 0,0 0 0 0 0,1-1 0 0 0,-1 1 1 0 0,11 4-1 0 0,-13-7 16 0 0,-1 0 1 0 0,1-1-1 0 0,-1 1 0 0 0,1-1 1 0 0,0 1-1 0 0,-1-1 0 0 0,1 0 1 0 0,0 0-1 0 0,-1 1 1 0 0,1-1-1 0 0,0 0 0 0 0,-1 0 1 0 0,1-1-1 0 0,0 1 0 0 0,-1 0 1 0 0,1-1-1 0 0,0 1 1 0 0,-1-1-1 0 0,1 1 0 0 0,-1-1 1 0 0,1 0-1 0 0,-1 1 1 0 0,1-1-1 0 0,-1 0 0 0 0,1 0 1 0 0,-1 0-1 0 0,0 0 0 0 0,0 0 1 0 0,1-1-1 0 0,-1 1 1 0 0,0 0-1 0 0,0-1 0 0 0,0 1 1 0 0,0 0-1 0 0,-1-1 1 0 0,1 1-1 0 0,0-1 0 0 0,-1 1 1 0 0,1-1-1 0 0,-1 0 0 0 0,1 1 1 0 0,-1-1-1 0 0,1 0 1 0 0,-1-1-1 0 0,1-4 293 0 0,0 0 0 0 0,-1 0 0 0 0,1 0 0 0 0,-1 0-1 0 0,-1 0 1 0 0,1 0 0 0 0,-1 0 0 0 0,-1 1 0 0 0,-2-10 0 0 0,-8-14 117 0 0,-14-47 123 0 0,24 73-656 0 0,1-1-1 0 0,0 1 1 0 0,1-1-1 0 0,-1 0 1 0 0,1 1-1 0 0,0-1 1 0 0,0 0-1 0 0,0 0 1 0 0,1 1 0 0 0,0-1-1 0 0,0 0 1 0 0,0 1-1 0 0,3-8 1 0 0,-4 12-36 0 0,0-1 0 0 0,0 1 0 0 0,1 0 0 0 0,-1-1 0 0 0,0 1 0 0 0,1 0 0 0 0,-1 0 0 0 0,0-1 0 0 0,1 1 0 0 0,-1 0 0 0 0,0 0 0 0 0,1-1 0 0 0,-1 1 0 0 0,0 0 0 0 0,1 0 1 0 0,-1 0-1 0 0,1 0 0 0 0,-1 0 0 0 0,0 0 0 0 0,1 0 0 0 0,-1 0 0 0 0,1 0 0 0 0,-1 0 0 0 0,0 0 0 0 0,1 0 0 0 0,-1 0 0 0 0,1 0 0 0 0,-1 0 0 0 0,0 0 0 0 0,1 0 0 0 0,-1 0 0 0 0,1 0 0 0 0,-1 1 1 0 0,0-1-1 0 0,1 0 0 0 0,-1 0 0 0 0,0 0 0 0 0,1 1 0 0 0,-1-1 0 0 0,0 0 0 0 0,1 1 0 0 0,-1-1 0 0 0,0 0 0 0 0,0 1 0 0 0,1-1 0 0 0,-1 0 0 0 0,0 1 0 0 0,12 17-7444 0 0,-9-9 4695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8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82 3969 0 0,'-1'0'140'0'0,"1"0"0"0"0,0-1 0 0 0,0 1-1 0 0,0 0 1 0 0,0 0 0 0 0,0-1 0 0 0,0 1 0 0 0,0 0 0 0 0,0 0 0 0 0,0-1 0 0 0,0 1 0 0 0,0 0 0 0 0,0 0-1 0 0,0-1 1 0 0,0 1 0 0 0,0 0 0 0 0,0 0 0 0 0,0-1 0 0 0,0 1 0 0 0,0 0 0 0 0,0 0 0 0 0,0-1 0 0 0,0 1 0 0 0,0 0-1 0 0,0 0 1 0 0,0 0 0 0 0,1-1 0 0 0,-1 1 0 0 0,0 0 0 0 0,0 0 0 0 0,0 0 0 0 0,0-1 0 0 0,1 1 0 0 0,-1 0-1 0 0,0 0 1 0 0,0 0 0 0 0,0 0 0 0 0,1 0 0 0 0,-1-1 0 0 0,0 1 0 0 0,0 0 0 0 0,0 0 0 0 0,1 0 0 0 0,-1 0-1 0 0,0 0 1 0 0,0 0 0 0 0,1 0 0 0 0,22-8 2442 0 0,25-3-1351 0 0,-47 11-1134 0 0,109-22 428 0 0,-40 2-5200 0 0,-53 12-480 0 0,-9 5 1346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8.6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75 7 2497 0 0,'-6'-6'4912'0'0,"22"27"-477"0"0,44 128-2137 0 0,-52-125-3190 0 0,-2 2-1 0 0,4 27 1 0 0,-8-33-3744 0 0,7-11 152 0 0</inkml:trace>
  <inkml:trace contextRef="#ctx0" brushRef="#br0" timeOffset="1">20 373 2521 0 0,'-2'3'647'0'0,"0"0"1"0"0,0 0 0 0 0,0 0 0 0 0,1 0-1 0 0,-1 0 1 0 0,1 0 0 0 0,0 1 0 0 0,0-1-1 0 0,0 0 1 0 0,0 1 0 0 0,-1 6 0 0 0,2-4-555 0 0,-1-1 1 0 0,1 1 0 0 0,0 0-1 0 0,0-1 1 0 0,0 1-1 0 0,1 0 1 0 0,0-1 0 0 0,0 1-1 0 0,0-1 1 0 0,1 1-1 0 0,3 8 1 0 0,0-10-3848 0 0,-6-12-588 0 0,2 4 1613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9.0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49 2625 0 0,'0'0'87'0'0,"-1"0"1"0"0,1 0 0 0 0,0 0-1 0 0,0 0 1 0 0,0 0 0 0 0,0 0-1 0 0,0 0 1 0 0,0-1 0 0 0,-1 1-1 0 0,1 0 1 0 0,0 0 0 0 0,0 0 0 0 0,0 0-1 0 0,0 0 1 0 0,0-1 0 0 0,0 1-1 0 0,0 0 1 0 0,0 0 0 0 0,0 0-1 0 0,0 0 1 0 0,0-1 0 0 0,0 1-1 0 0,0 0 1 0 0,0 0 0 0 0,0 0-1 0 0,0 0 1 0 0,0-1 0 0 0,0 1 0 0 0,0 0-1 0 0,0 0 1 0 0,0 0 0 0 0,0 0-1 0 0,0-1 1 0 0,0 1 0 0 0,0 0-1 0 0,0 0 1 0 0,0 0 0 0 0,0 0-1 0 0,1-1 1 0 0,-1 1 0 0 0,0 0 0 0 0,0 0-1 0 0,0 0 1 0 0,0 0 0 0 0,0 0-1 0 0,0 0 1 0 0,1 0 0 0 0,-1-1-1 0 0,0 1 1 0 0,0 0 0 0 0,0 0-1 0 0,0 0 1 0 0,0 0 0 0 0,1 0-1 0 0,16-10 1837 0 0,19-3-439 0 0,60-4 920 0 0,-87 16-2131 0 0,-1 1 0 0 0,1 0-1 0 0,0 0 1 0 0,-1 1 0 0 0,1 0-1 0 0,-1 0 1 0 0,1 1 0 0 0,-1 0-1 0 0,10 4 1 0 0,-15-5-205 0 0,-1 1 0 0 0,0-1-1 0 0,0 1 1 0 0,0 0 0 0 0,0 0-1 0 0,0 0 1 0 0,0 0 0 0 0,0 0-1 0 0,-1 1 1 0 0,1-1 0 0 0,-1 0 0 0 0,0 1-1 0 0,2 3 1 0 0,14 42-666 0 0,-9-24-3261 0 0,-8-24 3735 0 0,0 0-1 0 0,0 0 1 0 0,0 0-1 0 0,1 0 1 0 0,-1 1-1 0 0,0-1 1 0 0,0 0-1 0 0,0 0 1 0 0,0 0-1 0 0,0 0 0 0 0,0 1 1 0 0,0-1-1 0 0,0 0 1 0 0,0 0-1 0 0,0 0 1 0 0,0 1-1 0 0,0-1 1 0 0,0 0-1 0 0,0 0 1 0 0,0 0-1 0 0,0 0 1 0 0,0 1-1 0 0,0-1 1 0 0,0 0-1 0 0,0 0 0 0 0,-1 0 1 0 0,1 1-1 0 0,0-1 1 0 0,0 0-1 0 0,0 0 1 0 0,0 0-1 0 0,-1 1-617 0 0,1-1 618 0 0,0 0-1 0 0,0 0 1 0 0,-1 0-1 0 0,1 0 0 0 0,0 0 1 0 0,0 0-1 0 0,0 0 1 0 0,-1 0-1 0 0,1 1 1 0 0,0-1-1 0 0,0 0 1 0 0,0 0-1 0 0,-1 0 1 0 0,1 0-1 0 0,0 0 1 0 0,0-1-1 0 0,-1 2-430 0 0</inkml:trace>
  <inkml:trace contextRef="#ctx0" brushRef="#br0" timeOffset="1">70 172 4857 0 0,'-1'0'182'0'0,"0"0"0"0"0,1 1 0 0 0,0-1 0 0 0,-1 0 0 0 0,1 1-1 0 0,-1-1 1 0 0,1 1 0 0 0,-1-1 0 0 0,1 1 0 0 0,0-1 0 0 0,-1 1 0 0 0,1-1 0 0 0,0 1 0 0 0,0 0 0 0 0,-1-1-1 0 0,1 1 1 0 0,0-1 0 0 0,0 1 0 0 0,0 0 0 0 0,0-1 0 0 0,0 1 0 0 0,0-1 0 0 0,0 1 0 0 0,0 0 0 0 0,0-1-1 0 0,0 1 1 0 0,0 0 0 0 0,0-1 0 0 0,0 1 0 0 0,1-1 0 0 0,-1 1 0 0 0,0 0 0 0 0,1 0 0 0 0,19 11 2471 0 0,30-5-1505 0 0,-38-8-1338 0 0,0 0 0 0 0,0-1 0 0 0,0-1 0 0 0,0 0 1 0 0,20-9-1 0 0,23-18-4395 0 0,-21-1-2307 0 0,-25 22 4873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9.4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83 32 1832 0 0,'-1'-3'189'0'0,"-1"1"0"0"0,0 0 0 0 0,0 0 0 0 0,0 0 0 0 0,0 0 0 0 0,0 0 0 0 0,0 0 0 0 0,0 0 0 0 0,0 1 0 0 0,-1-1 0 0 0,1 1 0 0 0,-1 0 0 0 0,1 0 0 0 0,-1 0 0 0 0,0 0 0 0 0,-3-1 0 0 0,4 2-115 0 0,0 0 1 0 0,1 0 0 0 0,-1 1-1 0 0,0-1 1 0 0,1 1-1 0 0,-1-1 1 0 0,1 1-1 0 0,-1 0 1 0 0,1-1 0 0 0,-1 1-1 0 0,1 0 1 0 0,-1 0-1 0 0,1 0 1 0 0,0 0-1 0 0,-1 0 1 0 0,1 1-1 0 0,0-1 1 0 0,0 0 0 0 0,0 0-1 0 0,0 1 1 0 0,0-1-1 0 0,0 1 1 0 0,0-1-1 0 0,1 1 1 0 0,-1-1-1 0 0,0 1 1 0 0,1-1 0 0 0,-1 1-1 0 0,1 0 1 0 0,0 1-1 0 0,-1-1-12 0 0,0 0 0 0 0,0 0 0 0 0,1 0 0 0 0,-1 0 0 0 0,1 0 0 0 0,-1 0 0 0 0,1 0 0 0 0,0 1 1 0 0,0-1-1 0 0,0 0 0 0 0,0 0 0 0 0,0 0 0 0 0,0 0 0 0 0,1 0 0 0 0,-1 0 0 0 0,1 0 0 0 0,-1 0 0 0 0,1 0 0 0 0,0 0 0 0 0,0 0 0 0 0,0 0 0 0 0,0 0 0 0 0,0-1 0 0 0,0 1 0 0 0,1 0 0 0 0,1 1 0 0 0,0-1 6 0 0,0 0-1 0 0,0 0 1 0 0,0 0 0 0 0,1 0-1 0 0,-1-1 1 0 0,0 1-1 0 0,1-1 1 0 0,-1 0 0 0 0,1 0-1 0 0,0-1 1 0 0,-1 1 0 0 0,1-1-1 0 0,0 1 1 0 0,3-1-1 0 0,-1 0 125 0 0,0 0-1 0 0,0 0 1 0 0,0-1-1 0 0,0 1 1 0 0,0-1-1 0 0,0-1 1 0 0,0 1-1 0 0,-1-1 1 0 0,1 0-1 0 0,0 0 1 0 0,-1-1-1 0 0,0 1 1 0 0,1-1-1 0 0,-1-1 1 0 0,0 1-1 0 0,-1-1 1 0 0,1 1-1 0 0,-1-1 0 0 0,6-6 1 0 0,-10 9-130 0 0,1-1 0 0 0,0 1 0 0 0,0-1 0 0 0,-1 1 0 0 0,1-1 0 0 0,-1 1 0 0 0,1-1 0 0 0,-1 1-1 0 0,0-1 1 0 0,0 1 0 0 0,0-1 0 0 0,0 0 0 0 0,0 1 0 0 0,0-1 0 0 0,0 1 0 0 0,0-1 0 0 0,0 1 0 0 0,-1-1 0 0 0,1 0 0 0 0,-1 1 0 0 0,1-1 0 0 0,-1 1 0 0 0,1 0 0 0 0,-1-1 0 0 0,0 1-1 0 0,0-1 1 0 0,0 1 0 0 0,0 0 0 0 0,0 0 0 0 0,0 0 0 0 0,0-1 0 0 0,0 1 0 0 0,0 0 0 0 0,-1 0 0 0 0,1 0 0 0 0,0 1 0 0 0,-1-1 0 0 0,1 0 0 0 0,-1 0 0 0 0,1 1 0 0 0,-1-1 0 0 0,1 1-1 0 0,-1-1 1 0 0,1 1 0 0 0,-3 0 0 0 0,-1-2-138 0 0,0 1 1 0 0,-1 0-1 0 0,1 0 0 0 0,0 0 0 0 0,-1 0 0 0 0,1 1 0 0 0,-1 0 0 0 0,1 1 1 0 0,-1-1-1 0 0,1 1 0 0 0,-1 0 0 0 0,-5 2 0 0 0,8-2-360 0 0,-1 1 0 0 0,1 0 0 0 0,0 0 0 0 0,0 0 0 0 0,1 1 1 0 0,-1-1-1 0 0,0 1 0 0 0,1-1 0 0 0,0 1 0 0 0,-1 0 0 0 0,1 0 0 0 0,-2 4 0 0 0,-5 5-2456 0 0,-6-5-1377 0 0,12 1 1887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29.8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53 2240 0 0,'-1'0'249'0'0,"0"0"0"0"0,0 0 0 0 0,-1 1-1 0 0,1-1 1 0 0,0 0 0 0 0,0 1-1 0 0,0-1 1 0 0,0 1 0 0 0,0-1 0 0 0,0 1-1 0 0,0-1 1 0 0,0 1 0 0 0,0 0-1 0 0,0 0 1 0 0,0-1 0 0 0,1 1 0 0 0,-1 0-1 0 0,0 0 1 0 0,0 0 0 0 0,1 0 0 0 0,-1 0-1 0 0,0 0 1 0 0,1 0 0 0 0,-1 0-1 0 0,0 2 1 0 0,2-2-61 0 0,1 0 0 0 0,-1 0-1 0 0,0-1 1 0 0,0 1 0 0 0,1 0-1 0 0,-1-1 1 0 0,0 1 0 0 0,1-1 0 0 0,-1 0-1 0 0,1 1 1 0 0,-1-1 0 0 0,1 0 0 0 0,-1 0-1 0 0,0 0 1 0 0,1 0 0 0 0,-1 0-1 0 0,1 0 1 0 0,-1 0 0 0 0,1-1 0 0 0,1 0-1 0 0,8 0 95 0 0,200-22 3626 0 0,-1-5-4761 0 0,-198 24-1919 0 0,-15-1-1119 0 0,-22-5-2097 0 0,19 9 5850 0 0,-7-3-2347 0 0</inkml:trace>
  <inkml:trace contextRef="#ctx0" brushRef="#br0" timeOffset="1">309 53 992 0 0,'-2'2'249'0'0,"-1"0"0"0"0,1 0-1 0 0,0 0 1 0 0,0 0 0 0 0,1 0-1 0 0,-1 0 1 0 0,0 0 0 0 0,1 1-1 0 0,-1-1 1 0 0,1 1 0 0 0,0-1-1 0 0,0 1 1 0 0,0 0 0 0 0,0 0-1 0 0,0-1 1 0 0,0 1 0 0 0,1 0-1 0 0,0 0 1 0 0,-1 0 0 0 0,1-1-1 0 0,0 1 1 0 0,0 0 0 0 0,1 0-1 0 0,-1 0 1 0 0,1 0 0 0 0,-1-1 0 0 0,1 1-1 0 0,0 0 1 0 0,0 0 0 0 0,0-1-1 0 0,0 1 1 0 0,0-1 0 0 0,4 5-1 0 0,28 39 455 0 0,5-7-3865 0 0,-26-28 830 0 0,-5-4-932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30.2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3673 0 0,'-1'7'1184'0'0,"0"0"-1"0"0,1 1 1 0 0,0-1 0 0 0,0 0-1 0 0,2 13 1 0 0,22 70 2899 0 0,-13-53-2782 0 0,16 55 75 0 0,7 25-3989 0 0,-33-111-1729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30.5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 6009 0 0,'1'0'284'0'0,"1"-1"0"0"0,-1 0-1 0 0,1 0 1 0 0,-1 1 0 0 0,1-1-1 0 0,-1 1 1 0 0,1-1 0 0 0,0 1-1 0 0,-1 0 1 0 0,1 0 0 0 0,0-1-1 0 0,0 1 1 0 0,-1 0 0 0 0,1 1-1 0 0,0-1 1 0 0,-1 0 0 0 0,1 0-1 0 0,0 1 1 0 0,-1-1 0 0 0,1 1-1 0 0,-1-1 1 0 0,3 2-1 0 0,38 18-520 0 0,-34-16 168 0 0,-5-3-205 0 0,17 8-2234 0 0,-11-10-3184 0 0,-5 2 2699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31.0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1 131 3145 0 0,'8'-3'3869'0'0,"16"-1"-2576"0"0,-15 2-557 0 0,13-2 354 0 0,-8-1-605 0 0,0 2 0 0 0,1 0 0 0 0,0 1 0 0 0,0 0 0 0 0,-1 1 0 0 0,1 1 0 0 0,0 0 0 0 0,28 4 0 0 0,-43-4-461 0 0,1 1 1 0 0,-1-1-1 0 0,1 0 0 0 0,-1 0 1 0 0,1 0-1 0 0,-1 0 0 0 0,0 1 1 0 0,1-1-1 0 0,-1 0 0 0 0,1 0 1 0 0,-1 1-1 0 0,1-1 1 0 0,-1 0-1 0 0,0 1 0 0 0,1-1 1 0 0,-1 0-1 0 0,1 1 0 0 0,-1-1 1 0 0,0 1-1 0 0,0-1 1 0 0,1 0-1 0 0,-1 1 0 0 0,0-1 1 0 0,0 1-1 0 0,1-1 0 0 0,-1 1 1 0 0,0-1-1 0 0,0 1 1 0 0,0-1-1 0 0,0 1 0 0 0,0-1 1 0 0,0 1-1 0 0,0-1 0 0 0,0 1 1 0 0,0 0-1 0 0,-13 19 394 0 0,-31 15-190 0 0,40-32-194 0 0,-6 4-21 0 0,1 1 0 0 0,0 0 0 0 0,1 0 0 0 0,0 1 0 0 0,-8 10 0 0 0,14-17-19 0 0,0 1 0 0 0,0 0 0 0 0,0-1 0 0 0,1 1 0 0 0,-1 0 0 0 0,0 0 0 0 0,1 0 1 0 0,0 0-1 0 0,0 0 0 0 0,0 0 0 0 0,0 0 0 0 0,0 0 0 0 0,1 0 0 0 0,-1 0 0 0 0,1 1 0 0 0,0-1 0 0 0,0 0 0 0 0,0 0 0 0 0,0 1 0 0 0,0-1 0 0 0,1 0 0 0 0,0 0 0 0 0,1 5 0 0 0,1-5-10 0 0,-1 0 0 0 0,1-1-1 0 0,0 1 1 0 0,-1-1 0 0 0,1 0 0 0 0,1 0 0 0 0,-1 0-1 0 0,0 0 1 0 0,0 0 0 0 0,1-1 0 0 0,-1 1 0 0 0,1-1-1 0 0,-1 0 1 0 0,1 0 0 0 0,0 0 0 0 0,-1-1 0 0 0,1 1-1 0 0,0-1 1 0 0,-1 0 0 0 0,6 0 0 0 0,4 0 17 0 0,-1-1 1 0 0,0 0-1 0 0,0 0 0 0 0,0-1 1 0 0,12-4-1 0 0,-22 6 22 0 0,-1 0 0 0 0,1-1 0 0 0,0 1 0 0 0,-1 0 0 0 0,1-1 1 0 0,-1 0-1 0 0,1 1 0 0 0,-1-1 0 0 0,1 0 0 0 0,-1 1 0 0 0,1-1 0 0 0,-1 0 0 0 0,0 0 0 0 0,0 0 0 0 0,1-1 0 0 0,-1 1 1 0 0,0 0-1 0 0,0 0 0 0 0,0 0 0 0 0,0-1 0 0 0,0 1 0 0 0,0-1 0 0 0,-1 1 0 0 0,1-1 0 0 0,0 1 0 0 0,-1-1 1 0 0,1-1-1 0 0,-1 0 21 0 0,-1 1 0 0 0,0 0 0 0 0,0 0 0 0 0,0 0 0 0 0,0 0 0 0 0,0 0 0 0 0,-1 0 0 0 0,1 0 0 0 0,0 1 0 0 0,-1-1 1 0 0,1 0-1 0 0,-1 1 0 0 0,0-1 0 0 0,0 1 0 0 0,1-1 0 0 0,-1 1 0 0 0,0 0 0 0 0,0 0 0 0 0,-5-2 0 0 0,-8-5-3 0 0,0 1-1 0 0,-1 0 0 0 0,0 1 1 0 0,-24-6-1 0 0,-6 6-3072 0 0</inkml:trace>
  <inkml:trace contextRef="#ctx0" brushRef="#br0" timeOffset="1">483 0 7170 0 0,'-3'4'487'0'0,"2"-1"0"0"0,-1 0 0 0 0,0 1 0 0 0,1-1 0 0 0,-1 1 0 0 0,1-1 0 0 0,0 1 0 0 0,0 0 0 0 0,1 0 1 0 0,-1-1-1 0 0,1 1 0 0 0,0 6 0 0 0,2 47 1474 0 0,3-30-1906 0 0,2-1 0 0 0,0 0-1 0 0,2 0 1 0 0,19 40 0 0 0,12-4-5283 0 0,-46-74-2306 0 0,0 4 5143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6:31.4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78 43 2016 0 0,'20'0'8188'0'0,"69"-10"-7190"0"0,-8-5-2043 0 0,-28 1-4662 0 0,-43 11 2473 0 0</inkml:trace>
  <inkml:trace contextRef="#ctx0" brushRef="#br0" timeOffset="1">27 158 3889 0 0,'-4'6'453'0'0,"1"0"0"0"0,0 0 0 0 0,0 0 1 0 0,0 1-1 0 0,1-1 0 0 0,0 1 0 0 0,0-1 0 0 0,1 1 1 0 0,-1 0-1 0 0,1 0 0 0 0,1 0 0 0 0,0-1 0 0 0,0 1 1 0 0,0 0-1 0 0,2 12 0 0 0,-1-15-339 0 0,0 1 0 0 0,0-1 0 0 0,1 0 1 0 0,-1 0-1 0 0,1 0 0 0 0,0 0 0 0 0,0 0 0 0 0,0-1 0 0 0,1 1 0 0 0,-1 0 0 0 0,1-1 0 0 0,0 0 1 0 0,0 0-1 0 0,0 0 0 0 0,0 0 0 0 0,1 0 0 0 0,-1-1 0 0 0,1 1 0 0 0,0-1 0 0 0,-1 0 0 0 0,1 0 1 0 0,0 0-1 0 0,0-1 0 0 0,0 1 0 0 0,6 0 0 0 0,7 2 177 0 0,1-2 1 0 0,-1 0-1 0 0,1-1 1 0 0,-1-1-1 0 0,1 0 1 0 0,0-2-1 0 0,-1 0 1 0 0,0-1-1 0 0,1 0 0 0 0,-1-2 1 0 0,0 0-1 0 0,27-12 1 0 0,-34 13-48 0 0,5-2-3063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22.1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81 308 5409 0 0,'-15'0'2731'0'0,"9"1"-1853"0"0,1-1 0 0 0,0 0 0 0 0,-1 0 1 0 0,1-1-1 0 0,0 1 0 0 0,-11-4 1 0 0,15 4-799 0 0,0-1 1 0 0,0 1-1 0 0,0-1 1 0 0,0 0-1 0 0,0 0 1 0 0,0 1-1 0 0,0-1 1 0 0,0 0 0 0 0,0 0-1 0 0,0 0 1 0 0,0 0-1 0 0,1 0 1 0 0,-1 0-1 0 0,0-1 1 0 0,1 1-1 0 0,-1 0 1 0 0,1 0-1 0 0,-1 0 1 0 0,1 0-1 0 0,0-1 1 0 0,-1 1-1 0 0,1 0 1 0 0,0-1-1 0 0,0 1 1 0 0,0 0 0 0 0,0 0-1 0 0,0-1 1 0 0,0 1-1 0 0,0 0 1 0 0,0-1-1 0 0,1 1 1 0 0,-1 0-1 0 0,0 0 1 0 0,1-2-1 0 0,5-17 64 0 0,1 1-1 0 0,0 1 1 0 0,1-1-1 0 0,1 1 1 0 0,1 0-1 0 0,0 1 1 0 0,1 0-1 0 0,1 1 1 0 0,1 0-1 0 0,0 1 1 0 0,1 1 0 0 0,29-24-1 0 0,-41 36-124 0 0,1 0 1 0 0,0 0-1 0 0,0 0 0 0 0,0 0 1 0 0,0 1-1 0 0,0-1 1 0 0,0 1-1 0 0,0 0 0 0 0,0 0 1 0 0,0 0-1 0 0,1 0 0 0 0,-1 0 1 0 0,0 1-1 0 0,1 0 0 0 0,-1-1 1 0 0,1 1-1 0 0,-1 0 1 0 0,0 1-1 0 0,1-1 0 0 0,-1 1 1 0 0,0-1-1 0 0,1 1 0 0 0,-1 0 1 0 0,0 0-1 0 0,0 1 0 0 0,0-1 1 0 0,0 0-1 0 0,0 1 0 0 0,0 0 1 0 0,0 0-1 0 0,5 4 1 0 0,4 6 117 0 0,-1 1 0 0 0,0 0 0 0 0,-1 1 0 0 0,0 0 0 0 0,10 21 1 0 0,20 27 385 0 0,-37-59-497 0 0,-1 0 0 0 0,0 0 1 0 0,1-1-1 0 0,0 1 0 0 0,-1-1 1 0 0,1 1-1 0 0,0-1 0 0 0,1 0 1 0 0,-1 0-1 0 0,0 0 0 0 0,0 0 1 0 0,1-1-1 0 0,-1 1 0 0 0,1-1 1 0 0,0 0-1 0 0,-1 0 1 0 0,6 0-1 0 0,-4-1-6 0 0,-1 0 0 0 0,0-1 0 0 0,1 0 0 0 0,-1 0 0 0 0,0 0 0 0 0,0-1 0 0 0,0 1 0 0 0,0-1 0 0 0,0 0 0 0 0,0 0-1 0 0,-1-1 1 0 0,1 1 0 0 0,0-1 0 0 0,-1 1 0 0 0,4-4 0 0 0,42-47 123 0 0,11-9 1 0 0,-56 58-141 0 0,1 0 0 0 0,0 1 0 0 0,-1 0-1 0 0,2 0 1 0 0,-1 0 0 0 0,0 1 0 0 0,0-1-1 0 0,1 1 1 0 0,0 0 0 0 0,-1 1 0 0 0,12-2-1 0 0,-12 2 3 0 0,-1 1-1 0 0,1 1 0 0 0,-1-1 1 0 0,1 1-1 0 0,-1-1 1 0 0,1 1-1 0 0,-1 1 0 0 0,1-1 1 0 0,-1 1-1 0 0,0-1 0 0 0,0 1 1 0 0,0 0-1 0 0,0 1 0 0 0,0-1 1 0 0,4 4-1 0 0,6 6 50 0 0,0 0 1 0 0,19 24-1 0 0,-26-27-10 0 0,1 0-1 0 0,0-1 1 0 0,0 0 0 0 0,0 0-1 0 0,1-1 1 0 0,0 0 0 0 0,1-1-1 0 0,10 6 1 0 0,-16-10-27 0 0,1-1 0 0 0,-1 1 0 0 0,1-1 0 0 0,-1 0 0 0 0,1 0 0 0 0,-1-1 0 0 0,1 0 0 0 0,0 1 1 0 0,-1-2-1 0 0,1 1 0 0 0,-1 0 0 0 0,1-1 0 0 0,-1 0 0 0 0,1 0 0 0 0,-1 0 0 0 0,1-1 0 0 0,5-2 0 0 0,4-3 18 0 0,-1-1 0 0 0,-1-1 0 0 0,1 0 0 0 0,10-11 0 0 0,-10 9-19 0 0,0 1 0 0 0,0 0 0 0 0,19-9 0 0 0,-27 16-17 0 0,-1 1 0 0 0,1 0 1 0 0,-1 1-1 0 0,1-1 0 0 0,-1 1 0 0 0,1 0 0 0 0,0 0 1 0 0,0 1-1 0 0,0-1 0 0 0,0 1 0 0 0,0 0 0 0 0,-1 0 1 0 0,1 1-1 0 0,0 0 0 0 0,7 1 0 0 0,-5 1 5 0 0,1 1 0 0 0,0 0 0 0 0,-1 1 0 0 0,0 0 0 0 0,0 0 0 0 0,0 0 0 0 0,-1 1 0 0 0,1 0 0 0 0,-1 0 0 0 0,6 8-1 0 0,-5-5 7 0 0,0-1 0 0 0,1 0 0 0 0,1-1 0 0 0,-1 0 0 0 0,17 11 0 0 0,-22-17-5 0 0,0 0 0 0 0,1 1-1 0 0,-1-1 1 0 0,0 0 0 0 0,1-1-1 0 0,-1 1 1 0 0,0 0 0 0 0,1-1-1 0 0,-1 0 1 0 0,1 0 0 0 0,-1 0-1 0 0,0 0 1 0 0,1-1 0 0 0,-1 1-1 0 0,1-1 1 0 0,-1 0-1 0 0,0 0 1 0 0,0 0 0 0 0,1 0-1 0 0,-1 0 1 0 0,0-1 0 0 0,0 0-1 0 0,3-1 1 0 0,50-36 62 0 0,-40 27-54 0 0,0 1-1 0 0,1 0 1 0 0,0 1 0 0 0,1 1 0 0 0,20-8-1 0 0,-33 15-9 0 0,0 1-1 0 0,0 0 0 0 0,1 0 0 0 0,-1 0 1 0 0,0 1-1 0 0,1-1 0 0 0,-1 1 0 0 0,1 0 1 0 0,-1 1-1 0 0,0-1 0 0 0,1 1 0 0 0,-1 0 1 0 0,0 1-1 0 0,0-1 0 0 0,0 1 0 0 0,0 0 1 0 0,0 0-1 0 0,0 1 0 0 0,0 0 0 0 0,-1-1 1 0 0,1 2-1 0 0,-1-1 0 0 0,7 6 0 0 0,-1 0 10 0 0,0 0-1 0 0,0-1 0 0 0,1 0 1 0 0,1-1-1 0 0,-1 0 0 0 0,1-1 1 0 0,0 0-1 0 0,23 7 0 0 0,-29-11-2 0 0,0-1 0 0 0,0 0 0 0 0,0 0 0 0 0,0-1 0 0 0,0 0 0 0 0,0 0-1 0 0,0 0 1 0 0,0-1 0 0 0,0 0 0 0 0,0 0 0 0 0,0 0 0 0 0,0-1 0 0 0,0 0 0 0 0,-1 0 0 0 0,1 0-1 0 0,0-1 1 0 0,-1 0 0 0 0,0 0 0 0 0,0 0 0 0 0,0-1 0 0 0,7-6 0 0 0,-7 6-8 0 0,1-1 0 0 0,-1 1 0 0 0,1 1 0 0 0,0-1-1 0 0,1 1 1 0 0,-1 0 0 0 0,0 0 0 0 0,1 1 0 0 0,0 0 0 0 0,-1 0 0 0 0,1 0 0 0 0,0 1 0 0 0,0 0 0 0 0,0 0 0 0 0,13 1 0 0 0,-8 1 5 0 0,0 1-1 0 0,0 0 1 0 0,0 0 0 0 0,-1 2 0 0 0,1-1-1 0 0,-1 1 1 0 0,0 1 0 0 0,18 10-1 0 0,8 10-8 0 0,-32-21 8 0 0,1 0 0 0 0,-1 0 0 0 0,1-1 0 0 0,0 1 0 0 0,0-1 0 0 0,12 4 1 0 0,-15-6-1 0 0,0-1 0 0 0,0 0 1 0 0,1 0-1 0 0,-1 1 1 0 0,0-2-1 0 0,0 1 1 0 0,0 0-1 0 0,1-1 1 0 0,-1 1-1 0 0,0-1 1 0 0,0 0-1 0 0,0 0 1 0 0,0-1-1 0 0,0 1 1 0 0,0 0-1 0 0,-1-1 1 0 0,1 0-1 0 0,4-3 0 0 0,2-1 12 0 0,11-9-2 0 0,1 1 1 0 0,1 1-1 0 0,46-21 0 0 0,-61 31-15 0 0,0 1 0 0 0,0 0 1 0 0,0 0-1 0 0,0 1 0 0 0,1 0 0 0 0,-1 0 0 0 0,0 0 0 0 0,1 1 0 0 0,-1 1 0 0 0,0-1 0 0 0,1 1 0 0 0,-1 0 0 0 0,0 1 0 0 0,0-1 0 0 0,1 1 0 0 0,-2 1 0 0 0,1 0 0 0 0,10 5 0 0 0,98 64 136 0 0,-112-70-125 0 0,1 0-1 0 0,-1-1 1 0 0,1 1-1 0 0,-1-1 1 0 0,1 1-1 0 0,-1-1 1 0 0,1 0-1 0 0,0-1 1 0 0,0 1-1 0 0,0 0 1 0 0,0-1-1 0 0,-1 0 1 0 0,1 0-1 0 0,0 0 1 0 0,0-1-1 0 0,0 1 1 0 0,0-1-1 0 0,-1 0 1 0 0,1 0-1 0 0,6-3 1 0 0,6-3 80 0 0,0-1 1 0 0,0-1-1 0 0,21-16 0 0 0,26-14-27 0 0,-51 36-55 0 0,-1-1 1 0 0,1 2-1 0 0,-1-1 1 0 0,1 2-1 0 0,0-1 1 0 0,0 2-1 0 0,0-1 1 0 0,18 3-1 0 0,-19-1-8 0 0,0 0 0 0 0,0-1 0 0 0,0 0 0 0 0,-1-1 0 0 0,1 0 0 0 0,0 0 0 0 0,-1-2 0 0 0,1 1 0 0 0,-1-1 0 0 0,18-8 0 0 0,-6-1-254 0 0,29-14-1636 0 0,-16 15-7030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4:57.4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134 232 3513 0 0,'-12'5'1368'0'0,"0"1"1"0"0,0-2 0 0 0,0 0-1 0 0,-1 0 1 0 0,0-1 0 0 0,0-1-1 0 0,-20 2 1 0 0,32-4-1317 0 0,0-1 1 0 0,1 1-1 0 0,-1 0 1 0 0,0-1-1 0 0,0 1 0 0 0,1-1 1 0 0,-1 1-1 0 0,0-1 1 0 0,1 1-1 0 0,-1-1 1 0 0,1 0-1 0 0,-1 1 1 0 0,1-1-1 0 0,-1 0 1 0 0,1 1-1 0 0,-1-1 0 0 0,1 0 1 0 0,-1 0-1 0 0,1 1 1 0 0,0-1-1 0 0,0 0 1 0 0,-1 0-1 0 0,1 0 1 0 0,0 1-1 0 0,0-1 1 0 0,0 0-1 0 0,0 0 0 0 0,0 0 1 0 0,0 0-1 0 0,0 0 1 0 0,0 1-1 0 0,0-1 1 0 0,0 0-1 0 0,1 0 1 0 0,-1 0-1 0 0,0 1 1 0 0,0-1-1 0 0,1 0 0 0 0,-1 0 1 0 0,1 0-1 0 0,-1 1 1 0 0,1-1-1 0 0,0-1 1 0 0,21-40 213 0 0,-20 40-177 0 0,17-28 22 0 0,1 0 1 0 0,24-26-1 0 0,-39 50-100 0 0,0-1 1 0 0,1 2 0 0 0,0-1-1 0 0,0 1 1 0 0,0-1 0 0 0,1 2-1 0 0,-1-1 1 0 0,1 1 0 0 0,0 0-1 0 0,1 0 1 0 0,-1 1 0 0 0,1 0-1 0 0,-1 0 1 0 0,1 1-1 0 0,10-2 1 0 0,-12 4 12 0 0,-1 1 0 0 0,0-1 0 0 0,1 1-1 0 0,-1 0 1 0 0,0 1 0 0 0,1-1 0 0 0,-1 1 0 0 0,0 0 0 0 0,0 0-1 0 0,-1 1 1 0 0,1-1 0 0 0,0 1 0 0 0,-1 0 0 0 0,8 7 0 0 0,8 8 227 0 0,32 37 1 0 0,-20-20-11 0 0,-25-28-214 0 0,0 0 0 0 0,0-1 0 0 0,1 0 1 0 0,0 0-1 0 0,0-1 0 0 0,0 0 0 0 0,1-1 0 0 0,0 1 1 0 0,-1-2-1 0 0,1 1 0 0 0,1-1 0 0 0,-1-1 1 0 0,0 0-1 0 0,1 0 0 0 0,-1 0 0 0 0,15-1 0 0 0,-13-1-6 0 0,-1-1-1 0 0,0-1 0 0 0,1 0 1 0 0,-1 0-1 0 0,0-1 0 0 0,0 0 1 0 0,0-1-1 0 0,-1 0 0 0 0,1-1 1 0 0,-1 0-1 0 0,0 0 1 0 0,0-1-1 0 0,-1 0 0 0 0,0 0 1 0 0,10-10-1 0 0,6-7 28 0 0,-12 10-46 0 0,2 0 0 0 0,0 1 0 0 0,1 0 0 0 0,24-14 0 0 0,-35 23-1 0 0,1 1 1 0 0,0 0-1 0 0,0 0 0 0 0,0 0 0 0 0,1 1 0 0 0,-1 0 1 0 0,0 0-1 0 0,0 0 0 0 0,1 0 0 0 0,-1 1 1 0 0,1 0-1 0 0,-1 0 0 0 0,0 1 0 0 0,1-1 0 0 0,-1 1 1 0 0,0 0-1 0 0,0 1 0 0 0,1-1 0 0 0,-1 1 1 0 0,6 3-1 0 0,6 4 3 0 0,0 1 0 0 0,0 1 0 0 0,17 16 0 0 0,-21-16 23 0 0,0-1 1 0 0,0-1 0 0 0,1 0-1 0 0,0-1 1 0 0,17 7-1 0 0,-25-13-10 0 0,-1 0-1 0 0,0-1 0 0 0,1 0 0 0 0,-1 0 1 0 0,1 0-1 0 0,-1-1 0 0 0,1 0 0 0 0,-1 0 1 0 0,1 0-1 0 0,0 0 0 0 0,-1-1 1 0 0,1 0-1 0 0,-1-1 0 0 0,0 1 0 0 0,1-1 1 0 0,-1 0-1 0 0,0 0 0 0 0,0 0 0 0 0,6-5 1 0 0,53-36 17 0 0,-35 23 8 0 0,42-23 0 0 0,-64 39-37 0 0,1 0-1 0 0,0 1 0 0 0,0 0 1 0 0,1 0-1 0 0,-1 1 1 0 0,1 0-1 0 0,-1 0 0 0 0,1 1 1 0 0,-1 0-1 0 0,15 1 0 0 0,-8 3 5 0 0,-1 1 0 0 0,1 0-1 0 0,-1 1 1 0 0,0 1-1 0 0,-1 1 1 0 0,1-1-1 0 0,23 18 1 0 0,17 8 10 0 0,-31-21 0 0 0,-9-3 4 0 0,0-1 1 0 0,0-1-1 0 0,0 0 1 0 0,22 5-1 0 0,-30-10-12 0 0,0 0 0 0 0,0-1-1 0 0,0 1 1 0 0,-1-1 0 0 0,1-1-1 0 0,0 1 1 0 0,0-1 0 0 0,0 0-1 0 0,0 0 1 0 0,-1-1 0 0 0,1 0-1 0 0,-1 0 1 0 0,1 0 0 0 0,-1 0-1 0 0,8-5 1 0 0,32-21 50 0 0,-12 7-55 0 0,71-33 0 0 0,-95 50-13 0 0,0 1 0 0 0,0-1 0 0 0,0 2 0 0 0,0 0 1 0 0,1 0-1 0 0,-1 0 0 0 0,1 1 0 0 0,-1 0 0 0 0,1 1 1 0 0,-1 0-1 0 0,1 1 0 0 0,-1 0 0 0 0,15 3 0 0 0,-14 0 8 0 0,0 1 0 0 0,-1-1 0 0 0,1 2 0 0 0,-1-1 0 0 0,16 14 0 0 0,-15-12 8 0 0,-1 0 0 0 0,1-1 0 0 0,0 0 0 0 0,12 5 0 0 0,-18-10 0 0 0,0 1 0 0 0,1-1 0 0 0,-1 0 1 0 0,0 0-1 0 0,1-1 0 0 0,-1 1 0 0 0,1-1 0 0 0,-1 0 0 0 0,1 0 1 0 0,-1 0-1 0 0,1-1 0 0 0,-1 0 0 0 0,1 0 0 0 0,6-2 0 0 0,47-22 80 0 0,-51 21-84 0 0,1 0 1 0 0,-1 0 0 0 0,0 1 0 0 0,1 0 0 0 0,0 0 0 0 0,0 1 0 0 0,0 0 0 0 0,0 0 0 0 0,0 1 0 0 0,0 0 0 0 0,0 0 0 0 0,0 1 0 0 0,0 0 0 0 0,1 1 0 0 0,-1-1 0 0 0,11 4 0 0 0,-1 0 3 0 0,0 0 0 0 0,1-1 0 0 0,-1-1 1 0 0,1-1-1 0 0,0 0 0 0 0,-1-1 0 0 0,1-1 0 0 0,28-6 1 0 0,5 6-26 0 0,-44 2 13 0 0,0-1-1 0 0,0 0 0 0 0,0 0 0 0 0,-1 0 0 0 0,1-1 1 0 0,0-1-1 0 0,-1 1 0 0 0,10-4 0 0 0,11-5-174 0 0,1 0 0 0 0,45-8-1 0 0,-15 11-9759 0 0,-48 7 3465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0.0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88 2985 0 0,'48'-3'1979'0'0,"-35"-1"-1988"0"0,0 0 0 0 0,0-1 0 0 0,0 0 0 0 0,-1-1 0 0 0,0-1 0 0 0,0 0 0 0 0,0 0 0 0 0,-1-1 0 0 0,13-12 0 0 0,-20 12-1631 0 0,-3 5-506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0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 1 3201 0 0,'-2'0'111'0'0,"0"0"0"0"0,0 1 1 0 0,1-1-1 0 0,-1 1 0 0 0,0 0 1 0 0,0-1-1 0 0,0 1 0 0 0,1 0 0 0 0,-1 0 1 0 0,0 0-1 0 0,1 1 0 0 0,-1-1 1 0 0,1 0-1 0 0,-1 1 0 0 0,1-1 1 0 0,-1 0-1 0 0,1 1 0 0 0,0 0 1 0 0,0-1-1 0 0,0 1 0 0 0,0 0 0 0 0,0-1 1 0 0,0 1-1 0 0,1 0 0 0 0,-1 0 1 0 0,0 0-1 0 0,1 0 0 0 0,0 0 1 0 0,-1 0-1 0 0,1 0 0 0 0,0 0 1 0 0,0 3-1 0 0,-1 14 1487 0 0,0 0 0 0 0,3 31 1 0 0,-1-27-1071 0 0,-4 370-1323 0 0,3-391 796 0 0,0-1-1 0 0,0 0 1 0 0,0 1-1 0 0,0-1 0 0 0,0 0 1 0 0,-1 1-1 0 0,1-1 1 0 0,0 0-1 0 0,-1 1 0 0 0,1-1 1 0 0,-1 0-1 0 0,0 0 1 0 0,1 1-1 0 0,-1-1 0 0 0,0 0 1 0 0,0 1-1 0 0,0-2-1 0 0,1-1 1 0 0,0 1-1 0 0,0-1 0 0 0,0 1 0 0 0,0-1 1 0 0,0 1-1 0 0,-1-1 0 0 0,1 1 0 0 0,0 0 1 0 0,0-1-1 0 0,0 1 0 0 0,0-1 0 0 0,0 1 1 0 0,1-1-1 0 0,-1 1 0 0 0,0-1 0 0 0,0 1 1 0 0,0-1-1 0 0,0 1 0 0 0,0-1 0 0 0,1 1 1 0 0,-1 0-1 0 0,0-1 0 0 0,0 1 0 0 0,1-1 1 0 0,-1 1-1 0 0,0 0 0 0 0,1-1 0 0 0,-1 1 1 0 0,0 0-1 0 0,1-1 0 0 0,-1 1 1 0 0,1-1-1 0 0,2 0 41 0 0,0 0 0 0 0,0 0-1 0 0,0 1 1 0 0,1-1 0 0 0,-1 1 0 0 0,0-1 0 0 0,0 1 0 0 0,0 0 0 0 0,1 0 0 0 0,-1 1 0 0 0,0-1 0 0 0,0 0-1 0 0,0 1 1 0 0,7 2 0 0 0,11 0 201 0 0,-2-3-105 0 0,-1-1-1 0 0,29-6 1 0 0,-13-2-3523 0 0,-29 3-766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1.3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74 132 3937 0 0,'-19'-5'2253'0'0,"13"4"-1524"0"0,1 0-1 0 0,-1-1 1 0 0,1 1 0 0 0,-1-1-1 0 0,1 0 1 0 0,-9-6-1 0 0,14 8-641 0 0,-1 0-1 0 0,0-1 0 0 0,1 1 0 0 0,-1-1 0 0 0,1 0 0 0 0,-1 1 0 0 0,1-1 0 0 0,-1 1 1 0 0,1-1-1 0 0,0 0 0 0 0,-1 1 0 0 0,1-1 0 0 0,0 0 0 0 0,-1 1 0 0 0,1-1 0 0 0,0 0 0 0 0,0 0 1 0 0,0 1-1 0 0,0-1 0 0 0,0 0 0 0 0,0 0 0 0 0,0 0 0 0 0,0-1 0 0 0,1 0-1 0 0,-1 0 0 0 0,1 1 1 0 0,0-1-1 0 0,-1 0 1 0 0,1 0-1 0 0,0 1 1 0 0,0-1-1 0 0,1 1 0 0 0,-1-1 1 0 0,0 1-1 0 0,0 0 1 0 0,2-2-1 0 0,6-5 56 0 0,0 0 0 0 0,1 1 0 0 0,0 0 0 0 0,0 1 0 0 0,0 0 0 0 0,1 0 0 0 0,0 1-1 0 0,0 0 1 0 0,0 1 0 0 0,0 1 0 0 0,14-3 0 0 0,-23 6-133 0 0,0 0 0 0 0,0 0 0 0 0,0 1 0 0 0,0-1 0 0 0,0 1 0 0 0,0-1 0 0 0,0 1 0 0 0,0 0 0 0 0,0-1 0 0 0,0 1-1 0 0,0 0 1 0 0,0 0 0 0 0,-1 1 0 0 0,1-1 0 0 0,0 0 0 0 0,-1 0 0 0 0,1 1 0 0 0,-1-1 0 0 0,0 1 0 0 0,1 0 0 0 0,-1-1 0 0 0,0 1 0 0 0,0 0 0 0 0,0 0 0 0 0,0-1 0 0 0,0 1-1 0 0,0 0 1 0 0,0 0 0 0 0,-1 0 0 0 0,1 3 0 0 0,3 8-66 0 0,0 0 0 0 0,-2 0 0 0 0,3 18 0 0 0,-5-30 40 0 0,2 24-208 0 0,0 0-1 0 0,-2 0 1 0 0,-1 0-1 0 0,-1 0 1 0 0,-1 0-1 0 0,-1 0 1 0 0,-1 0-1 0 0,-1-1 1 0 0,-1 0-1 0 0,-2 0 1 0 0,0-1-1 0 0,-17 30 0 0 0,25-51 280 0 0,0 0 40 0 0,0-1 0 0 0,0 1 1 0 0,0 0-1 0 0,0-1 0 0 0,0 1 0 0 0,0-1 1 0 0,-1 1-1 0 0,1-1 0 0 0,-1 1 0 0 0,1-1 1 0 0,-1 0-1 0 0,1 0 0 0 0,-1 0 0 0 0,0 0 1 0 0,1 0-1 0 0,-4 1 0 0 0,49-28 905 0 0,-1 4-923 0 0,38-17-1157 0 0,-74 37-251 0 0,0 0-1 0 0,0 0 0 0 0,0 1 0 0 0,0-1 1 0 0,13 1-1 0 0,-20 1 1292 0 0,1 0 0 0 0,-1 0 0 0 0,0 0 0 0 0,0 0 0 0 0,0 0 0 0 0,1 0 1 0 0,-1-1-1 0 0,0 1 0 0 0,0 0 0 0 0,0 0 0 0 0,0 0 0 0 0,1 0 0 0 0,-1 0 0 0 0,0 0 0 0 0,0 0 0 0 0,0-1 0 0 0,0 1 0 0 0,0 0 0 0 0,1 0 0 0 0,-1 0 0 0 0,0 0 0 0 0,0-1 0 0 0,0 1 1 0 0,0 0-1 0 0,0 0 0 0 0,0 0 0 0 0,0 0 0 0 0,0-1 0 0 0,0 1 0 0 0,0 0 0 0 0,0 0 0 0 0,0 0 0 0 0,0-1 0 0 0,0 1 0 0 0,0 0 0 0 0,0 0 0 0 0,0 0 0 0 0,0-1 0 0 0,0 1 0 0 0,0 0 1 0 0,0 0-1 0 0,0 0 0 0 0,0-1 0 0 0,0 1 0 0 0,0 0 0 0 0,0 0 0 0 0,0 0 0 0 0,0 0 0 0 0,-1-1 0 0 0,1 1 0 0 0,0 0 0 0 0,0 0 0 0 0,0 0 0 0 0,0 0 0 0 0,0 0 0 0 0,-1-1 0 0 0,1 1 1 0 0,0 0-1 0 0,0 0 0 0 0,0 0 0 0 0,0 0 0 0 0,-1 0 0 0 0,1 0 0 0 0,0 0 0 0 0,0 0 0 0 0,0 0 0 0 0,-1 0 0 0 0,0-2-456 0 0,5 5-1980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1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75 3433 0 0,'-1'1'347'0'0,"0"-1"1"0"0,-1 1-1 0 0,0-1 1 0 0,1 1 0 0 0,-1-1-1 0 0,1 0 1 0 0,-1 0-1 0 0,1 0 1 0 0,-1 0-1 0 0,1 0 1 0 0,-1 0 0 0 0,0 0-1 0 0,1-1 1 0 0,-1 1-1 0 0,1 0 1 0 0,-1-1-1 0 0,1 1 1 0 0,-3-2 0 0 0,4 1-232 0 0,1 0 0 0 0,-1 0 1 0 0,0 0-1 0 0,0 0 1 0 0,0-1-1 0 0,1 1 0 0 0,-1 0 1 0 0,1 0-1 0 0,-1 0 1 0 0,1 0-1 0 0,-1 0 1 0 0,1 0-1 0 0,-1 0 0 0 0,1 0 1 0 0,0 1-1 0 0,0-1 1 0 0,-1 0-1 0 0,1 0 0 0 0,0 1 1 0 0,0-1-1 0 0,0 0 1 0 0,0 1-1 0 0,0-1 0 0 0,1 0 1 0 0,7-6 106 0 0,-1 0 0 0 0,1 1-1 0 0,1 1 1 0 0,-1-1 0 0 0,1 1 0 0 0,0 1 0 0 0,18-6 0 0 0,-28 10-212 0 0,1 0 0 0 0,-1 0-1 0 0,0 0 1 0 0,1 0 0 0 0,-1 0 0 0 0,1 0 0 0 0,-1 0 0 0 0,0 0-1 0 0,1 0 1 0 0,-1 0 0 0 0,1 1 0 0 0,-1-1 0 0 0,0 0 0 0 0,1 0 0 0 0,-1 0-1 0 0,0 1 1 0 0,1-1 0 0 0,-1 0 0 0 0,0 0 0 0 0,1 1 0 0 0,-1-1 0 0 0,0 0-1 0 0,0 0 1 0 0,1 1 0 0 0,-1-1 0 0 0,0 0 0 0 0,0 1 0 0 0,0-1-1 0 0,1 0 1 0 0,-1 1 0 0 0,0-1 0 0 0,0 1 0 0 0,0-1 0 0 0,0 0 0 0 0,0 1-1 0 0,3 23 144 0 0,-7 20-209 0 0,-2-17-335 0 0,0-1 0 0 0,-2 0 0 0 0,-1-1 0 0 0,0 1 0 0 0,-27 46 0 0 0,31-68 665 0 0,6-16 71 0 0,9-18 361 0 0,-9 27-663 0 0,1 1 1 0 0,-1-1-1 0 0,1 1 1 0 0,0-1-1 0 0,0 1 1 0 0,0 0-1 0 0,0-1 1 0 0,1 1-1 0 0,-1 1 1 0 0,0-1-1 0 0,1 0 0 0 0,0 0 1 0 0,-1 1-1 0 0,1-1 1 0 0,0 1-1 0 0,0 0 1 0 0,-1 0-1 0 0,1 0 1 0 0,0 0-1 0 0,0 1 1 0 0,0-1-1 0 0,0 1 0 0 0,5 0 1 0 0,4 0-376 0 0,0 1 0 0 0,0 1 0 0 0,-1 0-1 0 0,21 6 1 0 0,-5-2-2433 0 0,-27-5 2568 0 0,1-1-1 0 0,-1 0 0 0 0,1 0 0 0 0,-1 0 0 0 0,1 0 1 0 0,-1 1-1 0 0,1-1 0 0 0,0 0 0 0 0,-1 0 1 0 0,1 0-1 0 0,-1 0 0 0 0,1 0 0 0 0,0-1 0 0 0,-1 1 1 0 0,1 0-1 0 0,-1 0 0 0 0,1 0 0 0 0,-1 0 1 0 0,1-1-1 0 0,-1 1 0 0 0,1 0 0 0 0,-1 0 0 0 0,1-1 1 0 0,-1 1-1 0 0,1-1 0 0 0,-1 1 0 0 0,1 0 1 0 0,-1-1-1 0 0,0 1 0 0 0,1-1 0 0 0,-1 1 0 0 0,0-1 1 0 0,1 1-1 0 0,-1-1 0 0 0,0 1 0 0 0,1-1 0 0 0,-1 0 1 0 0,2-4-2077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2.1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3305 0 0,'3'4'370'0'0,"0"0"1"0"0,0 1 0 0 0,-1-1 0 0 0,1 1-1 0 0,-1-1 1 0 0,0 1 0 0 0,0 0 0 0 0,-1 0-1 0 0,1 0 1 0 0,0 10 0 0 0,6 55 196 0 0,-8-62-405 0 0,1 115 124 0 0,-2-61-2703 0 0,0-56 878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2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69 1344 0 0,'-2'-12'678'0'0,"0"-16"855"0"0,2 27-1447 0 0,0 1 1 0 0,1-1-1 0 0,-1 1 1 0 0,0-1-1 0 0,0 1 1 0 0,0-1-1 0 0,1 1 1 0 0,-1-1 0 0 0,0 1-1 0 0,1-1 1 0 0,-1 1-1 0 0,0 0 1 0 0,1-1-1 0 0,-1 1 1 0 0,0 0-1 0 0,1-1 1 0 0,-1 1 0 0 0,1 0-1 0 0,-1-1 1 0 0,1 1-1 0 0,-1 0 1 0 0,1 0-1 0 0,-1 0 1 0 0,1 0-1 0 0,-1-1 1 0 0,1 1 0 0 0,-1 0-1 0 0,1 0 1 0 0,-1 0-1 0 0,1 0 1 0 0,-1 0-1 0 0,1 0 1 0 0,-1 0-1 0 0,1 0 1 0 0,-1 0 0 0 0,1 1-1 0 0,-1-1 1 0 0,1 0-1 0 0,-1 0 1 0 0,1 0-1 0 0,-1 0 1 0 0,1 1-1 0 0,-1-1 1 0 0,1 1 0 0 0,4-1-9 0 0,-1 1 1 0 0,0-1-1 0 0,1 0 1 0 0,-1 0 0 0 0,0 0-1 0 0,1 0 1 0 0,-1-1-1 0 0,0 0 1 0 0,1 0 0 0 0,-1 0-1 0 0,0 0 1 0 0,0-1-1 0 0,5-2 1 0 0,-5 2-532 0 0,1 0-1 0 0,-1 1 1 0 0,1-1 0 0 0,-1 1-1 0 0,1 0 1 0 0,-1 0 0 0 0,1 0-1 0 0,0 1 1 0 0,-1 0 0 0 0,7 0-1 0 0,-7 2-1877 0 0</inkml:trace>
  <inkml:trace contextRef="#ctx0" brushRef="#br0" timeOffset="1">114 424 1816 0 0,'-5'61'2097'0'0,"4"-60"-2052"0"0,1 1-1 0 0,0 0 1 0 0,0 0 0 0 0,0 0 0 0 0,0 0 0 0 0,0 0 0 0 0,1 0 0 0 0,-1 0 0 0 0,0-1 0 0 0,1 1 0 0 0,-1 0 0 0 0,1 0 0 0 0,0 0 0 0 0,0-1 0 0 0,0 1 0 0 0,0 0 0 0 0,0-1-1 0 0,0 1 1 0 0,0-1 0 0 0,0 1 0 0 0,0-1 0 0 0,1 0 0 0 0,-1 1 0 0 0,1-1 0 0 0,-1 0 0 0 0,1 0 0 0 0,-1 0 0 0 0,4 1 0 0 0,-3-2 41 0 0,0 0 1 0 0,0 0 0 0 0,-1 0-1 0 0,1-1 1 0 0,0 1-1 0 0,0 0 1 0 0,-1-1 0 0 0,1 0-1 0 0,0 1 1 0 0,-1-1 0 0 0,1 0-1 0 0,0 0 1 0 0,-1 0-1 0 0,1 0 1 0 0,-1 0 0 0 0,0 0-1 0 0,1 0 1 0 0,-1-1-1 0 0,0 1 1 0 0,0 0 0 0 0,0-1-1 0 0,0 1 1 0 0,0-1-1 0 0,0 0 1 0 0,0 1 0 0 0,0-1-1 0 0,0-2 1 0 0,17-48 1766 0 0,-17 44-1615 0 0,0 0-1 0 0,0 0 1 0 0,-1 0-1 0 0,0 0 1 0 0,0 0-1 0 0,-1 0 1 0 0,0 0-1 0 0,-1 0 1 0 0,0 1-1 0 0,0-1 1 0 0,-5-11-1 0 0,6 17-199 0 0,0 0 0 0 0,0 0 0 0 0,0 0 0 0 0,-1 0 0 0 0,1 0 0 0 0,0 0 0 0 0,-1 0 0 0 0,0 0 0 0 0,0 0-1 0 0,1 1 1 0 0,-1-1 0 0 0,0 1 0 0 0,0 0 0 0 0,0-1 0 0 0,0 1 0 0 0,-1 0 0 0 0,1 0 0 0 0,0 0 0 0 0,0 0 0 0 0,-1 1 0 0 0,1-1-1 0 0,-1 1 1 0 0,1-1 0 0 0,0 1 0 0 0,-1 0 0 0 0,1 0 0 0 0,-1 0 0 0 0,1 0 0 0 0,-1 0 0 0 0,1 1 0 0 0,0-1 0 0 0,-1 1 0 0 0,1-1 0 0 0,0 1-1 0 0,-1 0 1 0 0,1 0 0 0 0,0 0 0 0 0,0 0 0 0 0,0 1 0 0 0,-4 2 0 0 0,-49 35-1278 0 0,51-36 612 0 0,1 0-1 0 0,-1 1 1 0 0,1-1 0 0 0,0 1 0 0 0,0 0 0 0 0,0 0 0 0 0,0 0 0 0 0,1 0-1 0 0,0 0 1 0 0,0 1 0 0 0,-3 7 0 0 0,4-4-2813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43.7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7 2793 0 0,'78'-3'3310'0'0,"-67"2"-3195"0"0,-2 0 116 0 0,1 0 0 0 0,0 1 1 0 0,0 0-1 0 0,0 1 0 0 0,11 2 1 0 0,-19-3-120 0 0,0 1 0 0 0,0-1 0 0 0,0 1 1 0 0,0 0-1 0 0,0-1 0 0 0,-1 1 0 0 0,1 0 1 0 0,0 0-1 0 0,0 0 0 0 0,-1 1 1 0 0,1-1-1 0 0,-1 0 0 0 0,1 0 0 0 0,-1 1 1 0 0,0-1-1 0 0,0 1 0 0 0,1-1 1 0 0,-1 1-1 0 0,0 0 0 0 0,0 0 0 0 0,0-1 1 0 0,-1 1-1 0 0,1 0 0 0 0,0 0 0 0 0,-1 0 1 0 0,1 0-1 0 0,-1 0 0 0 0,0 0 1 0 0,1 0-1 0 0,-1 0 0 0 0,0 3 0 0 0,1 141 628 0 0,-2 137-1154 0 0,8-15 310 0 0,-7-268 171 0 0,0 1 1 0 0,-1 0 0 0 0,1 0 0 0 0,0 0-1 0 0,-1-1 1 0 0,1 1 0 0 0,-1 0-1 0 0,1 0 1 0 0,-1-1 0 0 0,1 1-1 0 0,-1 0 1 0 0,0-1 0 0 0,1 1 0 0 0,-1-1-1 0 0,0 1 1 0 0,1-1 0 0 0,-1 1-1 0 0,0-1 1 0 0,0 1 0 0 0,0-1-1 0 0,1 0 1 0 0,-1 0 0 0 0,0 1 0 0 0,0-1-1 0 0,0 0 1 0 0,0 0 0 0 0,1 0-1 0 0,-1 0 1 0 0,0 0 0 0 0,0 0-1 0 0,0 0 1 0 0,0 0 0 0 0,0 0 0 0 0,0 0-1 0 0,1 0 1 0 0,-1-1 0 0 0,0 1-1 0 0,0 0 1 0 0,-1-1 0 0 0,-42-11 1617 0 0,39 11-1647 0 0,-9-4 41 0 0,-1 0-1 0 0,0 2 0 0 0,-1 0 1 0 0,1 1-1 0 0,0 0 0 0 0,-21 1 0 0 0,26 2-555 0 0,1 0-1 0 0,0 1 1 0 0,-1 0-1 0 0,1 0 1 0 0,0 1-1 0 0,1 0 1 0 0,-1 1-1 0 0,0 0 1 0 0,1 0-1 0 0,0 1 0 0 0,-13 9 1 0 0,-8 6-4400 0 0,16-11 957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6.6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0 2000 0 0,'-21'6'11881'0'0,"31"5"-6349"0"0,4-6-5151 0 0,1-4-130 0 0,0 0 0 0 0,0-1 1 0 0,0 0-1 0 0,0-2 0 0 0,18-2 0 0 0,40-3-1935 0 0,-65 7 556 0 0,0 1-1 0 0,0 0 1 0 0,0 0-1 0 0,0 1 1 0 0,0-1-1 0 0,0 2 0 0 0,12 4 1 0 0,-19-6 944 0 0,14 4-4451 0 0,-15-5 4562 0 0,0 0 0 0 0,0 0 0 0 0,1 0 0 0 0,-1 0 0 0 0,0 0-1 0 0,0 0 1 0 0,1 0 0 0 0,-1 0 0 0 0,0 0 0 0 0,0 0 0 0 0,1 0 0 0 0,-1 0-1 0 0,0 0 1 0 0,0 0 0 0 0,1 0 0 0 0,-1 0 0 0 0,0 0 0 0 0,0 0 0 0 0,1 0-1 0 0,-1 0 1 0 0,0-1 0 0 0,0 1 0 0 0,0 0 0 0 0,1 0 0 0 0,-1 0 0 0 0,0 0-1 0 0,0-1 1 0 0,0 1 0 0 0,0 0 0 0 0,1 0 0 0 0,-1-1 0 0 0,0 1 0 0 0,0 0 0 0 0,0 0-1 0 0,0 0 1 0 0,0-1 0 0 0,0 1 0 0 0,0 0 0 0 0,0 0 0 0 0,0-1 0 0 0,0 1-1 0 0,0 0 1 0 0,0 0 0 0 0,0-1 0 0 0,0 1 0 0 0,1-4-1597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7.0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32 2753 0 0,'-2'0'183'0'0,"1"0"0"0"0,-1 0 0 0 0,1 0 0 0 0,0 0 1 0 0,-1 0-1 0 0,1 0 0 0 0,-1-1 0 0 0,1 1 1 0 0,0 0-1 0 0,-1-1 0 0 0,1 1 0 0 0,0-1 1 0 0,0 0-1 0 0,0 1 0 0 0,-1-1 0 0 0,1 0 0 0 0,0 0 1 0 0,0 0-1 0 0,0 0 0 0 0,0 0 0 0 0,0 0 1 0 0,0 0-1 0 0,0 0 0 0 0,1 0 0 0 0,-1 0 0 0 0,0-1 1 0 0,1 1-1 0 0,-1 0 0 0 0,1-1 0 0 0,-1 1 1 0 0,1 0-1 0 0,-1-1 0 0 0,1 1 0 0 0,0 0 0 0 0,0-3 1 0 0,14 49 2549 0 0,-3-17-2531 0 0,14 77 208 0 0,4 15-1448 0 0,1-46-2978 0 0,-22-66 2185 0 0,-4-11 314 0 0,-2-17-37 0 0,-1 2-312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7.3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1 3633 0 0,'-3'41'6979'0'0,"-5"1"-4810"0"0,-2 27-1203 0 0,10 103-1790 0 0,1-77-8466 0 0,1-92 8408 0 0,7 4-901 0 0</inkml:trace>
  <inkml:trace contextRef="#ctx0" brushRef="#br0" timeOffset="1">15 432 2633 0 0,'-15'20'3446'0'0,"16"-19"-3294"0"0,-1-1 0 0 0,1 1-1 0 0,-1-1 1 0 0,1 0-1 0 0,-1 1 1 0 0,1-1 0 0 0,-1 0-1 0 0,1 0 1 0 0,-1 1-1 0 0,1-1 1 0 0,0 0 0 0 0,-1 0-1 0 0,1 0 1 0 0,-1 0-1 0 0,1 0 1 0 0,0 0 0 0 0,-1 0-1 0 0,1 0 1 0 0,-1 0-1 0 0,1 0 1 0 0,0 0 0 0 0,-1 0-1 0 0,1 0 1 0 0,-1-1-1 0 0,1 1 1 0 0,0 0 0 0 0,-1 0-1 0 0,1-1 1 0 0,-1 1 0 0 0,1 0-1 0 0,-1-1 1 0 0,1 1-1 0 0,-1 0 1 0 0,1-1 0 0 0,-1 0-1 0 0,30-9 1336 0 0,61-11 1 0 0,-25 7-2370 0 0,-3-6-3490 0 0,-61 20 4058 0 0,-1 0-1 0 0,0-1 1 0 0,0 1 0 0 0,0-1 0 0 0,0 1-1 0 0,0-1 1 0 0,0 1 0 0 0,0-1 0 0 0,0 0-1 0 0,-1 1 1 0 0,1-1 0 0 0,0 0-1 0 0,0 0 1 0 0,0 0 0 0 0,-1 1 0 0 0,1-1-1 0 0,0 0 1 0 0,-1 0 0 0 0,1 0 0 0 0,-1 0-1 0 0,1 0 1 0 0,0-2 0 0 0,-3 1-1332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7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93 2208 0 0,'0'0'115'0'0,"0"1"-1"0"0,0-1 0 0 0,-1 0 0 0 0,1 0 0 0 0,0 1 0 0 0,-1-1 0 0 0,1 0 0 0 0,0 1 0 0 0,0-1 0 0 0,0 0 0 0 0,-1 1 1 0 0,1-1-1 0 0,0 0 0 0 0,0 1 0 0 0,0-1 0 0 0,0 1 0 0 0,0-1 0 0 0,0 0 0 0 0,0 1 0 0 0,0-1 0 0 0,0 0 0 0 0,0 1 0 0 0,0-1 1 0 0,0 1-1 0 0,0-1 0 0 0,0 0 0 0 0,0 1 0 0 0,0-1 0 0 0,0 1 0 0 0,0-1 0 0 0,1 0 0 0 0,-1 1 0 0 0,0-1 0 0 0,0 0 1 0 0,0 1-1 0 0,1-1 0 0 0,-1 0 0 0 0,0 1 0 0 0,0-1 0 0 0,1 0 0 0 0,19 2 2186 0 0,22-10 87 0 0,41-26 726 0 0,-55 21-2688 0 0,1 2 0 0 0,59-15 0 0 0,-61 20-451 0 0,0 2 0 0 0,45-2 0 0 0,-17 11-4887 0 0,-55-5 4703 0 0,0 1 0 0 0,1-1 0 0 0,-1 0 0 0 0,0 0 0 0 0,1 0 0 0 0,-1 0 0 0 0,1 0 0 0 0,-1 1 0 0 0,1-1 0 0 0,-1 0 0 0 0,0 0 0 0 0,1 0 0 0 0,-1 0-1 0 0,1 0 1 0 0,-1 0 0 0 0,1-1 0 0 0,-1 1 0 0 0,1 0 0 0 0,-1 0 0 0 0,0 0 0 0 0,1 0 0 0 0,-1 0 0 0 0,1-1 0 0 0,-1 1 0 0 0,0 0 0 0 0,1 0 0 0 0,-1-1 0 0 0,0 1 0 0 0,1 0-1 0 0,-1 0 1 0 0,0-1 0 0 0,1 1 0 0 0,-1 0 0 0 0,0-1 0 0 0,0 1 0 0 0,1-1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8.2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40 2777 0 0,'22'-10'6048'0'0,"37"-12"-3635"0"0,-57 21-2364 0 0,1 0-1 0 0,-1 0 1 0 0,1 0-1 0 0,-1 0 1 0 0,1 0-1 0 0,-1 1 1 0 0,1-1-1 0 0,-1 1 1 0 0,1 0-1 0 0,0 0 1 0 0,-1 0-1 0 0,1 0 0 0 0,0 0 1 0 0,-1 0-1 0 0,1 1 1 0 0,0-1-1 0 0,-1 1 1 0 0,1 0-1 0 0,-1 0 1 0 0,1 0-1 0 0,-1 0 1 0 0,0 0-1 0 0,1 0 1 0 0,1 3-1 0 0,-1-1-12 0 0,-1 0 0 0 0,0 1-1 0 0,1-1 1 0 0,-2 1 0 0 0,1 0 0 0 0,0-1 0 0 0,-1 1-1 0 0,0 0 1 0 0,1 0 0 0 0,-2 0 0 0 0,1 0 0 0 0,0 0-1 0 0,-1 1 1 0 0,0-1 0 0 0,0 4 0 0 0,-1 8-107 0 0,0-1 0 0 0,-1 0 1 0 0,0 1-1 0 0,-2-1 1 0 0,-6 21-1 0 0,5-20 1 0 0,0-1 0 0 0,2 1 0 0 0,0 0 0 0 0,-2 25 0 0 0,5-40 71 0 0,0-1 0 0 0,0 0 0 0 0,0 0 0 0 0,0 0 0 0 0,0 1 0 0 0,0-1 0 0 0,0 0 0 0 0,0 0 0 0 0,0 0 0 0 0,0 0 0 0 0,0 1 0 0 0,0-1 0 0 0,0 0 0 0 0,0 0 0 0 0,0 0 0 0 0,1 0 1 0 0,-1 1-1 0 0,0-1 0 0 0,0 0 0 0 0,0 0 0 0 0,0 0 0 0 0,0 0 0 0 0,0 1 0 0 0,0-1 0 0 0,1 0 0 0 0,-1 0 0 0 0,0 0 0 0 0,0 0 0 0 0,0 0 0 0 0,0 0 0 0 0,1 0 0 0 0,-1 0 0 0 0,0 1 0 0 0,0-1 0 0 0,0 0 0 0 0,0 0 0 0 0,1 0 0 0 0,-1 0 0 0 0,0 0 0 0 0,0 0 0 0 0,0 0 0 0 0,1 0 0 0 0,-1 0 0 0 0,0 0 0 0 0,0 0 0 0 0,0 0 0 0 0,0 0 0 0 0,1 0 0 0 0,-1-1 0 0 0,0 1 0 0 0,15-8 147 0 0,18-21 245 0 0,-27 23-280 0 0,2-1 60 0 0,1 1 1 0 0,0 0 0 0 0,0 1-1 0 0,1 0 1 0 0,-1 1 0 0 0,1 0-1 0 0,13-4 1 0 0,-20 7-117 0 0,0 1 0 0 0,0-1-1 0 0,-1 1 1 0 0,1-1 0 0 0,0 1-1 0 0,0 0 1 0 0,0 0 0 0 0,0 0 0 0 0,0 1-1 0 0,0-1 1 0 0,0 1 0 0 0,0-1 0 0 0,4 3-1 0 0,-5-3-23 0 0,-1 1-1 0 0,0 1 1 0 0,1-1-1 0 0,-1 0 1 0 0,0 0-1 0 0,1 0 1 0 0,-1 1-1 0 0,0-1 1 0 0,0 1-1 0 0,0-1 0 0 0,0 1 1 0 0,-1-1-1 0 0,1 1 1 0 0,0-1-1 0 0,0 1 1 0 0,-1 0-1 0 0,1-1 1 0 0,-1 1-1 0 0,0 0 1 0 0,1 0-1 0 0,-1-1 1 0 0,0 1-1 0 0,0 0 1 0 0,-1 3-1 0 0,0 5-155 0 0,0 0 1 0 0,-1 0-1 0 0,0 0 1 0 0,-1-1-1 0 0,0 1 0 0 0,0-1 1 0 0,-1 1-1 0 0,-1-1 0 0 0,0 0 1 0 0,0-1-1 0 0,0 1 1 0 0,-9 9-1 0 0,-6 7-877 0 0,-2 0 1 0 0,-34 30-1 0 0,46-45 834 0 0,-30 23-165 0 0,37-31 367 0 0,1-1 0 0 0,-1 1-1 0 0,1-1 1 0 0,-1 1 0 0 0,0-1 0 0 0,0 0 0 0 0,0 0-1 0 0,1 0 1 0 0,-1 0 0 0 0,0-1 0 0 0,0 1 0 0 0,0-1-1 0 0,0 0 1 0 0,-4 0 0 0 0,7 0-11 0 0,0 0 0 0 0,-1 0 0 0 0,1 0 0 0 0,0 0-1 0 0,0 0 1 0 0,-1 0 0 0 0,1 0 0 0 0,0 0 0 0 0,0 0 0 0 0,0 0 0 0 0,-1 0 0 0 0,1 0-1 0 0,0 0 1 0 0,0 0 0 0 0,-1-1 0 0 0,1 1 0 0 0,0 0 0 0 0,0 0 0 0 0,0 0-1 0 0,-1 0 1 0 0,1 0 0 0 0,0-1 0 0 0,0 1 0 0 0,0 0 0 0 0,0 0 0 0 0,-1 0 0 0 0,1-1-1 0 0,0 1 1 0 0,0 0 0 0 0,0 0 0 0 0,0 0 0 0 0,0-1 0 0 0,0 1 0 0 0,0 0-1 0 0,0 0 1 0 0,-1-1 0 0 0,1 1 0 0 0,0 0 0 0 0,0 0 0 0 0,0-1 0 0 0,0 1 0 0 0,0 0-1 0 0,0 0 1 0 0,1-1 0 0 0,7-11 875 0 0,18-8 416 0 0,-12 12-919 0 0,2 2 0 0 0,-1 0-1 0 0,1 1 1 0 0,-1 0-1 0 0,1 1 1 0 0,1 1-1 0 0,-1 0 1 0 0,19 1 0 0 0,22 0-775 0 0,57 7-1 0 0,-68-2-1567 0 0,-43-2 1007 0 0,1-1-1 0 0,-1 0 0 0 0,1 0 0 0 0,-1-1 1 0 0,0 1-1 0 0,1-1 0 0 0,-1 1 1 0 0,1-1-1 0 0,-1 0 0 0 0,6-3 0 0 0,-2 1-2786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8.6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220 0 6513 0 0,'-21'15'6573'0'0,"6"10"-4372"0"0,-7 34-2695 0 0,17-42 1151 0 0,-64 191-543 0 0,35-106-2876 0 0,0 0-5456 0 0,34-102 8171 0 0,0 1 0 0 0,0-1 0 0 0,-1 0 1 0 0,1 1-1 0 0,0-1 0 0 0,-1 0 0 0 0,1 1 1 0 0,0-1-1 0 0,-1 0 0 0 0,1 0 0 0 0,0 0 1 0 0,-1 1-1 0 0,1-1 0 0 0,0 0 0 0 0,-1 0 1 0 0,1 0-1 0 0,-1 0 0 0 0,1 1 0 0 0,0-1 1 0 0,-1 0-1 0 0,1 0 0 0 0,-1 0 0 0 0,1 0 1 0 0,-1 0-1 0 0,1 0 0 0 0,0 0 0 0 0,-1 0 1 0 0,1 0-1 0 0,-1-1 0 0 0,1 1 0 0 0,0 0 1 0 0,-1 0-1 0 0,1 0 0 0 0,-1 0 0 0 0,1-1 1 0 0,0 1-1 0 0,-1 0 0 0 0,1 0 0 0 0,0-1 1 0 0,-1 1-1 0 0,1 0 0 0 0,-1-1 0 0 0,0 0-194 0 0,-2-1-1459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8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2561 0 0,'2'1'349'0'0,"0"1"0"0"0,1-1 0 0 0,-1 1 0 0 0,0-1 1 0 0,0 1-1 0 0,0 0 0 0 0,0 0 0 0 0,0 0 0 0 0,0 0 1 0 0,0 0-1 0 0,-1 0 0 0 0,1 1 0 0 0,-1-1 1 0 0,2 4-1 0 0,18 44 1288 0 0,-10-23-1158 0 0,-4-14-365 0 0,1 1-1 0 0,17 24 0 0 0,-23-36-351 0 0,0 1 0 0 0,0 0-1 0 0,0 0 1 0 0,0-1-1 0 0,1 1 1 0 0,-1-1 0 0 0,1 0-1 0 0,0 0 1 0 0,0 0 0 0 0,-1 0-1 0 0,1 0 1 0 0,0-1-1 0 0,1 1 1 0 0,-1-1 0 0 0,0 0-1 0 0,0 0 1 0 0,1 0 0 0 0,-1 0-1 0 0,7 0 1 0 0,13-13-3491 0 0,-17 5 2258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9.3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1 115 3609 0 0,'8'-9'4443'0'0,"4"-6"-3538"0"0,0 2 1 0 0,2 0 0 0 0,-1 0-1 0 0,1 1 1 0 0,22-14 0 0 0,-35 25-854 0 0,0 1 0 0 0,0 0 0 0 0,0 0 1 0 0,0 0-1 0 0,0 0 0 0 0,0 0 1 0 0,0-1-1 0 0,0 2 0 0 0,0-1 0 0 0,0 0 1 0 0,-1 0-1 0 0,1 0 0 0 0,0 0 1 0 0,0 1-1 0 0,0-1 0 0 0,0 0 0 0 0,0 1 1 0 0,0-1-1 0 0,0 0 0 0 0,-1 1 0 0 0,1-1 1 0 0,0 1-1 0 0,0 0 0 0 0,-1-1 1 0 0,1 1-1 0 0,0 0 0 0 0,-1-1 0 0 0,1 1 1 0 0,0 0-1 0 0,-1 0 0 0 0,1 0 1 0 0,-1-1-1 0 0,1 1 0 0 0,-1 0 0 0 0,0 0 1 0 0,1 0-1 0 0,-1 0 0 0 0,0 0 1 0 0,0 0-1 0 0,0 0 0 0 0,0 0 0 0 0,1 1 1 0 0,6 47 1008 0 0,-7-45-1022 0 0,3 230-332 0 0,-12-136-9206 0 0,9-98 9440 0 0,0 0 1 0 0,0 0 0 0 0,0 0-1 0 0,0 0 1 0 0,0 0 0 0 0,0 0 0 0 0,0-1-1 0 0,0 1 1 0 0,0 0 0 0 0,0 0-1 0 0,0 0 1 0 0,0 0 0 0 0,0 0 0 0 0,0-1-1 0 0,0 1 1 0 0,0 0 0 0 0,0 0-1 0 0,0 0 1 0 0,0 0 0 0 0,0 0 0 0 0,0 0-1 0 0,0-1 1 0 0,-1 1 0 0 0,1 0 0 0 0,0 0-1 0 0,0 0 1 0 0,0 0 0 0 0,0 0-1 0 0,0 0 1 0 0,0 0 0 0 0,0 0 0 0 0,0-1-1 0 0,0 1 1 0 0,-1 0 0 0 0,1 0-1 0 0,0 0 1 0 0,0 0 0 0 0,0 0 0 0 0,0 0-1 0 0,0 0 1 0 0,0 0 0 0 0,-1 0-1 0 0,1 0 1 0 0,0 0 0 0 0,0 0 0 0 0,0 0-1 0 0,0 0 1 0 0,0 0 0 0 0,-1 0 0 0 0,1 0-1 0 0,0 0 1 0 0,0 0 0 0 0,0 0-1 0 0,0 0 1 0 0,0 0 0 0 0,0 0 0 0 0,-1 0-1 0 0,1 0 1 0 0,0 0 0 0 0,0 0-1 0 0,0 1 1 0 0,0-1 0 0 0,0 0 0 0 0,0 0-1 0 0,0 0 1 0 0,-1 0 0 0 0,1 0-1 0 0,-5-11-484 0 0,5-1-1208 0 0</inkml:trace>
  <inkml:trace contextRef="#ctx0" brushRef="#br0" timeOffset="1">249 1 3689 0 0,'2'20'6224'0'0,"3"2"-3582"0"0,3 34-366 0 0,-15 187-737 0 0,1-161-4744 0 0,-2-2-3849 0 0,7-48 3297 0 0,0-20 1819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3:59.7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 29 3769 0 0,'-5'9'6436'0'0,"-1"18"-4995"0"0,4-22-862 0 0,-23 110 703 0 0,-1 4-2802 0 0,4-43-6749 0 0,24-75 7137 0 0,6-1-398 0 0</inkml:trace>
  <inkml:trace contextRef="#ctx0" brushRef="#br0" timeOffset="1">139 15 2304 0 0,'0'-1'167'0'0,"0"1"-1"0"0,0-1 0 0 0,0 1 0 0 0,0-1 0 0 0,0 0 0 0 0,0 1 0 0 0,0-1 0 0 0,1 1 0 0 0,-1-1 0 0 0,0 0 0 0 0,0 1 0 0 0,1-1 0 0 0,-1 1 0 0 0,0-1 0 0 0,1 1 0 0 0,-1-1 0 0 0,1 1 0 0 0,-1-1 0 0 0,0 1 0 0 0,1 0 0 0 0,-1-1 0 0 0,1 1 0 0 0,0-1 0 0 0,-1 1 0 0 0,1 0 0 0 0,-1 0 0 0 0,1-1 1 0 0,0 1-1 0 0,7 15 4903 0 0,-2 0-4562 0 0,1 0-9 0 0,1-1-1 0 0,0 1 1 0 0,1-1-1 0 0,0-1 1 0 0,1 0-1 0 0,13 14 1 0 0,-14-19-819 0 0,0-1 0 0 0,0 0 1 0 0,0 0-1 0 0,1-1 1 0 0,19 10-1 0 0,-26-15-91 0 0,20 13-2864 0 0,-23-14 3021 0 0,1 1 1 0 0,-1-1 0 0 0,1 0 0 0 0,-1 1-1 0 0,0-1 1 0 0,1 1 0 0 0,-1-1 0 0 0,1 1 0 0 0,-1-1-1 0 0,0 1 1 0 0,0-1 0 0 0,1 1 0 0 0,-1-1-1 0 0,0 1 1 0 0,0-1 0 0 0,0 1 0 0 0,1 0-1 0 0,-1-1 1 0 0,0 1 0 0 0,0-1 0 0 0,0 1-1 0 0,0 0 1 0 0,0 0 0 0 0,-3 6-2907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0.0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5233 0 0,'59'5'6890'0'0,"7"0"-5748"0"0,93-5-868 0 0,-54 6-6013 0 0,-104-6 5578 0 0,1 0 0 0 0,-1 0 0 0 0,0 0 0 0 0,0 0 0 0 0,0 0-1 0 0,0 0 1 0 0,0 0 0 0 0,0 0 0 0 0,0 0 0 0 0,0 0 0 0 0,0-1-1 0 0,0 1 1 0 0,1 0 0 0 0,-1-1 0 0 0,0 1 0 0 0,0-1 0 0 0,-1 1 0 0 0,1-1-1 0 0,2 0 1 0 0,2-3-1031 0 0,9 2-1393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0.7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171 1 2545 0 0,'-7'1'394'0'0,"-1"1"1"0"0,0 1 0 0 0,0-1 0 0 0,1 1 0 0 0,-1 0-1 0 0,1 1 1 0 0,0-1 0 0 0,0 1 0 0 0,0 1 0 0 0,1 0 0 0 0,-1 0-1 0 0,1 0 1 0 0,0 0 0 0 0,1 1 0 0 0,-1 0 0 0 0,-4 8-1 0 0,3-4-259 0 0,1 0 1 0 0,0 0-1 0 0,1 1 0 0 0,0 0 0 0 0,0 0 0 0 0,2 1 0 0 0,-1-1 0 0 0,1 1 0 0 0,1 0 0 0 0,-1 16 0 0 0,2-15-321 0 0,0 0-1 0 0,2 1 1 0 0,-1-1 0 0 0,2 0-1 0 0,0-1 1 0 0,0 1 0 0 0,1 0-1 0 0,1 0 1 0 0,8 18 0 0 0,-9-23-37 0 0,1-1 1 0 0,0 1 0 0 0,1-1-1 0 0,0 1 1 0 0,0-2 0 0 0,0 1-1 0 0,1 0 1 0 0,0-1 0 0 0,1 0-1 0 0,-1-1 1 0 0,1 1 0 0 0,0-1 0 0 0,0-1-1 0 0,14 8 1 0 0,-14-10 222 0 0,1 0 1 0 0,-1-1-1 0 0,0 1 1 0 0,1-1-1 0 0,-1-1 1 0 0,1 1-1 0 0,-1-1 1 0 0,1-1-1 0 0,0 0 0 0 0,-1 0 1 0 0,0 0-1 0 0,1-1 1 0 0,-1 0-1 0 0,0 0 1 0 0,0-1-1 0 0,0 1 1 0 0,0-2-1 0 0,0 1 1 0 0,-1-1-1 0 0,1 0 1 0 0,-1-1-1 0 0,7-6 1 0 0,-8 8 60 0 0,-1 0 0 0 0,0-1 0 0 0,0 1 0 0 0,0-1 1 0 0,0 0-1 0 0,-1 0 0 0 0,1 0 0 0 0,-1-1 1 0 0,0 0-1 0 0,-1 1 0 0 0,1-1 0 0 0,-1 0 0 0 0,0 0 1 0 0,0 0-1 0 0,0 0 0 0 0,-1 0 0 0 0,0-1 1 0 0,0 1-1 0 0,0-1 0 0 0,0 1 0 0 0,-1 0 0 0 0,0-1 1 0 0,0 1-1 0 0,-1-1 0 0 0,0 1 0 0 0,1 0 1 0 0,-2-1-1 0 0,1 1 0 0 0,-1 0 0 0 0,0 0 0 0 0,-3-7 1 0 0,4 10-22 0 0,0 0 1 0 0,1 1-1 0 0,-1-1 1 0 0,0 1 0 0 0,0-1-1 0 0,0 1 1 0 0,-1 0 0 0 0,1-1-1 0 0,0 1 1 0 0,0 0-1 0 0,-1 0 1 0 0,1 0 0 0 0,-1 0-1 0 0,1 0 1 0 0,-1 0-1 0 0,1 0 1 0 0,-1 1 0 0 0,0-1-1 0 0,1 1 1 0 0,-1-1 0 0 0,0 1-1 0 0,1-1 1 0 0,-3 1-1 0 0,1 0 1 0 0,0 1 0 0 0,1-1 0 0 0,-1 1 0 0 0,1-1 0 0 0,-1 1 0 0 0,1 0 0 0 0,-1 0-1 0 0,1 1 1 0 0,-1-1 0 0 0,1 0 0 0 0,0 1 0 0 0,0-1 0 0 0,-4 4 0 0 0,0 2-44 0 0,-1-1 1 0 0,1 1 0 0 0,0 0-1 0 0,1 1 1 0 0,0-1-1 0 0,0 1 1 0 0,1 0 0 0 0,-4 9-1 0 0,3-2-151 0 0,1 0-1 0 0,0 0 0 0 0,1 0 1 0 0,0 1-1 0 0,2-1 1 0 0,-1 1-1 0 0,2-1 0 0 0,0 1 1 0 0,1 0-1 0 0,1-1 1 0 0,0 1-1 0 0,8 24 0 0 0,-8-33 125 0 0,0 0 0 0 0,1 0-1 0 0,0 0 1 0 0,1 0 0 0 0,-1 0 0 0 0,1-1-1 0 0,1 1 1 0 0,-1-1 0 0 0,1 0-1 0 0,0 0 1 0 0,0-1 0 0 0,1 0 0 0 0,0 0-1 0 0,0 0 1 0 0,0 0 0 0 0,0-1-1 0 0,1 0 1 0 0,0 0 0 0 0,0-1 0 0 0,0 0-1 0 0,0 0 1 0 0,0-1 0 0 0,0 0-1 0 0,1 0 1 0 0,-1-1 0 0 0,1 1 0 0 0,9-1-1 0 0,0-1-41 0 0,0 0-1 0 0,1-1 0 0 0,-1-1 1 0 0,0-1-1 0 0,29-8 1 0 0,-35 8-172 0 0,0-1-1 0 0,-1 0 1 0 0,1 0 0 0 0,-1-1 0 0 0,0-1 0 0 0,0 0 0 0 0,0 0 0 0 0,-1-1 0 0 0,14-13 0 0 0,-21 19 199 0 0,-1-1-1 0 0,1 1 1 0 0,-1-1 0 0 0,1 0 0 0 0,-1 0 0 0 0,0 0 0 0 0,0 0 0 0 0,0 0-1 0 0,0 0 1 0 0,0 0 0 0 0,0 0 0 0 0,0 0 0 0 0,-1 0 0 0 0,1-1 0 0 0,-1 1-1 0 0,0 0 1 0 0,1 0 0 0 0,-1-1 0 0 0,-1-3 0 0 0,0-2-1541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1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2945 0 0,'2'10'637'0'0,"1"0"0"0"0,1-1 0 0 0,-1 1 1 0 0,2 0-1 0 0,6 11 0 0 0,-7-15-474 0 0,0-1 0 0 0,0 1 0 0 0,1-1-1 0 0,0-1 1 0 0,-1 1 0 0 0,2-1 0 0 0,-1 1 0 0 0,0-2-1 0 0,1 1 1 0 0,0 0 0 0 0,0-1 0 0 0,0 0-1 0 0,0-1 1 0 0,11 4 0 0 0,-4-2 15 0 0,1-1 0 0 0,-1-1 0 0 0,0 0-1 0 0,1 0 1 0 0,23-1 0 0 0,-30-1 114 0 0,-1-1 1 0 0,0 1-1 0 0,1-1 0 0 0,-1 0 0 0 0,0-1 0 0 0,0 1 1 0 0,0-1-1 0 0,0-1 0 0 0,0 1 0 0 0,0-1 1 0 0,-1 0-1 0 0,1 0 0 0 0,-1 0 0 0 0,8-7 0 0 0,-37 40 3069 0 0,-9 25-2947 0 0,14-22-258 0 0,8-13-452 0 0,0 0 0 0 0,-12 35 0 0 0,0 11-6085 0 0,14-36 63 0 0,7-24 2690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1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39 112 3001 0 0,'11'-4'403'0'0,"0"0"1"0"0,0-1 0 0 0,-1 0 0 0 0,1 0 0 0 0,-1-2-1 0 0,0 1 1 0 0,-1-1 0 0 0,0 0 0 0 0,0-1 0 0 0,0 0-1 0 0,-1-1 1 0 0,0 0 0 0 0,13-19 0 0 0,-57 59 3886 0 0,-28 23-3955 0 0,56-47-266 0 0,1 0-1 0 0,0 1 1 0 0,0 0 0 0 0,0 0-1 0 0,1 1 1 0 0,0-1 0 0 0,1 1-1 0 0,0 1 1 0 0,0-1 0 0 0,1 1 0 0 0,0 0-1 0 0,1 0 1 0 0,0 0 0 0 0,0 0-1 0 0,1 1 1 0 0,1-1 0 0 0,0 0-1 0 0,0 1 1 0 0,1 0 0 0 0,0-1 0 0 0,1 1-1 0 0,0-1 1 0 0,1 1 0 0 0,0-1-1 0 0,0 0 1 0 0,1 0 0 0 0,1 0 0 0 0,0 0-1 0 0,0 0 1 0 0,6 9 0 0 0,-9-17-72 0 0,-1 0 1 0 0,1-1 0 0 0,0 1 0 0 0,0 0-1 0 0,0-1 1 0 0,0 1 0 0 0,0-1 0 0 0,1 1 0 0 0,-1-1-1 0 0,0 1 1 0 0,1-1 0 0 0,-1 0 0 0 0,1 0-1 0 0,-1 1 1 0 0,1-1 0 0 0,0 0 0 0 0,-1-1-1 0 0,1 1 1 0 0,0 0 0 0 0,0 0 0 0 0,0-1 0 0 0,-1 1-1 0 0,1-1 1 0 0,0 0 0 0 0,0 1 0 0 0,0-1-1 0 0,0 0 1 0 0,0 0 0 0 0,0 0 0 0 0,0 0 0 0 0,0-1-1 0 0,0 1 1 0 0,0 0 0 0 0,-1-1 0 0 0,1 1-1 0 0,0-1 1 0 0,0 0 0 0 0,0 0 0 0 0,-1 0-1 0 0,1 1 1 0 0,0-2 0 0 0,-1 1 0 0 0,1 0 0 0 0,2-2-1 0 0,7-8-628 0 0,-1 0 0 0 0,0-1 0 0 0,-1 0 0 0 0,15-25 0 0 0,-5 9-2319 0 0,42-53-3523 0 0,-44 65 4559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2.0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0 3137 0 0,'0'11'6066'0'0,"-1"36"-3410"0"0,2 123 690 0 0,-1 1-6124 0 0,4-136-11 0 0,-1-22-65 0 0,1-24-3466 0 0</inkml:trace>
  <inkml:trace contextRef="#ctx0" brushRef="#br0" timeOffset="1">0 250 2665 0 0,'22'9'6498'0'0,"-19"-8"-6424"0"0,1 0 1 0 0,-1 0 0 0 0,1 0 0 0 0,-1-1-1 0 0,1 0 1 0 0,-1 1 0 0 0,1-1 0 0 0,0-1-1 0 0,-1 1 1 0 0,1 0 0 0 0,5-2-1 0 0,-1-2-644 0 0,-1 1 0 0 0,0-1-1 0 0,0 0 1 0 0,0-1 0 0 0,0 0-1 0 0,-1 0 1 0 0,0 0-1 0 0,0-1 1 0 0,0 0 0 0 0,-1 0-1 0 0,0 0 1 0 0,5-8 0 0 0,-2 1-1307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2.4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 2649 0 0,'9'-4'4410'0'0,"13"-4"-2234"0"0,-17 6-1711 0 0,6-2 233 0 0,0 1-1 0 0,0 0 1 0 0,0 1-1 0 0,0 0 0 0 0,1 0 1 0 0,12 1-1 0 0,-21 1-658 0 0,-1 0 1 0 0,1 1-1 0 0,0 0 0 0 0,0-1 0 0 0,-1 1 1 0 0,1 0-1 0 0,0 0 0 0 0,-1 0 0 0 0,1 1 1 0 0,-1-1-1 0 0,1 0 0 0 0,-1 1 0 0 0,0 0 1 0 0,0 0-1 0 0,0-1 0 0 0,0 1 0 0 0,0 1 0 0 0,0-1 1 0 0,0 0-1 0 0,-1 0 0 0 0,1 1 0 0 0,-1-1 1 0 0,1 1-1 0 0,-1-1 0 0 0,0 1 0 0 0,0-1 1 0 0,0 1-1 0 0,0 0 0 0 0,0 5 0 0 0,1 2-254 0 0,0 0 0 0 0,-1 1 0 0 0,0-1-1 0 0,-1 1 1 0 0,0-1 0 0 0,-1 0 0 0 0,0 1-1 0 0,-1-1 1 0 0,0 0 0 0 0,0 1-1 0 0,-1-1 1 0 0,0 0 0 0 0,-1-1 0 0 0,0 1-1 0 0,-1-1 1 0 0,-8 14 0 0 0,13-24 189 0 0,0 1 0 0 0,0 0 0 0 0,0 0 1 0 0,0 0-1 0 0,0 0 0 0 0,0 0 0 0 0,0 0 0 0 0,0 0 0 0 0,0 0 0 0 0,0 0 1 0 0,0-1-1 0 0,-1 1 0 0 0,1 0 0 0 0,0 0 0 0 0,0 0 0 0 0,0 0 0 0 0,0 0 1 0 0,0 0-1 0 0,0 0 0 0 0,0 0 0 0 0,0 0 0 0 0,0 0 0 0 0,0 0 0 0 0,0 0 1 0 0,0 0-1 0 0,-1 0 0 0 0,1 0 0 0 0,0-1 0 0 0,0 1 0 0 0,0 0 0 0 0,0 0 1 0 0,0 0-1 0 0,0 0 0 0 0,0 0 0 0 0,0 0 0 0 0,-1 0 0 0 0,1 0 0 0 0,0 0 1 0 0,0 0-1 0 0,0 0 0 0 0,0 0 0 0 0,0 1 0 0 0,0-1 0 0 0,0 0 0 0 0,0 0 1 0 0,0 0-1 0 0,-1 0 0 0 0,1 0 0 0 0,0 0 0 0 0,0 0 0 0 0,0 0 0 0 0,0 0 1 0 0,0 0-1 0 0,0 0 0 0 0,0 0 0 0 0,0 0 0 0 0,0 0 0 0 0,0 0 0 0 0,0 1 1 0 0,0-1-1 0 0,0 0 0 0 0,0 0 0 0 0,0 0 0 0 0,-1 0 0 0 0,1 0 1 0 0,0 0-1 0 0,0-13-321 0 0,4-15 858 0 0,-1 18-31 0 0,1 1 0 0 0,0 0 1 0 0,0 0-1 0 0,0 0 0 0 0,1 0 1 0 0,1 1-1 0 0,9-13 0 0 0,-13 19-376 0 0,-1 1 0 0 0,1-1 0 0 0,-1 1-1 0 0,1 0 1 0 0,-1-1 0 0 0,1 1 0 0 0,0 0-1 0 0,-1 0 1 0 0,1 0 0 0 0,0 0 0 0 0,0 0-1 0 0,0 0 1 0 0,0 0 0 0 0,0 1 0 0 0,0-1 0 0 0,0 1-1 0 0,0 0 1 0 0,0-1 0 0 0,0 1 0 0 0,0 0-1 0 0,0 0 1 0 0,0 0 0 0 0,0 0 0 0 0,0 1-1 0 0,0-1 1 0 0,0 1 0 0 0,0-1 0 0 0,0 1-1 0 0,0-1 1 0 0,0 1 0 0 0,0 0 0 0 0,0 0-1 0 0,0 0 1 0 0,-1 0 0 0 0,1 1 0 0 0,0-1-1 0 0,-1 0 1 0 0,1 1 0 0 0,-1-1 0 0 0,1 1 0 0 0,-1-1-1 0 0,2 3 1 0 0,41 37-209 0 0,-25-25-2294 0 0,-2 0-4243 0 0,-32-24 37 0 0,10 6 5690 0 0,-4-1-895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3.0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34 4945 0 0,'46'-18'7213'0'0,"4"7"-4045"0"0,-22 8-2894 0 0,0 2 1 0 0,1 0-1 0 0,38 5 1 0 0,-66-4-285 0 0,1 0 0 0 0,-1 1 0 0 0,0-1 0 0 0,0 1 1 0 0,1-1-1 0 0,-1 1 0 0 0,0-1 0 0 0,0 1 1 0 0,0 0-1 0 0,0 0 0 0 0,0-1 0 0 0,1 1 0 0 0,-2 0 1 0 0,1 0-1 0 0,0 0 0 0 0,0 0 0 0 0,0 0 1 0 0,0 0-1 0 0,-1 1 0 0 0,1-1 0 0 0,0 0 0 0 0,-1 0 1 0 0,1 0-1 0 0,-1 1 0 0 0,1-1 0 0 0,-1 0 1 0 0,0 1-1 0 0,0-1 0 0 0,1 0 0 0 0,-1 1 0 0 0,0-1 1 0 0,0 0-1 0 0,-1 2 0 0 0,-4 59-304 0 0,2-25-4 0 0,4-29 172 0 0,1 0-1 0 0,0-1 0 0 0,0 1 0 0 0,6 14 0 0 0,-5-17 44 0 0,-1 0-1 0 0,0 0 0 0 0,0 0 0 0 0,0 0 0 0 0,-1 1 0 0 0,0-1 0 0 0,0 1 1 0 0,0-1-1 0 0,-1 1 0 0 0,0 9 0 0 0,0-14 97 0 0,0-1 1 0 0,-1 0-1 0 0,1 1 0 0 0,-1-1 1 0 0,1 0-1 0 0,-1 1 0 0 0,1-1 1 0 0,0 0-1 0 0,-1 1 0 0 0,1-1 1 0 0,-1 0-1 0 0,1 0 0 0 0,-1 1 1 0 0,0-1-1 0 0,1 0 0 0 0,-1 0 1 0 0,1 0-1 0 0,-1 0 0 0 0,1 0 1 0 0,-1 0-1 0 0,1 0 0 0 0,-1 0 1 0 0,0 0-1 0 0,1 0 0 0 0,-1 0 1 0 0,1 0-1 0 0,-1 0 0 0 0,1-1 1 0 0,-1 1-1 0 0,1 0 0 0 0,-1 0 1 0 0,1-1-1 0 0,-1 1 0 0 0,1 0 1 0 0,-1 0-1 0 0,1-1 0 0 0,0 1 1 0 0,-1-1-1 0 0,-1 0 98 0 0,1 1 0 0 0,-1-1-1 0 0,1 0 1 0 0,-1 1 0 0 0,1 0 0 0 0,-1-1 0 0 0,0 1 0 0 0,1 0-1 0 0,-1 0 1 0 0,1-1 0 0 0,-1 1 0 0 0,0 1 0 0 0,1-1 0 0 0,-1 0-1 0 0,0 0 1 0 0,1 0 0 0 0,-3 2 0 0 0,-1 1-57 0 0,0 1 0 0 0,0-1 1 0 0,1 1-1 0 0,-1 1 0 0 0,1-1 0 0 0,0 1 1 0 0,0-1-1 0 0,0 1 0 0 0,1 1 1 0 0,-1-1-1 0 0,1 0 0 0 0,-4 12 0 0 0,6-15-35 0 0,0 0-1 0 0,1 0 0 0 0,-1 1 0 0 0,1-1 1 0 0,0 0-1 0 0,-1 1 0 0 0,1-1 0 0 0,0 0 1 0 0,0 1-1 0 0,1-1 0 0 0,-1 0 1 0 0,0 1-1 0 0,1-1 0 0 0,-1 0 0 0 0,1 0 1 0 0,0 1-1 0 0,0-1 0 0 0,0 0 0 0 0,0 0 1 0 0,0 0-1 0 0,0 0 0 0 0,1 0 1 0 0,-1 0-1 0 0,1-1 0 0 0,-1 1 0 0 0,1 0 1 0 0,0-1-1 0 0,-1 1 0 0 0,1-1 0 0 0,0 1 1 0 0,0-1-1 0 0,0 0 0 0 0,0 0 0 0 0,0 0 1 0 0,1 0-1 0 0,2 1 0 0 0,5 1 86 0 0,0 0-1 0 0,0 0 1 0 0,0-1-1 0 0,0-1 0 0 0,1 1 1 0 0,-1-2-1 0 0,0 1 1 0 0,0-2-1 0 0,1 1 1 0 0,-1-1-1 0 0,0-1 0 0 0,0 0 1 0 0,16-5-1 0 0,-21 6-35 0 0,1-1 0 0 0,-2 0 0 0 0,1 0 0 0 0,0 0 1 0 0,0-1-1 0 0,-1 1 0 0 0,1-1 0 0 0,-1 0 0 0 0,0-1 0 0 0,0 1 0 0 0,0-1 0 0 0,0 0 0 0 0,-1 0 0 0 0,1 0 0 0 0,-1 0 0 0 0,0 0 0 0 0,-1-1 0 0 0,1 1 1 0 0,-1-1-1 0 0,1 0 0 0 0,-1 0 0 0 0,-1 0 0 0 0,1 0 0 0 0,-1 0 0 0 0,0 0 0 0 0,0-1 0 0 0,0-9 0 0 0,-1 12-6 0 0,0 1 1 0 0,0-1-1 0 0,0 1 0 0 0,-1 0 0 0 0,1-1 1 0 0,-1 1-1 0 0,1-1 0 0 0,-1 1 0 0 0,0 0 1 0 0,0 0-1 0 0,0-1 0 0 0,0 1 0 0 0,-1 0 1 0 0,1 0-1 0 0,0 0 0 0 0,-1 0 0 0 0,1 0 1 0 0,-1 0-1 0 0,0 1 0 0 0,0-1 0 0 0,0 1 1 0 0,0-1-1 0 0,0 1 0 0 0,0 0 0 0 0,0-1 1 0 0,0 1-1 0 0,0 0 0 0 0,-1 0 0 0 0,1 1 1 0 0,0-1-1 0 0,-1 0 0 0 0,1 1 0 0 0,-1-1 1 0 0,1 1-1 0 0,0 0 0 0 0,-1 0 0 0 0,1 0 1 0 0,-5 1-1 0 0,-2-1-343 0 0,0 1-1 0 0,-1 0 1 0 0,1 0 0 0 0,0 1-1 0 0,0 1 1 0 0,0-1 0 0 0,0 2-1 0 0,-15 6 1 0 0,0 9-2382 0 0,21-16 1893 0 0,0 0 0 0 0,0 0-1 0 0,-1 0 1 0 0,1-1 0 0 0,-1 1-1 0 0,0-1 1 0 0,0 0 0 0 0,-6 3-1 0 0,-11-5-2018 0 0,11 7-375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3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56 4489 0 0,'1'1'287'0'0,"-1"0"1"0"0,1 0-1 0 0,0 0 0 0 0,0-1 0 0 0,-1 1 1 0 0,1 0-1 0 0,0 0 0 0 0,0 0 1 0 0,0-1-1 0 0,0 1 0 0 0,0 0 0 0 0,0-1 1 0 0,0 1-1 0 0,0-1 0 0 0,0 1 1 0 0,0-1-1 0 0,0 0 0 0 0,0 1 0 0 0,0-1 1 0 0,0 0-1 0 0,0 0 0 0 0,1 0 1 0 0,-1 1-1 0 0,2-2 0 0 0,30 4 1497 0 0,-2-5-1136 0 0,0-2-1 0 0,1-1 1 0 0,-2-1 0 0 0,61-21 0 0 0,0 0-5728 0 0,-84 26 1189 0 0,-22 9-1589 0 0,15-8 5552 0 0,-8 5-1723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3.8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19 101 2561 0 0,'-4'10'620'0'0,"1"1"0"0"0,0-1 0 0 0,0 1 0 0 0,1-1 1 0 0,1 1-1 0 0,0 0 0 0 0,0 0 0 0 0,1-1 1 0 0,2 21-1 0 0,-1-24-724 0 0,0 1 0 0 0,0 0 0 0 0,1-1 0 0 0,0 1 0 0 0,0-1 0 0 0,1 0 0 0 0,0 0 0 0 0,5 11 0 0 0,8-7-3265 0 0,-4-14 1442 0 0,-4-2 148 0 0</inkml:trace>
  <inkml:trace contextRef="#ctx0" brushRef="#br0" timeOffset="1">167 1 1872 0 0,'-4'38'4400'0'0,"11"26"-2287"0"0,-2-12-1631 0 0,-4-39-498 0 0,1 40-85 0 0,-2-51-144 0 0,0 1-1 0 0,0 0 1 0 0,0-1-1 0 0,-1 1 1 0 0,1-1-1 0 0,-1 1 1 0 0,1 0-1 0 0,-1-1 1 0 0,0 1-1 0 0,0-1 1 0 0,0 0-1 0 0,0 1 1 0 0,-1-1-1 0 0,-2 4 1 0 0,-8-4-1878 0 0,13 4 306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4.2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35 110 2577 0 0,'34'6'5223'0'0,"-9"-10"-4157"0"0,1-2 0 0 0,-1 0-1 0 0,33-13 1 0 0,29-16-1530 0 0,1 0-5738 0 0,-88 35 6159 0 0,0 0 0 0 0,0 0 0 0 0,1 0-1 0 0,-1 0 1 0 0,0 0 0 0 0,0 0 0 0 0,0 0 0 0 0,1 0-1 0 0,-1 0 1 0 0,0-1 0 0 0,0 1 0 0 0,0 0-1 0 0,1 0 1 0 0,-1 0 0 0 0,0 0 0 0 0,0 0 0 0 0,0 0-1 0 0,0 0 1 0 0,1-1 0 0 0,-1 1 0 0 0,0 0 0 0 0,0 0-1 0 0,0 0 1 0 0,0-1 0 0 0,0 1 0 0 0,0 0 0 0 0,0 0-1 0 0,1 0 1 0 0,-1 0 0 0 0,0-1 0 0 0,0 1 0 0 0,0 0-1 0 0,0 0 1 0 0,0-1 0 0 0,0 1 0 0 0,0 0 0 0 0,0 0-1 0 0,0 0 1 0 0,0-1 0 0 0,0 1 0 0 0,0 0-1 0 0,0 0 1 0 0,0 0 0 0 0,0-1 0 0 0,-1 1 0 0 0,1 0-1 0 0,0 0 1 0 0,0 0 0 0 0,0-1 0 0 0,0 1 0 0 0,0 0-1 0 0,0 0 1 0 0,0 0 0 0 0,-1 0 0 0 0,1-1 0 0 0,0 1-1 0 0,-1-1-344 0 0</inkml:trace>
  <inkml:trace contextRef="#ctx0" brushRef="#br0" timeOffset="1">0 300 7338 0 0,'110'-23'8024'0'0,"1"0"-5598"0"0,58-4-3076 0 0,-145 23-2787 0 0,-21 3 2381 0 0,0 0 0 0 0,1 0 0 0 0,-1 0-1 0 0,-1-1 1 0 0,1 1 0 0 0,0-1 0 0 0,0 0 0 0 0,4-4 0 0 0,1 1-2052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4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7 3409 0 0,'-1'-2'6597'0'0,"22"4"-3931"0"0,50 1-627 0 0,-47-7-1365 0 0,-19 3-585 0 0,0-1 1 0 0,0 1-1 0 0,0 0 0 0 0,0 1 0 0 0,0-1 0 0 0,0 1 1 0 0,0 0-1 0 0,1 1 0 0 0,-1-1 0 0 0,0 1 0 0 0,0 0 1 0 0,7 2-1 0 0,-11-2-67 0 0,1 1 1 0 0,-1-1-1 0 0,0 1 1 0 0,-1 0-1 0 0,1-1 1 0 0,0 1-1 0 0,0 0 1 0 0,-1 0-1 0 0,1-1 1 0 0,-1 1-1 0 0,1 0 1 0 0,-1 0-1 0 0,0 0 1 0 0,0 0-1 0 0,0 0 1 0 0,0-1-1 0 0,0 1 1 0 0,0 0-1 0 0,0 0 1 0 0,-2 3-1 0 0,-9 41-109 0 0,10-41 54 0 0,-16 41-303 0 0,12-34 272 0 0,0 0 0 0 0,1 1 0 0 0,0-1 0 0 0,1 1 0 0 0,1 0 0 0 0,0 0 0 0 0,-1 23 0 0 0,3-36 64 0 0,0 1 1 0 0,0-1 0 0 0,0 0-1 0 0,0 1 1 0 0,0-1 0 0 0,0 1-1 0 0,0-1 1 0 0,0 1 0 0 0,0-1-1 0 0,0 0 1 0 0,0 1 0 0 0,1-1-1 0 0,-1 0 1 0 0,0 1 0 0 0,0-1-1 0 0,0 0 1 0 0,1 1 0 0 0,-1-1-1 0 0,0 0 1 0 0,0 1 0 0 0,1-1-1 0 0,-1 0 1 0 0,0 1 0 0 0,1-1-1 0 0,-1 0 1 0 0,0 0 0 0 0,1 0-1 0 0,-1 1 1 0 0,0-1 0 0 0,1 0-1 0 0,-1 0 1 0 0,1 0-1 0 0,-1 0 1 0 0,0 0 0 0 0,1 1-1 0 0,-1-1 1 0 0,1 0 0 0 0,17-8 160 0 0,15-22 252 0 0,-31 28-379 0 0,54-46 613 0 0,-54 46-606 0 0,1 0-1 0 0,-1 0 0 0 0,1 1 0 0 0,-1-1 0 0 0,1 1 0 0 0,0-1 1 0 0,0 1-1 0 0,0 0 0 0 0,-1 0 0 0 0,1 0 0 0 0,0 0 1 0 0,1 0-1 0 0,-1 1 0 0 0,0-1 0 0 0,0 1 0 0 0,0 0 0 0 0,0 0 1 0 0,0 0-1 0 0,0 1 0 0 0,6 0 0 0 0,-7 1-18 0 0,-1-1 0 0 0,1 1-1 0 0,0-1 1 0 0,-1 1 0 0 0,1 0 0 0 0,-1-1 0 0 0,0 1-1 0 0,0 0 1 0 0,0 0 0 0 0,1 0 0 0 0,-2 0-1 0 0,1 0 1 0 0,0 0 0 0 0,0 0 0 0 0,-1 1-1 0 0,1-1 1 0 0,-1 0 0 0 0,0 0 0 0 0,1 0-1 0 0,-1 1 1 0 0,0-1 0 0 0,0 0 0 0 0,-1 0-1 0 0,1 1 1 0 0,0-1 0 0 0,-1 0 0 0 0,1 0-1 0 0,-2 3 1 0 0,-20 63-175 0 0,21-66 138 0 0,-3 7-153 0 0,0 0 0 0 0,-1 0 1 0 0,0 0-1 0 0,-1-1 0 0 0,0 0 0 0 0,0 0 0 0 0,0 0 1 0 0,-1-1-1 0 0,0 0 0 0 0,-1 0 0 0 0,1 0 0 0 0,-2-1 1 0 0,1-1-1 0 0,0 1 0 0 0,-1-1 0 0 0,-13 5 0 0 0,22-10 170 0 0,0 0 0 0 0,0 0 0 0 0,0 0 0 0 0,-1 0 0 0 0,1 0 0 0 0,0 0 0 0 0,0 0 0 0 0,-1 0 0 0 0,1 0 0 0 0,0 0 0 0 0,0 0 0 0 0,0 0 0 0 0,-1 0-1 0 0,1 0 1 0 0,0 0 0 0 0,0 1 0 0 0,0-1 0 0 0,0 0 0 0 0,-1 0 0 0 0,1 0 0 0 0,0 0 0 0 0,0 0 0 0 0,0 0 0 0 0,0 1 0 0 0,0-1 0 0 0,-1 0 0 0 0,1 0 0 0 0,0 0 0 0 0,0 1-1 0 0,0-1 1 0 0,0 0 0 0 0,0 0 0 0 0,0 0 0 0 0,0 1 0 0 0,0-1 0 0 0,0 0 0 0 0,0 0 0 0 0,0 0 0 0 0,0 1 0 0 0,0-1 0 0 0,0 0 0 0 0,0 0 0 0 0,0 0 0 0 0,0 1 0 0 0,0-1-1 0 0,0 0 1 0 0,0 0 0 0 0,0 0 0 0 0,0 1 0 0 0,0-1 0 0 0,0 0 0 0 0,0 0 0 0 0,1 0 0 0 0,-1 1 0 0 0,0-1 0 0 0,0 0 0 0 0,0 0 0 0 0,0 0 0 0 0,0 0 0 0 0,1 0-1 0 0,-1 1 1 0 0,0-1 0 0 0,0 0 0 0 0,22 6 549 0 0,28-2 640 0 0,-8-5-16 0 0,56-11 1 0 0,-29-7-2655 0 0,-59 15-299 0 0,0 0 0 0 0,-1 0-1 0 0,0-1 1 0 0,13-10 0 0 0,-7 1-3783 0 0,-7 10 2516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5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19 4353 0 0,'-28'17'5534'0'0,"25"-16"-2753"0"0,18-8-893 0 0,-4 1-1361 0 0,1 2-1 0 0,0-1 0 0 0,-1 2 1 0 0,1-1-1 0 0,1 2 0 0 0,-1-1 1 0 0,0 2-1 0 0,22-1 0 0 0,-29 2-463 0 0,0 1 0 0 0,0-1 0 0 0,0 1 0 0 0,0 0-1 0 0,0 0 1 0 0,0 1 0 0 0,0-1 0 0 0,-1 1 0 0 0,1 0 0 0 0,0 1 0 0 0,-1-1-1 0 0,0 1 1 0 0,1 0 0 0 0,-1 0 0 0 0,0 0 0 0 0,0 0 0 0 0,-1 1 0 0 0,1 0-1 0 0,-1-1 1 0 0,0 2 0 0 0,0-1 0 0 0,0 0 0 0 0,4 8 0 0 0,4 12-850 0 0,0 1 1 0 0,7 25-1 0 0,-15-41-1033 0 0,-1 0 0 0 0,0 0 0 0 0,-1 0 0 0 0,0 0 0 0 0,0 14 0 0 0,-8-1-2243 0 0,2-13 1532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5.5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77 4785 0 0,'75'-5'11048'0'0,"3"-7"-7845"0"0,1-4-6110 0 0,-4-3-4376 0 0,-30 1 1388 0 0,-30 12 3736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5.9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2 3161 0 0,'-13'-1'3994'0'0,"12"7"-1517"0"0,2-4-2390 0 0,0-1 1 0 0,0 1-1 0 0,0-1 1 0 0,0 0-1 0 0,1 1 1 0 0,-1-1-1 0 0,0 0 1 0 0,0 0-1 0 0,1 0 1 0 0,-1 0-1 0 0,1 0 1 0 0,-1 0-1 0 0,3 1 1 0 0,4-1 58 0 0,0 1-1 0 0,0-1 1 0 0,0 0-1 0 0,0-1 1 0 0,0 1 0 0 0,0-2-1 0 0,0 1 1 0 0,0-1 0 0 0,9-2-1 0 0,-10 1-12 0 0,-1 1 0 0 0,0-1 0 0 0,1 2 0 0 0,-1-1 0 0 0,0 1 0 0 0,1 0 0 0 0,-1 0 0 0 0,1 1 0 0 0,-1-1 0 0 0,0 2 0 0 0,0-1 0 0 0,1 1 0 0 0,-1 0 0 0 0,0 0-1 0 0,8 4 1 0 0,-13-4-73 0 0,1 0-1 0 0,0-1 0 0 0,-1 1 0 0 0,1 0 0 0 0,-1 1 1 0 0,0-1-1 0 0,0 0 0 0 0,0 0 0 0 0,0 0 0 0 0,0 1 1 0 0,0-1-1 0 0,-1 0 0 0 0,1 1 0 0 0,-1-1 0 0 0,1 1 1 0 0,-1-1-1 0 0,0 1 0 0 0,0-1 0 0 0,0 1 0 0 0,-1-1 1 0 0,1 0-1 0 0,0 1 0 0 0,-1-1 0 0 0,-1 4 0 0 0,-21 61 281 0 0,19-57-283 0 0,-11 26 34 0 0,7-20-100 0 0,1 0 0 0 0,0 1 0 0 0,2-1-1 0 0,0 1 1 0 0,0 1 0 0 0,-1 21 0 0 0,5-37-10 0 0,1-1 1 0 0,0 0 0 0 0,0 1-1 0 0,0-1 1 0 0,0 0 0 0 0,0 0-1 0 0,0 1 1 0 0,1-1 0 0 0,-1 0-1 0 0,0 0 1 0 0,1 1 0 0 0,-1-1-1 0 0,1 0 1 0 0,-1 0 0 0 0,1 0-1 0 0,-1 0 1 0 0,1 0 0 0 0,0 0-1 0 0,-1 0 1 0 0,1 0 0 0 0,0 0-1 0 0,0 0 1 0 0,0 0 0 0 0,0 0-1 0 0,1 1 1 0 0,0-2-13 0 0,0 1 0 0 0,0 0-1 0 0,0-1 1 0 0,0 1 0 0 0,1-1-1 0 0,-1 0 1 0 0,0 0 0 0 0,0 0-1 0 0,0 0 1 0 0,0 0 0 0 0,0 0-1 0 0,0 0 1 0 0,4-2 0 0 0,3 0-192 0 0,-1-1 1 0 0,0 0 0 0 0,0 0-1 0 0,0-1 1 0 0,0 0 0 0 0,9-6-1 0 0,1-4-1587 0 0,0-1-1 0 0,0-1 0 0 0,-2 0 1 0 0,0-1-1 0 0,22-31 1 0 0,-25 29-343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6.3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3241 0 0,'2'6'580'0'0,"0"-1"0"0"0,-1 1 0 0 0,1-1 0 0 0,-2 1-1 0 0,1-1 1 0 0,0 1 0 0 0,-1 0 0 0 0,0-1 0 0 0,0 1 0 0 0,-2 8 0 0 0,1 2 300 0 0,7 137 2672 0 0,5-53-7674 0 0,-5-78 2662 0 0,-2-37-999 0 0,0-37-879 0 0,-6 20 3561 0 0,1 22-12 0 0,1-1 0 0 0,0 1 0 0 0,0 0 0 0 0,3-18 1 0 0,4 23 3335 0 0,13-11-2059 0 0,44-113 2308 0 0,-53 104 2390 0 0,-19 95-5174 0 0,5 142-1 0 0,6-160-4674 0 0,17 81 0 0 0,-20-132 3440 0 0,0 0 0 0 0,0-1 0 0 0,0 1 0 0 0,0 0 0 0 0,0 0 0 0 0,0-1 0 0 0,0 1 0 0 0,0 0 0 0 0,0-1 0 0 0,0 1 0 0 0,0 0 0 0 0,0-1 0 0 0,1 1 0 0 0,-1-1 0 0 0,0 1 0 0 0,0 0 0 0 0,1-1 0 0 0,-1 1 0 0 0,0-1 0 0 0,1 1 0 0 0,-1 0 0 0 0,1-1-1 0 0,-1 1 1 0 0,1-1 0 0 0,-1 0 0 0 0,1 1 0 0 0,-1-1 0 0 0,1 1 0 0 0,0-1 0 0 0,-1 0 0 0 0,1 1 0 0 0,-1-1 0 0 0,1 0 0 0 0,0 0 0 0 0,-1 1 0 0 0,1-1 0 0 0,0 0 0 0 0,-1 0 0 0 0,1 0 0 0 0,0 0 0 0 0,-1 0 0 0 0,1 0 0 0 0,0 0 0 0 0,-1 0 0 0 0,2-1 0 0 0,8 5-2160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6.6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1 3497 0 0,'-9'12'6348'0'0,"9"9"-4126"0"0,8 23-2577 0 0,-6-34 872 0 0,12 49-391 0 0,6 37-1115 0 0,-14-33-5699 0 0,-11-75 3886 0 0,4 2 1726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7.0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4 270 1208 0 0,'0'-5'228'0'0,"-2"-9"148"0"0,1-1 0 0 0,1 1 0 0 0,0-1 0 0 0,1 1 0 0 0,1-1 0 0 0,3-14 0 0 0,-5 28-239 0 0,1 0 1 0 0,-1 0-1 0 0,1 1 1 0 0,-1-1-1 0 0,1 0 1 0 0,-1 1-1 0 0,1-1 1 0 0,0 1-1 0 0,-1-1 1 0 0,1 1-1 0 0,0-1 1 0 0,-1 1 0 0 0,1-1-1 0 0,0 1 1 0 0,-1 0-1 0 0,1-1 1 0 0,0 1-1 0 0,0 0 1 0 0,0 0-1 0 0,-1 0 1 0 0,1-1-1 0 0,0 1 1 0 0,0 0 0 0 0,0 0-1 0 0,0 0 1 0 0,-1 0-1 0 0,1 0 1 0 0,0 1-1 0 0,0-1 1 0 0,0 0-1 0 0,0 0 1 0 0,-1 0-1 0 0,1 1 1 0 0,0-1-1 0 0,0 0 1 0 0,-1 1 0 0 0,1-1-1 0 0,0 1 1 0 0,-1-1-1 0 0,1 1 1 0 0,1 0-1 0 0,39 26 2224 0 0,-30-19-1633 0 0,-2-3-535 0 0,-1 0 0 0 0,1 0 0 0 0,-1 1-1 0 0,-1 0 1 0 0,1 1 0 0 0,11 13 0 0 0,-17-18-269 0 0,-1 0 1 0 0,0 1-1 0 0,0-1 1 0 0,0 0-1 0 0,0 1 1 0 0,0-1-1 0 0,0 0 1 0 0,-1 1-1 0 0,1-1 1 0 0,-1 1-1 0 0,0-1 1 0 0,1 1 0 0 0,-1-1-1 0 0,0 1 1 0 0,-1-1-1 0 0,1 1 1 0 0,0-1-1 0 0,-1 1 1 0 0,1-1-1 0 0,-1 1 1 0 0,0-1-1 0 0,0 0 1 0 0,0 1-1 0 0,0-1 1 0 0,0 0-1 0 0,0 0 1 0 0,-1 0-1 0 0,1 1 1 0 0,-1-2-1 0 0,1 1 1 0 0,-1 0-1 0 0,-2 2 1 0 0,-3 2-349 0 0,0 1 1 0 0,0-2-1 0 0,-1 1 1 0 0,0-1-1 0 0,-16 8 1 0 0,17-9 514 0 0,0 0 0 0 0,0 0 0 0 0,0 0 0 0 0,0 1 0 0 0,1 0 0 0 0,0 0 0 0 0,-9 10 0 0 0,17-10 1260 0 0,11-4-836 0 0,12-2-279 0 0,-13-2-335 0 0,0 0 0 0 0,0 0 0 0 0,-1-1 0 0 0,1 0 0 0 0,11-7 0 0 0,-14 6-949 0 0,1-1 1 0 0,-1 0 0 0 0,-1-1-1 0 0,1 1 1 0 0,14-17-1 0 0,-21 22 894 0 0,-1-1-1 0 0,0 0 0 0 0,1 0 0 0 0,-1 0 1 0 0,0 0-1 0 0,0 1 0 0 0,0-1 0 0 0,-1-1 0 0 0,1 1 1 0 0,0 0-1 0 0,-1 0 0 0 0,1 0 0 0 0,-1 0 1 0 0,0-4-1 0 0,2-6-487 0 0,8-8-1101 0 0</inkml:trace>
  <inkml:trace contextRef="#ctx0" brushRef="#br0" timeOffset="1">368 0 3305 0 0,'-1'1'689'0'0,"-1"0"1"0"0,1-1-1 0 0,-1 1 1 0 0,1 0-1 0 0,-1 0 1 0 0,1 0-1 0 0,0 0 1 0 0,0 0-1 0 0,0 0 0 0 0,-1 0 1 0 0,1 1-1 0 0,0-1 1 0 0,0 0-1 0 0,1 1 1 0 0,-2 1-1 0 0,-9 30 3570 0 0,5 38-3716 0 0,6-59 30 0 0,0 16-1319 0 0,2 0-1 0 0,7 47 1 0 0,19 53-9511 0 0,-22-105 7371 0 0,0-1-291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4:07.4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 11 2673 0 0,'-6'15'245'0'0,"2"0"1"0"0,0 0-1 0 0,1 0 1 0 0,0 1 0 0 0,1-1-1 0 0,1 1 1 0 0,1 18-1 0 0,0-29-186 0 0,0 0 0 0 0,1 0-1 0 0,0 0 1 0 0,0 0 0 0 0,0 0-1 0 0,1 0 1 0 0,0 0 0 0 0,0-1-1 0 0,0 1 1 0 0,0-1 0 0 0,5 7 0 0 0,-5-8-4 0 0,1-1 0 0 0,-1 0 1 0 0,0 0-1 0 0,1 1 0 0 0,0-1 1 0 0,-1-1-1 0 0,1 1 0 0 0,0 0 0 0 0,0-1 1 0 0,0 0-1 0 0,0 1 0 0 0,0-1 1 0 0,0 0-1 0 0,1-1 0 0 0,-1 1 1 0 0,0 0-1 0 0,0-1 0 0 0,1 0 1 0 0,4 0-1 0 0,-3-1 147 0 0,0 1 0 0 0,0-2 0 0 0,0 1 0 0 0,0 0 0 0 0,0-1 1 0 0,0 0-1 0 0,0 0 0 0 0,-1-1 0 0 0,1 1 0 0 0,-1-1 0 0 0,1 0 0 0 0,-1 0 0 0 0,0-1 0 0 0,0 1 0 0 0,-1-1 0 0 0,1 0 0 0 0,-1 0 0 0 0,1 0 1 0 0,-1 0-1 0 0,-1-1 0 0 0,1 1 0 0 0,-1-1 0 0 0,4-8 0 0 0,-3 7 59 0 0,0 0 0 0 0,-1 0 0 0 0,0 0 0 0 0,0-1 1 0 0,0 1-1 0 0,-1 0 0 0 0,0-1 0 0 0,0 1 0 0 0,-1-1 0 0 0,0 0 0 0 0,0 1 1 0 0,0-1-1 0 0,-1 1 0 0 0,0-1 0 0 0,0 1 0 0 0,-1-1 0 0 0,1 1 0 0 0,-6-10 0 0 0,6 13-212 0 0,-2 0 0 0 0,1 1 0 0 0,0 0 0 0 0,0-1-1 0 0,-1 1 1 0 0,1 0 0 0 0,-1 0 0 0 0,0 0 0 0 0,0 1-1 0 0,1-1 1 0 0,-1 1 0 0 0,0-1 0 0 0,0 1 0 0 0,-1 0-1 0 0,1 0 1 0 0,0 0 0 0 0,0 1 0 0 0,0-1 0 0 0,-1 1-1 0 0,1-1 1 0 0,0 1 0 0 0,0 0 0 0 0,-1 1 0 0 0,1-1-1 0 0,0 0 1 0 0,-7 3 0 0 0,-10 1-1253 0 0,1 2 0 0 0,-1 0-1 0 0,-22 11 1 0 0,19-8-1192 0 0,20-8 2043 0 0,-1 0 0 0 0,1 0 0 0 0,-1-1 0 0 0,0 1 0 0 0,0-1 0 0 0,1 0 0 0 0,-1 0 0 0 0,0 0 0 0 0,0 0 0 0 0,1-1 0 0 0,-1 1 0 0 0,0-1 0 0 0,-4-2 0 0 0,-7 0-767 0 0,-13 4-2206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3.7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5969 0 0,'18'-3'4345'0'0,"59"-12"-2921"0"0,-59 13-2766 0 0,0-1 0 0 0,30 2 0 0 0,-34-1-3255 0 0,-8 5 2018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4.1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2793 0 0,'1'13'1537'0'0,"0"0"0"0"0,1 1 0 0 0,5 15 0 0 0,3 19-154 0 0,-8-31-1204 0 0,55 370-249 0 0,-46-340-5385 0 0,-8-38 1925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4.5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 3705 0 0,'4'135'5411'0'0,"1"-73"-3738"0"0,15 76-1 0 0,-2-78-1136 0 0,-12-94-316 0 0,-2-65-1136 0 0,-4 77 691 0 0,0-1 0 0 0,1 0-1 0 0,1 0 1 0 0,1 1-1 0 0,1-1 1 0 0,1 1 0 0 0,16-42-1 0 0,-21 62 225 0 0,1 0 0 0 0,-1 0 0 0 0,1 1 0 0 0,0-1 0 0 0,0 0 0 0 0,0 1 0 0 0,0-1 0 0 0,0 1 0 0 0,0-1 0 0 0,0 1 0 0 0,1-1 0 0 0,-1 1 0 0 0,0 0-1 0 0,1-1 1 0 0,-1 1 0 0 0,1 0 0 0 0,-1 0 0 0 0,1 0 0 0 0,0 0 0 0 0,-1 1 0 0 0,1-1 0 0 0,0 0 0 0 0,0 1 0 0 0,2-1 0 0 0,-1 1 51 0 0,-1 1 0 0 0,0-1 1 0 0,0 1-1 0 0,0 0 0 0 0,0 0 0 0 0,0 0 1 0 0,0 0-1 0 0,0 0 0 0 0,0 0 0 0 0,0 0 1 0 0,-1 1-1 0 0,1-1 0 0 0,0 1 1 0 0,-1-1-1 0 0,1 1 0 0 0,-1 0 0 0 0,2 2 1 0 0,6 9 281 0 0,-1 0 0 0 0,-1 1 0 0 0,0-1 0 0 0,8 24 0 0 0,-4-1 281 0 0,9 54 0 0 0,4 18-505 0 0,-11-89-1807 0 0,-13-19 1555 0 0,0 1-1 0 0,0-1 1 0 0,1 0-1 0 0,-1 0 1 0 0,0 1 0 0 0,1-1-1 0 0,-1 0 1 0 0,0 0 0 0 0,1 1-1 0 0,-1-1 1 0 0,0 0-1 0 0,1 0 1 0 0,-1 0 0 0 0,1 0-1 0 0,-1 0 1 0 0,0 0-1 0 0,1 0 1 0 0,-1 0 0 0 0,1 0-1 0 0,-1 0 1 0 0,0 0-1 0 0,1 0 1 0 0,-1 0 0 0 0,1 0-1 0 0,-1 0 1 0 0,0 0-1 0 0,1 0 1 0 0,-1 0 0 0 0,0 0-1 0 0,1-1 1 0 0,-1 1 0 0 0,0 0-1 0 0,1 0 1 0 0,-1-1-1 0 0,0 1 1 0 0,1 0 0 0 0,-1 0-1 0 0,0-1 1 0 0,1 1-1 0 0,-1 0 1 0 0,0-1 0 0 0,0 1-1 0 0,0 0 1 0 0,1-1-1 0 0,-1 1 1 0 0,0 0 0 0 0,0-1-1 0 0,0 1 1 0 0,0 0 0 0 0,0-1-1 0 0,1 0 1 0 0,3-7-3516 0 0</inkml:trace>
  <inkml:trace contextRef="#ctx0" brushRef="#br0" timeOffset="1">209 48 6137 0 0,'-2'5'2389'0'0,"11"-1"-1048"0"0,13 1 121 0 0,13-6-1189 0 0,1-1 0 0 0,0-2 0 0 0,-1-2 0 0 0,48-13-1 0 0,2 0-3932 0 0,-63 11-871 0 0,-15 6 1213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4.9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 3689 0 0,'-5'37'3778'0'0,"-3"67"1"0"0,18 110-918 0 0,-8-187-2680 0 0,2 0 1 0 0,10 40-1 0 0,-12-58-582 0 0,1 0 0 0 0,0 0 0 0 0,1-1-1 0 0,-1 1 1 0 0,2-1 0 0 0,-1 0 0 0 0,1 0 0 0 0,0-1-1 0 0,1 1 1 0 0,0-1 0 0 0,8 7 0 0 0,-13-13 79 0 0,-1 0 176 0 0,1-1 0 0 0,-1 0 0 0 0,0 1 0 0 0,0-1 0 0 0,1 0 0 0 0,-1 0 0 0 0,0 1 0 0 0,1-1 0 0 0,-1 0 0 0 0,0 1 0 0 0,1-1 0 0 0,-1 0-1 0 0,0 0 1 0 0,1 0 0 0 0,-1 0 0 0 0,1 1 0 0 0,-1-1 0 0 0,0 0 0 0 0,1 0 0 0 0,-1 0 0 0 0,1 0 0 0 0,-1 0 0 0 0,1 0 0 0 0,-1 0 0 0 0,0 0 0 0 0,1 0 0 0 0,-1 0-1 0 0,1 0 1 0 0,-1 0 0 0 0,0 0 0 0 0,1-1 0 0 0,-1 1 0 0 0,1 0 0 0 0,-1 0 0 0 0,1-1 0 0 0,5-1-3207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5.4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1 324 4369 0 0,'0'1'155'0'0,"0"0"-1"0"0,0 1 1 0 0,0-1 0 0 0,0 0 0 0 0,0 0-1 0 0,0 1 1 0 0,0-1 0 0 0,1 0 0 0 0,-1 0-1 0 0,1 1 1 0 0,-1-1 0 0 0,1 0-1 0 0,-1 0 1 0 0,1 0 0 0 0,0 0 0 0 0,-1 0-1 0 0,1 0 1 0 0,0 0 0 0 0,0 0 0 0 0,0 0-1 0 0,0 0 1 0 0,0 0 0 0 0,0-1 0 0 0,1 2-1 0 0,1-1-44 0 0,-1 0 1 0 0,1 0-1 0 0,0 0 0 0 0,-1-1 0 0 0,1 0 0 0 0,-1 1 0 0 0,1-1 1 0 0,0 0-1 0 0,0 0 0 0 0,-1 0 0 0 0,4-1 0 0 0,7-1-66 0 0,0-1-1 0 0,1-1 1 0 0,18-7-1 0 0,-30 10 35 0 0,10-4-158 0 0,0 0-1 0 0,-1 0 0 0 0,0-1 0 0 0,0-1 0 0 0,0 1 0 0 0,-1-2 1 0 0,0 0-1 0 0,17-16 0 0 0,-24 20 3 0 0,0 1-1 0 0,0-1 1 0 0,-1 0-1 0 0,1 0 1 0 0,-1 0-1 0 0,0 0 1 0 0,0-1 0 0 0,0 1-1 0 0,-1-1 1 0 0,1 1-1 0 0,-1-1 1 0 0,0 1 0 0 0,0-1-1 0 0,-1 0 1 0 0,1 1-1 0 0,-1-1 1 0 0,0 0 0 0 0,0 0-1 0 0,-1 1 1 0 0,0-1-1 0 0,1 0 1 0 0,-2 1-1 0 0,1-1 1 0 0,0 1 0 0 0,-1-1-1 0 0,-2-4 1 0 0,2 4 95 0 0,-1 0-1 0 0,1 1 1 0 0,-1-1 0 0 0,0 1-1 0 0,0-1 1 0 0,0 1 0 0 0,-1 0 0 0 0,1 0-1 0 0,-1 1 1 0 0,0-1 0 0 0,0 1-1 0 0,0 0 1 0 0,-1 0 0 0 0,1 0-1 0 0,-1 0 1 0 0,1 1 0 0 0,-1 0 0 0 0,0 0-1 0 0,-8-2 1 0 0,9 3 82 0 0,0 1-1 0 0,0 0 1 0 0,0 0-1 0 0,0 0 1 0 0,1 1 0 0 0,-1-1-1 0 0,0 1 1 0 0,0 0 0 0 0,0 0-1 0 0,1 0 1 0 0,-1 0-1 0 0,1 1 1 0 0,-1-1 0 0 0,1 1-1 0 0,-1 0 1 0 0,1 0-1 0 0,0 1 1 0 0,0-1 0 0 0,0 0-1 0 0,0 1 1 0 0,0 0-1 0 0,1 0 1 0 0,-1 0 0 0 0,1 0-1 0 0,0 0 1 0 0,0 0 0 0 0,-3 5-1 0 0,-3 9 337 0 0,0 0 0 0 0,0 0 0 0 0,2 0 0 0 0,0 1 0 0 0,1 0 0 0 0,-5 34 0 0 0,8-39-301 0 0,1 1 0 0 0,0 0 0 0 0,0-1 1 0 0,2 1-1 0 0,0 0 0 0 0,0 0 0 0 0,1-1 0 0 0,1 1 0 0 0,8 24 0 0 0,-8-33-142 0 0,0 0 0 0 0,0 0-1 0 0,0 0 1 0 0,1 0 0 0 0,0-1-1 0 0,0 1 1 0 0,0-1-1 0 0,0 0 1 0 0,1-1 0 0 0,0 1-1 0 0,0-1 1 0 0,0 1 0 0 0,0-2-1 0 0,0 1 1 0 0,0 0 0 0 0,1-1-1 0 0,0 0 1 0 0,-1 0-1 0 0,1-1 1 0 0,0 0 0 0 0,0 0-1 0 0,-1 0 1 0 0,1 0 0 0 0,0-1-1 0 0,0 0 1 0 0,0-1-1 0 0,0 1 1 0 0,9-3 0 0 0,-4 2-351 0 0,-1-1 0 0 0,0-1 0 0 0,0 0 0 0 0,0 0 0 0 0,0-1 0 0 0,0 0 0 0 0,10-7 1 0 0,-14 8-245 0 0,0-1 0 0 0,0 0 0 0 0,-1-1 0 0 0,1 1 0 0 0,-1-1 0 0 0,0 0 0 0 0,0 0 0 0 0,0-1 0 0 0,-1 0 0 0 0,5-8 0 0 0,3-9-1887 0 0,-1 0 494 0 0</inkml:trace>
  <inkml:trace contextRef="#ctx0" brushRef="#br0" timeOffset="1">399 0 3905 0 0,'5'100'6287'0'0,"6"0"-3385"0"0,53 194-1433 0 0,-66-311-1380 0 0,2 0 1 0 0,-1-1-1 0 0,2 1 1 0 0,1 0-1 0 0,3-20 0 0 0,-3 23-105 0 0,1 0 0 0 0,0 0 0 0 0,0 1 0 0 0,2-1 0 0 0,-1 1 0 0 0,2 0 0 0 0,0 0 0 0 0,15-23 0 0 0,-14 28 39 0 0,1 1 0 0 0,0 0 0 0 0,0 0 0 0 0,0 1 1 0 0,1 0-1 0 0,0 0 0 0 0,0 1 0 0 0,1 0 0 0 0,0 1 0 0 0,12-4 0 0 0,-14 6-343 0 0,0-1 0 0 0,1 2 1 0 0,-1-1-1 0 0,1 1 0 0 0,15 0 1 0 0,-19 1-421 0 0,1 1 1 0 0,-1 0 0 0 0,1-1-1 0 0,-1 2 1 0 0,0-1 0 0 0,1 1-1 0 0,-1-1 1 0 0,0 2 0 0 0,8 3-1 0 0,10 11-2845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5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 6537 0 0,'126'-3'9154'0'0,"1"-3"-8254"0"0,-11-1-4200 0 0,-114 7 2901 0 0,-1 0 0 0 0,1 0-1 0 0,-1 0 1 0 0,1 0 0 0 0,-1 0 0 0 0,0-1 0 0 0,1 1 0 0 0,-1-1 0 0 0,0 1 0 0 0,1-1 0 0 0,-1 0-1 0 0,0 1 1 0 0,1-1 0 0 0,-1 0 0 0 0,2-1 0 0 0,-1 0-371 0 0,8-1-3877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7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209 328 2921 0 0,'-16'-68'7137'0'0,"6"-3"-5083"0"0,8 45-1973 0 0,-2 0 1 0 0,0 0 0 0 0,-2 1-1 0 0,-9-27 1 0 0,15 50-53 0 0,-1 1-1 0 0,1-1 1 0 0,-1 0-1 0 0,1 1 1 0 0,-1-1-1 0 0,0 0 1 0 0,0 1-1 0 0,0-1 1 0 0,0 0-1 0 0,0 1 1 0 0,0 0-1 0 0,0-1 1 0 0,0 1-1 0 0,0 0 1 0 0,-1-1-1 0 0,1 1 1 0 0,-1 0-1 0 0,1 0 1 0 0,-1 0-1 0 0,1 0 1 0 0,-1 0-1 0 0,1 0 1 0 0,-1 1-1 0 0,0-1 1 0 0,-2 0-1 0 0,2 2 3 0 0,0-1-1 0 0,0 1 0 0 0,1-1 0 0 0,-1 1 1 0 0,0 0-1 0 0,0 0 0 0 0,0 0 0 0 0,1 0 1 0 0,-1 1-1 0 0,0-1 0 0 0,1 0 0 0 0,-1 1 0 0 0,1-1 1 0 0,0 1-1 0 0,-1-1 0 0 0,1 1 0 0 0,0-1 1 0 0,-1 3-1 0 0,-7 11 176 0 0,1 0 1 0 0,0 0-1 0 0,-10 33 1 0 0,6-1 20 0 0,1 0 1 0 0,2 0-1 0 0,3 1 1 0 0,1 0-1 0 0,3 0 0 0 0,1 0 1 0 0,3 0-1 0 0,2 0 1 0 0,2 0-1 0 0,23 88 1 0 0,-26-125-271 0 0,2 7-322 0 0,-1 0 0 0 0,0 1 0 0 0,1 30 0 0 0,-7-58-957 0 0,0 0 1 0 0,-1-1-1 0 0,0 1 0 0 0,0 0 1 0 0,-1 0-1 0 0,-5-9 1 0 0,-2-3-711 0 0,0-8-1210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7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50 5281 0 0,'-9'9'3812'0'0,"11"-5"-1379"0"0,23-2-509 0 0,36-10-1474 0 0,-5-5-476 0 0,139-25-548 0 0,-164 35-1740 0 0,0 1 1 0 0,43 3 0 0 0,-41 3-877 0 0,-3-2 452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8.1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1 3017 0 0,'-4'1'467'0'0,"0"0"1"0"0,0 0-1 0 0,0 0 1 0 0,0 1 0 0 0,1 0-1 0 0,-1 0 1 0 0,1 0-1 0 0,-1 0 1 0 0,1 0 0 0 0,0 0-1 0 0,0 1 1 0 0,-5 5 0 0 0,2-1-15 0 0,-1 0 1 0 0,2 1-1 0 0,-1 0 1 0 0,1 0-1 0 0,-4 9 1 0 0,-2 10 130 0 0,0 1 0 0 0,-10 38 1 0 0,20-61-550 0 0,0 0 1 0 0,0 0 0 0 0,0 0 0 0 0,0 0 0 0 0,1 0 0 0 0,0 0 0 0 0,0 0 0 0 0,0 0 0 0 0,0 0 0 0 0,1 0 0 0 0,0 0 0 0 0,0 0-1 0 0,1 0 1 0 0,-1 0 0 0 0,1 0 0 0 0,0-1 0 0 0,0 1 0 0 0,0 0 0 0 0,1-1 0 0 0,0 0 0 0 0,6 8 0 0 0,-6-9-36 0 0,1 0 0 0 0,-1-1 0 0 0,1 1 0 0 0,0-1 0 0 0,-1 0 0 0 0,1 1 1 0 0,0-2-1 0 0,0 1 0 0 0,0-1 0 0 0,1 1 0 0 0,-1-1 0 0 0,0 0 0 0 0,0 0 0 0 0,1-1 1 0 0,-1 0-1 0 0,0 1 0 0 0,1-1 0 0 0,-1-1 0 0 0,1 1 0 0 0,-1-1 0 0 0,0 1 1 0 0,0-1-1 0 0,1 0 0 0 0,-1-1 0 0 0,8-3 0 0 0,-7 3-91 0 0,0-1 0 0 0,-1 0-1 0 0,1-1 1 0 0,-1 1 0 0 0,1-1 0 0 0,-1 0-1 0 0,0 0 1 0 0,-1 0 0 0 0,1-1-1 0 0,-1 1 1 0 0,0-1 0 0 0,0 0 0 0 0,0 0-1 0 0,0 0 1 0 0,-1 0 0 0 0,0 0 0 0 0,0-1-1 0 0,-1 1 1 0 0,1 0 0 0 0,-1-1 0 0 0,0 0-1 0 0,0-7 1 0 0,0 2 8 0 0,0 0-1 0 0,-1 0 1 0 0,0 0-1 0 0,-1 0 1 0 0,0 0 0 0 0,0 0-1 0 0,-1 0 1 0 0,-1 0-1 0 0,0 0 1 0 0,-7-16-1 0 0,10 26 111 0 0,0 1 0 0 0,-1-1 0 0 0,1 0 0 0 0,0 0-1 0 0,0 0 1 0 0,-1 0 0 0 0,1 0 0 0 0,-1 1 0 0 0,1-1-1 0 0,-1 0 1 0 0,1 0 0 0 0,-1 1 0 0 0,1-1 0 0 0,-1 0-1 0 0,0 1 1 0 0,1-1 0 0 0,-1 0 0 0 0,0 1 0 0 0,0-1-1 0 0,1 1 1 0 0,-1-1 0 0 0,0 1 0 0 0,0 0 0 0 0,0-1-1 0 0,0 1 1 0 0,0 0 0 0 0,0-1 0 0 0,0 2 24 0 0,0 0 0 0 0,0 0 1 0 0,0 0-1 0 0,1 0 0 0 0,-1 0 0 0 0,0 0 1 0 0,1 0-1 0 0,-1 0 0 0 0,1 0 1 0 0,-1 0-1 0 0,1 0 0 0 0,0 0 0 0 0,-1 0 1 0 0,1 0-1 0 0,0 0 0 0 0,0 1 1 0 0,0 0-1 0 0,-3 56 1091 0 0,4-45-1029 0 0,1-1 1 0 0,1 1-1 0 0,0-1 1 0 0,1 0 0 0 0,0 0-1 0 0,1 0 1 0 0,0-1-1 0 0,1 1 1 0 0,0-1 0 0 0,13 17-1 0 0,-14-22-349 0 0,0 0 0 0 0,0 0 0 0 0,1 0 1 0 0,0-1-1 0 0,0 0 0 0 0,0 0 0 0 0,1 0 0 0 0,-1-1 0 0 0,1 0 0 0 0,0 0 0 0 0,1-1 0 0 0,-1 0 0 0 0,0 0 1 0 0,1 0-1 0 0,0-1 0 0 0,0-1 0 0 0,-1 1 0 0 0,10 0 0 0 0,-14-2-116 0 0,-1 0 0 0 0,1 0 0 0 0,-1 0 0 0 0,0-1 0 0 0,1 1 0 0 0,-1 0-1 0 0,0-1 1 0 0,1 0 0 0 0,-1 1 0 0 0,0-1 0 0 0,0 0 0 0 0,1 0 0 0 0,-1 0 0 0 0,0-1 0 0 0,0 1 0 0 0,0 0 0 0 0,-1-1 0 0 0,4-3 0 0 0,9-5-2856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8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43 2385 0 0,'-1'-2'338'0'0,"1"1"0"0"0,-1 0 0 0 0,0-1 1 0 0,1 1-1 0 0,-1 0 0 0 0,0 0 0 0 0,0-1 1 0 0,0 1-1 0 0,0 0 0 0 0,0 0 0 0 0,0 0 1 0 0,0 0-1 0 0,0 1 0 0 0,0-1 0 0 0,-1 0 1 0 0,1 0-1 0 0,0 1 0 0 0,-1-1 0 0 0,1 0 1 0 0,0 1-1 0 0,-1-1 0 0 0,1 1 0 0 0,0 0 1 0 0,-1 0-1 0 0,1-1 0 0 0,-3 1 1 0 0,1 1-59 0 0,-1-1 0 0 0,1 1 0 0 0,0 0 1 0 0,0 0-1 0 0,0 1 0 0 0,0-1 0 0 0,1 0 1 0 0,-1 1-1 0 0,0 0 0 0 0,1-1 1 0 0,-5 5-1 0 0,-3 3 56 0 0,0 1-1 0 0,0 1 1 0 0,1-1 0 0 0,-13 22 0 0 0,15-21-261 0 0,1 0 0 0 0,0 0 1 0 0,1 0-1 0 0,0 1 0 0 0,1 0 1 0 0,1 0-1 0 0,-4 20 0 0 0,6-29-146 0 0,1 0-1 0 0,0-1 0 0 0,0 1 1 0 0,0 0-1 0 0,0-1 0 0 0,0 1 1 0 0,0 0-1 0 0,1-1 1 0 0,0 1-1 0 0,-1-1 0 0 0,1 1 1 0 0,0-1-1 0 0,0 1 0 0 0,0-1 1 0 0,1 1-1 0 0,-1-1 0 0 0,0 0 1 0 0,1 0-1 0 0,0 0 1 0 0,-1 0-1 0 0,1 0 0 0 0,0 0 1 0 0,0 0-1 0 0,0-1 0 0 0,0 1 1 0 0,1 0-1 0 0,-1-1 1 0 0,0 0-1 0 0,1 0 0 0 0,-1 0 1 0 0,0 0-1 0 0,1 0 0 0 0,-1 0 1 0 0,1 0-1 0 0,0-1 0 0 0,-1 1 1 0 0,1-1-1 0 0,0 0 1 0 0,-1 0-1 0 0,1 0 0 0 0,4-1 1 0 0,0 2-474 0 0,-1-1 0 0 0,1 0 1 0 0,0-1-1 0 0,0 1 0 0 0,-1-1 1 0 0,1-1-1 0 0,-1 1 0 0 0,1-1 1 0 0,-1 0-1 0 0,1-1 0 0 0,7-4 1 0 0,-2-1-644 0 0,0-1 1 0 0,0 0-1 0 0,-1 0 1 0 0,11-14-1 0 0,-33 30 8563 0 0,10-1-5067 0 0,18-4-2023 0 0,13-5-160 0 0,-1-1 0 0 0,0-2-1 0 0,-1 0 1 0 0,31-12 0 0 0,-48 14-99 0 0,-1 0 0 0 0,0 0 0 0 0,0-1 1 0 0,-1 0-1 0 0,0 0 0 0 0,1-1 0 0 0,-2-1 0 0 0,1 1 0 0 0,-1-1 0 0 0,0-1 1 0 0,0 0-1 0 0,-1 0 0 0 0,0 0 0 0 0,8-14 0 0 0,-14 20-7 0 0,1-1-1 0 0,-1 1 1 0 0,0-1 0 0 0,1 0-1 0 0,-2 0 1 0 0,1 0 0 0 0,0 0-1 0 0,0 1 1 0 0,-1-1 0 0 0,1 0-1 0 0,-1 0 1 0 0,0 0 0 0 0,0 0-1 0 0,0 0 1 0 0,-1 0 0 0 0,0-3-1 0 0,1 4-5 0 0,-1 0 0 0 0,0 0 0 0 0,0 0 1 0 0,0 0-1 0 0,0 1 0 0 0,0-1 0 0 0,-1 0 0 0 0,1 1 0 0 0,0-1 0 0 0,-1 1 0 0 0,1-1 0 0 0,-1 1 0 0 0,0 0 1 0 0,1 0-1 0 0,-1 0 0 0 0,0 0 0 0 0,0 0 0 0 0,-1-1 0 0 0,-4 0 8 0 0,1 0-1 0 0,0 1 1 0 0,0-1 0 0 0,-1 1-1 0 0,1 1 1 0 0,-1-1-1 0 0,1 1 1 0 0,-1 0 0 0 0,1 1-1 0 0,-1-1 1 0 0,1 1 0 0 0,0 1-1 0 0,-9 2 1 0 0,5-1 5 0 0,1 1 0 0 0,-1 0 0 0 0,0 1 1 0 0,1 0-1 0 0,0 0 0 0 0,0 1 0 0 0,1 0 0 0 0,-1 1 1 0 0,1 0-1 0 0,1 0 0 0 0,-1 1 0 0 0,1 0 0 0 0,1 0 0 0 0,0 1 1 0 0,0-1-1 0 0,-9 19 0 0 0,12-20 18 0 0,0 0 1 0 0,1 1-1 0 0,-1-1 1 0 0,2 1-1 0 0,-1-1 1 0 0,1 1-1 0 0,0-1 1 0 0,1 1-1 0 0,0 0 1 0 0,0 0-1 0 0,0-1 0 0 0,1 1 1 0 0,0 0-1 0 0,1-1 1 0 0,0 1-1 0 0,0-1 1 0 0,0 0-1 0 0,1 0 1 0 0,0 1-1 0 0,1-2 0 0 0,-1 1 1 0 0,1 0-1 0 0,1-1 1 0 0,4 7-1 0 0,-4-8-2 0 0,-1 0 0 0 0,1 0 0 0 0,0 0-1 0 0,1-1 1 0 0,-1 1 0 0 0,1-1 0 0 0,0 0-1 0 0,0-1 1 0 0,0 1 0 0 0,0-1 0 0 0,1-1-1 0 0,-1 1 1 0 0,1-1 0 0 0,0 0 0 0 0,0-1 0 0 0,0 1-1 0 0,0-1 1 0 0,0-1 0 0 0,0 1 0 0 0,0-1-1 0 0,0-1 1 0 0,0 1 0 0 0,-1-1 0 0 0,1 0 0 0 0,0-1-1 0 0,8-2 1 0 0,3-1-251 0 0,-1-1-1 0 0,1-1 0 0 0,24-13 1 0 0,41-31-3947 0 0,-82 50 3877 0 0,0 0 0 0 0,1 0 0 0 0,-1 0 0 0 0,0 0 0 0 0,0 0 0 0 0,0 0 0 0 0,0-1 0 0 0,0 1 0 0 0,0 0 0 0 0,-1 0 0 0 0,1-1 0 0 0,0 1 0 0 0,0-1 0 0 0,-1 1 0 0 0,1-3 0 0 0,2-4-1560 0 0,8-5-2019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39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59 152 0 0,'-1'0'189'0'0,"0"1"1"0"0,0-1-1 0 0,1 0 0 0 0,-1 1 0 0 0,0-1 1 0 0,0 1-1 0 0,0 0 0 0 0,1-1 1 0 0,-1 1-1 0 0,0-1 0 0 0,1 1 0 0 0,-1 0 1 0 0,0 0-1 0 0,1-1 0 0 0,-1 1 0 0 0,1 0 1 0 0,-4 4 2936 0 0,6-22-867 0 0,-2 16-2119 0 0,1 0 0 0 0,-1 0-1 0 0,0 0 1 0 0,1 0 0 0 0,-1-1 0 0 0,0 1-1 0 0,0 0 1 0 0,0 0 0 0 0,0 0 0 0 0,0-1-1 0 0,0 1 1 0 0,0 0 0 0 0,-1 0 0 0 0,1 0-1 0 0,0 0 1 0 0,0-1 0 0 0,-1 1 0 0 0,1 0-1 0 0,-1 0 1 0 0,1 0 0 0 0,-1 0 0 0 0,0 0-1 0 0,1 0 1 0 0,-1 0 0 0 0,0 0 0 0 0,-1-1-1 0 0,0 1-8 0 0,0 0 0 0 0,-1 1 0 0 0,1 0 0 0 0,0-1 0 0 0,0 1 0 0 0,0 0-1 0 0,0 0 1 0 0,-1 0 0 0 0,1 0 0 0 0,-4 1 0 0 0,4 0-274 0 0,-1-1 0 0 0,1 0 0 0 0,0 0 0 0 0,-1 1 0 0 0,1-1 0 0 0,0-1 0 0 0,-1 1 0 0 0,1 0 0 0 0,0 0 1 0 0,0-1-1 0 0,-1 0 0 0 0,1 1 0 0 0,0-1 0 0 0,-3-1 0 0 0,0-8-4379 0 0,5 0-283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53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 5073 0 0,'49'-8'7896'0'0,"36"-3"-6866"0"0,-79 11-943 0 0,0 0 1 0 0,0 0 0 0 0,1 0-1 0 0,-1 1 1 0 0,0 0-1 0 0,0 0 1 0 0,-1 1 0 0 0,1 0-1 0 0,0 0 1 0 0,0 0-1 0 0,10 6 1 0 0,-15-6-38 0 0,1-1 0 0 0,-1 1 0 0 0,0-1 0 0 0,0 1 0 0 0,0-1 0 0 0,0 1 0 0 0,-1 0 0 0 0,1 0 0 0 0,0 0-1 0 0,-1-1 1 0 0,1 1 0 0 0,-1 0 0 0 0,1 0 0 0 0,-1 0 0 0 0,0 0 0 0 0,0 0 0 0 0,0 0 0 0 0,0 0 0 0 0,0 0 0 0 0,0 0 0 0 0,-1-1 0 0 0,1 1 0 0 0,-1 0 0 0 0,1 0 0 0 0,-1 0 0 0 0,0 0 0 0 0,0-1 0 0 0,0 1 0 0 0,1 0 0 0 0,-3 2 0 0 0,-33 53 395 0 0,-12 1-80 0 0,38-49-356 0 0,1 1 1 0 0,0 0 0 0 0,1 0-1 0 0,0 1 1 0 0,1 0-1 0 0,0 1 1 0 0,1-1-1 0 0,0 1 1 0 0,1 0 0 0 0,0 1-1 0 0,-3 15 1 0 0,6-21-16 0 0,1 0-1 0 0,0 0 1 0 0,0 0 0 0 0,1 1 0 0 0,0-1-1 0 0,0 0 1 0 0,1 0 0 0 0,-1 1 0 0 0,4 9-1 0 0,-4-16 5 0 0,1 1 0 0 0,0-1-1 0 0,-1 1 1 0 0,1 0 0 0 0,0-1-1 0 0,0 1 1 0 0,0-1 0 0 0,0 0-1 0 0,0 1 1 0 0,1-1 0 0 0,-1 0-1 0 0,0 0 1 0 0,0 0 0 0 0,1 0-1 0 0,-1 0 1 0 0,1 0-1 0 0,2 1 1 0 0,-2-1 4 0 0,1 0-1 0 0,0 0 1 0 0,0-1 0 0 0,0 0-1 0 0,0 1 1 0 0,0-1 0 0 0,0 0-1 0 0,0 0 1 0 0,0-1 0 0 0,0 1-1 0 0,0-1 1 0 0,0 1 0 0 0,4-3-1 0 0,142-48-538 0 0,-148 51 303 0 0,-1-1 1 0 0,1 1-1 0 0,-1 0 0 0 0,0 0 0 0 0,1-1 1 0 0,-1 1-1 0 0,0 0 0 0 0,1-1 1 0 0,-1 1-1 0 0,0 0 0 0 0,1-1 0 0 0,-1 1 1 0 0,0 0-1 0 0,1-1 0 0 0,-1 1 1 0 0,0-1-1 0 0,0 1 0 0 0,0-1 0 0 0,0 1 1 0 0,1-1-1 0 0,-1 1 0 0 0,0 0 1 0 0,0-1-1 0 0,0 1 0 0 0,0-1 0 0 0,0 1 1 0 0,0-1-1 0 0,0 1 0 0 0,0-1 1 0 0,0 1-1 0 0,0-1 0 0 0,0 1 0 0 0,-1-1 1 0 0,1 1-1 0 0,0-1 0 0 0,0 1 1 0 0,0 0-1 0 0,0-1 0 0 0,-1 1 1 0 0,1-1-1 0 0,0 1 0 0 0,-1-1 0 0 0,-1-5-1332 0 0,4-3-2451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53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5225 0 0,'1'8'7085'0'0,"-1"12"-4330"0"0,2 52-1846 0 0,0-17-82 0 0,-1-21-582 0 0,0 1 1 0 0,3-1 0 0 0,1 1-1 0 0,18 66 1 0 0,-11-84-1056 0 0,-11-16 677 0 0,-1-1 0 0 0,0 0 1 0 0,1 0-1 0 0,-1 0 0 0 0,1 0 0 0 0,-1 0 0 0 0,0 0 1 0 0,1 0-1 0 0,-1 0 0 0 0,1 0 0 0 0,-1 0 1 0 0,0 0-1 0 0,1 0 0 0 0,-1 0 0 0 0,0-1 0 0 0,1 1 1 0 0,-1 0-1 0 0,0 0 0 0 0,1 0 0 0 0,-1 0 1 0 0,0-1-1 0 0,1 1 0 0 0,-1 0 0 0 0,0 0 1 0 0,1-1-1 0 0,-1 1 0 0 0,0 0 0 0 0,0-1 0 0 0,1 1 1 0 0,-1-1-1 0 0,1-1-656 0 0,1 0-1 0 0,-1-1 1 0 0,0 1-1 0 0,1-1 1 0 0,-2 0 0 0 0,1 1-1 0 0,0-1 1 0 0,0 0-1 0 0,0-5 1 0 0,1-6-3092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54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 4441 0 0,'-1'1'467'0'0,"0"1"1"0"0,0-1-1 0 0,0 1 1 0 0,0-1-1 0 0,1 1 1 0 0,-1-1-1 0 0,0 1 1 0 0,0 0-1 0 0,1-1 1 0 0,-1 1-1 0 0,1 0 1 0 0,0-1-1 0 0,-1 1 1 0 0,1 0-1 0 0,0 0 1 0 0,0 1-1 0 0,-1 36 980 0 0,1-35-1118 0 0,-1 20 90 0 0,1-15-335 0 0,-1 1 1 0 0,1-1 0 0 0,1 1 0 0 0,0-1 0 0 0,2 12 0 0 0,-3-19-79 0 0,1 0 0 0 0,0 0 1 0 0,0 0-1 0 0,-1 0 0 0 0,1 0 0 0 0,0-1 1 0 0,1 1-1 0 0,-1 0 0 0 0,0 0 1 0 0,0-1-1 0 0,1 1 0 0 0,-1-1 0 0 0,1 1 1 0 0,-1-1-1 0 0,1 1 0 0 0,0-1 1 0 0,0 0-1 0 0,-1 0 0 0 0,1 0 0 0 0,0 0 1 0 0,0 0-1 0 0,0 0 0 0 0,0-1 1 0 0,0 1-1 0 0,0-1 0 0 0,0 1 0 0 0,0-1 1 0 0,3 0-1 0 0,6 2-193 0 0,8 0 310 0 0,1-1 0 0 0,0 0 1 0 0,22-3-1 0 0,-36 2-467 0 0,-1-1 0 0 0,1 0 0 0 0,-1-1 1 0 0,1 1-1 0 0,-1-1 0 0 0,1 0 0 0 0,-1 0 1 0 0,0-1-1 0 0,0 0 0 0 0,0 0 0 0 0,0 0 1 0 0,0 0-1 0 0,-1-1 0 0 0,0 1 0 0 0,7-8 0 0 0,-8-1-4495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54.6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3209 0 0,'48'-8'6484'0'0,"29"-21"-4047"0"0,-58 20-2034 0 0,1 1 0 0 0,1 1 1 0 0,25-5-1 0 0,-45 12-348 0 0,0 0 0 0 0,0-1 0 0 0,1 1-1 0 0,-1 0 1 0 0,0 0 0 0 0,0 0 0 0 0,1 0 0 0 0,-1 1 0 0 0,0-1 0 0 0,0 0-1 0 0,1 1 1 0 0,-1-1 0 0 0,0 0 0 0 0,0 1 0 0 0,0-1 0 0 0,1 1 0 0 0,-1 0 0 0 0,0-1-1 0 0,0 1 1 0 0,0 0 0 0 0,0 0 0 0 0,0 0 0 0 0,0 0 0 0 0,-1-1 0 0 0,1 1 0 0 0,0 0-1 0 0,0 1 1 0 0,-1-1 0 0 0,1 0 0 0 0,0 0 0 0 0,-1 0 0 0 0,1 0 0 0 0,-1 0-1 0 0,0 1 1 0 0,1 1 0 0 0,1 6 131 0 0,0 1-1 0 0,-1-1 1 0 0,0 1-1 0 0,-1 11 1 0 0,3 19-1022 0 0,2-34-2630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8:55.0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1 131 6361 0 0,'8'-7'1454'0'0,"0"0"0"0"0,1 0 0 0 0,-1 1 0 0 0,11-5 0 0 0,52-22 626 0 0,-27 17-1561 0 0,66-16 0 0 0,-93 27-337 0 0,-12 4-119 0 0,-1-1 0 0 0,1 1 0 0 0,-1 0 0 0 0,1 0 0 0 0,-1 1 0 0 0,1-1 0 0 0,8 1 0 0 0,-12 1-53 0 0,1-1 1 0 0,-1 1-1 0 0,1-1 0 0 0,-1 1 1 0 0,0 0-1 0 0,0-1 0 0 0,1 1 1 0 0,-1 0-1 0 0,0 0 0 0 0,0 0 1 0 0,0 0-1 0 0,0 0 0 0 0,0 0 1 0 0,0 0-1 0 0,0 1 0 0 0,0-1 1 0 0,0 0-1 0 0,0 0 0 0 0,-1 1 1 0 0,1-1-1 0 0,-1 0 0 0 0,1 1 1 0 0,-1-1-1 0 0,1 1 0 0 0,-1-1 1 0 0,0 1-1 0 0,0-1 0 0 0,1 1 1 0 0,-2 2-1 0 0,3 10-227 0 0,8 51 587 0 0,-10-64-532 0 0,0 0-1 0 0,0 1 1 0 0,0-1-1 0 0,1 0 1 0 0,-1 0 0 0 0,0 0-1 0 0,1 1 1 0 0,-1-1-1 0 0,1 0 1 0 0,-1 0 0 0 0,1 0-1 0 0,0 0 1 0 0,-1 0-1 0 0,1 0 1 0 0,0 0 0 0 0,0 0-1 0 0,0 0 1 0 0,0 0-1 0 0,0-1 1 0 0,0 1 0 0 0,0 0-1 0 0,0-1 1 0 0,0 1-1 0 0,0 0 1 0 0,0-1 0 0 0,0 1-1 0 0,0-1 1 0 0,1 0-1 0 0,-1 1 1 0 0,0-1-1 0 0,0 0 1 0 0,0 0 0 0 0,1 0-1 0 0,-1 0 1 0 0,0 0-1 0 0,0 0 1 0 0,1 0 0 0 0,-1 0-1 0 0,0 0 1 0 0,0-1-1 0 0,3 0 1 0 0,-4 1-23 0 0,1-1-1 0 0,0 1 1 0 0,-1-1-1 0 0,1 1 1 0 0,0-1-1 0 0,-1 0 1 0 0,1 1-1 0 0,-1-1 1 0 0,1 0-1 0 0,-1 1 0 0 0,0-1 1 0 0,1 0-1 0 0,-1 1 1 0 0,0-1-1 0 0,1 0 1 0 0,-1 0-1 0 0,0 0 1 0 0,0 0-1 0 0,0 1 1 0 0,1-1-1 0 0,-1 0 1 0 0,0 0-1 0 0,0 0 1 0 0,0 0-1 0 0,-1 1 1 0 0,1-1-1 0 0,0 0 1 0 0,0 0-1 0 0,0 0 1 0 0,-1-1-1 0 0,0-3-792 0 0,3-6-2298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9:03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 2945 0 0,'-1'14'6282'0'0,"-3"49"-4544"0"0,-10 30 39 0 0,-4 41-121 0 0,17-116-1689 0 0,1-1 0 0 0,1 0 0 0 0,0 1 0 0 0,1-1 0 0 0,8 29 0 0 0,-10-46-11 0 0,0 0 0 0 0,0 0-1 0 0,0 0 1 0 0,0 0 0 0 0,0 0-1 0 0,0 0 1 0 0,0 0 0 0 0,0-1-1 0 0,0 1 1 0 0,0 0 0 0 0,0 0-1 0 0,1 0 1 0 0,-1 0 0 0 0,0 0-1 0 0,0 0 1 0 0,0 0 0 0 0,0 0-1 0 0,0 0 1 0 0,0 0 0 0 0,0 0-1 0 0,0-1 1 0 0,1 1 0 0 0,-1 0-1 0 0,0 0 1 0 0,0 0 0 0 0,0 0-1 0 0,0 0 1 0 0,0 0 0 0 0,0 0-1 0 0,1 0 1 0 0,-1 0 0 0 0,0 0-1 0 0,0 0 1 0 0,0 0 0 0 0,0 0-1 0 0,0 0 1 0 0,0 0 0 0 0,1 0-1 0 0,-1 1 1 0 0,0-1 0 0 0,0 0-1 0 0,0 0 1 0 0,0 0 0 0 0,0 0-1 0 0,0 0 1 0 0,0 0 0 0 0,0 0-1 0 0,1 0 1 0 0,-1 0 0 0 0,0 0-1 0 0,0 0 1 0 0,0 1 0 0 0,0-1-1 0 0,0 0 1 0 0,0 0 0 0 0,0 0-1 0 0,0 0 1 0 0,0 0 0 0 0,0 0-1 0 0,0 0 1 0 0,0 1 0 0 0,0-1-1 0 0,0 0 1 0 0,0 0 0 0 0,0 0-1 0 0,0 0 1 0 0,0 0 0 0 0,0 0-1 0 0,0 1 1 0 0,7-17-2380 0 0,3-21-1016 0 0,-6-7 423 0 0,-1 19 1217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9:04.1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24 984 0 0,'-7'-20'4512'0'0,"7"19"-4415"0"0,0 1 0 0 0,0 0 0 0 0,0 0 0 0 0,0 0-1 0 0,1-1 1 0 0,-1 1 0 0 0,0 0 0 0 0,0 0 0 0 0,0 0 0 0 0,0 0 0 0 0,0-1 0 0 0,1 1-1 0 0,-1 0 1 0 0,0 0 0 0 0,0 0 0 0 0,0 0 0 0 0,1 0 0 0 0,-1 0 0 0 0,0 0 0 0 0,0 0-1 0 0,0-1 1 0 0,1 1 0 0 0,-1 0 0 0 0,0 0 0 0 0,0 0 0 0 0,0 0 0 0 0,1 0 0 0 0,-1 0 0 0 0,0 0-1 0 0,0 0 1 0 0,0 0 0 0 0,1 0 0 0 0,-1 0 0 0 0,0 1 0 0 0,0-1 0 0 0,0 0 0 0 0,1 0-1 0 0,-1 0 1 0 0,0 0 0 0 0,0 0 0 0 0,0 0 0 0 0,1 0 0 0 0,-1 0 0 0 0,0 1 0 0 0,37 24 5702 0 0,-18-11-5968 0 0,50 40 1107 0 0,-8-4-2282 0 0,-18-28-5620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39:04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98 2272 0 0,'34'7'9667'0'0,"10"-10"-6131"0"0,52-17-3359 0 0,-69 13 959 0 0,90-12-67 0 0,-79 15-479 0 0,0-2 1 0 0,51-15-1 0 0,-88 17 223 0 0,-10-8-9265 0 0,2 4 2959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1:57.7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170 677 2721 0 0,'-8'1'3964'0'0,"8"0"-3812"0"0,0-1 1 0 0,-1 0-1 0 0,1 0 0 0 0,0 0 1 0 0,0 1-1 0 0,-1-1 1 0 0,1 0-1 0 0,0 0 0 0 0,-1 0 1 0 0,1 0-1 0 0,0 1 1 0 0,0-1-1 0 0,-1 0 0 0 0,1 0 1 0 0,0 0-1 0 0,-1 0 1 0 0,1 0-1 0 0,0 0 0 0 0,-1 0 1 0 0,1 0-1 0 0,-1 0 1 0 0,1 0-1 0 0,0 0 0 0 0,-1 0 1 0 0,1 0-1 0 0,0 0 1 0 0,0 0-1 0 0,-1-1 0 0 0,1 1 1 0 0,0 0-1 0 0,-1 0 1 0 0,1 0-1 0 0,0 0 0 0 0,-1-1 1 0 0,1 1-1 0 0,0 0 1 0 0,-1-1-1 0 0,-5-4 229 0 0,-1 0 1 0 0,1-1-1 0 0,0 0 1 0 0,0 0-1 0 0,0 0 0 0 0,1-1 1 0 0,0 0-1 0 0,1 0 1 0 0,-1-1-1 0 0,1 1 0 0 0,1-1 1 0 0,-1 0-1 0 0,1 0 0 0 0,-2-9 1 0 0,2 1-389 0 0,1 0 1 0 0,0-1-1 0 0,1 0 0 0 0,1 1 1 0 0,0-1-1 0 0,4-22 1 0 0,1 4-55 0 0,2 1 0 0 0,1-1 0 0 0,23-60 0 0 0,-23 74 31 0 0,1 1 0 0 0,1 0 0 0 0,1 0 0 0 0,1 1 1 0 0,1 0-1 0 0,0 1 0 0 0,19-19 0 0 0,-68 57 208 0 0,-24 41-1 0 0,-74 94-1 0 0,186-226-675 0 0,41-50 5 0 0,-81 107 492 0 0,1 1 0 0 0,0 1-1 0 0,1 0 1 0 0,0 1 0 0 0,1 0 0 0 0,25-13-1 0 0,-39 24 22 0 0,-1-1 0 0 0,1 1-1 0 0,0 0 1 0 0,-1 0 0 0 0,1-1-1 0 0,0 1 1 0 0,-1 0 0 0 0,1 0-1 0 0,0 0 1 0 0,0 0-1 0 0,-1 0 1 0 0,1 0 0 0 0,0 0-1 0 0,-1 0 1 0 0,1 0 0 0 0,0 0-1 0 0,0 0 1 0 0,-1 0 0 0 0,1 1-1 0 0,0-1 1 0 0,-1 0 0 0 0,1 0-1 0 0,0 1 1 0 0,-1-1 0 0 0,1 1-1 0 0,0-1 1 0 0,-1 0-1 0 0,1 1 1 0 0,-1-1 0 0 0,1 1-1 0 0,-1 0 1 0 0,1-1 0 0 0,-1 1-1 0 0,1-1 1 0 0,-1 1 0 0 0,0 0-1 0 0,1-1 1 0 0,-1 1 0 0 0,0 0-1 0 0,0-1 1 0 0,1 2 0 0 0,9 39 278 0 0,-5-17-233 0 0,-2-16-33 0 0,0 0 1 0 0,1 0-1 0 0,0-1 1 0 0,0 1 0 0 0,0-1-1 0 0,1 0 1 0 0,0 0-1 0 0,1-1 1 0 0,0 1 0 0 0,0-1-1 0 0,0-1 1 0 0,1 1-1 0 0,10 6 1 0 0,41 17-2002 0 0,7-8-6381 0 0,-50-17 2560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1:59.7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0 2657 0 0,'-1'1'191'0'0,"0"0"1"0"0,0-1 0 0 0,0 1 0 0 0,0 0 0 0 0,0 0 0 0 0,0-1 0 0 0,0 1-1 0 0,0 0 1 0 0,0 0 0 0 0,0 0 0 0 0,0 0 0 0 0,1 0 0 0 0,-1 0 0 0 0,0 0-1 0 0,1 1 1 0 0,-1-1 0 0 0,1 0 0 0 0,-1 0 0 0 0,1 0 0 0 0,0 1-1 0 0,-1-1 1 0 0,1 0 0 0 0,0 1 0 0 0,0-1 0 0 0,0 3 0 0 0,-4 36 1404 0 0,4-39-1502 0 0,2 53 882 0 0,3 0-1 0 0,1-1 1 0 0,3 1-1 0 0,17 55 1 0 0,16 98 596 0 0,-39-193-1457 0 0,-2-11-72 0 0,0 1 0 0 0,0-1 0 0 0,0 1-1 0 0,-1-1 1 0 0,1 1 0 0 0,-1-1 0 0 0,0 1 0 0 0,0-1 0 0 0,0 1 0 0 0,0 0 0 0 0,-1-1 0 0 0,1 1 0 0 0,-3 5 0 0 0,-4-54 418 0 0,6 9-516 0 0,1-1 0 0 0,8-45-1 0 0,-6 64-30 0 0,2 0 0 0 0,0 0 0 0 0,1 0 0 0 0,1 1 0 0 0,0-1 0 0 0,13-23 0 0 0,-18 40 75 0 0,0 0 0 0 0,-1-1-1 0 0,1 1 1 0 0,0-1 0 0 0,0 1 0 0 0,0 0-1 0 0,0-1 1 0 0,0 1 0 0 0,0 0 0 0 0,0 0 0 0 0,0 0-1 0 0,0 0 1 0 0,0 0 0 0 0,1 0 0 0 0,-1 0-1 0 0,1 0 1 0 0,-1 1 0 0 0,0-1 0 0 0,1 0-1 0 0,-1 1 1 0 0,1-1 0 0 0,-1 1 0 0 0,1 0 0 0 0,0-1-1 0 0,-1 1 1 0 0,3 0 0 0 0,-2 1 2 0 0,1-1 0 0 0,-1 1-1 0 0,0 0 1 0 0,0 0 0 0 0,0 1 0 0 0,0-1 0 0 0,1 0 0 0 0,-2 1 0 0 0,1-1 0 0 0,0 1 0 0 0,0 0-1 0 0,0 0 1 0 0,-1-1 0 0 0,1 1 0 0 0,1 3 0 0 0,4 6 2 0 0,0 1 0 0 0,-1 0-1 0 0,0 0 1 0 0,-1 0 0 0 0,5 16 0 0 0,0 25-17 0 0,-7-36-393 0 0,0 0 1 0 0,10 27-1 0 0,-12-39-354 0 0,2-1 0 0 0,-1 1 0 0 0,0 0 0 0 0,1-1 0 0 0,0 1 0 0 0,0-1 0 0 0,6 6 0 0 0,-9-10 696 0 0,0 0 0 0 0,0 0 0 0 0,0 0 0 0 0,0 0-1 0 0,0 0 1 0 0,0-1 0 0 0,0 1 0 0 0,0 0-1 0 0,0 0 1 0 0,0 0 0 0 0,0 0 0 0 0,0 0-1 0 0,0-1 1 0 0,0 1 0 0 0,0 0 0 0 0,0 0 0 0 0,1 0-1 0 0,-1 0 1 0 0,0 0 0 0 0,0-1 0 0 0,0 1-1 0 0,0 0 1 0 0,0 0 0 0 0,0 0 0 0 0,0 0 0 0 0,0 0-1 0 0,1 0 1 0 0,-1 0 0 0 0,0 0 0 0 0,0 0-1 0 0,0-1 1 0 0,0 1 0 0 0,0 0 0 0 0,0 0-1 0 0,1 0 1 0 0,-1 0 0 0 0,0 0 0 0 0,0 0 0 0 0,0 0-1 0 0,0 0 1 0 0,0 0 0 0 0,1 0 0 0 0,-1 0-1 0 0,0 0 1 0 0,0 0 0 0 0,0 0 0 0 0,0 0-1 0 0,1 0 1 0 0,-1 0 0 0 0,0 0 0 0 0,0 0 0 0 0,0 1-1 0 0,0-1 1 0 0,0 0 0 0 0,0 0 0 0 0,1 0-1 0 0,-1 0 1 0 0,0 0 0 0 0,0 0 0 0 0,0 0 0 0 0,0 0-1 0 0,0 0 1 0 0,0 1 0 0 0,0-1 0 0 0,0 0-1 0 0,1 0 1 0 0,-1 0 0 0 0,0 1 0 0 0,0-2-6 0 0,2-4-2228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0.1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26 168 1952 0 0,'-2'1'292'0'0,"0"0"0"0"0,1 0 0 0 0,-1 0 0 0 0,0 1 0 0 0,1-1 0 0 0,-1 0 0 0 0,1 1 0 0 0,0-1-1 0 0,-1 1 1 0 0,1-1 0 0 0,0 1 0 0 0,0 0 0 0 0,0-1 0 0 0,0 1 0 0 0,0 0 0 0 0,0 0 0 0 0,0 0 0 0 0,1 0-1 0 0,-1 0 1 0 0,1 0 0 0 0,0 0 0 0 0,-1 0 0 0 0,1 0 0 0 0,0 3 0 0 0,0-3-236 0 0,0-1 0 0 0,1 1 0 0 0,-1-1 0 0 0,1 0 0 0 0,-1 1 0 0 0,1-1 0 0 0,-1 0 0 0 0,1 1 0 0 0,0-1 0 0 0,-1 0 0 0 0,1 0 0 0 0,0 0 1 0 0,0 0-1 0 0,0 1 0 0 0,0-1 0 0 0,0 0 0 0 0,0-1 0 0 0,0 1 0 0 0,0 0 0 0 0,0 0 0 0 0,1 0 0 0 0,-1-1 0 0 0,0 1 0 0 0,0-1 0 0 0,1 1 0 0 0,-1-1 0 0 0,1 1 0 0 0,-1-1 0 0 0,0 0 0 0 0,1 1 0 0 0,-1-1 1 0 0,1 0-1 0 0,-1 0 0 0 0,0 0 0 0 0,1 0 0 0 0,1-1 0 0 0,7 0 40 0 0,0-1 0 0 0,0 0 1 0 0,-1 0-1 0 0,1-1 0 0 0,-1-1 0 0 0,0 1 1 0 0,0-1-1 0 0,0-1 0 0 0,0 0 0 0 0,-1 0 1 0 0,1-1-1 0 0,-2 0 0 0 0,1 0 0 0 0,7-8 1 0 0,-12 11-82 0 0,1 0 0 0 0,-1-1 1 0 0,1 0-1 0 0,-1 0 0 0 0,0 0 1 0 0,-1 0-1 0 0,1-1 0 0 0,-1 1 1 0 0,0-1-1 0 0,0 1 1 0 0,0-1-1 0 0,-1 0 0 0 0,1 0 1 0 0,-1 1-1 0 0,0-1 0 0 0,-1 0 1 0 0,1 0-1 0 0,-1 0 0 0 0,0 0 1 0 0,0 0-1 0 0,0 0 0 0 0,-1 0 1 0 0,0 0-1 0 0,0 0 0 0 0,0 0 1 0 0,-1 0-1 0 0,1 1 0 0 0,-1-1 1 0 0,-4-6-1 0 0,6 9-13 0 0,-1 1 0 0 0,0-1 0 0 0,0 0 1 0 0,0 0-1 0 0,0 1 0 0 0,0-1 0 0 0,0 1 0 0 0,0-1 0 0 0,-1 1 0 0 0,1-1 0 0 0,-1 1 0 0 0,1 0 1 0 0,-1 0-1 0 0,1-1 0 0 0,-1 1 0 0 0,0 0 0 0 0,1 1 0 0 0,-1-1 0 0 0,0 0 0 0 0,0 0 0 0 0,0 1 1 0 0,0-1-1 0 0,0 1 0 0 0,1-1 0 0 0,-1 1 0 0 0,0 0 0 0 0,0 0 0 0 0,0 0 0 0 0,0 0 0 0 0,0 0 1 0 0,0 1-1 0 0,0-1 0 0 0,0 0 0 0 0,0 1 0 0 0,0-1 0 0 0,0 1 0 0 0,1 0 0 0 0,-1 0 0 0 0,0 0 0 0 0,0 0 1 0 0,1 0-1 0 0,-1 0 0 0 0,1 0 0 0 0,-1 0 0 0 0,-2 3 0 0 0,-3 2 40 0 0,1 1 0 0 0,0 0 1 0 0,0 0-1 0 0,0 0 0 0 0,1 1 0 0 0,0 0 0 0 0,0 0 0 0 0,-4 11 0 0 0,4-7 50 0 0,1 0 0 0 0,0 0 0 0 0,0 1 0 0 0,1-1 0 0 0,1 1 0 0 0,0 0 0 0 0,1 0 0 0 0,1 0 0 0 0,0 14 0 0 0,0-23-72 0 0,1 1 0 0 0,0-1-1 0 0,0 0 1 0 0,0 0 0 0 0,0 1 0 0 0,1-1-1 0 0,0 0 1 0 0,0 0 0 0 0,0 0-1 0 0,0-1 1 0 0,0 1 0 0 0,1 0 0 0 0,0-1-1 0 0,-1 0 1 0 0,1 0 0 0 0,1 1-1 0 0,-1-2 1 0 0,0 1 0 0 0,1 0-1 0 0,-1-1 1 0 0,1 1 0 0 0,0-1 0 0 0,0 0-1 0 0,0 0 1 0 0,0-1 0 0 0,0 1-1 0 0,0-1 1 0 0,1 0 0 0 0,-1 0 0 0 0,5 0-1 0 0,7 2-118 0 0,1-1 1 0 0,0-1-1 0 0,0-1 0 0 0,0 0 0 0 0,-1-1 0 0 0,1-1 0 0 0,0 0 0 0 0,19-7 1 0 0,-28 7-316 0 0,1-1 1 0 0,-1 0 0 0 0,0-1 0 0 0,-1 0 0 0 0,1 0 0 0 0,-1 0 0 0 0,12-10-1 0 0,-15 10-147 0 0,1 0-1 0 0,-1-1 1 0 0,-1 1-1 0 0,1-1 0 0 0,-1 0 1 0 0,1 1-1 0 0,-1-2 1 0 0,-1 1-1 0 0,1 0 0 0 0,-1 0 1 0 0,0-1-1 0 0,2-7 0 0 0,1-11-2249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0.4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4337 0 0,'-4'40'4011'0'0,"2"49"-1"0"0,4-33-2691 0 0,14 82 1 0 0,-13-120-1491 0 0,16 76 716 0 0,-17-86-975 0 0,1 0 0 0 0,-1 0 1 0 0,1-1-1 0 0,1 1 0 0 0,-1-1 0 0 0,1 0 0 0 0,1 0 1 0 0,-1 0-1 0 0,7 6 0 0 0,-11-12 320 0 0,0-1 0 0 0,1 0 0 0 0,-1 1 0 0 0,0-1 0 0 0,0 0 1 0 0,1 0-1 0 0,-1 1 0 0 0,0-1 0 0 0,1 0 0 0 0,-1 0 0 0 0,0 0 0 0 0,1 0 0 0 0,-1 1 0 0 0,1-1 0 0 0,-1 0 0 0 0,0 0 0 0 0,1 0 0 0 0,-1 0 1 0 0,1 0-1 0 0,-1 0 0 0 0,0 0 0 0 0,1 0 0 0 0,-1 0 0 0 0,1 0 0 0 0,-1 0 0 0 0,0 0 0 0 0,1 0 0 0 0,-1 0 0 0 0,1-1 0 0 0,-1 1 1 0 0,0 0-1 0 0,1 0 0 0 0,-1 0 0 0 0,0-1 0 0 0,1 1 0 0 0,-1 0 0 0 0,0 0 0 0 0,1-1 0 0 0,-1 1 0 0 0,0 0 0 0 0,0 0 0 0 0,1-1 0 0 0,-1 1 1 0 0,0 0-1 0 0,0-1 0 0 0,1 1 0 0 0,-1-1 0 0 0,0 1 0 0 0,0 0 0 0 0,0-1 0 0 0,0 1 0 0 0,0 0 0 0 0,0-1 0 0 0,0 1 0 0 0,0-1 0 0 0,0 1 1 0 0,0 0-1 0 0,0-1 0 0 0,0 1 0 0 0,0-1 0 0 0,0 0 0 0 0,1-2-326 0 0,5-8-2370 0 0</inkml:trace>
  <inkml:trace contextRef="#ctx0" brushRef="#br0" timeOffset="1">194 84 3721 0 0,'-7'32'3491'0'0,"-5"51"1"0"0,10-57-3028 0 0,1 1 0 0 0,2 0 0 0 0,0-1 0 0 0,8 43 0 0 0,-8-63-538 0 0,1 0-1 0 0,-1 0 1 0 0,1-1-1 0 0,1 1 1 0 0,-1-1-1 0 0,1 0 1 0 0,0 1-1 0 0,0-1 1 0 0,0-1-1 0 0,1 1 1 0 0,0 0 0 0 0,5 5-1 0 0,-7-9-186 0 0,0 1 0 0 0,0-1 1 0 0,0 0-1 0 0,0 1 0 0 0,0-1 0 0 0,0 0 0 0 0,0-1 1 0 0,0 1-1 0 0,0 0 0 0 0,0 0 0 0 0,1-1 0 0 0,-1 0 0 0 0,0 1 1 0 0,0-1-1 0 0,1 0 0 0 0,-1 0 0 0 0,0 0 0 0 0,1 0 0 0 0,-1 0 1 0 0,0-1-1 0 0,0 1 0 0 0,1-1 0 0 0,-1 0 0 0 0,0 1 1 0 0,0-1-1 0 0,0 0 0 0 0,0 0 0 0 0,0 0 0 0 0,0-1 0 0 0,0 1 1 0 0,0 0-1 0 0,-1-1 0 0 0,1 1 0 0 0,1-3 0 0 0,11-7-2138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0.8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104 0 3577 0 0,'-4'2'578'0'0,"1"0"0"0"0,-1 1 0 0 0,1-1 0 0 0,0 1 0 0 0,0-1 0 0 0,0 1-1 0 0,0 0 1 0 0,0 0 0 0 0,1 0 0 0 0,-5 7 0 0 0,4-4-162 0 0,-1 1-1 0 0,1-1 1 0 0,1 1 0 0 0,-1 0-1 0 0,-2 13 1 0 0,4-11-309 0 0,-1 0 0 0 0,1 0 0 0 0,1 0 0 0 0,0 0 0 0 0,0 0 0 0 0,1 0 0 0 0,0 0 0 0 0,0 0 0 0 0,1 0 0 0 0,3 9 1 0 0,-3-13-78 0 0,0 1 0 0 0,1 0 0 0 0,0 0-1 0 0,0-1 1 0 0,1 1 0 0 0,-1-1 0 0 0,1 0 0 0 0,0 0 0 0 0,0-1 0 0 0,1 1 0 0 0,0-1 0 0 0,-1 0 0 0 0,2 0 0 0 0,-1 0 0 0 0,0-1 0 0 0,1 0 0 0 0,-1 0 0 0 0,1 0 0 0 0,0-1 0 0 0,9 3 0 0 0,-10-4 8 0 0,0 0-1 0 0,0-1 1 0 0,0 0 0 0 0,0 0-1 0 0,0 0 1 0 0,0 0 0 0 0,0-1-1 0 0,0 0 1 0 0,0 0-1 0 0,0 0 1 0 0,-1 0 0 0 0,1-1-1 0 0,0 0 1 0 0,-1 0 0 0 0,1 0-1 0 0,-1-1 1 0 0,0 1 0 0 0,0-1-1 0 0,0 0 1 0 0,0 0-1 0 0,0-1 1 0 0,-1 1 0 0 0,1-1-1 0 0,-1 0 1 0 0,0 0 0 0 0,4-6-1 0 0,-4 6 7 0 0,0 0-1 0 0,-1 0 1 0 0,1 0 0 0 0,-1-1-1 0 0,0 1 1 0 0,0 0-1 0 0,-1-1 1 0 0,1 1-1 0 0,-1-1 1 0 0,0 0 0 0 0,0 1-1 0 0,-1-1 1 0 0,1 0-1 0 0,-1 0 1 0 0,0 1-1 0 0,-1-1 1 0 0,1 0 0 0 0,-1 0-1 0 0,0 1 1 0 0,0-1-1 0 0,0 1 1 0 0,0-1-1 0 0,-1 1 1 0 0,0-1 0 0 0,0 1-1 0 0,0 0 1 0 0,-1 0-1 0 0,1 0 1 0 0,-7-7-1 0 0,5 6-38 0 0,-1 0 0 0 0,0 1 0 0 0,0 0 0 0 0,-1 0 0 0 0,1 0 0 0 0,-1 0 1 0 0,0 1-1 0 0,0 0 0 0 0,0 0 0 0 0,0 1 0 0 0,0 0 0 0 0,-1 0 0 0 0,1 0 0 0 0,-1 1 0 0 0,0 0 0 0 0,1 0 0 0 0,-1 1 0 0 0,0 0 0 0 0,1 0 0 0 0,-13 2 0 0 0,7 0-223 0 0,1 0 1 0 0,-1 1-1 0 0,1 1 0 0 0,-21 9 1 0 0,-16 14-6030 0 0,42-23 2819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1.2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0 3785 0 0,'-5'6'761'0'0,"1"-1"1"0"0,0 1 0 0 0,0-1-1 0 0,0 1 1 0 0,1 0 0 0 0,0 1-1 0 0,0-1 1 0 0,0 1-1 0 0,1-1 1 0 0,-3 12 0 0 0,-5 41 1130 0 0,3-19-4023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1.6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33 3385 0 0,'1'20'8450'0'0,"15"82"-6507"0"0,-14-92-1845 0 0,22 59 201 0 0,-22-64-295 0 0,0-1 0 0 0,0 1-1 0 0,0-1 1 0 0,1 0 0 0 0,0 0-1 0 0,0 0 1 0 0,0 0 0 0 0,0 0-1 0 0,0 0 1 0 0,1-1 0 0 0,0 0-1 0 0,4 4 1 0 0,-7-7-5 0 0,1 1 0 0 0,-1-1 0 0 0,1 0 0 0 0,-1 0 1 0 0,1 1-1 0 0,0-1 0 0 0,-1 0 0 0 0,1 0 0 0 0,-1 0 0 0 0,1 0 0 0 0,-1-1 0 0 0,1 1 0 0 0,-1 0 1 0 0,1-1-1 0 0,-1 1 0 0 0,1-1 0 0 0,-1 1 0 0 0,1-1 0 0 0,-1 0 0 0 0,0 1 0 0 0,1-1 0 0 0,-1 0 1 0 0,0 0-1 0 0,0 0 0 0 0,0 0 0 0 0,0 0 0 0 0,1-1 0 0 0,-2 1 0 0 0,1 0 0 0 0,0 0 0 0 0,2-3 0 0 0,27-48-217 0 0,-27 45 194 0 0,3-6-17 0 0,-1 0 0 0 0,-1-1 0 0 0,0 0 0 0 0,3-19 0 0 0,1-6-43 0 0,-3 55 226 0 0,0-1 0 0 0,1 0 0 0 0,1 0 1 0 0,14 24-1 0 0,-17-34-70 0 0,-1-1 1 0 0,1 0-1 0 0,0 1 1 0 0,1-2-1 0 0,-1 1 1 0 0,1 0-1 0 0,-1-1 1 0 0,1 0-1 0 0,0 0 1 0 0,0 0-1 0 0,1-1 1 0 0,-1 1-1 0 0,0-1 1 0 0,1-1-1 0 0,-1 1 1 0 0,1-1-1 0 0,0 0 1 0 0,0 0 0 0 0,-1 0-1 0 0,1-1 1 0 0,0 0-1 0 0,0 0 1 0 0,11-2-1 0 0,-13 1-42 0 0,1 0 0 0 0,0-1 0 0 0,-1 1 0 0 0,1-1 0 0 0,-1 0 1 0 0,1 0-1 0 0,-1-1 0 0 0,0 1 0 0 0,0-1 0 0 0,0 0 0 0 0,0 0 0 0 0,-1 0 0 0 0,1 0 0 0 0,-1-1 0 0 0,0 0 0 0 0,0 1 0 0 0,0-1 0 0 0,0 0 1 0 0,-1-1-1 0 0,1 1 0 0 0,-1 0 0 0 0,0-1 0 0 0,0 1 0 0 0,-1-1 0 0 0,0 1 0 0 0,1-1 0 0 0,-1 0 0 0 0,0-7 0 0 0,-1 2-5 0 0,1 1 0 0 0,-2-1 1 0 0,0 1-1 0 0,0 0 0 0 0,0-1 0 0 0,-5-12 0 0 0,6 19-27 0 0,-1 0-1 0 0,0 0 1 0 0,0-1 0 0 0,-1 1-1 0 0,1 0 1 0 0,-1 0 0 0 0,1 0 0 0 0,-1 1-1 0 0,0-1 1 0 0,0 0 0 0 0,0 1-1 0 0,0-1 1 0 0,0 1 0 0 0,-1 0 0 0 0,1-1-1 0 0,-1 1 1 0 0,0 0 0 0 0,0 1-1 0 0,1-1 1 0 0,-1 0 0 0 0,-4-1 0 0 0,15 18-3028 0 0,13 3-1814 0 0,1-17-695 0 0,-7-2 2552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2.0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0 5521 0 0,'-6'1'502'0'0,"1"1"-1"0"0,-1-1 1 0 0,1 1 0 0 0,0 0-1 0 0,-1 1 1 0 0,1-1-1 0 0,0 1 1 0 0,1 0 0 0 0,-1 0-1 0 0,0 1 1 0 0,1-1 0 0 0,-5 5-1 0 0,5-3-274 0 0,0-1 1 0 0,1 1-1 0 0,-1 0 0 0 0,1 0 1 0 0,0 1-1 0 0,0-1 0 0 0,1 0 0 0 0,0 1 1 0 0,0 0-1 0 0,-2 7 0 0 0,2-6-192 0 0,1 0-1 0 0,0 0 0 0 0,1 0 1 0 0,0 0-1 0 0,0 0 0 0 0,0 0 0 0 0,1 0 1 0 0,0 0-1 0 0,0 0 0 0 0,1 0 1 0 0,0 0-1 0 0,0 0 0 0 0,0-1 1 0 0,1 1-1 0 0,0-1 0 0 0,0 0 1 0 0,1 0-1 0 0,0 0 0 0 0,8 10 1 0 0,-8-12-18 0 0,0 0 0 0 0,1 0 1 0 0,0 0-1 0 0,0-1 1 0 0,0 1-1 0 0,0-1 1 0 0,1 0-1 0 0,-1-1 1 0 0,1 1-1 0 0,-1-1 0 0 0,1 0 1 0 0,0-1-1 0 0,0 1 1 0 0,0-1-1 0 0,0 0 1 0 0,0-1-1 0 0,0 1 1 0 0,0-1-1 0 0,0-1 0 0 0,0 1 1 0 0,0-1-1 0 0,0 0 1 0 0,0 0-1 0 0,0-1 1 0 0,6-2-1 0 0,-7 3 14 0 0,0-1 0 0 0,-1 0 0 0 0,1-1-1 0 0,-1 1 1 0 0,1-1 0 0 0,-1 0 0 0 0,0 0 0 0 0,0 0 0 0 0,-1 0 0 0 0,1-1-1 0 0,0 0 1 0 0,-1 0 0 0 0,0 0 0 0 0,0 0 0 0 0,0 0 0 0 0,-1 0-1 0 0,1-1 1 0 0,-1 1 0 0 0,0-1 0 0 0,0 0 0 0 0,-1 0 0 0 0,1 0-1 0 0,-1 0 1 0 0,0 0 0 0 0,-1 0 0 0 0,1 0 0 0 0,-1 0 0 0 0,0 0 0 0 0,0 0-1 0 0,-1-7 1 0 0,0 7-14 0 0,0-1 0 0 0,-1 0 0 0 0,1 1 0 0 0,-1 0 0 0 0,0-1 0 0 0,0 1-1 0 0,-1 0 1 0 0,0 0 0 0 0,0 0 0 0 0,0 0 0 0 0,0 1 0 0 0,-1-1 0 0 0,1 1 0 0 0,-1 0 0 0 0,-1 0-1 0 0,1 0 1 0 0,0 1 0 0 0,-1-1 0 0 0,0 1 0 0 0,1 0 0 0 0,-1 1 0 0 0,-1-1 0 0 0,1 1 0 0 0,0 0-1 0 0,-11-3 1 0 0,9 3-112 0 0,1 1-1 0 0,0 0 0 0 0,-1 0 0 0 0,1 1 0 0 0,-1 0 1 0 0,1 0-1 0 0,-1 0 0 0 0,1 1 0 0 0,-1 0 0 0 0,1 0 0 0 0,0 1 1 0 0,0-1-1 0 0,-1 1 0 0 0,1 1 0 0 0,0-1 0 0 0,1 1 1 0 0,-1 0-1 0 0,0 1 0 0 0,1-1 0 0 0,0 1 0 0 0,0 0 1 0 0,-8 8-1 0 0,13-12-88 0 0,-1 1-1 0 0,0-1 1 0 0,0 1 0 0 0,0 0 0 0 0,1 0-1 0 0,-1-1 1 0 0,0 1 0 0 0,1 0 0 0 0,-1 0-1 0 0,1 0 1 0 0,-1 0 0 0 0,1 0 0 0 0,0 0-1 0 0,-1 0 1 0 0,1 0 0 0 0,0 0 0 0 0,-1 0-1 0 0,1 0 1 0 0,0 0 0 0 0,0 0 0 0 0,0 0-1 0 0,0 0 1 0 0,0 0 0 0 0,0 0 0 0 0,0 0-1 0 0,1 0 1 0 0,-1 0 0 0 0,0 0 0 0 0,0 0-1 0 0,1 0 1 0 0,-1 0 0 0 0,1 0-1 0 0,-1 0 1 0 0,1 0 0 0 0,-1 0 0 0 0,1-1-1 0 0,-1 1 1 0 0,1 0 0 0 0,0 0 0 0 0,-1-1-1 0 0,1 1 1 0 0,0 0 0 0 0,0-1 0 0 0,0 1-1 0 0,0 0 1 0 0,0-1 0 0 0,-1 1 0 0 0,1-1-1 0 0,0 0 1 0 0,0 1 0 0 0,0-1 0 0 0,0 0-1 0 0,0 0 1 0 0,0 1 0 0 0,2-1 0 0 0,18 7-2636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2.3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2689 0 0,'12'24'6218'0'0,"-5"25"-3372"0"0,-3-20-1707 0 0,6 6-410 0 0,2 0 0 0 0,1 0 1 0 0,30 56-1 0 0,-25-156 107 0 0,-15 48-809 0 0,-3 8-24 0 0,1 0-1 0 0,1 0 0 0 0,0 0 1 0 0,0 1-1 0 0,1-1 1 0 0,0 0-1 0 0,0 1 0 0 0,1 0 1 0 0,0 0-1 0 0,7-11 0 0 0,-10 19-10 0 0,0-1 0 0 0,0 0 0 0 0,0 1-1 0 0,1-1 1 0 0,-1 1 0 0 0,0-1 0 0 0,1 1-1 0 0,-1 0 1 0 0,0 0 0 0 0,1-1 0 0 0,-1 1-1 0 0,0 0 1 0 0,1 0 0 0 0,-1 0 0 0 0,0 1-1 0 0,1-1 1 0 0,-1 0 0 0 0,0 0 0 0 0,1 1-1 0 0,1 0 1 0 0,35 12-1029 0 0,-16-5-759 0 0,-19-6 1316 0 0,0-1 1 0 0,0-1-1 0 0,0 1 0 0 0,0 0 0 0 0,0-1 0 0 0,0 1 0 0 0,1-1 0 0 0,-1 0 1 0 0,0 0-1 0 0,0 0 0 0 0,0-1 0 0 0,1 1 0 0 0,-1-1 0 0 0,0 0 1 0 0,0 0-1 0 0,0 0 0 0 0,0 0 0 0 0,0 0 0 0 0,0-1 0 0 0,2-1 0 0 0,4-3-2215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2.7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2545 0 0,'8'41'9715'0'0,"0"21"-6095"0"0,29 156-3983 0 0,-23-180-2069 0 0,-14-38 2236 0 0,1 1 0 0 0,-1 0 1 0 0,0-1-1 0 0,1 1 0 0 0,-1-1 0 0 0,1 1 0 0 0,-1 0 1 0 0,0-1-1 0 0,1 1 0 0 0,-1-1 0 0 0,1 1 0 0 0,0-1 0 0 0,-1 0 1 0 0,1 1-1 0 0,-1-1 0 0 0,1 0 0 0 0,0 1 0 0 0,-1-1 1 0 0,1 0-1 0 0,0 1 0 0 0,-1-1 0 0 0,1 0 0 0 0,0 0 0 0 0,-1 0 1 0 0,1 0-1 0 0,0 0 0 0 0,0 0 0 0 0,-1 0 0 0 0,1 0 1 0 0,0 0-1 0 0,-1 0 0 0 0,1 0 0 0 0,0 0 0 0 0,-1-1 0 0 0,1 1 1 0 0,0 0-1 0 0,-1 0 0 0 0,1-1 0 0 0,0 1 0 0 0,-1 0 1 0 0,1-1-1 0 0,0 1 0 0 0,-1-1 0 0 0,1 1 0 0 0,-1-1 1 0 0,1 1-1 0 0,-1-1 0 0 0,1 0 0 0 0,7-7-2758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3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162 0 5241 0 0,'-4'19'1326'0'0,"1"0"-1"0"0,0 0 1 0 0,2 0-1 0 0,0 28 1 0 0,1-18-334 0 0,-1 8-47 0 0,5 49-1 0 0,-4-76-850 0 0,2 0 0 0 0,0 0 1 0 0,0-1-1 0 0,0 1 0 0 0,1 0 1 0 0,1-1-1 0 0,0 0 0 0 0,0 1 1 0 0,1-2-1 0 0,6 11 0 0 0,-11-18-86 0 0,0-1-1 0 0,1 1 0 0 0,-1 0 0 0 0,0-1 0 0 0,1 1 0 0 0,-1-1 0 0 0,0 1 0 0 0,1 0 1 0 0,-1-1-1 0 0,1 1 0 0 0,-1-1 0 0 0,1 1 0 0 0,-1-1 0 0 0,1 1 0 0 0,-1-1 1 0 0,1 1-1 0 0,-1-1 0 0 0,1 0 0 0 0,0 1 0 0 0,-1-1 0 0 0,1 0 0 0 0,0 1 0 0 0,-1-1 1 0 0,1 0-1 0 0,0 0 0 0 0,-1 0 0 0 0,1 0 0 0 0,0 0 0 0 0,0 1 0 0 0,-1-1 1 0 0,1-1-1 0 0,0 1 0 0 0,0 0 0 0 0,-1 0 0 0 0,1 0 0 0 0,0 0 0 0 0,-1 0 0 0 0,1-1 1 0 0,0 1-1 0 0,-1 0 0 0 0,1 0 0 0 0,0-1 0 0 0,-1 1 0 0 0,1-1 0 0 0,-1 1 1 0 0,1-1-1 0 0,-1 1 0 0 0,1-1 0 0 0,-1 1 0 0 0,1-1 0 0 0,-1 1 0 0 0,1-1 0 0 0,-1 1 1 0 0,1-1-1 0 0,-1 0 0 0 0,1 0 0 0 0,0-2 0 0 0,0 0 1 0 0,0 0-1 0 0,0 0 0 0 0,0 0 0 0 0,-1 0 1 0 0,1 0-1 0 0,-1 0 0 0 0,0 0 1 0 0,0 0-1 0 0,0 0 0 0 0,0 0 1 0 0,-1-4-1 0 0,1 4-22 0 0,-1-1 1 0 0,0 1-1 0 0,0 0 1 0 0,0 0-1 0 0,-1 0 1 0 0,1 0-1 0 0,-1 0 0 0 0,1 0 1 0 0,-1 0-1 0 0,0 1 1 0 0,0-1-1 0 0,0 1 1 0 0,0-1-1 0 0,-1 1 1 0 0,1 0-1 0 0,-1-1 0 0 0,1 1 1 0 0,-1 1-1 0 0,0-1 1 0 0,0 0-1 0 0,0 1 1 0 0,0-1-1 0 0,0 1 1 0 0,0 0-1 0 0,0 0 1 0 0,0 0-1 0 0,-1 0 0 0 0,1 1 1 0 0,-4-1-1 0 0,2 1-4 0 0,-1 1-1 0 0,0-1 0 0 0,1 1 0 0 0,-1 0 1 0 0,1 0-1 0 0,-1 1 0 0 0,1 0 0 0 0,0 0 1 0 0,0 0-1 0 0,0 0 0 0 0,0 1 0 0 0,0 0 1 0 0,0 0-1 0 0,0 0 0 0 0,1 0 0 0 0,-8 8 1 0 0,6-4 41 0 0,-1 1 1 0 0,1 0-1 0 0,0 0 0 0 0,1 0 1 0 0,0 0-1 0 0,0 1 1 0 0,1 0-1 0 0,0 0 1 0 0,1 0-1 0 0,-1 0 0 0 0,-2 19 1 0 0,5-24-8 0 0,1-1 0 0 0,0 0 0 0 0,-1 0 0 0 0,1 0 0 0 0,0 1 0 0 0,1-1 0 0 0,-1 0 0 0 0,1 0 0 0 0,-1 0 0 0 0,1 0 0 0 0,0 0 0 0 0,0 0 0 0 0,0 0 0 0 0,1 0 0 0 0,-1 0 0 0 0,1 0 0 0 0,0-1 0 0 0,-1 1 0 0 0,1 0 0 0 0,0-1 0 0 0,1 0 0 0 0,-1 1 0 0 0,0-1 0 0 0,1 0 0 0 0,-1 0 0 0 0,1 0 0 0 0,-1-1 0 0 0,1 1 0 0 0,0-1 0 0 0,0 1 0 0 0,0-1 0 0 0,0 0 0 0 0,0 0 0 0 0,0 0 0 0 0,0-1 0 0 0,0 1 0 0 0,0-1 0 0 0,1 1 0 0 0,5-1 0 0 0,-1 0-51 0 0,0 0 0 0 0,0-1 1 0 0,-1 1-1 0 0,1-1 0 0 0,0-1 0 0 0,0 0 0 0 0,-1 0 0 0 0,1 0 1 0 0,-1-1-1 0 0,0 0 0 0 0,0-1 0 0 0,0 1 0 0 0,12-10 0 0 0,-14 10-1226 0 0,0-1 0 0 0,-1 0 1 0 0,1 0-1 0 0,-1-1 0 0 0,0 1 0 0 0,5-9 0 0 0,-4 7-3485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3.5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31 5801 0 0,'0'0'85'0'0,"0"0"-1"0"0,1 0 0 0 0,-1 0 1 0 0,0-1-1 0 0,0 1 1 0 0,0 0-1 0 0,0 0 1 0 0,0 0-1 0 0,0 0 0 0 0,0 0 1 0 0,1 0-1 0 0,-1 0 1 0 0,0 0-1 0 0,0 0 0 0 0,0 0 1 0 0,0 0-1 0 0,1 0 1 0 0,-1 0-1 0 0,0 0 1 0 0,0 0-1 0 0,0 0 0 0 0,0 0 1 0 0,0 0-1 0 0,1 0 1 0 0,-1 0-1 0 0,0 0 0 0 0,0 0 1 0 0,0 0-1 0 0,0 0 1 0 0,0 0-1 0 0,1 0 1 0 0,-1 0-1 0 0,0 0 0 0 0,0 0 1 0 0,0 0-1 0 0,0 0 1 0 0,0 0-1 0 0,1 1 0 0 0,-1-1 1 0 0,0 0-1 0 0,0 0 1 0 0,0 0-1 0 0,0 0 1 0 0,0 0-1 0 0,0 0 0 0 0,0 0 1 0 0,0 1-1 0 0,0-1 1 0 0,0 0-1 0 0,0 0 0 0 0,1 0 1 0 0,-1 0-1 0 0,0 1 1 0 0,0-1-1 0 0,0 0 1 0 0,0 0-1 0 0,3 16 1549 0 0,-3 15-727 0 0,-7 43 95 0 0,3-49-1756 0 0,2 0 0 0 0,1 44 0 0 0,5-56-1530 0 0</inkml:trace>
  <inkml:trace contextRef="#ctx0" brushRef="#br0" timeOffset="0.03">184 0 4873 0 0,'0'7'1528'0'0,"0"1"-375"0"0,-1 6 87 0 0,-1-1-216 0 0,0 2-312 0 0,-1 0-144 0 0,1-1-192 0 0,1 1-176 0 0,-1 1-39 0 0,1 1-129 0 0,1 0-136 0 0,-2 0-433 0 0,2-1-727 0 0,0-1-1128 0 0,-2-2-2761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4.0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0 5433 0 0,'-14'28'6957'0'0,"4"29"-5700"0"0,8-40-636 0 0,0-7-619 0 0,1-1-1 0 0,0 0 0 0 0,0 1 1 0 0,1-1-1 0 0,0 1 0 0 0,1-1 1 0 0,0 1-1 0 0,0-1 0 0 0,1 0 1 0 0,0 0-1 0 0,1 0 0 0 0,5 14 1 0 0,-8-22-99 0 0,1 0 0 0 0,-1 0 1 0 0,1-1-1 0 0,-1 1 0 0 0,1 0 0 0 0,-1 0 1 0 0,1 0-1 0 0,0-1 0 0 0,-1 1 1 0 0,1 0-1 0 0,0-1 0 0 0,-1 1 0 0 0,1 0 1 0 0,0-1-1 0 0,0 1 0 0 0,0-1 1 0 0,0 1-1 0 0,-1-1 0 0 0,1 0 0 0 0,0 1 1 0 0,0-1-1 0 0,0 0 0 0 0,0 1 0 0 0,0-1 1 0 0,0 0-1 0 0,0 0 0 0 0,0 0 1 0 0,0 0-1 0 0,0 0 0 0 0,0 0 0 0 0,0 0 1 0 0,0 0-1 0 0,0-1 0 0 0,0 1 1 0 0,0 0-1 0 0,0-1 0 0 0,0 1 0 0 0,-1 0 1 0 0,1-1-1 0 0,0 1 0 0 0,0-1 1 0 0,0 1-1 0 0,0-1 0 0 0,0-1 0 0 0,2-1-722 0 0,0 0 0 0 0,0 0 0 0 0,0 0 0 0 0,-1-1 0 0 0,1 1 0 0 0,-1-1 0 0 0,0 0 0 0 0,2-6 0 0 0,4-8-1487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4.4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 4857 0 0,'-9'69'5985'0'0,"7"8"-3515"0"0,3-67-2406 0 0,-1 1-1 0 0,1-1 1 0 0,1 0-1 0 0,0 0 1 0 0,1 0-1 0 0,-1 0 1 0 0,2 0-1 0 0,0 0 1 0 0,0-1-1 0 0,0 0 1 0 0,1 0-1 0 0,7 9 1 0 0,-11-16-192 0 0,0-1 1 0 0,0 0 0 0 0,0 0 0 0 0,0 0 0 0 0,0 0-1 0 0,0 0 1 0 0,1 0 0 0 0,-1 0 0 0 0,0-1 0 0 0,0 1-1 0 0,1 0 1 0 0,-1-1 0 0 0,3 2 0 0 0,10-7-5127 0 0,-5-1 343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5.0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34 3817 0 0,'10'-3'4238'0'0,"20"2"-2588"0"0,-21 1-1170 0 0,8-2-139 0 0,0-1 0 0 0,27-8 0 0 0,9-2 1332 0 0,-52 13-1624 0 0,0 0-1 0 0,0 0 1 0 0,0 0-1 0 0,0 0 1 0 0,0 0-1 0 0,0 0 1 0 0,0 1-1 0 0,-1-1 1 0 0,1 0-1 0 0,0 0 0 0 0,0 1 1 0 0,0-1-1 0 0,0 1 1 0 0,0-1-1 0 0,-1 1 1 0 0,1-1-1 0 0,0 1 1 0 0,0 0-1 0 0,-1-1 1 0 0,1 1-1 0 0,0 0 1 0 0,-1 0-1 0 0,1-1 0 0 0,-1 1 1 0 0,1 0-1 0 0,-1 0 1 0 0,1 0-1 0 0,-1 0 1 0 0,0-1-1 0 0,1 1 1 0 0,-1 0-1 0 0,0 0 1 0 0,0 0-1 0 0,0 0 1 0 0,0 0-1 0 0,0 0 0 0 0,0 0 1 0 0,0 0-1 0 0,0 1 1 0 0,-1 45 629 0 0,0-40-557 0 0,-1 15-80 0 0,0 6 366 0 0,1 49 1 0 0,1-72-578 0 0,0 1 0 0 0,1 0 0 0 0,-1-1 0 0 0,1 1 0 0 0,1-1 0 0 0,-1 1 0 0 0,1-1 0 0 0,0 0 1 0 0,0 0-1 0 0,1 0 0 0 0,-1 0 0 0 0,1 0 0 0 0,0 0 0 0 0,0-1 0 0 0,5 5 0 0 0,-7-7-127 0 0,0-1 0 0 0,1-1 0 0 0,-1 1-1 0 0,0 0 1 0 0,0 0 0 0 0,1 0 0 0 0,-1-1-1 0 0,0 1 1 0 0,1-1 0 0 0,-1 1 0 0 0,1-1 0 0 0,-1 1-1 0 0,1-1 1 0 0,-1 0 0 0 0,1 0 0 0 0,-1 0-1 0 0,1 0 1 0 0,-1 0 0 0 0,1 0 0 0 0,-1 0-1 0 0,1 0 1 0 0,-1 0 0 0 0,1-1 0 0 0,-1 1 0 0 0,1-1-1 0 0,-1 1 1 0 0,0-1 0 0 0,1 0 0 0 0,-1 1-1 0 0,0-1 1 0 0,2-1 0 0 0,6-2-2868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5.4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1 2433 0 0,'4'14'4592'0'0,"-4"15"-3160"0"0,-1-22-747 0 0,1 179 3837 0 0,1-159-4418 0 0,2-1 0 0 0,1 1 0 0 0,1-1 0 0 0,1-1 0 0 0,10 27 0 0 0,-15-50-307 0 0,-1 0-1 0 0,1 0 0 0 0,0 0 0 0 0,0 0 1 0 0,1 0-1 0 0,-1-1 0 0 0,0 1 0 0 0,0 0 1 0 0,1-1-1 0 0,-1 1 0 0 0,1-1 0 0 0,0 1 1 0 0,2 1-1 0 0,4-5-3930 0 0,-8-16 622 0 0,-2 3 602 0 0</inkml:trace>
  <inkml:trace contextRef="#ctx0" brushRef="#br0" timeOffset="1">43 175 3393 0 0,'-26'-14'5815'0'0,"25"14"-5735"0"0,1 0 0 0 0,-1 0 0 0 0,1 0 0 0 0,-1 0 0 0 0,1 0 0 0 0,-1 0 0 0 0,1 0 0 0 0,-1 0 0 0 0,1 0-1 0 0,-1 0 1 0 0,0 0 0 0 0,1 0 0 0 0,-1 0 0 0 0,1 0 0 0 0,-1 0 0 0 0,1 0 0 0 0,-1 1 0 0 0,1-1 0 0 0,0 0 0 0 0,-1 0 0 0 0,1 1 0 0 0,-1-1-1 0 0,1 0 1 0 0,-1 1 0 0 0,1-1 0 0 0,0 0 0 0 0,-1 1 0 0 0,1-1 0 0 0,0 1 0 0 0,-1-1 0 0 0,1 1 0 0 0,0-1 0 0 0,0 1 0 0 0,-1-1 0 0 0,1 0 0 0 0,0 1-1 0 0,0 0 1 0 0,0-1 0 0 0,0 1 0 0 0,0-1 0 0 0,-1 1 0 0 0,1-1 0 0 0,0 1 0 0 0,0-1 0 0 0,0 1 0 0 0,1-1 0 0 0,-1 1 0 0 0,0-1 0 0 0,0 1-1 0 0,0-1 1 0 0,0 1 0 0 0,0-1 0 0 0,1 1 0 0 0,-1 1-62 0 0,1-1-1 0 0,0 1 0 0 0,0-1 1 0 0,0 1-1 0 0,0-1 0 0 0,0 0 1 0 0,0 0-1 0 0,0 1 0 0 0,0-1 1 0 0,0 0-1 0 0,0 0 0 0 0,1 0 1 0 0,-1 0-1 0 0,0 0 0 0 0,1-1 1 0 0,-1 1-1 0 0,1 0 0 0 0,-1-1 1 0 0,1 1-1 0 0,-1-1 0 0 0,1 1 0 0 0,0-1 1 0 0,-1 0-1 0 0,1 1 0 0 0,0-1 1 0 0,-1 0-1 0 0,1 0 0 0 0,2-1 1 0 0,48-2-39 0 0,116-38-3856 0 0,-149 33-1696 0 0,-14 10 1969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6.3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0 5809 0 0,'-1'0'178'0'0,"1"0"0"0"0,-1 0 1 0 0,1 1-1 0 0,-1-1 0 0 0,0 0 0 0 0,1 0 0 0 0,-1 0 0 0 0,1 1 0 0 0,-1-1 0 0 0,1 0 0 0 0,-1 1 0 0 0,1-1 1 0 0,-1 0-1 0 0,1 1 0 0 0,-1-1 0 0 0,1 1 0 0 0,-1-1 0 0 0,1 1 0 0 0,-1-1 0 0 0,1 1 0 0 0,0-1 1 0 0,-1 1-1 0 0,1-1 0 0 0,0 1 0 0 0,0 0 0 0 0,-1-1 0 0 0,1 1 0 0 0,0-1 0 0 0,0 2 0 0 0,-2 28 1585 0 0,11 29-1419 0 0,-9-58-280 0 0,6 24-236 0 0,1-1 0 0 0,20 45 0 0 0,-5-23-5874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6.7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71 4353 0 0,'-2'7'2717'0'0,"11"-8"-1673"0"0,14-5-599 0 0,14-14-217 0 0,50-20 381 0 0,-81 38-450 0 0,0 0 0 0 0,0 0 0 0 0,0 0 0 0 0,0 1 0 0 0,0 0 0 0 0,1 1 0 0 0,-1-1 0 0 0,0 1 0 0 0,1 0 0 0 0,-1 1 0 0 0,12 2 0 0 0,-16-3-52 0 0,0 1 0 0 0,0 0 0 0 0,-1 0 0 0 0,1 0 0 0 0,-1 0 1 0 0,1 0-1 0 0,-1 0 0 0 0,1 0 0 0 0,-1 0 0 0 0,0 1 0 0 0,1-1 1 0 0,-1 1-1 0 0,0-1 0 0 0,0 1 0 0 0,0-1 0 0 0,0 1 0 0 0,0-1 0 0 0,-1 1 1 0 0,1 0-1 0 0,0 0 0 0 0,-1-1 0 0 0,1 1 0 0 0,-1 0 0 0 0,0 0 0 0 0,1 0 1 0 0,-1 0-1 0 0,0-1 0 0 0,-1 5 0 0 0,1 7 252 0 0,-1 1-1 0 0,-1 0 1 0 0,-3 15-1 0 0,-2 11-156 0 0,14-2-1251 0 0,-2-21-2041 0 0,-3 0-4005 0 0,-2-12 3578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7.0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33 4641 0 0,'-1'1'313'0'0,"0"0"-1"0"0,0 0 1 0 0,0 0-1 0 0,0 0 1 0 0,0 0 0 0 0,0 1-1 0 0,0-1 1 0 0,0 0-1 0 0,1 0 1 0 0,-1 1 0 0 0,0-1-1 0 0,1 0 1 0 0,-1 1-1 0 0,1-1 1 0 0,0 1-1 0 0,-1-1 1 0 0,1 2 0 0 0,0-2-190 0 0,0 0 0 0 0,1 0 0 0 0,-1 0 0 0 0,0-1 1 0 0,0 1-1 0 0,1 0 0 0 0,-1 0 0 0 0,1-1 0 0 0,-1 1 0 0 0,0 0 1 0 0,1 0-1 0 0,-1-1 0 0 0,1 1 0 0 0,0-1 0 0 0,-1 1 1 0 0,1 0-1 0 0,0-1 0 0 0,-1 1 0 0 0,1-1 0 0 0,0 0 0 0 0,1 1 1 0 0,1 1-55 0 0,0-1 1 0 0,0 0-1 0 0,0 0 1 0 0,1 0 0 0 0,-1-1-1 0 0,0 1 1 0 0,1-1 0 0 0,-1 0-1 0 0,0 0 1 0 0,1 0-1 0 0,-1 0 1 0 0,0-1 0 0 0,5 0-1 0 0,71-27-1186 0 0,-75 25 542 0 0,1 1 0 0 0,0-1 0 0 0,-1 1 0 0 0,0-1 0 0 0,0-1 0 0 0,0 1 0 0 0,0 0 0 0 0,4-6 0 0 0,-4-4-3403 0 0,-4 10 1200 0 0</inkml:trace>
  <inkml:trace contextRef="#ctx0" brushRef="#br0" timeOffset="1">154 7 3401 0 0,'-3'4'809'0'0,"0"-1"0"0"0,1 1 0 0 0,-1 0 0 0 0,0 0 0 0 0,1 0 0 0 0,0 0 0 0 0,0 0 0 0 0,-2 7 0 0 0,-7 44 1678 0 0,10-34-2363 0 0,1-1 1 0 0,0 1-1 0 0,4 23 1 0 0,4-13-152 0 0,1 10-752 0 0,-10-17-2605 0 0,0-24 3220 0 0,1 1 0 0 0,0-1 1 0 0,0 1-1 0 0,-1-1 0 0 0,1 0 0 0 0,-1 1 1 0 0,1-1-1 0 0,0 0 0 0 0,-1 1 1 0 0,1-1-1 0 0,-1 0 0 0 0,1 0 1 0 0,0 1-1 0 0,-1-1 0 0 0,1 0 0 0 0,-1 0 1 0 0,1 0-1 0 0,-1 0 0 0 0,1 0 1 0 0,-1 0-1 0 0,1 1 0 0 0,-1-1 1 0 0,1 0-1 0 0,-1 0 0 0 0,0-1 0 0 0,-3 2-1019 0 0,-1 2-1766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7.4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26 4409 0 0,'-7'4'1372'0'0,"-28"19"2198"0"0,34-22-3325 0 0,-1 0 0 0 0,1 0 0 0 0,-1 1-1 0 0,1-1 1 0 0,-1 0 0 0 0,1 1-1 0 0,0-1 1 0 0,0 1 0 0 0,0-1 0 0 0,0 1-1 0 0,0 0 1 0 0,0 0 0 0 0,0-1-1 0 0,0 1 1 0 0,1 0 0 0 0,-1 0 0 0 0,0 2-1 0 0,2-3-185 0 0,-1-1 0 0 0,1 1-1 0 0,-1 0 1 0 0,1-1 0 0 0,-1 1 0 0 0,1-1-1 0 0,-1 1 1 0 0,1-1 0 0 0,0 0 0 0 0,-1 1-1 0 0,1-1 1 0 0,0 0 0 0 0,-1 1 0 0 0,1-1-1 0 0,0 0 1 0 0,-1 0 0 0 0,1 1 0 0 0,0-1-1 0 0,0 0 1 0 0,-1 0 0 0 0,1 0 0 0 0,0 0-1 0 0,0 0 1 0 0,-1 0 0 0 0,1 0 0 0 0,0 0-1 0 0,0-1 1 0 0,-1 1 0 0 0,2 0 0 0 0,24-4 457 0 0,15-6-179 0 0,47-19 1 0 0,-48 15-489 0 0,50-11 0 0 0,-76 22-669 0 0,-1 1 0 0 0,1 1 0 0 0,0 0 1 0 0,-1 0-1 0 0,1 2 0 0 0,0-1 0 0 0,24 6 0 0 0,-11-1-4192 0 0,-14-2 1447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7.8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82 6729 0 0,'-3'6'451'0'0,"1"-1"-1"0"0,0 0 0 0 0,0 1 1 0 0,0-1-1 0 0,1 1 0 0 0,0 0 1 0 0,0-1-1 0 0,1 1 0 0 0,-1 0 0 0 0,1 0 1 0 0,1 8-1 0 0,10 63 382 0 0,-6-54-715 0 0,1 0 0 0 0,1 0 0 0 0,14 27 0 0 0,-19-45-116 0 0,0 0 1 0 0,0 0-1 0 0,1 0 0 0 0,0-1 0 0 0,0 1 0 0 0,0-1 1 0 0,0 0-1 0 0,1 1 0 0 0,0-2 0 0 0,0 1 1 0 0,0 0-1 0 0,0-1 0 0 0,0 0 0 0 0,1 0 1 0 0,-1 0-1 0 0,1 0 0 0 0,0-1 0 0 0,0 0 0 0 0,0 0 1 0 0,8 2-1 0 0,-8-3-146 0 0,-1-1 0 0 0,1 0 1 0 0,0 0-1 0 0,-1-1 0 0 0,1 0 0 0 0,0 1 1 0 0,-1-1-1 0 0,1-1 0 0 0,-1 1 0 0 0,0-1 0 0 0,1 1 1 0 0,-1-1-1 0 0,0-1 0 0 0,0 1 0 0 0,0 0 1 0 0,0-1-1 0 0,-1 0 0 0 0,5-4 0 0 0,-2 2-604 0 0,-1-1 0 0 0,0 0-1 0 0,0 0 1 0 0,0-1 0 0 0,-1 1 0 0 0,0-1-1 0 0,0 0 1 0 0,0 0 0 0 0,4-13-1 0 0,0-3-1769 0 0</inkml:trace>
  <inkml:trace contextRef="#ctx0" brushRef="#br0" timeOffset="1">339 1 2457 0 0,'-1'1'259'0'0,"0"-1"1"0"0,1 1-1 0 0,-1-1 1 0 0,0 1-1 0 0,1 0 1 0 0,-1 0-1 0 0,1-1 1 0 0,-1 1-1 0 0,1 0 1 0 0,-1 0-1 0 0,1 0 1 0 0,0 0-1 0 0,-1-1 1 0 0,1 1-1 0 0,0 0 1 0 0,0 0-1 0 0,0 0 1 0 0,0 0-1 0 0,0 0 1 0 0,0 0-1 0 0,0 2 1 0 0,-2 28 1535 0 0,2-26-1144 0 0,-2 44 1315 0 0,10 96-1 0 0,-6-128-1952 0 0,1-1 0 0 0,0 0 0 0 0,1 0 0 0 0,1 0-1 0 0,0 0 1 0 0,1-1 0 0 0,1 0 0 0 0,0 0-1 0 0,16 23 1 0 0,-21-36-199 0 0,-1 0 0 0 0,0-1 0 0 0,0 1 0 0 0,1-1-1 0 0,-1 0 1 0 0,1 1 0 0 0,-1-1 0 0 0,1 0 0 0 0,0 0 0 0 0,-1 0 0 0 0,1 0-1 0 0,0 0 1 0 0,0 0 0 0 0,3 0 0 0 0,-5-1-2 0 0,1 0 0 0 0,-1 0 0 0 0,1 0 0 0 0,0 0 0 0 0,-1 0 0 0 0,1 0 0 0 0,0-1 0 0 0,-1 1 0 0 0,1 0 0 0 0,-1 0-1 0 0,1-1 1 0 0,-1 1 0 0 0,1 0 0 0 0,-1-1 0 0 0,1 1 0 0 0,-1 0 0 0 0,1-1 0 0 0,-1 1 0 0 0,1-1 0 0 0,-1 1 0 0 0,1-1 0 0 0,-1 1 0 0 0,0-1 0 0 0,1 1 0 0 0,-1-1 0 0 0,0 1 0 0 0,0-1 0 0 0,1 0 0 0 0,-1 1-1 0 0,0-1 1 0 0,0 1 0 0 0,0-1 0 0 0,0 0 0 0 0,0 1 0 0 0,0-1 0 0 0,0 0 0 0 0,0 1 0 0 0,0-1 0 0 0,0 1 0 0 0,0-1 0 0 0,0 0 0 0 0,0 0 0 0 0,2-11-2909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8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77 4417 0 0,'5'1'5169'0'0,"20"2"-3601"0"0,-7-3-1531 0 0,0-2 1 0 0,0-1-1 0 0,0 0 0 0 0,0-1 0 0 0,-1-1 0 0 0,1 0 0 0 0,-1-1 0 0 0,0-1 0 0 0,20-12 0 0 0,-36 18-46 0 0,-1 1 0 0 0,1 0 0 0 0,-1 0 0 0 0,1 0 0 0 0,-1-1 0 0 0,1 1 1 0 0,-1 0-1 0 0,1-1 0 0 0,-1 1 0 0 0,1 0 0 0 0,-1-1 0 0 0,1 1 0 0 0,-1-1 0 0 0,1 1 0 0 0,-1-1 0 0 0,0 1 0 0 0,1-1 0 0 0,-1 1 0 0 0,0-1 0 0 0,0 1 0 0 0,1-1 0 0 0,-1 1 0 0 0,0-1 1 0 0,0 0-1 0 0,0 1 0 0 0,1-1 0 0 0,-1 1 0 0 0,0-1 0 0 0,0 0 0 0 0,0 1 0 0 0,0-1 0 0 0,0 0 0 0 0,-18-7 41 0 0,-30 6 542 0 0,44 3-526 0 0,0 0 1 0 0,0 0-1 0 0,0 0 1 0 0,1 1-1 0 0,-1 0 0 0 0,1 0 1 0 0,-1 0-1 0 0,1 0 1 0 0,0 0-1 0 0,0 1 1 0 0,0-1-1 0 0,0 1 0 0 0,0 0 1 0 0,0 0-1 0 0,1 0 1 0 0,-1 0-1 0 0,1 1 1 0 0,0-1-1 0 0,0 1 0 0 0,0-1 1 0 0,1 1-1 0 0,-1 0 1 0 0,1-1-1 0 0,-2 7 1 0 0,-2 12 169 0 0,0-1 1 0 0,1 1 0 0 0,-1 26 0 0 0,4-34-70 0 0,-1 0-2 0 0,-1 17 171 0 0,1 53 0 0 0,2-78-262 0 0,1 1 1 0 0,-1 0 0 0 0,1-1-1 0 0,1 1 1 0 0,-1 0-1 0 0,1-1 1 0 0,0 0-1 0 0,0 1 1 0 0,1-1-1 0 0,0 0 1 0 0,0 0-1 0 0,1 0 1 0 0,-1-1-1 0 0,6 7 1 0 0,-7-11-29 0 0,0 1-1 0 0,-1-1 1 0 0,1 0-1 0 0,0 0 1 0 0,0 0-1 0 0,0 0 1 0 0,0 0-1 0 0,0 0 1 0 0,0-1-1 0 0,0 1 1 0 0,1-1 0 0 0,-1 1-1 0 0,0-1 1 0 0,0 0-1 0 0,0 0 1 0 0,1 0-1 0 0,-1 0 1 0 0,0 0-1 0 0,0-1 1 0 0,0 1-1 0 0,0-1 1 0 0,1 1 0 0 0,2-2-1 0 0,56-26 170 0 0,-24 10-156 0 0,-25 15-154 0 0,23-6-285 0 0,-34 9 250 0 0,0 0 1 0 0,-1-1-1 0 0,1 1 1 0 0,0 0-1 0 0,0 0 0 0 0,-1-1 1 0 0,1 1-1 0 0,0 0 1 0 0,0-1-1 0 0,-1 1 0 0 0,1-1 1 0 0,0 1-1 0 0,-1-1 1 0 0,1 1-1 0 0,-1-1 0 0 0,1 1 1 0 0,-1-1-1 0 0,1 0 1 0 0,-1 1-1 0 0,1-1 0 0 0,-1 0 1 0 0,1 1-1 0 0,-1-1 1 0 0,0 0-1 0 0,1 1 0 0 0,-1-1 1 0 0,0 0-1 0 0,0 0 1 0 0,0 0-1 0 0,1-1 0 0 0,-2 1-240 0 0,0 0 0 0 0,0 0 0 0 0,0 0 0 0 0,0 0 0 0 0,0 0 0 0 0,0 1-1 0 0,0-1 1 0 0,0 0 0 0 0,0 0 0 0 0,-1 1 0 0 0,1-1 0 0 0,0 1 0 0 0,0-1 0 0 0,-1 1-1 0 0,1-1 1 0 0,0 1 0 0 0,0 0 0 0 0,-1 0 0 0 0,1 0 0 0 0,-1 0 0 0 0,1 0-1 0 0,0 0 1 0 0,-3 0 0 0 0,-6 3-1571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8.5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23 161 2929 0 0,'-1'-1'339'0'0,"-1"1"1"0"0,1-1 0 0 0,-1-1-1 0 0,1 1 1 0 0,-1 0-1 0 0,1 0 1 0 0,0 0 0 0 0,0-1-1 0 0,-1 1 1 0 0,1-1 0 0 0,0 1-1 0 0,0-1 1 0 0,1 1 0 0 0,-1-1-1 0 0,0 1 1 0 0,0-1-1 0 0,1 0 1 0 0,-1 0 0 0 0,1 1-1 0 0,0-1 1 0 0,-1 0 0 0 0,1 0-1 0 0,0-2 1 0 0,1 3-180 0 0,-1-1 0 0 0,1 0 0 0 0,0 1 1 0 0,0-1-1 0 0,0 1 0 0 0,0-1 0 0 0,0 1 0 0 0,0 0 0 0 0,1-1 0 0 0,-1 1 0 0 0,0 0 1 0 0,1 0-1 0 0,-1 0 0 0 0,1 0 0 0 0,-1 0 0 0 0,1 0 0 0 0,0 0 0 0 0,-1 1 1 0 0,1-1-1 0 0,0 1 0 0 0,-1-1 0 0 0,1 1 0 0 0,2-1 0 0 0,74-13-1108 0 0,-23 6-6960 0 0,-42 7 3713 0 0</inkml:trace>
  <inkml:trace contextRef="#ctx0" brushRef="#br0" timeOffset="1">245 64 4417 0 0,'6'-2'4053'0'0,"17"-9"-2382"0"0,2-1-1263 0 0,40-5-757 0 0,8-2-6348 0 0,-62 16 3978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8.9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2280 0 0,'-4'11'5625'0'0,"3"19"-3693"0"0,1-26-1256 0 0,8 125 3069 0 0,-5-103-3647 0 0,2-1 1 0 0,0 1 0 0 0,2-1-1 0 0,0 0 1 0 0,18 37 0 0 0,0-25-1402 0 0,-7-21-1380 0 0,2-12-3668 0 0,-11-4 2926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9.3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109 37 4585 0 0,'-5'0'217'0'0,"1"0"1"0"0,0 0-1 0 0,-1 1 0 0 0,1-1 1 0 0,0 1-1 0 0,-1 0 0 0 0,1 0 1 0 0,0 0-1 0 0,0 0 0 0 0,0 1 1 0 0,0 0-1 0 0,0 0 0 0 0,0 0 0 0 0,0 0 1 0 0,1 1-1 0 0,-1-1 0 0 0,1 1 1 0 0,0 0-1 0 0,-1 0 0 0 0,1 0 1 0 0,1 1-1 0 0,-1-1 0 0 0,0 1 1 0 0,1-1-1 0 0,0 1 0 0 0,0 0 1 0 0,0 0-1 0 0,0 0 0 0 0,1 0 1 0 0,-1 0-1 0 0,1 0 0 0 0,0 0 1 0 0,0 1-1 0 0,0 6 0 0 0,0-3-156 0 0,1 0-1 0 0,0 0 0 0 0,0 0 1 0 0,1 1-1 0 0,0-1 0 0 0,1 0 1 0 0,0 0-1 0 0,0 0 0 0 0,0 0 1 0 0,1-1-1 0 0,0 1 0 0 0,1-1 1 0 0,0 1-1 0 0,0-1 0 0 0,0 0 1 0 0,1-1-1 0 0,8 11 1 0 0,-5-11-16 0 0,0 1 0 0 0,1-1 0 0 0,0 0 0 0 0,0-1 0 0 0,0 1 0 0 0,0-2 0 0 0,1 0 1 0 0,11 4-1 0 0,-19-7-31 0 0,1-1 0 0 0,-1 1 0 0 0,1-1 0 0 0,0 1 0 0 0,-1-1 0 0 0,1 0 0 0 0,-1 0 0 0 0,1 0 0 0 0,-1 0 0 0 0,1 0 0 0 0,0 0 0 0 0,-1-1 0 0 0,1 0 0 0 0,-1 1 0 0 0,5-3 0 0 0,-5 2-13 0 0,-1-1 1 0 0,1 1-1 0 0,-1-1 1 0 0,1 1 0 0 0,-1-1-1 0 0,0 1 1 0 0,0-1-1 0 0,0 0 1 0 0,0 0 0 0 0,0 0-1 0 0,0 1 1 0 0,0-1-1 0 0,-1 0 1 0 0,1 0-1 0 0,-1 0 1 0 0,1 0 0 0 0,-1 0-1 0 0,0 0 1 0 0,0 0-1 0 0,0 0 1 0 0,0 0-1 0 0,0-1 1 0 0,-1-2 0 0 0,0-4-151 0 0,0 0 1 0 0,-1 0-1 0 0,0 0 1 0 0,-1 0-1 0 0,1 1 1 0 0,-2-1-1 0 0,1 1 1 0 0,-1 0-1 0 0,-1 0 1 0 0,-9-14-1 0 0,-4-1-20 0 0,-1 1-1 0 0,-21-20 1 0 0,40 42 187 0 0,-1-1 0 0 0,1 1 0 0 0,0 0-1 0 0,-1-1 1 0 0,1 1 0 0 0,0-1 0 0 0,0 1 0 0 0,-1 0 0 0 0,1-1 0 0 0,0 1 0 0 0,0-1 0 0 0,0 1 0 0 0,-1-1 0 0 0,1 1-1 0 0,0-1 1 0 0,0 1 0 0 0,0-1 0 0 0,0 1 0 0 0,0-1 0 0 0,0 1 0 0 0,0-1 0 0 0,0 1 0 0 0,0 0 0 0 0,0-1-1 0 0,0 1 1 0 0,1-1 0 0 0,-1 1 0 0 0,0-1 0 0 0,0 1 0 0 0,0-1 0 0 0,1 1 0 0 0,-1-1 0 0 0,16-13 206 0 0,24-4-119 0 0,-25 12-36 0 0,1-1 97 0 0,0 1-1 0 0,0 1 1 0 0,1 0 0 0 0,0 1 0 0 0,0 1-1 0 0,0 1 1 0 0,0 0 0 0 0,23 1-1 0 0,-39 2-114 0 0,0-1 0 0 0,-1 0 1 0 0,1 1-1 0 0,-1-1 0 0 0,1 1 0 0 0,0-1 0 0 0,-1 0 0 0 0,1 1 0 0 0,-1 0 0 0 0,1-1 0 0 0,-1 1 0 0 0,0-1 0 0 0,1 1 0 0 0,-1 0 0 0 0,0-1 0 0 0,1 1 0 0 0,-1 0 0 0 0,0-1 0 0 0,1 1 0 0 0,-1 0 0 0 0,0-1 0 0 0,0 1 0 0 0,0 0 0 0 0,0 0 1 0 0,0-1-1 0 0,0 1 0 0 0,0 0 0 0 0,0 0 0 0 0,0-1 0 0 0,0 2 0 0 0,-4 30 449 0 0,2-19-389 0 0,1 19 146 0 0,1 1-1 0 0,1-1 1 0 0,7 38-1 0 0,-5-55-557 0 0,0-1-1 0 0,1 0 1 0 0,0 0-1 0 0,1-1 1 0 0,0 1 0 0 0,2-1-1 0 0,-1 0 1 0 0,1-1-1 0 0,14 19 1 0 0,-20-30 84 0 0,-1-1 0 0 0,1 1 0 0 0,-1 0 0 0 0,1 0 0 0 0,-1-1 0 0 0,1 1 1 0 0,0 0-1 0 0,-1-1 0 0 0,1 1 0 0 0,0 0 0 0 0,0-1 0 0 0,0 1 0 0 0,-1-1 0 0 0,1 0 1 0 0,0 1-1 0 0,0-1 0 0 0,0 0 0 0 0,0 1 0 0 0,0-1 0 0 0,0 0 0 0 0,2 0 0 0 0,-3 0-67 0 0,1-1-1 0 0,0 1 0 0 0,-1 0 0 0 0,1-1 0 0 0,-1 0 0 0 0,1 1 1 0 0,0-1-1 0 0,-1 1 0 0 0,1-1 0 0 0,-1 0 0 0 0,0 1 1 0 0,1-1-1 0 0,-1 0 0 0 0,1 1 0 0 0,-1-1 0 0 0,0 0 0 0 0,0 0 1 0 0,1 1-1 0 0,-1-1 0 0 0,0 0 0 0 0,0 0 0 0 0,0 0 1 0 0,0 1-1 0 0,0-2 0 0 0,3-11-1993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09.6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0 5769 0 0,'-1'5'768'0'0,"-1"0"0"0"0,1 0 0 0 0,0 1 0 0 0,1-1 0 0 0,-1 0 0 0 0,1 11 1 0 0,10 64 1786 0 0,-5-54-1954 0 0,0 5-319 0 0,2-1 1 0 0,1 1 0 0 0,17 40-1 0 0,5-4-8999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0.2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32 4105 0 0,'2'0'420'0'0,"49"0"5649"0"0,-34-1-5926 0 0,0 0-1 0 0,0-1 1 0 0,-1 0 0 0 0,1-1 0 0 0,-1-1-1 0 0,19-7 1 0 0,-35 11-141 0 0,0 0-1 0 0,0 0 0 0 0,0 0 1 0 0,0 0-1 0 0,0-1 1 0 0,0 1-1 0 0,0 0 1 0 0,-1 0-1 0 0,1 0 0 0 0,0 0 1 0 0,0 0-1 0 0,0 0 1 0 0,0 0-1 0 0,0 0 0 0 0,0 0 1 0 0,0-1-1 0 0,0 1 1 0 0,0 0-1 0 0,0 0 1 0 0,0 0-1 0 0,0 0 0 0 0,0 0 1 0 0,0 0-1 0 0,0 0 1 0 0,0-1-1 0 0,0 1 1 0 0,0 0-1 0 0,0 0 0 0 0,0 0 1 0 0,0 0-1 0 0,0 0 1 0 0,0 0-1 0 0,0-1 0 0 0,0 1 1 0 0,0 0-1 0 0,0 0 1 0 0,0 0-1 0 0,0 0 1 0 0,0 0-1 0 0,0 0 0 0 0,0 0 1 0 0,0 0-1 0 0,0-1 1 0 0,1 1-1 0 0,-1 0 1 0 0,0 0-1 0 0,0 0 0 0 0,0 0 1 0 0,0 0-1 0 0,0 0 1 0 0,0 0-1 0 0,0 0 0 0 0,0 0 1 0 0,1 0-1 0 0,-1 0 1 0 0,-20-3-119 0 0,-27 4-42 0 0,41 0 176 0 0,1 0 1 0 0,-1 0-1 0 0,0 0 0 0 0,0 0 0 0 0,1 1 1 0 0,-1 0-1 0 0,1 0 0 0 0,0 1 0 0 0,0-1 0 0 0,0 1 1 0 0,0 0-1 0 0,0 1 0 0 0,0-1 0 0 0,1 1 1 0 0,-1 0-1 0 0,-5 7 0 0 0,5-5 107 0 0,1 1 0 0 0,-1 1 0 0 0,2-1-1 0 0,-1 1 1 0 0,1-1 0 0 0,0 1 0 0 0,0 0 0 0 0,1 0-1 0 0,0 0 1 0 0,-1 12 0 0 0,1 10 220 0 0,1-1 0 0 0,2 1 0 0 0,1-1 0 0 0,1 0-1 0 0,10 42 1 0 0,-13-68-329 0 0,1 0-1 0 0,-1 0 1 0 0,1-1-1 0 0,0 1 1 0 0,-1 0-1 0 0,1 0 1 0 0,1-1-1 0 0,-1 1 0 0 0,0-1 1 0 0,1 1-1 0 0,-1-1 1 0 0,1 1-1 0 0,-1-1 1 0 0,1 0-1 0 0,0 0 1 0 0,0 0-1 0 0,0 0 1 0 0,1 0-1 0 0,-1 0 1 0 0,0-1-1 0 0,1 1 1 0 0,2 1-1 0 0,-2-3 1 0 0,0 1 0 0 0,1-1 0 0 0,-1 0 0 0 0,0 0 0 0 0,1 0 0 0 0,-1 0 0 0 0,1 0 0 0 0,-1-1 1 0 0,0 0-1 0 0,0 1 0 0 0,1-1 0 0 0,-1-1 0 0 0,0 1 0 0 0,0 0 0 0 0,0-1 0 0 0,0 1 0 0 0,0-1 0 0 0,3-2 0 0 0,67-36 245 0 0,0 0-5012 0 0,-63 28-507 0 0,-5 4 1028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0.6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64 5177 0 0,'9'-2'3747'0'0,"13"-1"-2774"0"0,7-6-573 0 0,-18 6-421 0 0,0 0 0 0 0,0 0 0 0 0,-1-1 0 0 0,0 0 1 0 0,0-1-1 0 0,0 0 0 0 0,0-1 0 0 0,14-11 0 0 0,-78 58 55 0 0,48-38 36 0 0,0 0 0 0 0,0 1 1 0 0,0 0-1 0 0,1 0 1 0 0,-1 0-1 0 0,1 1 1 0 0,0-1-1 0 0,1 1 0 0 0,-1 0 1 0 0,1 1-1 0 0,0-1 1 0 0,0 1-1 0 0,1 0 0 0 0,-1 0 1 0 0,1 0-1 0 0,-3 11 1 0 0,3-3 135 0 0,0 0 0 0 0,1 0 0 0 0,1 1 0 0 0,0-1 0 0 0,1 0 1 0 0,1 1-1 0 0,2 17 0 0 0,-2-27-149 0 0,-1 0 1 0 0,1 0-1 0 0,0 0 1 0 0,0 0-1 0 0,1 0 1 0 0,-1 0-1 0 0,1-1 1 0 0,0 1-1 0 0,1 0 1 0 0,-1-1-1 0 0,1 0 1 0 0,0 1-1 0 0,0-1 1 0 0,0 0-1 0 0,0-1 1 0 0,1 1-1 0 0,-1 0 0 0 0,1-1 1 0 0,0 0-1 0 0,0 0 1 0 0,1 0-1 0 0,-1 0 1 0 0,8 2-1 0 0,-10-4-32 0 0,1 0 0 0 0,0-1 0 0 0,-1 1 0 0 0,1-1 0 0 0,0 0 0 0 0,0 0-1 0 0,-1 0 1 0 0,1 0 0 0 0,0-1 0 0 0,0 1 0 0 0,-1-1 0 0 0,1 1 0 0 0,0-1 0 0 0,-1 0-1 0 0,1 0 1 0 0,-1 0 0 0 0,1-1 0 0 0,-1 1 0 0 0,1 0 0 0 0,-1-1 0 0 0,0 0-1 0 0,3-2 1 0 0,4-4 21 0 0,-1-1 0 0 0,0-1 0 0 0,13-19-1 0 0,8-8-917 0 0,-44 56-7835 0 0,8-14 4835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1.0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0 124 4841 0 0,'22'1'5682'0'0,"12"-8"-3514"0"0,39-15-1784 0 0,-59 17 103 0 0,54-17 130 0 0,-23 5-478 0 0,1 2 1 0 0,0 3-1 0 0,86-12 0 0 0,-119 24-487 0 0,1 0-2589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1.4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4433 0 0,'1'12'5176'0'0,"3"15"-3915"0"0,3 6-738 0 0,-6-23-465 0 0,1 0 0 0 0,0 0 0 0 0,1-1 0 0 0,0 1 0 0 0,8 17 0 0 0,-9-25-56 0 0,-1 0 0 0 0,1 0 0 0 0,0 1 0 0 0,0-1 0 0 0,0 0-1 0 0,0-1 1 0 0,0 1 0 0 0,0 0 0 0 0,0 0 0 0 0,1-1 0 0 0,-1 1-1 0 0,0-1 1 0 0,1 0 0 0 0,-1 0 0 0 0,1 0 0 0 0,0 0 0 0 0,-1 0-1 0 0,1-1 1 0 0,0 1 0 0 0,0-1 0 0 0,-1 1 0 0 0,1-1 0 0 0,0 0 0 0 0,0 0-1 0 0,5-1 1 0 0,23-3-246 0 0,1-2-1 0 0,-1 0 1 0 0,0-2-1 0 0,-1-2 1 0 0,36-15-1 0 0,-62 23-932 0 0,-15 9-7856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1.9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60 2529 0 0,'-1'0'243'0'0,"0"0"0"0"0,0 0 0 0 0,0 1 0 0 0,0-1 1 0 0,0 0-1 0 0,0 1 0 0 0,1-1 0 0 0,-1 1 1 0 0,0-1-1 0 0,0 1 0 0 0,0-1 0 0 0,1 1 1 0 0,-1 0-1 0 0,0-1 0 0 0,1 1 0 0 0,-1 0 1 0 0,1 0-1 0 0,-1-1 0 0 0,0 3 0 0 0,1-3-185 0 0,0 0 0 0 0,0 1 0 0 0,0-1-1 0 0,0 1 1 0 0,0-1 0 0 0,0 0 0 0 0,1 1 0 0 0,-1-1-1 0 0,0 0 1 0 0,0 1 0 0 0,0-1 0 0 0,1 1 0 0 0,-1-1 0 0 0,0 0-1 0 0,0 1 1 0 0,1-1 0 0 0,-1 0 0 0 0,0 0 0 0 0,1 1-1 0 0,-1-1 1 0 0,0 0 0 0 0,1 0 0 0 0,-1 0 0 0 0,0 1-1 0 0,1-1 1 0 0,-1 0 0 0 0,0 0 0 0 0,1 0 0 0 0,-1 0-1 0 0,1 0 1 0 0,-1 0 0 0 0,0 0 0 0 0,1 1 0 0 0,-1-1-1 0 0,1 0 1 0 0,-1-1 0 0 0,1 1 0 0 0,-1 0 0 0 0,0 0 0 0 0,1 0-1 0 0,-1 0 1 0 0,1 0 0 0 0,-1 0 0 0 0,0 0 0 0 0,1-1-1 0 0,0 1 1 0 0,46-7 220 0 0,0-2 0 0 0,56-18 0 0 0,-61 15-1277 0 0,-42 12 995 0 0,3-1-377 0 0,0 1 0 0 0,0-1 0 0 0,0 1 0 0 0,-1-1 0 0 0,1 0 0 0 0,0 0 0 0 0,-1-1 0 0 0,1 1 0 0 0,-1 0 0 0 0,1-1 0 0 0,-1 0 0 0 0,0 1 0 0 0,0-1 0 0 0,1 0 0 0 0,1-3 0 0 0</inkml:trace>
  <inkml:trace contextRef="#ctx0" brushRef="#br0" timeOffset="1">142 84 2320 0 0,'-6'7'553'0'0,"1"0"-1"0"0,-1 0 1 0 0,1 1-1 0 0,1 0 0 0 0,0-1 1 0 0,0 2-1 0 0,0-1 0 0 0,1 0 1 0 0,0 1-1 0 0,1-1 0 0 0,0 1 1 0 0,0 0-1 0 0,1 0 0 0 0,-1 14 1 0 0,2-16-446 0 0,0-1 1 0 0,0 0-1 0 0,0 0 1 0 0,1 1-1 0 0,0-1 1 0 0,0 0 0 0 0,0 0-1 0 0,1 0 1 0 0,0 0-1 0 0,0 0 1 0 0,1 0-1 0 0,0-1 1 0 0,0 1 0 0 0,0-1-1 0 0,0 0 1 0 0,1 0-1 0 0,0 0 1 0 0,0 0-1 0 0,0 0 1 0 0,1-1 0 0 0,7 6-1 0 0,-10-8-46 0 0,1-1 0 0 0,-1 1 1 0 0,1-1-1 0 0,0 1 0 0 0,-1-1 0 0 0,1 0 0 0 0,0 0 0 0 0,0-1 1 0 0,0 1-1 0 0,0 0 0 0 0,0-1 0 0 0,-1 0 0 0 0,1 1 0 0 0,0-1 0 0 0,0-1 1 0 0,0 1-1 0 0,0 0 0 0 0,0-1 0 0 0,0 1 0 0 0,0-1 0 0 0,0 0 1 0 0,3-1-1 0 0,2-3 134 0 0,0 0 1 0 0,0 0 0 0 0,0-1 0 0 0,-1 1 0 0 0,11-12-1 0 0,-11 10-188 0 0,0 0-1 0 0,1 1 1 0 0,-1 0 0 0 0,1 0-1 0 0,11-5 1 0 0,26-9-1494 0 0,-15 8-2371 0 0,-26 8 507 0 0,-4 1 1810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2.3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57 3433 0 0,'31'-13'4019'0'0,"0"1"-2484"0"0,38-14 422 0 0,-65 25-1806 0 0,0 0-1 0 0,0 0 1 0 0,0 0-1 0 0,0 0 0 0 0,0 1 1 0 0,0 0-1 0 0,0 0 0 0 0,0 0 1 0 0,0 0-1 0 0,0 1 0 0 0,0-1 1 0 0,0 1-1 0 0,8 3 0 0 0,-10-3-70 0 0,0 1 0 0 0,-1 0 0 0 0,1 0 0 0 0,0-1-1 0 0,-1 1 1 0 0,1 0 0 0 0,-1 0 0 0 0,0 1 0 0 0,0-1-1 0 0,1 0 1 0 0,-1 0 0 0 0,-1 1 0 0 0,1-1 0 0 0,0 0 0 0 0,-1 1-1 0 0,1-1 1 0 0,-1 1 0 0 0,1-1 0 0 0,-1 1 0 0 0,0-1-1 0 0,0 1 1 0 0,-1 2 0 0 0,-6 64 671 0 0,5-56-674 0 0,-1 7 68 0 0,1 1 1 0 0,1 29-1 0 0,9-3-1419 0 0,-7-44 868 0 0,0 0 0 0 0,0-1 0 0 0,1 1-1 0 0,-1 0 1 0 0,1-1 0 0 0,-1 1 0 0 0,1-1-1 0 0,0 0 1 0 0,0 1 0 0 0,0-1 0 0 0,0 0-1 0 0,2 2 1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2.6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0 195 2985 0 0,'7'-5'8198'0'0,"22"-3"-6750"0"0,30-7-3559 0 0,-54 15 1472 0 0,0-2 0 0 0,0 1 0 0 0,-1 0 0 0 0,1-1 1 0 0,-1 0-1 0 0,1 0 0 0 0,-1 0 0 0 0,0-1 0 0 0,1 1 1 0 0,6-7-1 0 0,0 2-2078 0 0</inkml:trace>
  <inkml:trace contextRef="#ctx0" brushRef="#br0" timeOffset="1">197 0 2353 0 0,'-3'6'837'0'0,"1"-1"0"0"0,0 1 1 0 0,0 0-1 0 0,1-1 1 0 0,0 1-1 0 0,0 0 1 0 0,0 0-1 0 0,0 0 1 0 0,1 7-1 0 0,-1-1 134 0 0,0 7-552 0 0,0 1 0 0 0,2-1 0 0 0,0 1 0 0 0,1-1 0 0 0,1 0-1 0 0,8 28 1 0 0,4 3-2636 0 0,26 55 0 0 0,-34-80-2490 0 0,-6-15 818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3.0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177 0 4657 0 0,'-55'36'6217'0'0,"0"10"-3387"0"0,48-40-2802 0 0,1 1-1 0 0,0 0 1 0 0,0 0-1 0 0,0 0 1 0 0,1 0-1 0 0,0 1 1 0 0,1 0-1 0 0,0 0 1 0 0,0 1-1 0 0,0-1 1 0 0,1 1-1 0 0,-4 16 1 0 0,10 7-2742 0 0,-3-31 2450 0 0,0 0-1 0 0,1 0 0 0 0,-1 0 0 0 0,1-1 1 0 0,-1 1-1 0 0,1 0 0 0 0,-1 0 0 0 0,1 0 0 0 0,-1-1 1 0 0,1 1-1 0 0,0 0 0 0 0,0-1 0 0 0,-1 1 1 0 0,1-1-1 0 0,0 1 0 0 0,0-1 0 0 0,0 1 1 0 0,-1-1-1 0 0,1 1 0 0 0,0-1 0 0 0,0 0 0 0 0,0 1 1 0 0,0-1-1 0 0,0 0 0 0 0,0 0 0 0 0,0 0 1 0 0,0 0-1 0 0,1 0 0 0 0,9 2-2477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2:13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 1600 0 0,'1'0'303'0'0,"0"-1"-1"0"0,0 1 0 0 0,0 0 1 0 0,-1 0-1 0 0,1 0 1 0 0,0-1-1 0 0,0 1 0 0 0,0 0 1 0 0,0 0-1 0 0,0 0 0 0 0,0 1 1 0 0,0-1-1 0 0,-1 0 1 0 0,1 0-1 0 0,0 0 0 0 0,0 1 1 0 0,0-1-1 0 0,0 0 0 0 0,-1 1 1 0 0,1-1-1 0 0,0 1 1 0 0,0-1-1 0 0,-1 1 0 0 0,1-1 1 0 0,0 1-1 0 0,-1-1 0 0 0,1 1 1 0 0,0 0-1 0 0,-1-1 0 0 0,1 1 1 0 0,0 1-1 0 0,31 34 2057 0 0,-10-11-1463 0 0,-11-16-846 0 0,0 0 0 0 0,1 0 0 0 0,0-1 0 0 0,0-1-1 0 0,0 0 1 0 0,1-1 0 0 0,0 0 0 0 0,1-1 0 0 0,-1-1 0 0 0,26 6 0 0 0,-29-9-854 0 0,1 1 1 0 0,-1-2-1 0 0,1 1 1 0 0,-1-2 0 0 0,1 1-1 0 0,-1-1 1 0 0,1-1-1 0 0,-1 0 1 0 0,16-5 0 0 0,0-2-4091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2.3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25 3257 0 0,'-17'-4'4715'0'0,"23"-5"-1394"0"0,-4 7-3151 0 0,1 1 0 0 0,-1-1 0 0 0,1 1 1 0 0,0 0-1 0 0,-1 0 0 0 0,1 0 0 0 0,0 1 0 0 0,0-1 0 0 0,0 0 1 0 0,-1 1-1 0 0,7 0 0 0 0,1 2-25 0 0,0 1 1 0 0,0 0 0 0 0,0 1-1 0 0,-1 0 1 0 0,1 0 0 0 0,-1 1-1 0 0,0 0 1 0 0,0 1 0 0 0,-1 0-1 0 0,0 0 1 0 0,0 1-1 0 0,0 0 1 0 0,-1 1 0 0 0,0 0-1 0 0,0 0 1 0 0,9 14 0 0 0,-6-8-35 0 0,-2 0-1 0 0,1 0 1 0 0,-2 1 0 0 0,0 0 0 0 0,0 0 0 0 0,-2 1 0 0 0,0 0 0 0 0,-1 0 0 0 0,5 31 0 0 0,-9-45-106 0 0,1 0 0 0 0,-1 1 0 0 0,0-1 0 0 0,0 0 1 0 0,1 0-1 0 0,-2 0 0 0 0,1 0 0 0 0,0 0 0 0 0,0 1 0 0 0,-1-1 1 0 0,1 0-1 0 0,-1 0 0 0 0,1 0 0 0 0,-1 0 0 0 0,0 0 1 0 0,0 0-1 0 0,0 0 0 0 0,0-1 0 0 0,0 1 0 0 0,-1 0 1 0 0,1 0-1 0 0,0-1 0 0 0,-1 1 0 0 0,1-1 0 0 0,-1 1 0 0 0,0-1 1 0 0,1 0-1 0 0,-1 1 0 0 0,0-1 0 0 0,0 0 0 0 0,0 0 1 0 0,0 0-1 0 0,0-1 0 0 0,0 1 0 0 0,0 0 0 0 0,0-1 1 0 0,0 1-1 0 0,0-1 0 0 0,0 0 0 0 0,0 0 0 0 0,-1 0 0 0 0,1 0 1 0 0,0 0-1 0 0,0 0 0 0 0,0 0 0 0 0,0-1 0 0 0,0 1 1 0 0,-4-2-1 0 0,-6-1-125 0 0,0-1 1 0 0,0 0-1 0 0,0 0 1 0 0,0-1 0 0 0,1-1-1 0 0,0 0 1 0 0,-11-7-1 0 0,-11-17 54 0 0,27 23 77 0 0,0 1-1 0 0,-1 0 1 0 0,0 0-1 0 0,-13-8 1 0 0,22 27 507 0 0,7 5-236 0 0,0-8-141 0 0,0-1 1 0 0,1-1-1 0 0,0 0 0 0 0,0 0 0 0 0,13 7 1 0 0,-10-7 63 0 0,1 2 1 0 0,-1 0 0 0 0,13 13-1 0 0,-23-20-160 0 0,0 0 1 0 0,0 1-1 0 0,0-1 0 0 0,-1 1 0 0 0,0 0 1 0 0,1 0-1 0 0,-1 0 0 0 0,-1 0 0 0 0,1 0 0 0 0,0 0 1 0 0,-1 0-1 0 0,0 0 0 0 0,0 1 0 0 0,0-1 1 0 0,-1 0-1 0 0,1 5 0 0 0,46-72 1167 0 0,-25 40-1186 0 0,0 1-1 0 0,1 0 1 0 0,2 2-1 0 0,0 1 0 0 0,38-23 1 0 0,-33 23-80 0 0,-14 6-2034 0 0,-15 12 1615 0 0,-1 0 1 0 0,1 0-1 0 0,0 0 0 0 0,-1 0 1 0 0,1 0-1 0 0,-1 0 0 0 0,0 0 1 0 0,1 0-1 0 0,-1 0 0 0 0,0-1 0 0 0,0 1 1 0 0,1 0-1 0 0,-1 0 0 0 0,0 0 1 0 0,0 0-1 0 0,0 0 0 0 0,0-1 1 0 0,0 1-1 0 0,-1 0 0 0 0,1 0 0 0 0,0 0 1 0 0,-1-1-1 0 0,0-8-4913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4.2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80 40 2889 0 0,'-9'0'1367'0'0,"1"1"0"0"0,-1 1 0 0 0,1-1 1 0 0,0 1-1 0 0,-1 1 0 0 0,1 0 1 0 0,-12 6-1 0 0,27-14-956 0 0,1 2 0 0 0,0-1 0 0 0,0 1 0 0 0,1 0 0 0 0,-1 1 0 0 0,14-3 0 0 0,65-7-841 0 0,-41 7-573 0 0,16-9-7420 0 0,-51 9 3719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4.6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28 6561 0 0,'-4'0'1881'0'0,"3"3"-849"0"0,2-1-208 0 0,4 1 0 0 0,5-3-272 0 0,2 0-143 0 0,2 0-185 0 0,4-1-104 0 0,3-1-72 0 0,2-1-128 0 0,1 0-152 0 0,2-1-192 0 0,1-1-345 0 0,-1 1-239 0 0,0 0-336 0 0,-4 1-481 0 0,-2-3-479 0 0,1 9-1049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5.0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93 158 4313 0 0,'-8'5'1036'0'0,"0"0"-1"0"0,1 0 1 0 0,0 0 0 0 0,0 1 0 0 0,-6 8 0 0 0,8-9-673 0 0,0 1 0 0 0,1 0 0 0 0,0 0 1 0 0,0 1-1 0 0,0-1 0 0 0,-3 10 0 0 0,5-11-326 0 0,0 0-1 0 0,0 1 1 0 0,1-1-1 0 0,0 1 1 0 0,0-1-1 0 0,1 1 1 0 0,-1 0-1 0 0,1-1 1 0 0,0 1-1 0 0,1 0 1 0 0,-1-1-1 0 0,1 1 0 0 0,0 0 1 0 0,1-1-1 0 0,-1 1 1 0 0,1-1-1 0 0,0 0 1 0 0,0 0-1 0 0,1 1 1 0 0,4 5-1 0 0,-4-7-13 0 0,0 0 0 0 0,0-1 0 0 0,1 1 0 0 0,0-1 0 0 0,0 0 0 0 0,0 0 0 0 0,0 0 0 0 0,0 0 0 0 0,0-1 0 0 0,1 0 0 0 0,-1 0 0 0 0,1 0 0 0 0,0 0 0 0 0,-1-1 0 0 0,1 0-1 0 0,0 0 1 0 0,0 0 0 0 0,0 0 0 0 0,0-1 0 0 0,0 0 0 0 0,0 0 0 0 0,0 0 0 0 0,0-1 0 0 0,0 1 0 0 0,0-1 0 0 0,7-3 0 0 0,-4 3 57 0 0,-1-1-1 0 0,0 0 1 0 0,1-1 0 0 0,-1 0 0 0 0,0 0-1 0 0,0-1 1 0 0,-1 1 0 0 0,1-1-1 0 0,-1-1 1 0 0,0 1 0 0 0,0-1 0 0 0,0 0-1 0 0,-1-1 1 0 0,0 1 0 0 0,0-1 0 0 0,9-12-1 0 0,-13 16-35 0 0,0 0-1 0 0,0 0 0 0 0,-1 0 0 0 0,1 0 1 0 0,0 0-1 0 0,-1 0 0 0 0,1 0 0 0 0,-1 0 1 0 0,0 0-1 0 0,0-1 0 0 0,0 1 0 0 0,0 0 0 0 0,0 0 1 0 0,0 0-1 0 0,0 0 0 0 0,-1 0 0 0 0,1 0 1 0 0,-1 0-1 0 0,1 0 0 0 0,-1 0 0 0 0,0 0 1 0 0,0 0-1 0 0,0 0 0 0 0,0 0 0 0 0,0 0 1 0 0,0 1-1 0 0,0-1 0 0 0,-1 0 0 0 0,1 1 1 0 0,-1-1-1 0 0,1 1 0 0 0,-1-1 0 0 0,0 1 1 0 0,1 0-1 0 0,-1 0 0 0 0,0 0 0 0 0,0 0 0 0 0,0 0 1 0 0,0 0-1 0 0,-4-1 0 0 0,-1-1-13 0 0,-1 1 0 0 0,0-1-1 0 0,-1 1 1 0 0,1 1 0 0 0,0 0-1 0 0,0 0 1 0 0,-1 0 0 0 0,1 1-1 0 0,-10 1 1 0 0,1 1-181 0 0,0 2 0 0 0,0 0-1 0 0,-32 12 1 0 0,12 4-3347 0 0,35-18 2619 0 0,21 0-9828 0 0</inkml:trace>
  <inkml:trace contextRef="#ctx0" brushRef="#br0" timeOffset="1">342 0 4593 0 0,'-2'18'7612'0'0,"-3"5"-5301"0"0,-3 28-1412 0 0,7-13-122 0 0,4 48 0 0 0,-2-74-989 0 0,1 0 0 0 0,0-1 0 0 0,1 1-1 0 0,1 0 1 0 0,-1-1 0 0 0,2 0 0 0 0,-1 0-1 0 0,9 14 1 0 0,-4-16-2337 0 0,-4-13-1452 0 0,-4-18-1586 0 0,-3 10 3153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5.4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54 3497 0 0,'-10'-1'4594'0'0,"12"7"-1450"0"0,-1-5-2994 0 0,0 1-1 0 0,0-1 1 0 0,0 0-1 0 0,1 0 1 0 0,-1 0-1 0 0,0-1 1 0 0,1 1-1 0 0,-1 0 1 0 0,1 0-1 0 0,-1-1 1 0 0,1 1-1 0 0,-1-1 1 0 0,1 1-1 0 0,3-1 1 0 0,17 1-64 0 0,0-2 0 0 0,0-1 0 0 0,0 0 0 0 0,29-8 1 0 0,38-15-4573 0 0,-86 24 3860 0 0,1 0-1 0 0,0-1 0 0 0,-1 0 1 0 0,1 0-1 0 0,-1 0 0 0 0,0 0 1 0 0,0-1-1 0 0,4-2 1 0 0,-6 4 415 0 0,15-10-2770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5.8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61 5281 0 0,'55'-2'6118'0'0,"1"-6"-4606"0"0,-47 6-1535 0 0,-1 0 0 0 0,0 0 0 0 0,0-1 0 0 0,0 0 0 0 0,0-1 0 0 0,-1 0 0 0 0,1 0 0 0 0,-1 0 0 0 0,0-1 0 0 0,0 0 0 0 0,6-7 0 0 0,-76 39 95 0 0,61-26-56 0 0,-20 9 298 0 0,1 1-1 0 0,0 1 0 0 0,-29 22 0 0 0,46-32-268 0 0,0 1-1 0 0,0 1 1 0 0,1-1 0 0 0,-1 0 0 0 0,0 1 0 0 0,1 0 0 0 0,0 0 0 0 0,0 0 0 0 0,0 0-1 0 0,1 0 1 0 0,-1 1 0 0 0,1-1 0 0 0,0 1 0 0 0,1 0 0 0 0,-1-1 0 0 0,1 1-1 0 0,-1 0 1 0 0,2 0 0 0 0,-1 0 0 0 0,0 0 0 0 0,1 0 0 0 0,0 0 0 0 0,1 9 0 0 0,0-10-2 0 0,1-1 0 0 0,-1 1 0 0 0,1 0 0 0 0,0-1 1 0 0,0 1-1 0 0,0-1 0 0 0,1 0 0 0 0,-1 0 0 0 0,1 1 1 0 0,0-2-1 0 0,0 1 0 0 0,0 0 0 0 0,0-1 0 0 0,0 1 1 0 0,1-1-1 0 0,-1 0 0 0 0,1 0 0 0 0,-1 0 0 0 0,1-1 1 0 0,0 1-1 0 0,0-1 0 0 0,-1 0 0 0 0,1 0 0 0 0,0 0 1 0 0,8 0-1 0 0,2 1 123 0 0,0 0 0 0 0,0-1 1 0 0,0-1-1 0 0,0 0 0 0 0,0-1 0 0 0,16-3 1 0 0,6-7 7 0 0,-29 9-407 0 0,0-1 1 0 0,0 1-1 0 0,0 1 0 0 0,0-1 0 0 0,0 1 1 0 0,1 0-1 0 0,-1 1 0 0 0,12 0 0 0 0,-19 0 149 0 0,0 0 0 0 0,0 0 0 0 0,1 0 0 0 0,-1 0 0 0 0,0 0 0 0 0,0 0 0 0 0,0 0 0 0 0,1 0 0 0 0,-1 0 0 0 0,0 0 0 0 0,0 0 0 0 0,0 0 0 0 0,1 0 0 0 0,-1 0 0 0 0,0 0 0 0 0,0 0 0 0 0,0 0 0 0 0,0 0 0 0 0,1 0 0 0 0,-1 0 0 0 0,0 0 0 0 0,0 0 0 0 0,0 0 0 0 0,0 1 0 0 0,1-1 0 0 0,-1 0 0 0 0,0 0 0 0 0,0 0 0 0 0,0 0 0 0 0,0 0 0 0 0,0 0 0 0 0,1 1 0 0 0,-1-1 0 0 0,0 0 0 0 0,0 0-1 0 0,0 0 1 0 0,0 0 0 0 0,0 1 0 0 0,0-1 0 0 0,0 0 0 0 0,0 0 0 0 0,0 0 0 0 0,0 1 0 0 0,0-1 0 0 0,0 0 0 0 0,0 0 0 0 0,0 0 0 0 0,0 1 0 0 0,0-1 0 0 0,0 0 0 0 0,0 0 0 0 0,0 0 0 0 0,0 0 0 0 0,0 1 0 0 0,0-1 0 0 0,0 0 0 0 0,0 0 0 0 0,-1 0 0 0 0,1 1 0 0 0,0-1 0 0 0,0 0 0 0 0,0 0 0 0 0,0 0 0 0 0,0 0 0 0 0,-1 0 0 0 0,-1 6-3583 0 0,5 8-43 0 0</inkml:trace>
  <inkml:trace contextRef="#ctx0" brushRef="#br0" timeOffset="1">19 397 5993 0 0,'-2'1'340'0'0,"1"-1"-1"0"0,0 1 1 0 0,0 0 0 0 0,-1-1-1 0 0,1 1 1 0 0,0 0-1 0 0,0 0 1 0 0,0 0-1 0 0,0-1 1 0 0,0 1 0 0 0,0 0-1 0 0,0 1 1 0 0,0-1-1 0 0,0 0 1 0 0,-1 2-1 0 0,2-3-240 0 0,0 1 0 0 0,0-1-1 0 0,1 0 1 0 0,-1 1-1 0 0,0-1 1 0 0,0 1 0 0 0,0-1-1 0 0,0 1 1 0 0,0-1-1 0 0,0 0 1 0 0,1 1 0 0 0,-1-1-1 0 0,0 1 1 0 0,0-1 0 0 0,0 0-1 0 0,1 1 1 0 0,-1-1-1 0 0,0 0 1 0 0,1 1 0 0 0,-1-1-1 0 0,0 0 1 0 0,1 0-1 0 0,-1 1 1 0 0,0-1 0 0 0,1 0-1 0 0,-1 0 1 0 0,1 0-1 0 0,-1 1 1 0 0,0-1 0 0 0,1 0-1 0 0,4 2 120 0 0,0-1 0 0 0,-1 0-1 0 0,1 0 1 0 0,0 0 0 0 0,0-1-1 0 0,0 1 1 0 0,5-1 0 0 0,44-6-4 0 0,89-19 0 0 0,-7 0-8070 0 0,-108 15 2217 0 0,-15 6 2945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6.2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102 21 5265 0 0,'-5'-3'464'0'0,"1"0"0"0"0,-1 1 0 0 0,0-1 0 0 0,0 1 0 0 0,0 0 0 0 0,-1 1 0 0 0,1 0 0 0 0,0-1 0 0 0,-1 2 1 0 0,1-1-1 0 0,-9 0 0 0 0,13 1-399 0 0,-1 0 0 0 0,1 1 1 0 0,-1-1-1 0 0,1 0 1 0 0,0 0-1 0 0,-1 1 1 0 0,1-1-1 0 0,0 1 0 0 0,-1-1 1 0 0,1 1-1 0 0,0 0 1 0 0,-1-1-1 0 0,1 1 1 0 0,0 0-1 0 0,0 0 1 0 0,0 0-1 0 0,0 0 0 0 0,0 0 1 0 0,-1 2-1 0 0,1-2-43 0 0,0 1-1 0 0,0 0 1 0 0,1 0-1 0 0,-1 0 1 0 0,1 0-1 0 0,-1 1 1 0 0,1-1-1 0 0,0 0 1 0 0,0 0-1 0 0,0 0 1 0 0,0 0-1 0 0,0 0 1 0 0,0 0-1 0 0,1 0 1 0 0,-1 0-1 0 0,1 0 1 0 0,0 3-1 0 0,1 0 39 0 0,1-1-1 0 0,-1 1 0 0 0,1-1 0 0 0,0 0 0 0 0,0 0 1 0 0,0 0-1 0 0,0 0 0 0 0,1-1 0 0 0,0 1 1 0 0,-1-1-1 0 0,1 0 0 0 0,0 0 0 0 0,1-1 0 0 0,-1 1 1 0 0,0-1-1 0 0,1 1 0 0 0,9 2 0 0 0,-11-4 27 0 0,0 0 0 0 0,0 1-1 0 0,0-1 1 0 0,0-1-1 0 0,0 1 1 0 0,0 0-1 0 0,1-1 1 0 0,-1 1-1 0 0,0-1 1 0 0,0 0 0 0 0,1 0-1 0 0,-1-1 1 0 0,0 1-1 0 0,0 0 1 0 0,1-1-1 0 0,-1 0 1 0 0,0 0 0 0 0,0 0-1 0 0,0 0 1 0 0,0 0-1 0 0,0-1 1 0 0,0 0-1 0 0,-1 1 1 0 0,1-1 0 0 0,0 0-1 0 0,-1 0 1 0 0,1 0-1 0 0,2-4 1 0 0,-4 5-40 0 0,0-1 0 0 0,0 0 0 0 0,0 0 0 0 0,0 0 0 0 0,-1 0 1 0 0,1 0-1 0 0,0 0 0 0 0,-1 0 0 0 0,0 0 0 0 0,1 0 0 0 0,-1 0 0 0 0,0 0 0 0 0,0 0 1 0 0,0-1-1 0 0,0 1 0 0 0,-1 0 0 0 0,1 0 0 0 0,-1 0 0 0 0,1 0 0 0 0,-1 0 1 0 0,1 0-1 0 0,-1 0 0 0 0,0 0 0 0 0,0 1 0 0 0,0-1 0 0 0,0 0 0 0 0,-1 0 0 0 0,1 1 1 0 0,0-1-1 0 0,-1 0 0 0 0,1 1 0 0 0,-1 0 0 0 0,-2-3 0 0 0,1 2-209 0 0,1 0-1 0 0,-1 0 1 0 0,0 0 0 0 0,1 0-1 0 0,-1 0 1 0 0,0 1 0 0 0,0 0-1 0 0,0-1 1 0 0,0 1-1 0 0,-1 0 1 0 0,1 0 0 0 0,0 1-1 0 0,0-1 1 0 0,0 1 0 0 0,-1 0-1 0 0,1-1 1 0 0,0 2 0 0 0,-1-1-1 0 0,1 0 1 0 0,0 0-1 0 0,-4 2 1 0 0,-38 12-9499 0 0,36-9 6233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6.6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10 3249 0 0,'-2'1'353'0'0,"1"-1"-1"0"0,0 1 1 0 0,-1-1 0 0 0,1 1 0 0 0,0-1 0 0 0,0 1 0 0 0,0 0-1 0 0,-1-1 1 0 0,1 1 0 0 0,0 0 0 0 0,0 0 0 0 0,0 0 0 0 0,0 0-1 0 0,-1 2 1 0 0,2-3-244 0 0,-1 1 0 0 0,1-1 1 0 0,0 1-1 0 0,0-1 0 0 0,0 1 0 0 0,0-1 0 0 0,0 1 0 0 0,0-1 0 0 0,0 1 0 0 0,0-1 0 0 0,0 1 0 0 0,0-1 1 0 0,0 1-1 0 0,0-1 0 0 0,0 1 0 0 0,0 0 0 0 0,0-1 0 0 0,1 0 0 0 0,-1 1 0 0 0,0-1 0 0 0,0 1 0 0 0,1-1 0 0 0,-1 1 1 0 0,0-1-1 0 0,1 1 0 0 0,1 1 51 0 0,0 0 1 0 0,0 0-1 0 0,0-1 1 0 0,0 1-1 0 0,1-1 1 0 0,-1 0-1 0 0,0 1 0 0 0,1-1 1 0 0,-1 0-1 0 0,1 0 1 0 0,-1-1-1 0 0,1 1 1 0 0,4 0-1 0 0,52 2 441 0 0,-1-3 0 0 0,1-2 0 0 0,101-17-1 0 0,-152 18-703 0 0,-5 1-23 0 0,0 0-1 0 0,0 0 1 0 0,0 0-1 0 0,0-1 1 0 0,0 0-1 0 0,0 1 0 0 0,0-1 1 0 0,0 0-1 0 0,-1 0 1 0 0,1-1-1 0 0,0 1 1 0 0,2-2-1 0 0,-5 2 50 0 0,0 0 1 0 0,-1 1-1 0 0,1-1 1 0 0,0 0-1 0 0,-1 1 1 0 0,1-1-1 0 0,-1 1 1 0 0,1-1-1 0 0,-1 1 0 0 0,1-1 1 0 0,-1 1-1 0 0,1-1 1 0 0,-1 1-1 0 0,0-1 1 0 0,1 1-1 0 0,-1-1 0 0 0,0 1 1 0 0,1 0-1 0 0,-1 0 1 0 0,0-1-1 0 0,1 1 1 0 0,-1 0-1 0 0,0 0 1 0 0,1 0-1 0 0,-2 0 0 0 0,-20-7-358 0 0,17 5 426 0 0,-1 1-1 0 0,1 0 1 0 0,-1 0-1 0 0,0 1 1 0 0,1-1-1 0 0,-1 1 1 0 0,0 0 0 0 0,0 1-1 0 0,1-1 1 0 0,-1 1-1 0 0,0 0 1 0 0,-7 3-1 0 0,9-2 108 0 0,1 1-1 0 0,0-1 1 0 0,-1 0-1 0 0,1 1 0 0 0,0 0 1 0 0,0 0-1 0 0,1 0 1 0 0,-1 0-1 0 0,1 0 1 0 0,-1 0-1 0 0,1 1 0 0 0,0-1 1 0 0,0 1-1 0 0,0 0 1 0 0,1 0-1 0 0,0-1 1 0 0,-1 1-1 0 0,0 4 1 0 0,-2 9 243 0 0,0 0 1 0 0,1 0 0 0 0,1 0-1 0 0,1 0 1 0 0,0 0 0 0 0,3 26 0 0 0,-2-34-354 0 0,1 0 1 0 0,0 0-1 0 0,1 0 0 0 0,0 0 1 0 0,0-1-1 0 0,1 1 1 0 0,0-1-1 0 0,1 0 1 0 0,0 0-1 0 0,0 0 1 0 0,1 0-1 0 0,-1-1 1 0 0,2 1-1 0 0,7 7 1 0 0,-11-13-207 0 0,0 0 0 0 0,-1-1 1 0 0,2 1-1 0 0,-1-1 0 0 0,0 0 1 0 0,0 0-1 0 0,0 0 0 0 0,1 0 0 0 0,-1 0 1 0 0,4 1-1 0 0,-4-2-317 0 0,0 1-1 0 0,1-1 1 0 0,-1 0 0 0 0,0 0-1 0 0,0 0 1 0 0,1-1 0 0 0,-1 1-1 0 0,0 0 1 0 0,0-1 0 0 0,1 1-1 0 0,-1-1 1 0 0,0 0 0 0 0,0 0-1 0 0,0 0 1 0 0,0 0 0 0 0,0 0-1 0 0,2-2 1 0 0,6-6-2611 0 0</inkml:trace>
  <inkml:trace contextRef="#ctx0" brushRef="#br0" timeOffset="1">361 227 5113 0 0,'-3'7'7997'0'0,"24"-8"-5794"0"0,13-6-2583 0 0,-19 3 922 0 0,70-16-658 0 0,13-4-2316 0 0,-38-1-3089 0 0,-46 13 1677 0 0,-8 7 1186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7.0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38 3673 0 0,'-5'12'7718'0'0,"5"21"-5946"0"0,0-27-947 0 0,0 25 246 0 0,1 1-1 0 0,9 49 0 0 0,-7-69-1189 0 0,0-1 0 0 0,0 1 0 0 0,1 0 0 0 0,6 10 1 0 0,-7-16-346 0 0,1 0 0 0 0,0 0 0 0 0,-1 0 0 0 0,2-1 0 0 0,-1 1 0 0 0,1-1 0 0 0,0 0 0 0 0,6 5 0 0 0,-11-10 165 0 0,1 1 0 0 0,-1-1 0 0 0,1 1 0 0 0,0-1-1 0 0,-1 1 1 0 0,1-1 0 0 0,0 0 0 0 0,0 1 0 0 0,-1-1-1 0 0,1 0 1 0 0,0 1 0 0 0,0-1 0 0 0,-1 0 0 0 0,1 0-1 0 0,0 0 1 0 0,0 0 0 0 0,0 0 0 0 0,-1 0 0 0 0,1 0-1 0 0,0 0 1 0 0,0 0 0 0 0,1 0 0 0 0,8 0-3137 0 0</inkml:trace>
  <inkml:trace contextRef="#ctx0" brushRef="#br0" timeOffset="0.99">181 0 2208 0 0,'-1'1'446'0'0,"1"0"-1"0"0,-1 0 1 0 0,0 0-1 0 0,0 0 1 0 0,0 0-1 0 0,1 0 1 0 0,-1 0-1 0 0,0 0 1 0 0,1 0-1 0 0,-1 0 1 0 0,1 1-1 0 0,-1-1 1 0 0,1 0-1 0 0,0 0 1 0 0,-1 0-1 0 0,1 1 1 0 0,0-1-1 0 0,0 0 1 0 0,0 3-1 0 0,0 30 625 0 0,1-22-169 0 0,-1 18-221 0 0,2 0-1 0 0,7 44 1 0 0,-7-62-936 0 0,1-1 0 0 0,1 1-1 0 0,-1 0 1 0 0,2-1 0 0 0,-1 1 0 0 0,2-1 0 0 0,-1-1 0 0 0,2 1 0 0 0,6 9 0 0 0,-12-19 55 0 0,-1-1 0 0 0,0 1 1 0 0,1 0-1 0 0,-1-1 1 0 0,0 1-1 0 0,1-1 0 0 0,-1 1 1 0 0,0-1-1 0 0,1 1 1 0 0,-1-1-1 0 0,1 1 0 0 0,-1-1 1 0 0,1 1-1 0 0,0-1 0 0 0,-1 1 1 0 0,1-1-1 0 0,-1 0 1 0 0,1 1-1 0 0,0-1 0 0 0,-1 0 1 0 0,1 0-1 0 0,0 0 1 0 0,-1 1-1 0 0,1-1 0 0 0,0 0 1 0 0,-1 0-1 0 0,1 0 0 0 0,0 0 1 0 0,-1 0-1 0 0,1 0 1 0 0,0 0-1 0 0,-1 0 0 0 0,1-1 1 0 0,0 1-1 0 0,-1 0 1 0 0,1 0-1 0 0,0-1 0 0 0,-1 1 1 0 0,1 0-1 0 0,-1 0 1 0 0,2-1-1 0 0,2-3-2980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7.4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73 13 2753 0 0,'-1'-1'331'0'0,"-1"0"0"0"0,1 0 0 0 0,-1 0 0 0 0,0 1 0 0 0,0-1 0 0 0,0 0 0 0 0,1 1 1 0 0,-1-1-1 0 0,0 1 0 0 0,0 0 0 0 0,0 0 0 0 0,0 0 0 0 0,0 0 0 0 0,0 0 0 0 0,1 0 0 0 0,-1 0 1 0 0,0 0-1 0 0,0 1 0 0 0,0-1 0 0 0,0 1 0 0 0,0 0 0 0 0,1-1 0 0 0,-1 1 0 0 0,-2 1 1 0 0,2 0-159 0 0,-1 1 0 0 0,1-1 1 0 0,1 0-1 0 0,-1 0 1 0 0,0 1-1 0 0,1-1 1 0 0,-1 1-1 0 0,1 0 0 0 0,0-1 1 0 0,-1 1-1 0 0,1 0 1 0 0,1 0-1 0 0,-1-1 1 0 0,-1 6-1 0 0,1-2-132 0 0,0 0 1 0 0,1 1-1 0 0,-1 0 1 0 0,1-1-1 0 0,0 1 1 0 0,1-1-1 0 0,0 1 1 0 0,0-1-1 0 0,0 1 0 0 0,1-1 1 0 0,0 0-1 0 0,0 1 1 0 0,0-1-1 0 0,5 7 1 0 0,-4-9-6 0 0,1-1 1 0 0,0 1-1 0 0,1-1 0 0 0,-1 0 1 0 0,0 0-1 0 0,1 0 1 0 0,0-1-1 0 0,-1 1 1 0 0,1-1-1 0 0,0-1 1 0 0,0 1-1 0 0,0 0 0 0 0,1-1 1 0 0,-1 0-1 0 0,0-1 1 0 0,0 1-1 0 0,1-1 1 0 0,-1 0-1 0 0,0 0 1 0 0,1 0-1 0 0,-1-1 0 0 0,0 0 1 0 0,0 0-1 0 0,0 0 1 0 0,1-1-1 0 0,-1 0 1 0 0,-1 0-1 0 0,8-4 0 0 0,-8 5 2 0 0,-1 0-1 0 0,0 0 0 0 0,0-1 0 0 0,0 0 0 0 0,0 1 0 0 0,0-1 0 0 0,0-1 0 0 0,-1 1 1 0 0,1 0-1 0 0,-1 0 0 0 0,1-1 0 0 0,-1 0 0 0 0,0 1 0 0 0,0-1 0 0 0,0 0 0 0 0,0 0 1 0 0,-1 0-1 0 0,1 0 0 0 0,-1 0 0 0 0,0 0 0 0 0,0-1 0 0 0,0 1 0 0 0,0 0 0 0 0,0-1 1 0 0,-1 1-1 0 0,0-1 0 0 0,1 1 0 0 0,-1-1 0 0 0,0 1 0 0 0,-1 0 0 0 0,1-1 0 0 0,-1 1 1 0 0,1-1-1 0 0,-1 1 0 0 0,0 0 0 0 0,0 0 0 0 0,-1-1 0 0 0,1 1 0 0 0,-1 0 0 0 0,1 0 0 0 0,-1 0 1 0 0,0 0-1 0 0,0 1 0 0 0,-3-4 0 0 0,1 1-11 0 0,-1 1 0 0 0,1 0 0 0 0,-1 0 0 0 0,0 0 0 0 0,0 0 0 0 0,0 1 0 0 0,0 0 0 0 0,-1 0 0 0 0,1 0 0 0 0,-1 1 0 0 0,0-1 0 0 0,0 1 0 0 0,0 1 0 0 0,0-1 0 0 0,0 1 0 0 0,-11-1 0 0 0,11 2-319 0 0,-1 0-1 0 0,0 0 1 0 0,0 0-1 0 0,0 1 1 0 0,1 0-1 0 0,-1 0 1 0 0,0 1-1 0 0,1 0 1 0 0,-8 3-1 0 0,7 0-2146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7.8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20 186 6585 0 0,'0'0'391'0'0,"-1"0"0"0"0,0 0 0 0 0,0 0-1 0 0,0 0 1 0 0,0 0 0 0 0,0 0 0 0 0,0 0-1 0 0,1 0 1 0 0,-1 0 0 0 0,0 0 0 0 0,0 0-1 0 0,0 1 1 0 0,0-1 0 0 0,0 0-1 0 0,1 1 1 0 0,-1-1 0 0 0,0 0 0 0 0,0 1-1 0 0,1-1 1 0 0,-1 1 0 0 0,-1 0 0 0 0,3 0-307 0 0,0-1 1 0 0,0 1-1 0 0,0-1 1 0 0,0 1-1 0 0,0-1 1 0 0,0 0-1 0 0,0 0 1 0 0,0 0-1 0 0,0 1 1 0 0,0-1-1 0 0,0 0 1 0 0,0 0-1 0 0,0 0 1 0 0,0-1-1 0 0,1 1 1 0 0,-1 0-1 0 0,0 0 1 0 0,0-1-1 0 0,1 1 1 0 0,57-12-84 0 0,65-9-152 0 0,-108 19-740 0 0,-1 1 0 0 0,1 1 0 0 0,0 0 1 0 0,0 1-1 0 0,25 5 0 0 0,-33-3-532 0 0,-2 0-646 0 0</inkml:trace>
  <inkml:trace contextRef="#ctx0" brushRef="#br0" timeOffset="1">315 1 3305 0 0,'-1'0'263'0'0,"0"0"0"0"0,1 1 0 0 0,-1-1 0 0 0,0 0 0 0 0,0 1 0 0 0,1-1-1 0 0,-1 1 1 0 0,0-1 0 0 0,0 1 0 0 0,1-1 0 0 0,-1 1 0 0 0,1 0 0 0 0,-1-1 0 0 0,1 1 0 0 0,-1 0 0 0 0,1-1 0 0 0,-1 1 0 0 0,1 0 0 0 0,-1-1 0 0 0,1 1 0 0 0,0 0 0 0 0,-1 0 0 0 0,1 0 0 0 0,0-1 0 0 0,0 1 0 0 0,0 0 0 0 0,-1 0 0 0 0,1 0 0 0 0,0 0 0 0 0,1 1 0 0 0,-2 34 1762 0 0,1-27-1188 0 0,2 31 219 0 0,1 0 0 0 0,1 0 0 0 0,13 49-1 0 0,-7-52-2743 0 0,23 59 0 0 0,-33-96 1464 0 0,0 1 0 0 0,0-1 0 0 0,0 1 0 0 0,1-1 0 0 0,-1 1 0 0 0,0-1 0 0 0,0 1 0 0 0,0-1-1 0 0,1 1 1 0 0,-1-1 0 0 0,0 1 0 0 0,1-1 0 0 0,-1 1 0 0 0,0-1 0 0 0,1 0 0 0 0,-1 1 0 0 0,1-1 0 0 0,-1 0 0 0 0,0 1 0 0 0,1-1 0 0 0,-1 0 0 0 0,1 1 0 0 0,-1-1 0 0 0,1 0 0 0 0,-1 0 0 0 0,1 0 0 0 0,-1 0 0 0 0,1 1 0 0 0,-1-1-1 0 0,1 0 1 0 0,0 0 0 0 0,-1 0 0 0 0,1 0 0 0 0,-1 0 0 0 0,1 0 0 0 0,-1 0 0 0 0,1-1 0 0 0,-1 1 0 0 0,1 0 0 0 0,-1 0 0 0 0,1 0 0 0 0,0-1 0 0 0,3-4-4100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8.5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42 4977 0 0,'15'-4'6024'0'0,"13"-4"-3579"0"0,3-1-2107 0 0,48-9 1 0 0,-77 18-354 0 0,4-1 94 0 0,1 0 0 0 0,-1 1 0 0 0,0-1-1 0 0,0 2 1 0 0,0-1 0 0 0,8 2 0 0 0,-13-2-41 0 0,0 1 0 0 0,0-1 0 0 0,0 1 0 0 0,0-1 0 0 0,0 1 0 0 0,0-1 0 0 0,0 1-1 0 0,0 0 1 0 0,0 0 0 0 0,0-1 0 0 0,0 1 0 0 0,0 0 0 0 0,-1 0 0 0 0,1 0 0 0 0,0 0 0 0 0,-1 0 0 0 0,1 0-1 0 0,-1 0 1 0 0,1 0 0 0 0,-1 0 0 0 0,1 0 0 0 0,-1 0 0 0 0,0 0 0 0 0,1 1 0 0 0,-1-1 0 0 0,0 0 0 0 0,0 0-1 0 0,0 0 1 0 0,0 0 0 0 0,0 0 0 0 0,0 1 0 0 0,0-1 0 0 0,0 0 0 0 0,-1 0 0 0 0,1 0 0 0 0,0 0 0 0 0,-1 0-1 0 0,1 0 1 0 0,-1 1 0 0 0,0 0 0 0 0,-8 21 253 0 0,-1 0-1 0 0,-1 0 1 0 0,0-1-1 0 0,-24 32 1 0 0,19-32-300 0 0,2 2-1 0 0,1-1 1 0 0,-15 37-1 0 0,27-58-85 0 0,1-1 0 0 0,-1 0 0 0 0,1 0 0 0 0,-1 0 0 0 0,1 0 0 0 0,-1 0 0 0 0,1 1 0 0 0,-1-1-1 0 0,1 0 1 0 0,0 0 0 0 0,0 0 0 0 0,0 1 0 0 0,0-1 0 0 0,0 0 0 0 0,0 0 0 0 0,0 1 0 0 0,0-1 0 0 0,0 0 0 0 0,1 2 0 0 0,15-13-1842 0 0,20-37 469 0 0,0-33 3420 0 0,-36 80-1879 0 0,1 0 0 0 0,-1 0 0 0 0,1 0-1 0 0,-1 0 1 0 0,1 0 0 0 0,-1 0 0 0 0,1 0 0 0 0,-1 0 0 0 0,1 0-1 0 0,-1 0 1 0 0,1 0 0 0 0,-1 0 0 0 0,1 0 0 0 0,-1 1 0 0 0,1-1-1 0 0,-1 0 1 0 0,1 0 0 0 0,-1 1 0 0 0,1-1 0 0 0,-1 0 0 0 0,1 0 0 0 0,-1 1-1 0 0,0-1 1 0 0,1 1 0 0 0,-1-1 0 0 0,0 0 0 0 0,1 1 0 0 0,-1-1-1 0 0,0 1 1 0 0,0-1 0 0 0,1 0 0 0 0,-1 1 0 0 0,0-1 0 0 0,0 1-1 0 0,0-1 1 0 0,1 1 0 0 0,-1 0 0 0 0,16 27 235 0 0,-12-22-101 0 0,6 10-69 0 0,1-1 0 0 0,0 0-1 0 0,21 21 1 0 0,-27-31-496 0 0,1 0-1 0 0,-1 0 1 0 0,1 0-1 0 0,0-1 1 0 0,1 1-1 0 0,-1-2 1 0 0,1 1-1 0 0,0-1 0 0 0,0 0 1 0 0,0 0-1 0 0,12 3 1 0 0,-18-6 161 0 0,-1 0-1 0 0,1 1 1 0 0,-1-1-1 0 0,1 0 1 0 0,0 0-1 0 0,-1 0 1 0 0,1 0 0 0 0,0 0-1 0 0,-1 0 1 0 0,1 0-1 0 0,-1 0 1 0 0,1 0 0 0 0,0 0-1 0 0,-1 0 1 0 0,1 0-1 0 0,-1 0 1 0 0,1-1 0 0 0,0 1-1 0 0,-1 0 1 0 0,1 0-1 0 0,-1-1 1 0 0,1 1 0 0 0,-1 0-1 0 0,1-1 1 0 0,-1 1-1 0 0,1-1 1 0 0,-1 1-1 0 0,1-1 1 0 0,-1 1 0 0 0,1-1-1 0 0,-1 1 1 0 0,0-1-1 0 0,1 1 1 0 0,-1-1 0 0 0,0 1-1 0 0,1-1 1 0 0,-1 0-1 0 0,3-7-4227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8.89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37 168 6577 0 0,'-2'1'459'0'0,"0"-1"-1"0"0,0 0 1 0 0,-1 1-1 0 0,1-1 1 0 0,0 1-1 0 0,0 0 1 0 0,0 0-1 0 0,0 0 0 0 0,0 0 1 0 0,0 0-1 0 0,0 0 1 0 0,0 0-1 0 0,0 1 1 0 0,0-1-1 0 0,1 1 1 0 0,-3 2-1 0 0,4-4-405 0 0,0 0-1 0 0,0 0 1 0 0,-1 1 0 0 0,1-1-1 0 0,0 0 1 0 0,0 1 0 0 0,0-1-1 0 0,0 0 1 0 0,0 1 0 0 0,0-1-1 0 0,0 0 1 0 0,0 1 0 0 0,0-1-1 0 0,0 0 1 0 0,0 1 0 0 0,0-1 0 0 0,1 0-1 0 0,-1 0 1 0 0,0 1 0 0 0,0-1-1 0 0,0 0 1 0 0,0 1 0 0 0,0-1-1 0 0,1 0 1 0 0,-1 0 0 0 0,0 1-1 0 0,0-1 1 0 0,0 0 0 0 0,1 0-1 0 0,-1 1 1 0 0,0-1 0 0 0,0 0-1 0 0,1 0 1 0 0,-1 0 0 0 0,1 1-1 0 0,24 4 443 0 0,-3-4-899 0 0,1-2 1 0 0,35-4-1 0 0,-36 1-2227 0 0,-1 0 0 0 0,37-13 0 0 0,-33 0-2554 0 0,-14 9 3000 0 0</inkml:trace>
  <inkml:trace contextRef="#ctx0" brushRef="#br0" timeOffset="1">257 1 5321 0 0,'-4'6'1256'0'0,"0"1"-1"0"0,1 0 1 0 0,0 0-1 0 0,0 0 1 0 0,1 0-1 0 0,-3 11 1 0 0,-2 52 1568 0 0,8-27-2930 0 0,9 53 1 0 0,-7-80 476 0 0,8 39-2019 0 0,-10-52 1045 0 0,-1-1 0 0 0,2 1-1 0 0,-1-1 1 0 0,0 1 0 0 0,0-1-1 0 0,1 1 1 0 0,-1-1 0 0 0,1 0-1 0 0,0 0 1 0 0,2 3 0 0 0,0-4-2515 0 0,2-2-982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9.2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1 7114 0 0,'-5'9'715'0'0,"1"0"1"0"0,1 0-1 0 0,0 0 1 0 0,0 1-1 0 0,1 0 1 0 0,0-1-1 0 0,0 1 1 0 0,1 19-1 0 0,0-7-477 0 0,2-1-1 0 0,1 0 1 0 0,4 24-1 0 0,15 28-326 0 0,-3-37-1592 0 0,5-11-3334 0 0,-16-22 1937 0 0,1-2-458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09.7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0 7058 0 0,'-4'2'339'0'0,"0"1"0"0"0,0-1 1 0 0,0 0-1 0 0,0 1 1 0 0,0 0-1 0 0,1 0 0 0 0,0 0 1 0 0,-1 0-1 0 0,1 1 1 0 0,0-1-1 0 0,1 1 0 0 0,-1 0 1 0 0,1 0-1 0 0,0 0 1 0 0,-1 0-1 0 0,-1 7 0 0 0,3-6-220 0 0,-1 0-1 0 0,1 0 0 0 0,1 0 0 0 0,-1 0 0 0 0,1 0 0 0 0,0 0 0 0 0,0 1 0 0 0,0-1 0 0 0,1 0 0 0 0,0 0 0 0 0,0 0 1 0 0,0 0-1 0 0,3 6 0 0 0,-2-6-115 0 0,0 1 0 0 0,0-1 0 0 0,1 0 0 0 0,0 0 0 0 0,0 0 0 0 0,0 0 0 0 0,1-1 0 0 0,0 1 0 0 0,-1-1 0 0 0,2 0 0 0 0,-1 0 0 0 0,0 0 0 0 0,1-1 0 0 0,0 1 0 0 0,-1-1 1 0 0,1 0-1 0 0,1-1 0 0 0,-1 1 0 0 0,0-1 0 0 0,1 0 0 0 0,-1 0 0 0 0,1-1 0 0 0,-1 0 0 0 0,1 0 0 0 0,0 0 0 0 0,9 0 0 0 0,-10-1 38 0 0,0-1 0 0 0,0 1 0 0 0,-1-1 0 0 0,1 0-1 0 0,0-1 1 0 0,-1 1 0 0 0,1-1 0 0 0,-1 0 0 0 0,0 0 0 0 0,1 0 0 0 0,-1 0 0 0 0,0-1-1 0 0,0 0 1 0 0,0 0 0 0 0,-1 0 0 0 0,1 0 0 0 0,-1 0 0 0 0,0-1 0 0 0,0 0 0 0 0,0 0-1 0 0,0 0 1 0 0,0 0 0 0 0,-1 0 0 0 0,0 0 0 0 0,0 0 0 0 0,2-7 0 0 0,-3 8-7 0 0,0-1 1 0 0,-1 0-1 0 0,1 1 0 0 0,-1-1 1 0 0,1 0-1 0 0,-1 1 1 0 0,0-1-1 0 0,-1 0 0 0 0,1 1 1 0 0,-1-1-1 0 0,0 0 1 0 0,1 1-1 0 0,-2-1 1 0 0,1 1-1 0 0,0-1 0 0 0,-1 1 1 0 0,1 0-1 0 0,-1 0 1 0 0,0-1-1 0 0,0 1 1 0 0,0 0-1 0 0,-1 1 0 0 0,1-1 1 0 0,-1 0-1 0 0,1 1 1 0 0,-1-1-1 0 0,0 1 1 0 0,0 0-1 0 0,0 0 0 0 0,0 0 1 0 0,-1 0-1 0 0,1 1 1 0 0,0-1-1 0 0,-6-1 1 0 0,-3-1-61 0 0,1 1 0 0 0,0 0 0 0 0,-1 0 0 0 0,0 2 0 0 0,-18-2 0 0 0,-30 7-5304 0 0,53-8-855 0 0</inkml:trace>
  <inkml:trace contextRef="#ctx0" brushRef="#br0" timeOffset="1">200 7 7122 0 0,'57'-2'6894'0'0,"13"1"-5419"0"0,-35 0-2761 0 0,0 2-1 0 0,65 10 1 0 0,-62-1-1799 0 0,-22-4-2359 0 0,-6-1 3037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3:10.1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1 5249 0 0,'-13'37'6946'0'0,"6"30"-4550"0"0,6-50-1590 0 0,-2 52 984 0 0,8 86 1 0 0,4-70-1202 0 0,39 165 0 0 0,-46-240-764 0 0,-1-6-108 0 0,0 0 1 0 0,0 1-1 0 0,0-1 1 0 0,0 0-1 0 0,1 0 1 0 0,0 0-1 0 0,0 0 1 0 0,2 5-1 0 0,-12-39-11494 0 0,2 11 7284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4:26.9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39 185 584 0 0,'-1'0'130'0'0,"1"-1"0"0"0,0 1-1 0 0,-1 0 1 0 0,1-1 0 0 0,-1 1 0 0 0,1-1-1 0 0,-1 1 1 0 0,1 0 0 0 0,-1-1 0 0 0,0 1-1 0 0,1 0 1 0 0,-1 0 0 0 0,1-1-1 0 0,-1 1 1 0 0,0 0 0 0 0,1 0 0 0 0,-1 0-1 0 0,1 0 1 0 0,-1 0 0 0 0,0 0 0 0 0,1 0-1 0 0,-1 0 1 0 0,0 0 0 0 0,1 0 0 0 0,-1 0-1 0 0,1 0 1 0 0,-1 0 0 0 0,0 1 0 0 0,1-1-1 0 0,-1 0 1 0 0,1 0 0 0 0,-1 1-1 0 0,1-1 1 0 0,-1 0 0 0 0,1 1 0 0 0,-1-1-1 0 0,1 1 1 0 0,-1-1 0 0 0,1 0 0 0 0,-1 2-1 0 0,-15 4 3675 0 0,17-7-3629 0 0,-1-1-1 0 0,1 1 1 0 0,0 0-1 0 0,-1-1 1 0 0,1 1-1 0 0,0 0 1 0 0,0 0-1 0 0,0 0 1 0 0,0 0-1 0 0,0 0 1 0 0,0 0-1 0 0,0 0 0 0 0,0 0 1 0 0,1 0-1 0 0,-1 0 1 0 0,2 0-1 0 0,2 0-156 0 0,0 1 0 0 0,0 0 0 0 0,0 0 0 0 0,-1 1-1 0 0,1 0 1 0 0,0 0 0 0 0,0 0 0 0 0,-1 0 0 0 0,9 4-1 0 0,32 5 241 0 0,69-19 471 0 0,-90 5-669 0 0,0 1 1 0 0,1 2-1 0 0,-1 0 0 0 0,1 2 1 0 0,45 6-1 0 0,-29-1 39 0 0,1-1-1 0 0,-1-3 1 0 0,1-1-1 0 0,58-6 1 0 0,-49 1-31 0 0,1 3 1 0 0,67 7-1 0 0,42 17 9 0 0,-58-6 17 0 0,0-4-1 0 0,1-5 1 0 0,127-6 0 0 0,-17-11 321 0 0,76-8-114 0 0,-11 6-171 0 0,-58 6-169 0 0,72 6 131 0 0,-2 0-19 0 0,26-17 22 0 0,98-7 326 0 0,66 9-276 0 0,-93 6-126 0 0,-53-1 37 0 0,37-3-57 0 0,-125 13 25 0 0,-9 0 60 0 0,109-9 110 0 0,116-10-149 0 0,-292 8 7 0 0,41-5 46 0 0,-79 2-54 0 0,155 4-1 0 0,31-1-125 0 0,-203 5 125 0 0,422-3-71 0 0,-365 1-29 0 0,87 4 30 0 0,-197 1 59 0 0,24-17-993 0 0,-59 12-1396 0 0,-23 7-871 0 0,6 2-3011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07.5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1684 939 240 0 0,'0'-1'288'0'0,"1"0"-1"0"0,-1 0 0 0 0,1 1 1 0 0,-1-1-1 0 0,1 0 1 0 0,0 1-1 0 0,-1-1 1 0 0,1 0-1 0 0,0 1 1 0 0,-1-1-1 0 0,1 1 1 0 0,0-1-1 0 0,0 1 1 0 0,0-1-1 0 0,-1 1 1 0 0,1 0-1 0 0,0 0 1 0 0,0-1-1 0 0,0 1 0 0 0,0 0 1 0 0,0 0-1 0 0,0 0 1 0 0,-1 0-1 0 0,1 0 1 0 0,0 0-1 0 0,0 0 1 0 0,0 0-1 0 0,1 0 1 0 0,6 6 2301 0 0,-22 8-1503 0 0,0-7-704 0 0,0-1 0 0 0,0 0 0 0 0,-1-1 0 0 0,0-1 0 0 0,0-1-1 0 0,0 0 1 0 0,-1-1 0 0 0,1 0 0 0 0,-1-1 0 0 0,-15-2 0 0 0,-52 7-63 0 0,26-1-81 0 0,-1-2 0 0 0,-70-7 0 0 0,8 0-118 0 0,-53-6 190 0 0,107 4-15 0 0,-57 2-117 0 0,68 3-1 0 0,-80-10 1 0 0,103 5-89 0 0,0-1-1 0 0,0-1 1 0 0,0-1-1 0 0,-44-21 1 0 0,58 23-9 0 0,1-1 0 0 0,1 0 1 0 0,-1-1-1 0 0,1-1 1 0 0,1 0-1 0 0,0-1 0 0 0,1-1 1 0 0,0 0-1 0 0,0-1 0 0 0,1-1 1 0 0,-16-22-1 0 0,3 0 38 0 0,8 11-60 0 0,1 0 0 0 0,-18-37 1 0 0,31 52-39 0 0,-1 0 0 0 0,2-1-1 0 0,-1 0 1 0 0,2 0 0 0 0,-1 0 0 0 0,1 0 0 0 0,1 0 0 0 0,0 0 0 0 0,2-22 0 0 0,1 14-1 0 0,1 1 0 0 0,0 0 0 0 0,2 1-1 0 0,0-1 1 0 0,1 1 0 0 0,1 0 0 0 0,0 0 0 0 0,1 1 0 0 0,1 0-1 0 0,1 0 1 0 0,0 1 0 0 0,1 0 0 0 0,0 1 0 0 0,1 1-1 0 0,1-1 1 0 0,0 2 0 0 0,1 0 0 0 0,1 1 0 0 0,-1 0 0 0 0,2 1-1 0 0,-1 0 1 0 0,1 2 0 0 0,1 0 0 0 0,0 0 0 0 0,33-9 0 0 0,65-13 104 0 0,1 5 1 0 0,2 6 0 0 0,202-9-1 0 0,-141 25 109 0 0,88 15 203 0 0,-251-11-414 0 0,19 3 93 0 0,-1 1 0 0 0,51 15 0 0 0,12 3 121 0 0,-71-16-159 0 0,-1 2 0 0 0,0 1 0 0 0,0 0 1 0 0,0 2-1 0 0,-2 1 0 0 0,41 29 0 0 0,-36-25 40 0 0,-11-4-71 0 0,0-1-1 0 0,-1 2 1 0 0,-1 0 0 0 0,0 1-1 0 0,0 1 1 0 0,-2 0 0 0 0,0 1-1 0 0,-1 0 1 0 0,17 33 0 0 0,-24-39-11 0 0,-1 0-1 0 0,0 1 1 0 0,-1-1 0 0 0,0 1-1 0 0,-1 0 1 0 0,-1 0 0 0 0,1 0 0 0 0,-2 0-1 0 0,0 0 1 0 0,0 0 0 0 0,-4 21 0 0 0,1-18-11 0 0,0-1 0 0 0,0 0 0 0 0,-1 0 0 0 0,-1 0 0 0 0,-1 0 0 0 0,0-1 0 0 0,0 0 0 0 0,-2 0 0 0 0,-10 15 0 0 0,-26 21-332 0 0,-2-2 1 0 0,-1-2-1 0 0,-67 48 1 0 0,103-84-22 0 0,-21 17-3064 0 0,-45 27-1 0 0,74-51 2868 0 0,-1-1 0 0 0,1 0 0 0 0,-1 1 1 0 0,1-1-1 0 0,-1 0 0 0 0,1 0 0 0 0,-1-1 0 0 0,0 1 0 0 0,1-1 0 0 0,-1 0 0 0 0,0 0 0 0 0,-4-1 0 0 0,-4 1-1269 0 0,-19 4-3780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3.8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84 4937 0 0,'0'0'64'0'0,"0"0"0"0"0,-1 0 0 0 0,1 0 0 0 0,0 0 1 0 0,0 0-1 0 0,0 0 0 0 0,0 0 0 0 0,0 0 0 0 0,-1 0 0 0 0,1 0 0 0 0,0-1 0 0 0,0 1 0 0 0,0 0 0 0 0,0 0 1 0 0,0 0-1 0 0,-1 0 0 0 0,1 0 0 0 0,0 0 0 0 0,0 0 0 0 0,0 0 0 0 0,0 0 0 0 0,0 0 0 0 0,0 0 0 0 0,0-1 1 0 0,-1 1-1 0 0,1 0 0 0 0,0 0 0 0 0,0 0 0 0 0,0 0 0 0 0,0 0 0 0 0,0 0 0 0 0,0 0 0 0 0,0-1 0 0 0,0 1 1 0 0,0 0-1 0 0,0 0 0 0 0,0 0 0 0 0,0 0 0 0 0,0 0 0 0 0,0-1 0 0 0,0 1 0 0 0,0 0 0 0 0,0 0 0 0 0,0 0 1 0 0,0 0-1 0 0,0 0 0 0 0,0-1 0 0 0,0 1 0 0 0,0 0 0 0 0,0 0 0 0 0,0 0 0 0 0,0 0 0 0 0,0 0 0 0 0,0 0 1 0 0,0-1-1 0 0,1 1 0 0 0,-1 0 0 0 0,0 0 0 0 0,0 0 0 0 0,0 0 0 0 0,0 0 0 0 0,0 0 0 0 0,0 0 0 0 0,0 0 1 0 0,1 0-1 0 0,-1-1 0 0 0,0 1 0 0 0,15-14 1268 0 0,20-11-1022 0 0,-28 20-201 0 0,1 0-1 0 0,0 1 1 0 0,0 0-1 0 0,1 0 1 0 0,-1 1-1 0 0,1 0 1 0 0,0 1-1 0 0,0-1 1 0 0,0 2-1 0 0,0-1 0 0 0,10 1 1 0 0,-18 1-59 0 0,0 0 0 0 0,-1 1 0 0 0,1-1 0 0 0,0 0 0 0 0,-1 1 0 0 0,1-1 0 0 0,0 1 0 0 0,-1-1-1 0 0,1 0 1 0 0,-1 1 0 0 0,1 0 0 0 0,-1-1 0 0 0,1 1 0 0 0,-1-1 0 0 0,1 1 0 0 0,-1 0 0 0 0,1-1 0 0 0,-1 1 0 0 0,0 0 0 0 0,1-1 0 0 0,-1 1 0 0 0,0 0 0 0 0,0 0 0 0 0,1-1 0 0 0,-1 1 0 0 0,0 0-1 0 0,0 0 1 0 0,0-1 0 0 0,0 1 0 0 0,0 0 0 0 0,0 0 0 0 0,0 0 0 0 0,0-1 0 0 0,-1 1 0 0 0,1 0 0 0 0,0 0 0 0 0,0-1 0 0 0,-1 1 0 0 0,1 0 0 0 0,0-1 0 0 0,-1 1 0 0 0,1 0 0 0 0,0-1 0 0 0,-1 2-1 0 0,-18 36 996 0 0,17-35-954 0 0,-10 15 278 0 0,-1 0 0 0 0,-1-1 0 0 0,-17 17 0 0 0,20-24-580 0 0,1 1 1 0 0,0 0-1 0 0,1 0 0 0 0,0 1 0 0 0,1 0 0 0 0,0 1 1 0 0,1-1-1 0 0,0 2 0 0 0,-5 15 0 0 0,22-36-5485 0 0,4-9 3768 0 0,-3-6 419 0 0,-9 15 1655 0 0,1 1 1 0 0,0-1-1 0 0,1 1 0 0 0,-1 0 0 0 0,1 0 0 0 0,1 1 1 0 0,-1-1-1 0 0,1 1 0 0 0,7-7 0 0 0,5 28 5858 0 0,6 8-5116 0 0,-12-20-813 0 0,1 0-1 0 0,-1-1 0 0 0,1 0 1 0 0,-1-1-1 0 0,16 1 1 0 0,-23-2-544 0 0,1-1 1 0 0,0 0 0 0 0,0 0 0 0 0,-1-1 0 0 0,1 1 0 0 0,0-1-1 0 0,-1 0 1 0 0,1 0 0 0 0,5-2 0 0 0,-9 2 295 0 0,-1 1-1 0 0,0 0 1 0 0,1 0 0 0 0,-1-1 0 0 0,0 1 0 0 0,1 0-1 0 0,-1-1 1 0 0,0 1 0 0 0,0-1 0 0 0,1 1-1 0 0,-1 0 1 0 0,0-1 0 0 0,0 1 0 0 0,0-1 0 0 0,0 1-1 0 0,1 0 1 0 0,-1-1 0 0 0,0 1 0 0 0,0-1 0 0 0,0 1-1 0 0,0-1 1 0 0,0 1 0 0 0,0-1 0 0 0,0 1-1 0 0,0 0 1 0 0,0-1 0 0 0,0 1 0 0 0,-1-1 0 0 0,1 1-1 0 0,0-1 1 0 0,0 1 0 0 0,0 0 0 0 0,0-1 0 0 0,-1 0-1 0 0,1 1 26 0 0,-2-5-2754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4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0 117 4657 0 0,'11'3'6492'0'0,"14"2"-4182"0"0,64-1-2216 0 0,-83-4-737 0 0,1-1 0 0 0,-1 1 0 0 0,0-1 0 0 0,0 0 0 0 0,0 0 0 0 0,0-1 0 0 0,0 0 0 0 0,-1 0 0 0 0,1 0 0 0 0,0-1 0 0 0,-1 1 0 0 0,7-6 0 0 0,-9 5 244 0 0,-1-1-1 0 0,0 0 0 0 0,0 1 0 0 0,-1-1 0 0 0,1 0 0 0 0,-1 0 0 0 0,1 0 0 0 0,-1 0 0 0 0,-1 0 0 0 0,1 0 0 0 0,0-6 0 0 0,0 2 626 0 0,0 0-1 0 0,-1 0 1 0 0,0-1-1 0 0,-4-9 6651 0 0,0 30-3639 0 0,-9 34-687 0 0,11-27-2121 0 0,2 1-1 0 0,0-1 0 0 0,4 27 0 0 0,1 24-3426 0 0,-5-69 2770 0 0,1-1 0 0 0,-1 1 0 0 0,0 0 0 0 0,-1-1 1 0 0,1 1-1 0 0,0 0 0 0 0,0-1 0 0 0,0 1 0 0 0,0 0 1 0 0,0 0-1 0 0,-1-1 0 0 0,1 1 0 0 0,0-1 0 0 0,-1 1 1 0 0,1 0-1 0 0,0-1 0 0 0,-1 1 0 0 0,1-1 0 0 0,-1 1 0 0 0,1 0 1 0 0,-1-1-1 0 0,1 1 0 0 0,-1-1 0 0 0,1 0 0 0 0,-1 1 1 0 0,1-1-1 0 0,-1 1 0 0 0,0-1 0 0 0,1 0 0 0 0,-1 0 0 0 0,0 1 1 0 0,1-1-1 0 0,-2 0 0 0 0,-4 3-3365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4.6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 4737 0 0,'7'1'4153'0'0,"23"0"-2237"0"0,24-12-486 0 0,-42 8-1269 0 0,0 0 0 0 0,1 0 0 0 0,-1 2 1 0 0,1-1-1 0 0,-1 2 0 0 0,1-1 0 0 0,0 2 1 0 0,12 1-1 0 0,-24-2-138 0 0,0 0 0 0 0,0 0-1 0 0,0 1 1 0 0,0-1 0 0 0,0 0 0 0 0,-1 0 0 0 0,1 1 0 0 0,0-1-1 0 0,0 0 1 0 0,0 1 0 0 0,-1-1 0 0 0,1 1 0 0 0,0-1-1 0 0,0 1 1 0 0,-1-1 0 0 0,1 1 0 0 0,-1 0 0 0 0,1-1 0 0 0,0 1-1 0 0,-1 0 1 0 0,1-1 0 0 0,-1 1 0 0 0,1 0 0 0 0,-1 0 0 0 0,0-1-1 0 0,1 1 1 0 0,-1 0 0 0 0,0 0 0 0 0,0 0 0 0 0,1 0 0 0 0,-1-1-1 0 0,0 1 1 0 0,0 1 0 0 0,-1 1 14 0 0,1 0 1 0 0,-1-1-1 0 0,0 1 0 0 0,0 0 1 0 0,0-1-1 0 0,0 1 0 0 0,-1-1 1 0 0,1 0-1 0 0,-1 1 0 0 0,1-1 1 0 0,-3 2-1 0 0,-53 50 289 0 0,56-53-318 0 0,-32 22 161 0 0,-19 14-120 0 0,49-35-43 0 0,1 0 0 0 0,-1 0 0 0 0,1 1 0 0 0,0-1-1 0 0,0 1 1 0 0,-1 0 0 0 0,2-1 0 0 0,-1 1-1 0 0,0 0 1 0 0,1 0 0 0 0,-1 0 0 0 0,1 0-1 0 0,0 0 1 0 0,-1 4 0 0 0,2-6 4 0 0,0 0 0 0 0,0 0-1 0 0,0 0 1 0 0,0 0 0 0 0,0 0 0 0 0,0 0-1 0 0,0 0 1 0 0,0 0 0 0 0,0 0 0 0 0,0 0 0 0 0,1 0-1 0 0,-1 0 1 0 0,0 0 0 0 0,1 0 0 0 0,-1 0-1 0 0,1 0 1 0 0,-1 0 0 0 0,1 0 0 0 0,0-1 0 0 0,-1 1-1 0 0,1 0 1 0 0,0 0 0 0 0,-1-1 0 0 0,1 1-1 0 0,2 1 1 0 0,28 6 197 0 0,32-14-24 0 0,45-25-1408 0 0,-38 6-6236 0 0,-54 14 3315 0 0,-8 8 1512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5.1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36 5001 0 0,'22'1'2591'0'0,"41"-2"1245"0"0,-51 0-3698 0 0,0 0 0 0 0,1 0 1 0 0,-1-2-1 0 0,0 1 0 0 0,18-7 0 0 0,-30 9-138 0 0,0 0 0 0 0,0 0 0 0 0,0 0 0 0 0,1 0 0 0 0,-1 0 0 0 0,0 0 0 0 0,0 0 0 0 0,0-1 0 0 0,0 1 0 0 0,0 0 0 0 0,0 0 0 0 0,1 0 0 0 0,-1 0 0 0 0,0 0 0 0 0,0 0 0 0 0,0 0 0 0 0,0 0 0 0 0,0 0 0 0 0,0 0 0 0 0,0 0 0 0 0,0 0 0 0 0,1 0 0 0 0,-1-1 0 0 0,0 1 1 0 0,0 0-1 0 0,0 0 0 0 0,0 0 0 0 0,0 0 0 0 0,0 0 0 0 0,0 0 0 0 0,0 0 0 0 0,0-1 0 0 0,0 1 0 0 0,0 0 0 0 0,0 0 0 0 0,0 0 0 0 0,0 0 0 0 0,0 0 0 0 0,0 0 0 0 0,0-1 0 0 0,0 1 0 0 0,0 0 0 0 0,0 0 0 0 0,0 0 0 0 0,0 0 0 0 0,0 0 0 0 0,0-1 0 0 0,0 1 0 0 0,0 0 0 0 0,0 0 0 0 0,0 0 0 0 0,0 0 0 0 0,0 0 0 0 0,0 0 0 0 0,0 0 0 0 0,0-1 0 0 0,-1 1 0 0 0,1 0 0 0 0,0 0 0 0 0,0 0 0 0 0,0 0 0 0 0,0 0 0 0 0,0 0 0 0 0,0 0 0 0 0,-1 0 0 0 0,-13-6 67 0 0,-18 0 117 0 0,26 6-123 0 0,0 1-1 0 0,0-1 1 0 0,0 2-1 0 0,1-1 1 0 0,-1 0-1 0 0,1 1 0 0 0,-1 0 1 0 0,1 1-1 0 0,-1-1 1 0 0,1 1-1 0 0,0 0 1 0 0,0 0-1 0 0,1 1 1 0 0,-1-1-1 0 0,1 1 1 0 0,-1 0-1 0 0,1 0 0 0 0,0 1 1 0 0,1-1-1 0 0,-6 9 1 0 0,5-7 64 0 0,0 0 0 0 0,1 0 0 0 0,0 1 0 0 0,0-1 0 0 0,1 0 1 0 0,0 1-1 0 0,0 0 0 0 0,0 0 0 0 0,1-1 0 0 0,0 1 0 0 0,0 0 1 0 0,1 0-1 0 0,0 0 0 0 0,0 0 0 0 0,1 0 0 0 0,0 0 0 0 0,2 9 0 0 0,-2-13-57 0 0,0 0-1 0 0,1 1 0 0 0,-1-1 0 0 0,1 0 0 0 0,0 0 1 0 0,0 0-1 0 0,0 0 0 0 0,0-1 0 0 0,1 1 0 0 0,-1-1 0 0 0,1 1 1 0 0,-1-1-1 0 0,1 0 0 0 0,0 0 0 0 0,0 0 0 0 0,0 0 1 0 0,0 0-1 0 0,0-1 0 0 0,0 1 0 0 0,1-1 0 0 0,-1 0 0 0 0,0 0 1 0 0,1 0-1 0 0,-1-1 0 0 0,7 1 0 0 0,10 1 30 0 0,0-1 0 0 0,0-1 0 0 0,30-4 0 0 0,-3 1-883 0 0,-46 3 699 0 0,35-2-2920 0 0,-35 1 2537 0 0,1 1-1 0 0,-1 0 0 0 0,0 0 1 0 0,1 0-1 0 0,-1-1 0 0 0,1 1 1 0 0,-1-1-1 0 0,0 1 0 0 0,1-1 1 0 0,-1 0-1 0 0,0 1 0 0 0,0-1 1 0 0,1 0-1 0 0,-1 0 0 0 0,0 0 1 0 0,0 0-1 0 0,0 0 0 0 0,0 0 1 0 0,0 0-1 0 0,1-2 0 0 0,1-4-2899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5.5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1 4617 0 0,'-2'6'1206'0'0,"-1"0"0"0"0,1 1 0 0 0,0-1 0 0 0,1 0 1 0 0,0 1-1 0 0,-1 7 0 0 0,2 74 2086 0 0,0-66-2475 0 0,1 7-686 0 0,1 0-1 0 0,2-1 1 0 0,0 1 0 0 0,17 52 0 0 0,-16-68-1887 0 0,0 0 0 0 0,1 1 0 0 0,14 20 1 0 0,-23-48-8349 0 0</inkml:trace>
  <inkml:trace contextRef="#ctx0" brushRef="#br0" timeOffset="1">50 227 2425 0 0,'0'0'87'0'0,"-1"0"1"0"0,1 0 0 0 0,0 0 0 0 0,0 0 0 0 0,-1 1 0 0 0,1-1 0 0 0,0 0 0 0 0,-1 0 0 0 0,1 0 0 0 0,0 0 0 0 0,0 1 0 0 0,-1-1 0 0 0,1 0 0 0 0,0 0 0 0 0,0 0 0 0 0,0 1 0 0 0,-1-1 0 0 0,1 0 0 0 0,0 0 0 0 0,0 1 0 0 0,0-1 0 0 0,0 0 0 0 0,-1 1 0 0 0,1-1 0 0 0,0 0 0 0 0,0 1 0 0 0,0-1 0 0 0,0 0 0 0 0,0 0 0 0 0,0 1 0 0 0,0-1 0 0 0,0 0 0 0 0,0 1 0 0 0,0-1 0 0 0,0 0 0 0 0,0 1 0 0 0,0-1 0 0 0,0 0 0 0 0,0 1 0 0 0,1-1 0 0 0,-1 0 0 0 0,0 0 0 0 0,0 1 0 0 0,0-1 0 0 0,0 0 0 0 0,0 1 0 0 0,1-1 0 0 0,-1 0 0 0 0,0 0 0 0 0,0 1 0 0 0,1-1 0 0 0,-1 0-1 0 0,0 0 1 0 0,0 0 0 0 0,1 0 0 0 0,-1 1 0 0 0,0-1 0 0 0,0 0 0 0 0,1 0 0 0 0,-1 0 0 0 0,0 0 0 0 0,1 0 0 0 0,-1 0 0 0 0,23 7 518 0 0,-14-9-1172 0 0,0 1 0 0 0,-1-2 1 0 0,0 1-1 0 0,1-1 0 0 0,-1 0 1 0 0,0-1-1 0 0,-1 0 0 0 0,1 0 1 0 0,-1-1-1 0 0,1 0 0 0 0,-1 0 1 0 0,10-11-1 0 0,-6 8-621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5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33 840 0 0,'-2'-4'681'0'0,"-1"0"1"0"0,0 1-1 0 0,0 0 0 0 0,0-1 0 0 0,0 1 0 0 0,0 1 1 0 0,0-1-1 0 0,-5-2 0 0 0,8 4-562 0 0,0 1 1 0 0,0 0-1 0 0,-1 0 0 0 0,1 0 0 0 0,0 0 1 0 0,-1 0-1 0 0,1 0 0 0 0,0 0 1 0 0,0 0-1 0 0,-1 0 0 0 0,1 0 1 0 0,0 0-1 0 0,-1 0 0 0 0,1 0 0 0 0,0 0 1 0 0,-1 0-1 0 0,1 0 0 0 0,0 0 1 0 0,0 1-1 0 0,-1-1 0 0 0,1 0 0 0 0,0 0 1 0 0,0 0-1 0 0,-1 0 0 0 0,1 0 1 0 0,0 1-1 0 0,0-1 0 0 0,0 0 1 0 0,-1 0-1 0 0,1 1 0 0 0,0-1 0 0 0,0 0 1 0 0,0 0-1 0 0,-1 1 0 0 0,1-1 1 0 0,0 0-1 0 0,0 0 0 0 0,0 1 0 0 0,-2 26 2888 0 0,4-1-1916 0 0,2-1 1 0 0,7 26-1 0 0,1-7-1014 0 0,26 60 1 0 0,-29-89-1244 0 0,-6-9-1288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6.5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2745 0 0,'23'-2'7592'0'0,"10"-3"-4468"0"0,1 0-2934 0 0,-1 2 0 0 0,36 0 0 0 0,-68 3-148 0 0,0 0 0 0 0,0 0 0 0 0,0 0 0 0 0,0 0 0 0 0,0 0 0 0 0,1 0-1 0 0,-1 1 1 0 0,0-1 0 0 0,0 0 0 0 0,0 1 0 0 0,0-1 0 0 0,0 1 0 0 0,0-1 0 0 0,0 1 0 0 0,0-1 0 0 0,0 1 0 0 0,0 0 0 0 0,0 0-1 0 0,0-1 1 0 0,-1 1 0 0 0,1 0 0 0 0,0 0 0 0 0,0 0 0 0 0,-1 0 0 0 0,1 0 0 0 0,-1 0 0 0 0,1 0 0 0 0,-1 0 0 0 0,1 0 0 0 0,0 1-1 0 0,-1 2 57 0 0,0-1 0 0 0,0 0-1 0 0,0 0 1 0 0,0 1 0 0 0,0-1 0 0 0,-1 0-1 0 0,0 0 1 0 0,1 0 0 0 0,-1 1-1 0 0,-3 4 1 0 0,-3 9 273 0 0,-1-1-1 0 0,-21 29 1 0 0,-22 22-19 0 0,26-35-1321 0 0,-28 46 0 0 0,66-109-7304 0 0,17-43 9498 0 0,-30 74-1146 0 0,0-1 0 0 0,0 1 0 0 0,1 0 0 0 0,-1-1 0 0 0,0 1-1 0 0,0-1 1 0 0,1 1 0 0 0,-1 0 0 0 0,0-1 0 0 0,1 1 0 0 0,-1 0 0 0 0,0 0 0 0 0,1-1-1 0 0,-1 1 1 0 0,1 0 0 0 0,-1 0 0 0 0,0 0 0 0 0,1-1 0 0 0,-1 1 0 0 0,1 0 0 0 0,-1 0-1 0 0,1 0 1 0 0,-1 0 0 0 0,1 0 0 0 0,-1 0 0 0 0,0 0 0 0 0,1 0 0 0 0,-1 0 0 0 0,1 0-1 0 0,-1 0 1 0 0,1 0 0 0 0,-1 0 0 0 0,1 0 0 0 0,-1 1 0 0 0,0-1 0 0 0,1 0 0 0 0,-1 0-1 0 0,1 0 1 0 0,-1 1 0 0 0,0-1 0 0 0,1 0 0 0 0,-1 0 0 0 0,0 1 0 0 0,1-1 0 0 0,-1 0-1 0 0,0 1 1 0 0,1-1 0 0 0,-1 0 0 0 0,0 1 0 0 0,0-1 0 0 0,0 1 0 0 0,1-1 0 0 0,-1 0-1 0 0,0 1 1 0 0,0-1 0 0 0,0 1 0 0 0,23 32 1361 0 0,-18-24-938 0 0,12 13-68 0 0,1 0 0 0 0,33 31 0 0 0,-41-44-986 0 0,1 0 0 0 0,0-1 1 0 0,1 0-1 0 0,13 7 0 0 0,-25-15 388 0 0,1 1 1 0 0,-1-1-1 0 0,1 0 0 0 0,0 1 0 0 0,-1-1 0 0 0,1 0 0 0 0,-1 0 1 0 0,1 1-1 0 0,0-1 0 0 0,-1 0 0 0 0,1 0 0 0 0,0 0 0 0 0,-1 0 1 0 0,1 0-1 0 0,0 0 0 0 0,-1 0 0 0 0,1 0 0 0 0,0 0 0 0 0,-1 0 1 0 0,1 0-1 0 0,0 0 0 0 0,-1 0 0 0 0,1 0 0 0 0,0-1 0 0 0,-1 1 1 0 0,1 0-1 0 0,0-1 0 0 0,-1 1 0 0 0,1 0 0 0 0,-1-1 0 0 0,1 1 1 0 0,-1 0-1 0 0,1-1 0 0 0,-1 1 0 0 0,1-1 0 0 0,-1 1 0 0 0,1-1 1 0 0,-1 0-1 0 0,0 1 0 0 0,1-1 0 0 0,-1 1 0 0 0,0-1 0 0 0,0 0 1 0 0,1 1-1 0 0,-1-1 0 0 0,0 1 0 0 0,0-1 0 0 0,0 0 0 0 0,0 1 1 0 0,0-1-1 0 0,0 0 0 0 0,0 1 0 0 0,0-1 0 0 0,0 0 0 0 0,0 1 1 0 0,0-1-1 0 0,0 0 0 0 0,0 1 0 0 0,-1-2 0 0 0,1-8-2886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7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5201 0 0,'-1'3'675'0'0,"0"-1"0"0"0,0 0 0 0 0,0 1 0 0 0,0-1 0 0 0,0 1 0 0 0,1 0-1 0 0,-1-1 1 0 0,1 1 0 0 0,0 0 0 0 0,0 4 0 0 0,6 54 1793 0 0,-1-31-1312 0 0,-1 24-848 0 0,14 119 887 0 0,-14-153-2999 0 0,1 0-1 0 0,1 0 1 0 0,10 26-1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7.4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 4561 0 0,'-3'0'417'0'0,"0"0"0"0"0,0 0 1 0 0,1 1-1 0 0,-1-1 0 0 0,0 1 0 0 0,0 0 1 0 0,1 0-1 0 0,-1 0 0 0 0,1 0 0 0 0,-1 0 1 0 0,1 0-1 0 0,-1 1 0 0 0,1-1 0 0 0,0 1 1 0 0,-1 0-1 0 0,-3 3 0 0 0,4-2-225 0 0,-1 0 1 0 0,1 1-1 0 0,0-1 0 0 0,0 0 0 0 0,0 1 0 0 0,0-1 0 0 0,0 1 1 0 0,1 0-1 0 0,0-1 0 0 0,0 1 0 0 0,-1 5 0 0 0,1-6-184 0 0,0 1 0 0 0,1-1 0 0 0,0 0 0 0 0,-1 1 0 0 0,1-1 0 0 0,0 1 0 0 0,1-1 0 0 0,-1 0 0 0 0,1 1-1 0 0,-1-1 1 0 0,1 0 0 0 0,0 0 0 0 0,0 1 0 0 0,1-1 0 0 0,-1 0 0 0 0,0 0 0 0 0,1 0 0 0 0,0 0 0 0 0,0-1 0 0 0,0 1-1 0 0,0 0 1 0 0,0-1 0 0 0,1 1 0 0 0,-1-1 0 0 0,1 0 0 0 0,-1 0 0 0 0,1 0 0 0 0,0 0 0 0 0,4 2 0 0 0,0-2-13 0 0,1 0 1 0 0,0 0 0 0 0,0-1 0 0 0,0 0-1 0 0,0 0 1 0 0,0-1 0 0 0,1 0 0 0 0,8-1-1 0 0,-15 1 62 0 0,0 0-1 0 0,1 0 0 0 0,-1 0 0 0 0,0-1 0 0 0,0 1 0 0 0,1 0 0 0 0,-1-1 0 0 0,0 0 0 0 0,0 1 0 0 0,0-1 0 0 0,0 0 0 0 0,1 0 0 0 0,-1 0 1 0 0,-1 0-1 0 0,1-1 0 0 0,0 1 0 0 0,0 0 0 0 0,0-1 0 0 0,-1 1 0 0 0,1-1 0 0 0,-1 0 0 0 0,1 0 0 0 0,-1 1 0 0 0,1-1 0 0 0,-1 0 1 0 0,0 0-1 0 0,0 0 0 0 0,0 0 0 0 0,0-1 0 0 0,-1 1 0 0 0,1 0 0 0 0,0-4 0 0 0,-1 2 16 0 0,-1 1 0 0 0,1-1 0 0 0,-1 1 0 0 0,0-1 1 0 0,0 1-1 0 0,0-1 0 0 0,-1 1 0 0 0,1-1 0 0 0,-1 1 0 0 0,0 0 0 0 0,0 0 0 0 0,0 0 0 0 0,0 0 0 0 0,-1 0 0 0 0,1 1 0 0 0,-1-1 1 0 0,1 1-1 0 0,-1-1 0 0 0,0 1 0 0 0,0 0 0 0 0,0 0 0 0 0,-5-2 0 0 0,6 3-250 0 0,0-1-1 0 0,-1 1 1 0 0,1 0-1 0 0,-1 0 1 0 0,1 0 0 0 0,-1 1-1 0 0,1-1 1 0 0,-1 1 0 0 0,1-1-1 0 0,-1 1 1 0 0,0 0-1 0 0,1 0 1 0 0,-1 0 0 0 0,0 0-1 0 0,1 0 1 0 0,-1 1 0 0 0,1-1-1 0 0,-1 1 1 0 0,1 0-1 0 0,-1 0 1 0 0,1 0 0 0 0,-1 0-1 0 0,1 0 1 0 0,0 0 0 0 0,-1 1-1 0 0,1-1 1 0 0,0 1-1 0 0,0-1 1 0 0,0 1 0 0 0,0 0-1 0 0,-1 2 1 0 0,-18 13-6890 0 0,16-11 3424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7.8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3 113 4897 0 0,'0'0'79'0'0,"0"0"0"0"0,0 0-1 0 0,0 1 1 0 0,0-1 0 0 0,1 0 0 0 0,-1 0-1 0 0,0 0 1 0 0,0 0 0 0 0,0 0 0 0 0,0 1 0 0 0,0-1-1 0 0,0 0 1 0 0,0 0 0 0 0,0 0 0 0 0,0 0-1 0 0,0 0 1 0 0,0 1 0 0 0,0-1 0 0 0,0 0 0 0 0,0 0-1 0 0,0 0 1 0 0,0 0 0 0 0,0 1 0 0 0,0-1-1 0 0,0 0 1 0 0,0 0 0 0 0,0 0 0 0 0,0 0 0 0 0,0 0-1 0 0,0 1 1 0 0,0-1 0 0 0,0 0 0 0 0,0 0-1 0 0,0 0 1 0 0,-1 0 0 0 0,1 0 0 0 0,0 1 0 0 0,0-1-1 0 0,0 0 1 0 0,0 0 0 0 0,0 0 0 0 0,0 0-1 0 0,-1 0 1 0 0,1 0 0 0 0,0 0 0 0 0,0 0 0 0 0,0 0-1 0 0,0 0 1 0 0,0 1 0 0 0,-1-1 0 0 0,1 0-1 0 0,0 0 1 0 0,0 0 0 0 0,0 0 0 0 0,-1 0 0 0 0,17 6 1378 0 0,27-8 428 0 0,76-14-1 0 0,-77 9-2376 0 0,78-4 1 0 0,-115 13-3246 0 0,-16 3 1705 0 0,-30 8 1098 0 0,19-6 1036 0 0,17-5 201 0 0,0 0 0 0 0,0 1 1 0 0,0-1-1 0 0,0 1 0 0 0,0 1 0 0 0,0-1 1 0 0,1 1-1 0 0,-1 0 0 0 0,1 0 0 0 0,0 0 1 0 0,0 0-1 0 0,1 1 0 0 0,-1-1 1 0 0,-4 10-1 0 0,3-5 41 0 0,2 0 0 0 0,-1 0 0 0 0,1 0-1 0 0,0 0 1 0 0,1 0 0 0 0,0 1 0 0 0,1-1 0 0 0,-1 17 0 0 0,1-13-365 0 0,2-1 0 0 0,0 1 0 0 0,0-1 0 0 0,1 1 0 0 0,1-1 0 0 0,6 19 0 0 0,-6-23-496 0 0,0 0-1 0 0,1 0 1 0 0,0-1-1 0 0,0 1 1 0 0,0-1-1 0 0,1 0 0 0 0,0 0 1 0 0,1 0-1 0 0,9 8 1 0 0</inkml:trace>
  <inkml:trace contextRef="#ctx0" brushRef="#br0" timeOffset="1">210 261 5537 0 0,'67'-1'8481'0'0,"7"-5"-7224"0"0,-55 4-2374 0 0,-1-1 0 0 0,0-1 0 0 0,0 0 0 0 0,0-2-1 0 0,-1 0 1 0 0,19-9 0 0 0,-15-6-2805 0 0,-12 11 1245 0 0</inkml:trace>
  <inkml:trace contextRef="#ctx0" brushRef="#br0" timeOffset="2">507 1 3641 0 0,'0'0'284'0'0,"-1"0"0"0"0,1 0 0 0 0,-1 0 1 0 0,0 0-1 0 0,1 0 0 0 0,-1 1 0 0 0,1-1 0 0 0,-1 0 1 0 0,1 0-1 0 0,-1 1 0 0 0,1-1 0 0 0,-1 0 0 0 0,1 1 0 0 0,-1-1 1 0 0,1 0-1 0 0,-1 1 0 0 0,1-1 0 0 0,-1 1 0 0 0,1-1 1 0 0,0 1-1 0 0,-1-1 0 0 0,1 1 0 0 0,0-1 0 0 0,-1 2 1 0 0,-4 19 2926 0 0,5 26-1511 0 0,0-41-1131 0 0,7 69 99 0 0,25 118 0 0 0,-29-180-882 0 0,7 19-1786 0 0,-3-19-6456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8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4521 0 0,'42'-3'7230'0'0,"2"-5"-4960"0"0,-28 4-2175 0 0,1 1-1 0 0,0 1 0 0 0,0 0 1 0 0,-1 1-1 0 0,21 2 0 0 0,-36-1-42 0 0,0 0-1 0 0,0 0 0 0 0,0 0 1 0 0,0 0-1 0 0,0 0 1 0 0,0 0-1 0 0,-1 1 0 0 0,1-1 1 0 0,0 0-1 0 0,0 1 1 0 0,0-1-1 0 0,0 1 0 0 0,0-1 1 0 0,-1 1-1 0 0,1-1 1 0 0,0 1-1 0 0,0-1 0 0 0,-1 1 1 0 0,1 0-1 0 0,0 0 1 0 0,-1-1-1 0 0,1 1 0 0 0,-1 0 1 0 0,1 0-1 0 0,-1-1 1 0 0,1 1-1 0 0,-1 1 0 0 0,1 0 30 0 0,-1 0 0 0 0,0 0 0 0 0,0 0 1 0 0,0 0-1 0 0,0 0 0 0 0,-1 0 0 0 0,1 0 0 0 0,-1 0 0 0 0,1-1 0 0 0,-1 1 0 0 0,1 0 0 0 0,-3 3 0 0 0,-33 49 934 0 0,34-52-999 0 0,-74 81 738 0 0,51-59-968 0 0,1 2 0 0 0,-38 53 0 0 0,74-87-5217 0 0,23-23 3312 0 0,-8-15 1210 0 0,-23 37 1292 0 0,0 1 0 0 0,1 0-1 0 0,0 0 1 0 0,0 0 0 0 0,1 1 0 0 0,9-11 0 0 0,-14 18-242 0 0,0 0 1 0 0,0 0-1 0 0,0 0 1 0 0,0 0-1 0 0,0-1 0 0 0,0 1 1 0 0,0 0-1 0 0,0 1 0 0 0,0-1 1 0 0,0 0-1 0 0,-1 0 1 0 0,1 0-1 0 0,0 0 0 0 0,0 1 1 0 0,0-1-1 0 0,0 0 1 0 0,0 1-1 0 0,0-1 0 0 0,-1 1 1 0 0,1-1-1 0 0,0 1 1 0 0,0-1-1 0 0,-1 1 0 0 0,1 0 1 0 0,0-1-1 0 0,0 3 1 0 0,28 25 441 0 0,-16-15-395 0 0,1 0-310 0 0,2-2 0 0 0,24 15 1 0 0,-34-22-570 0 0,1 0 1 0 0,0-1 0 0 0,0 0-1 0 0,0 0 1 0 0,0 0-1 0 0,1-1 1 0 0,-1 0 0 0 0,16 1-1 0 0,-23-3 536 0 0,1 0 0 0 0,0 0 0 0 0,-1 0 0 0 0,1 0 0 0 0,-1 0 0 0 0,1 0 0 0 0,-1 0 0 0 0,1 0 0 0 0,-1 0 0 0 0,1 0 0 0 0,-1 0 0 0 0,1-1 0 0 0,-1 1 0 0 0,1 0 0 0 0,-1 0 0 0 0,1-1 0 0 0,-1 1 0 0 0,1 0 0 0 0,-1-1 0 0 0,1 1-1 0 0,-1 0 1 0 0,0-1 0 0 0,1 1 0 0 0,-1-1 0 0 0,0 1 0 0 0,1-1 0 0 0,-1 1 0 0 0,0-1 0 0 0,1 1 0 0 0,-1-1 0 0 0,0 1 0 0 0,0-1 0 0 0,0 1 0 0 0,0-1 0 0 0,0 1 0 0 0,1-1 0 0 0,-1 1 0 0 0,0-1 0 0 0,0 1 0 0 0,0-1 0 0 0,0 0 0 0 0,0 1 0 0 0,-1-1 0 0 0,1 1 0 0 0,0-1 0 0 0,0 0 0 0 0,0-1-139 0 0,1-7-2036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8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13 5489 0 0,'-1'0'354'0'0,"1"0"0"0"0,-1 0 0 0 0,0 0 0 0 0,1 0 0 0 0,-1 1 0 0 0,1-1 0 0 0,-1 0 0 0 0,1 0 0 0 0,-1 1 0 0 0,0-1 0 0 0,1 0 0 0 0,-1 1 0 0 0,1-1 0 0 0,-1 0 0 0 0,1 1 0 0 0,0-1 0 0 0,-1 1-1 0 0,1-1 1 0 0,-1 1 0 0 0,1-1 0 0 0,0 1 0 0 0,-1-1 0 0 0,0 2 0 0 0,-4 18 2695 0 0,4 21-1940 0 0,1-39-828 0 0,3 44 392 0 0,13 69 0 0 0,10-12-2806 0 0,-14-73-705 0 0,-12-29 2439 0 0,0-1 0 0 0,1 1 0 0 0,-1 0 1 0 0,0 0-1 0 0,1-1 0 0 0,-1 1 0 0 0,1 0 0 0 0,-1-1 0 0 0,1 1 0 0 0,-1-1 0 0 0,1 1 0 0 0,0-1 0 0 0,-1 1 1 0 0,1-1-1 0 0,0 1 0 0 0,-1-1 0 0 0,1 0 0 0 0,0 1 0 0 0,0-1 0 0 0,0 1 0 0 0</inkml:trace>
  <inkml:trace contextRef="#ctx0" brushRef="#br0" timeOffset="1">184 0 4825 0 0,'-4'13'1646'0'0,"-1"0"-1"0"0,2 0 1 0 0,0 0 0 0 0,0 1-1 0 0,0 19 1 0 0,2-20-1673 0 0,0 1 1 0 0,1 0-1 0 0,1-1 0 0 0,1 1 1 0 0,-1-1-1 0 0,2 1 0 0 0,0-1 1 0 0,1 0-1 0 0,7 19 0 0 0,-5-24-1128 0 0,-5-8 920 0 0,-1 0 0 0 0,0 0-1 0 0,1 0 1 0 0,-1 0 0 0 0,0 0 0 0 0,1 0-1 0 0,-1 0 1 0 0,1 0 0 0 0,-1 0 0 0 0,0 0-1 0 0,1-1 1 0 0,-1 1 0 0 0,0 0 0 0 0,1 0 0 0 0,-1 0-1 0 0,0 0 1 0 0,1-1 0 0 0,-1 1 0 0 0,0 0-1 0 0,1 0 1 0 0,-1-1 0 0 0,0 1 0 0 0,1 0-1 0 0,-1-1 1 0 0,0 1 0 0 0,0 0 0 0 0,0-1 0 0 0,1 1-1 0 0,-1 0 1 0 0,0-1 0 0 0,0 1 0 0 0,0 0-1 0 0,0-1 1 0 0,0 1 0 0 0,0-1 0 0 0,0 1-1 0 0,1-1 1 0 0,1-3-2943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9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35 2705 0 0,'1'-1'314'0'0,"-1"-1"0"0"0,1 0-1 0 0,0 1 1 0 0,-1-1 0 0 0,1 0 0 0 0,0 1 0 0 0,0-1 0 0 0,0 1 0 0 0,0-1 0 0 0,0 1 0 0 0,0 0 0 0 0,1-1 0 0 0,-1 1 0 0 0,0 0 0 0 0,1 0 0 0 0,-1 0 0 0 0,1 0 0 0 0,-1 0 0 0 0,1 0 0 0 0,-1 0 0 0 0,1 1 0 0 0,-1-1 0 0 0,1 0 0 0 0,0 1 0 0 0,0-1 0 0 0,-1 1 0 0 0,1 0 0 0 0,2 0 0 0 0,1-1-29 0 0,-1 0 0 0 0,1 0 0 0 0,-1 1 1 0 0,1-1-1 0 0,0 1 0 0 0,-1 1 0 0 0,1-1 0 0 0,-1 0 1 0 0,1 1-1 0 0,5 2 0 0 0,-6-1-70 0 0,-1 0-1 0 0,1 1 1 0 0,0 0-1 0 0,-1-1 1 0 0,1 1-1 0 0,-1 1 1 0 0,0-1-1 0 0,0 0 1 0 0,0 1-1 0 0,-1-1 1 0 0,1 1-1 0 0,-1 0 1 0 0,0 0-1 0 0,0 0 1 0 0,0 0-1 0 0,-1 0 0 0 0,1 1 1 0 0,0 5-1 0 0,3 12 163 0 0,-1 0 0 0 0,1 36-1 0 0,0-5-2553 0 0,-4-49 1475 0 0,2 18-3105 0 0,-3-22 3601 0 0,0 1-1 0 0,0-1 1 0 0,0 0-1 0 0,0 1 1 0 0,0-1-1 0 0,0 0 1 0 0,0 1-1 0 0,0-1 1 0 0,0 0-1 0 0,0 1 1 0 0,0-1-1 0 0,0 0 1 0 0,0 1-1 0 0,0-1 1 0 0,0 0-1 0 0,0 1 1 0 0,-1-1-1 0 0,1 0 1 0 0,0 0-1 0 0,0 1 1 0 0,0-1-1 0 0,0 0 0 0 0,-1 1 1 0 0,1-1-1 0 0,0 0 1 0 0,0 0-1 0 0,-1 1 1 0 0,1-1-1 0 0,0 0 1 0 0,0 0-1 0 0,-1 0 1 0 0,1 0-1 0 0,0 1 1 0 0,-1-1-1 0 0,1 0 1 0 0,0 0-1 0 0,-1 0 1 0 0,1 0-1 0 0,0 0 1 0 0,-1 0-1 0 0,1 0 1 0 0,-1 0-1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19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67 7034 0 0,'-24'22'7368'0'0,"25"-16"-5589"0"0,18-10-1362 0 0,73-30-2330 0 0,-35 3-4401 0 0,-40 11 454 0 0,-13 14 3725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0.0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51 5937 0 0,'11'-3'9812'0'0,"50"-2"-8528"0"0,11 12-1302 0 0,-67-6-360 0 0,0 0-1 0 0,1 0 1 0 0,-1 1 0 0 0,0-1-1 0 0,0 1 1 0 0,0 0 0 0 0,0 1-1 0 0,0-1 1 0 0,0 1-1 0 0,-1 0 1 0 0,5 4 0 0 0,-9-7 280 0 0,0 0-1 0 0,1 1 1 0 0,-1-1 0 0 0,0 0 0 0 0,0 0 0 0 0,0 1 0 0 0,0-1 0 0 0,1 0 0 0 0,-1 0-1 0 0,0 1 1 0 0,0-1 0 0 0,0 0 0 0 0,0 1 0 0 0,0-1 0 0 0,0 0 0 0 0,0 1-1 0 0,0-1 1 0 0,0 0 0 0 0,0 0 0 0 0,0 1 0 0 0,0-1 0 0 0,0 0 0 0 0,0 1 0 0 0,0-1-1 0 0,0 0 1 0 0,0 1 0 0 0,0-1 0 0 0,0 0 0 0 0,-1 0 0 0 0,1 1 0 0 0,0-1 0 0 0,0 0-1 0 0,0 0 1 0 0,-1 1 0 0 0,1-1 0 0 0,0 0 0 0 0,0 0 0 0 0,0 1 0 0 0,-1-1 0 0 0,-16 11-2459 0 0,-18 1 122 0 0,20-8 2554 0 0,-5 2 1416 0 0,-1 0 1 0 0,1 1 0 0 0,1 0 0 0 0,-33 19 0 0 0,52-26-1505 0 0,0 0 0 0 0,0 0 1 0 0,-1 0-1 0 0,1 0 0 0 0,0 0 0 0 0,0 0 1 0 0,0 0-1 0 0,0 0 0 0 0,0 0 0 0 0,-1 0 1 0 0,1 0-1 0 0,0 0 0 0 0,0 1 0 0 0,0-1 1 0 0,0 0-1 0 0,0 0 0 0 0,0 0 0 0 0,-1 0 1 0 0,1 0-1 0 0,0 0 0 0 0,0 1 0 0 0,0-1 1 0 0,0 0-1 0 0,0 0 0 0 0,0 0 1 0 0,0 0-1 0 0,0 0 0 0 0,0 1 0 0 0,0-1 1 0 0,0 0-1 0 0,0 0 0 0 0,0 0 0 0 0,0 0 1 0 0,0 1-1 0 0,0-1 0 0 0,0 0 0 0 0,0 0 1 0 0,0 0-1 0 0,0 0 0 0 0,0 0 0 0 0,0 1 1 0 0,0-1-1 0 0,0 0 0 0 0,0 0 0 0 0,0 0 1 0 0,0 0-1 0 0,0 1 0 0 0,0-1 1 0 0,1 0-1 0 0,-1 0 0 0 0,0 0 0 0 0,0 0 1 0 0,0 0-1 0 0,0 0 0 0 0,0 0 0 0 0,0 1 1 0 0,0-1-1 0 0,1 0 0 0 0,-1 0 0 0 0,16 4 582 0 0,20-3-401 0 0,21 0-107 0 0,-40 0-664 0 0,1-1 0 0 0,0-1 0 0 0,28-4 0 0 0,-46 5 337 0 0,1-1-1 0 0,0 1 1 0 0,0-1-1 0 0,0 1 1 0 0,0 0-1 0 0,0-1 1 0 0,0 0-1 0 0,-1 1 0 0 0,1-1 1 0 0,0 1-1 0 0,0-1 1 0 0,-1 0-1 0 0,1 0 1 0 0,-1 1-1 0 0,1-1 1 0 0,0 0-1 0 0,-1 0 1 0 0,1 0-1 0 0,-1 0 1 0 0,0 1-1 0 0,1-1 1 0 0,-1 0-1 0 0,0 0 0 0 0,1 0 1 0 0,-1 0-1 0 0,0 0 1 0 0,0 0-1 0 0,0 0 1 0 0,0-2-1 0 0,-4-38-3597 0 0,2 5 2494 0 0,6-4 2195 0 0,-1 5 6115 0 0,-6 58-3807 0 0,0 1-1 0 0,0 24 1 0 0,7 58-734 0 0,26 109-9805 0 0,-31-197 1547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0.4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6065 0 0,'-2'4'400'0'0,"1"0"-1"0"0,0 0 0 0 0,0 0 1 0 0,1 0-1 0 0,-1-1 0 0 0,1 1 1 0 0,0 0-1 0 0,0 0 0 0 0,0 0 0 0 0,1 0 1 0 0,-1 0-1 0 0,1 0 0 0 0,0 0 1 0 0,0 0-1 0 0,0-1 0 0 0,0 1 1 0 0,1 0-1 0 0,3 6 0 0 0,-1-5-159 0 0,0 0 0 0 0,1 1 0 0 0,-1-1 0 0 0,1-1 0 0 0,0 1 0 0 0,0-1 0 0 0,1 0 0 0 0,-1 0 0 0 0,1 0 0 0 0,8 3 0 0 0,-1-1-214 0 0,1 0 1 0 0,-1-1 0 0 0,1-1 0 0 0,0 0 0 0 0,0-1-1 0 0,0-1 1 0 0,0 0 0 0 0,1-1 0 0 0,27-1 0 0 0,-33-1-418 0 0,0 0 1 0 0,-1-1 0 0 0,1 0 0 0 0,-1-1 0 0 0,1 0 0 0 0,-1 0 0 0 0,11-7 0 0 0,-8 3-837 0 0,0 0 0 0 0,-1-1 1 0 0,0-1-1 0 0,0 0 0 0 0,-1 0 0 0 0,0-1 1 0 0,9-12-1 0 0,-2 5-1534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0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0 3193 0 0,'-5'4'761'0'0,"-1"1"1"0"0,1-1 0 0 0,0 1 0 0 0,1 0-1 0 0,-1 0 1 0 0,1 0 0 0 0,-7 12-1 0 0,7-11-439 0 0,1 1-1 0 0,-1 0 0 0 0,2 0 1 0 0,-1 0-1 0 0,1 0 0 0 0,0 1 1 0 0,-2 8-1 0 0,4-13-298 0 0,-1 0 1 0 0,1 0-1 0 0,-1 1 1 0 0,1-1-1 0 0,0 0 1 0 0,0 0-1 0 0,0 1 1 0 0,1-1-1 0 0,-1 0 1 0 0,1 0-1 0 0,0 0 1 0 0,0 0-1 0 0,0 0 1 0 0,0 0-1 0 0,1 0 1 0 0,-1 0-1 0 0,1 0 1 0 0,-1 0-1 0 0,1-1 1 0 0,0 1-1 0 0,0-1 1 0 0,0 1-1 0 0,1-1 1 0 0,-1 0-1 0 0,0 0 1 0 0,1 0-1 0 0,0 0 1 0 0,-1 0-1 0 0,1-1 1 0 0,0 1-1 0 0,0-1 1 0 0,0 1-1 0 0,0-1 1 0 0,0 0-1 0 0,0 0 1 0 0,0-1-1 0 0,0 1 1 0 0,6 0-1 0 0,0-1 104 0 0,0 1 0 0 0,0-2 0 0 0,-1 1 0 0 0,1-1 0 0 0,0 0 0 0 0,-1-1 0 0 0,1 0 0 0 0,-1-1 1 0 0,1 0-1 0 0,-1 0 0 0 0,0 0 0 0 0,13-9 0 0 0,-18 11-74 0 0,-1 0 0 0 0,1-1 0 0 0,-1 0 1 0 0,1 0-1 0 0,-1 0 0 0 0,0 0 1 0 0,1 0-1 0 0,-1 0 0 0 0,0-1 1 0 0,-1 1-1 0 0,1 0 0 0 0,0-1 1 0 0,-1 0-1 0 0,1 1 0 0 0,-1-1 0 0 0,0 0 1 0 0,0 0-1 0 0,0 0 0 0 0,0 0 1 0 0,0 0-1 0 0,-1 0 0 0 0,1 0 1 0 0,-1 0-1 0 0,0 0 0 0 0,0 0 1 0 0,0 0-1 0 0,0 0 0 0 0,-1 0 0 0 0,1 0 1 0 0,-1 0-1 0 0,0 0 0 0 0,0 0 1 0 0,0 0-1 0 0,0 0 0 0 0,0 0 1 0 0,0 1-1 0 0,-1-1 0 0 0,-3-4 1 0 0,2 3-30 0 0,0 0 1 0 0,0 0 0 0 0,0 1 0 0 0,-1-1 0 0 0,1 1 0 0 0,-1 0 0 0 0,0 0 0 0 0,0 1 0 0 0,0-1 0 0 0,0 1 0 0 0,0 0 0 0 0,-1 0 0 0 0,1 0 0 0 0,-1 0 0 0 0,1 1 0 0 0,-1 0 0 0 0,0 0 0 0 0,1 0-1 0 0,-1 1 1 0 0,-8-1 0 0 0,5 1-407 0 0,-1 0 0 0 0,0 1 0 0 0,1 0-1 0 0,-1 1 1 0 0,1 0 0 0 0,-1 0 0 0 0,1 1-1 0 0,0 0 1 0 0,0 0 0 0 0,-13 8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1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6377 0 0,'2'93'7957'0'0,"6"2"-5772"0"0,-5-70-2359 0 0,1-1 0 0 0,1 0 0 0 0,2 0-1 0 0,0-1 1 0 0,17 37 0 0 0,-16-42 163 0 0,-1-4-4191 0 0,-7-35 165 0 0,-21-107-166 0 0,3 44 8121 0 0,27 82 1801 0 0,31 4-4440 0 0,7 0-2288 0 0,-24-2-223 0 0,6 0-1642 0 0,-11-4-1848 0 0,-12 4 1630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1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 5081 0 0,'-4'3'518'0'0,"1"0"0"0"0,-1 0 0 0 0,1 0 0 0 0,0 1 0 0 0,0-1 0 0 0,0 1 0 0 0,1 0 0 0 0,-1 0 0 0 0,1 0 1 0 0,0 0-1 0 0,0 0 0 0 0,-3 9 0 0 0,4-8-309 0 0,1-1 1 0 0,-1 0 0 0 0,1 1 0 0 0,-1-1-1 0 0,1 0 1 0 0,1 1 0 0 0,-1-1 0 0 0,1 0-1 0 0,-1 0 1 0 0,1 1 0 0 0,0-1 0 0 0,2 5-1 0 0,0-4-115 0 0,-1 0 0 0 0,1 0-1 0 0,-1 0 1 0 0,2 0-1 0 0,-1-1 1 0 0,0 1-1 0 0,1-1 1 0 0,0 0 0 0 0,0 0-1 0 0,0 0 1 0 0,1 0-1 0 0,-1-1 1 0 0,1 0-1 0 0,0 0 1 0 0,0 0-1 0 0,0 0 1 0 0,0-1 0 0 0,0 0-1 0 0,0 0 1 0 0,1 0-1 0 0,5 0 1 0 0,5 1 218 0 0,1-2 0 0 0,-1 0 0 0 0,1-1 0 0 0,-1 0 0 0 0,28-5 1 0 0,-35 4-524 0 0,1-1 1 0 0,-1 0-1 0 0,0 0 1 0 0,0-1 0 0 0,-1-1-1 0 0,1 1 1 0 0,0-1-1 0 0,-1-1 1 0 0,0 1 0 0 0,0-1-1 0 0,11-10 1 0 0,-19 15-103 0 0,1-1 0 0 0,-1 1 0 0 0,0 0 0 0 0,1-1 0 0 0,-1 1 0 0 0,0-1 0 0 0,0 1 0 0 0,1-1 0 0 0,-1 1 0 0 0,0-1 0 0 0,0 1 0 0 0,0-1 0 0 0,1 1 0 0 0,-1-1 0 0 0,0 1 0 0 0,0-1 0 0 0,0 1 0 0 0,0-1 0 0 0,0 0 0 0 0,0 1 0 0 0,0-1 0 0 0,0 1 0 0 0,0-1 0 0 0,0 1 0 0 0,-1-1 0 0 0,1 1 0 0 0,0-2 1 0 0,-2-4-4546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2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8 3217 0 0,'-7'1'4777'0'0,"14"2"-2667"0"0,18 1-1137 0 0,-11-3-549 0 0,0 0 0 0 0,0-1-1 0 0,0 0 1 0 0,-1-1 0 0 0,1-1 0 0 0,0 0-1 0 0,25-8 1 0 0,-55 8 599 0 0,-14 4-858 0 0,12 2-173 0 0,1 1 0 0 0,0 1 0 0 0,0 1-1 0 0,-23 12 1 0 0,36-17 2 0 0,-1 1 0 0 0,1-1 0 0 0,-1 1 1 0 0,1 0-1 0 0,0 1 0 0 0,0-1 0 0 0,1 1 0 0 0,-1 0 0 0 0,1 0 0 0 0,0 0 0 0 0,0 0 0 0 0,0 0 0 0 0,0 1 0 0 0,1-1 0 0 0,0 1 1 0 0,0 0-1 0 0,0 0 0 0 0,0 0 0 0 0,1 0 0 0 0,-2 7 0 0 0,3-10 3 0 0,0 0 0 0 0,1-1 1 0 0,-1 1-1 0 0,0 0 0 0 0,1-1 0 0 0,-1 1 0 0 0,1-1 0 0 0,-1 1 1 0 0,1-1-1 0 0,-1 1 0 0 0,1-1 0 0 0,0 1 0 0 0,0-1 1 0 0,0 0-1 0 0,0 0 0 0 0,0 1 0 0 0,0-1 0 0 0,0 0 1 0 0,1 0-1 0 0,-1 0 0 0 0,0 0 0 0 0,1 0 0 0 0,-1 0 0 0 0,0 0 1 0 0,1-1-1 0 0,-1 1 0 0 0,1 0 0 0 0,-1-1 0 0 0,1 0 1 0 0,0 1-1 0 0,-1-1 0 0 0,3 1 0 0 0,61 6-57 0 0,-46-6 42 0 0,-19-1 17 0 0,10 1 1 0 0,-1-1 0 0 0,0 2 1 0 0,0-1-1 0 0,0 1 0 0 0,1 1 0 0 0,10 4 0 0 0,-18-6 49 0 0,1 1 0 0 0,-1 0-1 0 0,1-1 1 0 0,-1 1 0 0 0,0 1 0 0 0,1-1 0 0 0,-1 0 0 0 0,0 0-1 0 0,0 1 1 0 0,-1-1 0 0 0,1 1 0 0 0,0-1 0 0 0,-1 1 0 0 0,0 0-1 0 0,0 0 1 0 0,1 0 0 0 0,-2-1 0 0 0,1 1 0 0 0,0 0 0 0 0,-1 0-1 0 0,1 0 1 0 0,-1 6 0 0 0,1-5-222 0 0,-1-1-1 0 0,0 0 0 0 0,0 0 1 0 0,0 0-1 0 0,-1 0 1 0 0,1 0-1 0 0,-1 0 1 0 0,0 0-1 0 0,0 0 0 0 0,0 0 1 0 0,0 0-1 0 0,-3 5 1 0 0,3-6-385 0 0,-1 0 0 0 0,1 0-1 0 0,-1 0 1 0 0,1-1 0 0 0,-1 1 0 0 0,0-1 0 0 0,1 1 0 0 0,-1-1 0 0 0,0 0 0 0 0,0 1 0 0 0,0-1 0 0 0,0 0 0 0 0,0 0 0 0 0,0-1-1 0 0,-1 1 1 0 0,1 0 0 0 0,0-1 0 0 0,-3 1 0 0 0,-5 2-2368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2.4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1904 0 0,'-13'1'1824'0'0,"9"-1"-1326"0"0,0-1 0 0 0,0 2 0 0 0,0-1 1 0 0,-1 0-1 0 0,1 1 0 0 0,1 0 1 0 0,-1 0-1 0 0,0 0 0 0 0,0 0 0 0 0,0 1 1 0 0,0 0-1 0 0,1-1 0 0 0,-7 5 1 0 0,15-4 43 0 0,-1 0 0 0 0,1-1 0 0 0,0 0 0 0 0,0 0 0 0 0,0 0 0 0 0,0-1 0 0 0,5 1 1 0 0,146-15 2434 0 0,-122 9-3305 0 0,0 1 0 0 0,0 2 0 0 0,0 1-1 0 0,1 1 1 0 0,50 8 0 0 0,-58-1-2700 0 0,-9 1-2617 0 0,-9-1 702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2.8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246 1 5281 0 0,'-1'4'693'0'0,"-1"0"0"0"0,1 0 0 0 0,1 0 0 0 0,-1 0-1 0 0,0 0 1 0 0,1 0 0 0 0,0 0 0 0 0,0 0 0 0 0,0 0 0 0 0,1 0 0 0 0,0 7-1 0 0,15 49-62 0 0,-10-40-183 0 0,10 33-302 0 0,10 36-1556 0 0,-22-32-5035 0 0,-6-47 3316 0 0,0-1 12 0 0</inkml:trace>
  <inkml:trace contextRef="#ctx0" brushRef="#br0" timeOffset="1">5 463 6769 0 0,'-2'5'2793'0'0,"1"2"-1329"0"0,-1 2-495 0 0,4 3-185 0 0,-1-1-176 0 0,1-1-176 0 0,0 1-112 0 0,-1 1-120 0 0,3-3-120 0 0,-1 0-80 0 0,2 0-176 0 0,0-1-352 0 0,0 1-456 0 0,-1-1-497 0 0,1-3-535 0 0,-3-2-553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23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44 3641 0 0,'-1'0'115'0'0,"1"0"0"0"0,0 0 1 0 0,0 0-1 0 0,0-1 0 0 0,0 1 1 0 0,-1 0-1 0 0,1 0 1 0 0,0 0-1 0 0,0-1 0 0 0,0 1 1 0 0,0 0-1 0 0,-1 0 0 0 0,1-1 1 0 0,0 1-1 0 0,0 0 0 0 0,0 0 1 0 0,0-1-1 0 0,0 1 0 0 0,0 0 1 0 0,0 0-1 0 0,0-1 0 0 0,0 1 1 0 0,0 0-1 0 0,0 0 0 0 0,0-1 1 0 0,0 1-1 0 0,0 0 0 0 0,0 0 1 0 0,0-1-1 0 0,0 1 0 0 0,0 0 1 0 0,0 0-1 0 0,1-1 0 0 0,-1 1 1 0 0,0 0-1 0 0,0 0 1 0 0,0-1-1 0 0,0 1 0 0 0,0 0 1 0 0,1 0-1 0 0,-1 0 0 0 0,0-1 1 0 0,0 1-1 0 0,0 0 0 0 0,1 0 1 0 0,-1 0-1 0 0,0 0 0 0 0,0 0 1 0 0,1 0-1 0 0,-1-1 0 0 0,0 1 1 0 0,0 0-1 0 0,1 0 0 0 0,25-11 2003 0 0,33-4-1217 0 0,-39 12-358 0 0,0 1 0 0 0,0 1 0 0 0,28 2 1 0 0,-41-1-330 0 0,0 1 1 0 0,-1 0 0 0 0,1 0-1 0 0,0 0 1 0 0,0 1 0 0 0,-1 0 0 0 0,1 1-1 0 0,-1-1 1 0 0,1 1 0 0 0,-1 0-1 0 0,0 1 1 0 0,0 0 0 0 0,8 7 0 0 0,-11-7-86 0 0,1 0 0 0 0,-1 0 0 0 0,-1 1 0 0 0,1-1 0 0 0,-1 1 0 0 0,0 0 0 0 0,0 0 0 0 0,0 0 0 0 0,1 7 0 0 0,-1-6-510 0 0,0 0-1 0 0,0 0 1 0 0,0 0-1 0 0,1 0 0 0 0,0 0 1 0 0,6 9-1 0 0,-4-7-3740 0 0,-29-13-5509 0 0,15 2 8109 0 0,0 1 167 0 0</inkml:trace>
  <inkml:trace contextRef="#ctx0" brushRef="#br0" timeOffset="1">43 194 3769 0 0,'-1'0'160'0'0,"1"-1"0"0"0,0 1 0 0 0,-1 0 0 0 0,1 0 0 0 0,0-1-1 0 0,0 1 1 0 0,-1 0 0 0 0,1-1 0 0 0,0 1 0 0 0,0 0 0 0 0,-1-1 0 0 0,1 1 0 0 0,0 0 0 0 0,0-1 0 0 0,0 1 0 0 0,0-1 0 0 0,0 1 0 0 0,-1 0 0 0 0,1-1 0 0 0,0 1 0 0 0,0-1-1 0 0,0 1 1 0 0,0 0 0 0 0,0-1 0 0 0,0 1 0 0 0,0-1 0 0 0,0 1 0 0 0,0 0 0 0 0,1-1 0 0 0,-1 1 0 0 0,0-1 0 0 0,0 1 0 0 0,0 0 0 0 0,0-1 0 0 0,1 1 0 0 0,-1 0 0 0 0,0-1-1 0 0,0 1 1 0 0,1-1 0 0 0,20-9 2588 0 0,36 1-1337 0 0,-53 9-1062 0 0,79-6 1233 0 0,13-2-921 0 0,-33-3-4542 0 0,-50 2-1796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35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34 1344 0 0,'-15'4'2216'0'0,"12"-3"-1305"0"0,-1 0-1 0 0,1 0 1 0 0,-1 0-1 0 0,1 0 1 0 0,-1 1-1 0 0,1-1 1 0 0,0 1-1 0 0,-4 2 0 0 0,7-3-807 0 0,0-1 0 0 0,-1 0-1 0 0,1 0 1 0 0,0 1 0 0 0,0-1-1 0 0,-1 1 1 0 0,1-1 0 0 0,0 0-1 0 0,0 1 1 0 0,0-1 0 0 0,0 0-1 0 0,-1 1 1 0 0,1-1 0 0 0,0 1-1 0 0,0-1 1 0 0,0 0-1 0 0,0 1 1 0 0,0-1 0 0 0,0 1-1 0 0,0-1 1 0 0,0 0 0 0 0,0 1-1 0 0,0-1 1 0 0,1 1 0 0 0,-1-1-1 0 0,0 0 1 0 0,0 1 0 0 0,0-1-1 0 0,1 1 1 0 0,17 16 656 0 0,-12-14-591 0 0,1 0 0 0 0,0 0 0 0 0,-1-1 0 0 0,1 0 0 0 0,0 0 0 0 0,0-1 0 0 0,0 0 1 0 0,1 0-1 0 0,-1 0 0 0 0,9-1 0 0 0,-6 0-72 0 0,-1 0 1 0 0,1 1-1 0 0,-1 0 1 0 0,0 1-1 0 0,0 0 1 0 0,11 4-1 0 0,-14-5-65 0 0,0 0 0 0 0,0 0-1 0 0,0 0 1 0 0,0-1 0 0 0,1 0-1 0 0,-1 0 1 0 0,0-1 0 0 0,0 1-1 0 0,0-1 1 0 0,0-1 0 0 0,0 1-1 0 0,10-5 1 0 0,42-5 128 0 0,7 14-95 0 0,-42-1-68 0 0,-1-1 0 0 0,1-2 0 0 0,26-2 0 0 0,117-10 84 0 0,-71 8 96 0 0,-57 4-103 0 0,0 1 1 0 0,39 7-1 0 0,-36-4-43 0 0,162-3 69 0 0,-71 0-94 0 0,-94-2-13 0 0,1 2 1 0 0,41 4 0 0 0,-41-1 7 0 0,0-2 1 0 0,0-1 0 0 0,60-9 0 0 0,-52 3 47 0 0,87 2 1 0 0,-88 5 1 0 0,75-9 1 0 0,-84 3-51 0 0,1 3-1 0 0,-1 1 1 0 0,58 5 0 0 0,-60-1-2 0 0,0-1 1 0 0,58-6-1 0 0,-58 2-1 0 0,-1 1 0 0 0,65 6 1 0 0,-67-1 17 0 0,-1-3 0 0 0,42-2 1 0 0,-46 0-4 0 0,-1 1 1 0 0,1 0 0 0 0,-1 2-1 0 0,29 6 1 0 0,-16-1 6 0 0,0-2 0 0 0,0-2 1 0 0,1-1-1 0 0,68-7 0 0 0,-106 5-16 0 0,137 4-20 0 0,-92 0 21 0 0,55-4 1 0 0,-71 0-14 0 0,-1 1 1 0 0,1 2 0 0 0,50 10 0 0 0,-46-6 12 0 0,1-1 0 0 0,42 0 1 0 0,67-3 33 0 0,99-3 25 0 0,-142 3-68 0 0,-78-1 2 0 0,1-1 0 0 0,-1-1 0 0 0,45-6 0 0 0,10-4 13 0 0,-1 4 1 0 0,127 5 0 0 0,-100 2-10 0 0,13 1 15 0 0,92-2 21 0 0,60-13-65 0 0,488-14 12 0 0,-418 21 36 0 0,-76-1-85 0 0,-123 1 56 0 0,-79 2 55 0 0,83 4 0 0 0,-37 7-30 0 0,142-9 0 0 0,-100-12 0 0 0,120-4-100 0 0,197 0 194 0 0,-31 3-191 0 0,-353 15 91 0 0,211 7 57 0 0,2 12-40 0 0,-120-15-36 0 0,1 0-22 0 0,182 8 64 0 0,-110-20-1 0 0,41-10-16 0 0,-83 10 34 0 0,-195-1-559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43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 17 13403 0 0,'-9'-5'1112'0'0,"-4"0"-896"0"0,-2 2-1136 0 0,5 0-1000 0 0,4 5-1209 0 0,-4 7-2608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6:48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34 2016 0 0,'-1'0'383'0'0,"0"0"0"0"0,-1 0 0 0 0,1 0 0 0 0,-1 0 0 0 0,1 0 0 0 0,0 0 0 0 0,-1 1 0 0 0,1-1 0 0 0,0 0 0 0 0,-1 1 0 0 0,1-1 0 0 0,0 1 0 0 0,-1-1 0 0 0,1 1 0 0 0,0-1 0 0 0,0 1 0 0 0,0 0 0 0 0,0 0 0 0 0,-1 0 0 0 0,1 0 0 0 0,0 0 0 0 0,0 1 0 0 0,5 6 2276 0 0,16-5-1807 0 0,29-4 210 0 0,-21 0-793 0 0,0 1-1 0 0,-1 1 1 0 0,1 2-1 0 0,32 6 1 0 0,-43-6-177 0 0,1-1 1 0 0,-1-1-1 0 0,1 0 1 0 0,0-2-1 0 0,-1 0 1 0 0,1-1-1 0 0,-1 0 1 0 0,24-8-1 0 0,-21 6-33 0 0,0 0 1 0 0,0 1-1 0 0,1 1 0 0 0,-1 0 1 0 0,40 4-1 0 0,-27 1 33 0 0,0-2 1 0 0,49-3-1 0 0,-48 0 29 0 0,0 1 1 0 0,43 5 0 0 0,-20 5-82 0 0,-30-4-11 0 0,0-1 1 0 0,1-2-1 0 0,46-1 0 0 0,-56-1 45 0 0,0 1 0 0 0,0 0 1 0 0,0 1-1 0 0,33 9 0 0 0,-30-6-18 0 0,0-1 1 0 0,0-1-1 0 0,25 1 0 0 0,89 5-48 0 0,-95-5-5 0 0,169-4 146 0 0,5 6-54 0 0,-157-4-41 0 0,81-8-1 0 0,-3-1 55 0 0,144-1 137 0 0,-120 6-253 0 0,-95 2 33 0 0,88-10 57 0 0,-115 6-57 0 0,195-2 4 0 0,-158 7-38 0 0,20 2-2 0 0,62-3-5 0 0,-98-4 50 0 0,-1 3 0 0 0,0 2-1 0 0,103 15 1 0 0,-122-12-21 0 0,0-1-1 0 0,59-3 1 0 0,28 2 9 0 0,-86-1-25 0 0,62-5 1 0 0,-61 1-1 0 0,58 3 0 0 0,46-1-53 0 0,-3 0-4 0 0,74 3 149 0 0,-111-4-56 0 0,151 5 83 0 0,29-20 146 0 0,-31 17-55 0 0,-29-4-63 0 0,-37 3-33 0 0,107-11-34 0 0,22-21 453 0 0,-248 24-436 0 0,-35 4 8 0 0,50-1 0 0 0,-59 0 312 0 0,-19 5-1097 0 0,-11 3-2348 0 0,-6 0-3124 0 0,-1-7 2353 0 0,6 2 1857 0 0,-7 2-3208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8:12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80 367 112 0 0,'-1'1'87'0'0,"0"-1"-1"0"0,0 1 1 0 0,0-1 0 0 0,0 1-1 0 0,0-1 1 0 0,1 1 0 0 0,-1 0-1 0 0,0 0 1 0 0,0-1-1 0 0,1 1 1 0 0,-1 0 0 0 0,0 0-1 0 0,1 0 1 0 0,-1 0 0 0 0,1 0-1 0 0,-1 0 1 0 0,1 0 0 0 0,0 0-1 0 0,-1 0 1 0 0,1 0 0 0 0,0 0-1 0 0,0 0 1 0 0,0 0 0 0 0,0 0-1 0 0,0 0 1 0 0,0 0-1 0 0,0 0 1 0 0,0 2 0 0 0,-4 37 1043 0 0,8 107 1748 0 0,-1-58-1351 0 0,-9 100 0 0 0,-3-111-1047 0 0,4 0 0 0 0,2 0-1 0 0,4 0 1 0 0,12 83-1 0 0,-12-155-431 0 0,0 0 1 0 0,0-1-1 0 0,0 1 0 0 0,1-1 0 0 0,0 1 0 0 0,0-1 0 0 0,0 1 0 0 0,1-1 0 0 0,0 0 1 0 0,0 0-1 0 0,0 0 0 0 0,0-1 0 0 0,8 9 0 0 0,-7-10-29 0 0,0-1-1 0 0,0 1 1 0 0,0-1-1 0 0,0 0 1 0 0,0-1-1 0 0,0 1 1 0 0,1-1-1 0 0,-1 1 1 0 0,1-1-1 0 0,-1-1 1 0 0,1 1-1 0 0,-1-1 1 0 0,1 1-1 0 0,-1-1 1 0 0,1-1-1 0 0,-1 1 1 0 0,1-1-1 0 0,5-1 1 0 0,88-20 136 0 0,-79 16-159 0 0,0 1 0 0 0,0 0 1 0 0,1 2-1 0 0,-1 0 0 0 0,1 1 1 0 0,0 1-1 0 0,37 3 0 0 0,2 7 4 0 0,15 3 76 0 0,124 4 0 0 0,-35-9-30 0 0,52-1 20 0 0,12-35 12 0 0,-170 18-56 0 0,1 3 0 0 0,0 2 0 0 0,73 2 0 0 0,-83 4 0 0 0,-1-2 0 0 0,60-10 0 0 0,28-2-12 0 0,-35 4 21 0 0,-67 6-33 0 0,1 1 0 0 0,0 1 0 0 0,48 5 1 0 0,-21 1-38 0 0,0-3 1 0 0,88-10-1 0 0,-63 3 80 0 0,226-28 88 0 0,-71 3-95 0 0,-191 31-47 0 0,100 12 0 0 0,-33-1-33 0 0,-3 2 15 0 0,-81-8 53 0 0,0-1 1 0 0,0-1 0 0 0,60-4 0 0 0,39-17 7 0 0,-64 7-19 0 0,102-2 0 0 0,28 21-22 0 0,162-11 22 0 0,-334 3 10 0 0,107 4 32 0 0,-22 6-3 0 0,-70-7-34 0 0,50-4 1 0 0,-28-1 35 0 0,-12-2-54 0 0,-41 3 0 0 0,-1 0-1 0 0,1 0 1 0 0,0 1 0 0 0,-1 0 0 0 0,1 0-1 0 0,0 1 1 0 0,15 4 0 0 0,23 5-8 0 0,-35-9 6 0 0,-1 2 0 0 0,0-1 1 0 0,21 9-1 0 0,-20-7 0 0 0,1-1 0 0 0,-1-1 0 0 0,1 0 1 0 0,-1-1-1 0 0,1 0 0 0 0,0-1 0 0 0,20-2 0 0 0,5 1 20 0 0,-22-1-3 0 0,0 0 1 0 0,1 0-1 0 0,25-9 1 0 0,28-3 24 0 0,-11 10-25 0 0,30-5 58 0 0,-68 6-64 0 0,0 1 0 0 0,0 1 0 0 0,30 2 0 0 0,-30 1-4 0 0,0-2-1 0 0,1-1 1 0 0,29-5 0 0 0,-5 0 11 0 0,1 2 0 0 0,55 1 0 0 0,-60 2-13 0 0,-27-1 0 0 0,-1 2 0 0 0,1 0 1 0 0,0 0-1 0 0,24 5 0 0 0,-19 3 113 0 0,-17-7-52 0 0,-1 1 0 0 0,1-1 0 0 0,0 1 0 0 0,0-1 0 0 0,0 0 0 0 0,0-1 1 0 0,6 1-1 0 0,-9-1-52 0 0,0 0 0 0 0,0 0 1 0 0,0-1-1 0 0,0 1 1 0 0,0-1-1 0 0,0 1 0 0 0,0 0 1 0 0,0-1-1 0 0,0 0 1 0 0,0 1-1 0 0,0-1 0 0 0,0 0 1 0 0,0 1-1 0 0,0-1 1 0 0,-1 0-1 0 0,1 0 0 0 0,0 0 1 0 0,-1 1-1 0 0,1-1 0 0 0,0 0 1 0 0,-1 0-1 0 0,1 0 1 0 0,-1 0-1 0 0,0 0 0 0 0,1 0 1 0 0,-1 0-1 0 0,0-1 1 0 0,1 1-1 0 0,-1 0 0 0 0,0 0 1 0 0,0 0-1 0 0,0-2 1 0 0,4-41 481 0 0,-3-80 1 0 0,-2 77-398 0 0,6-70 1 0 0,6 43-61 0 0,-4 0 1 0 0,-2-1-1 0 0,-10-120 0 0 0,1 128-26 0 0,3 0-1 0 0,13-113 1 0 0,-3 63-23 0 0,-8 107 26 0 0,-1-19-57 0 0,0 28 47 0 0,-1 0-1 0 0,1 1 1 0 0,0-1-1 0 0,-1 0 1 0 0,1 0-1 0 0,0 1 1 0 0,-1-1-1 0 0,1 1 1 0 0,-1-1-1 0 0,1 0 1 0 0,-1 1-1 0 0,1-1 1 0 0,-1 1-1 0 0,0-1 1 0 0,1 1-1 0 0,-1-1 0 0 0,0 1 1 0 0,1-1-1 0 0,-1 1 1 0 0,0 0-1 0 0,1 0 1 0 0,-1-1-1 0 0,0 1 1 0 0,0 0-1 0 0,1 0 1 0 0,-1 0-1 0 0,0 0 1 0 0,0-1-1 0 0,0 1 1 0 0,1 0-1 0 0,-2 1 1 0 0,-44-1 316 0 0,-26 0 332 0 0,-72-8 0 0 0,117 6-618 0 0,1 2 0 0 0,-1 1 1 0 0,0 0-1 0 0,-26 7 1 0 0,17-3 16 0 0,-45 1 0 0 0,-16-7 62 0 0,-268 13 275 0 0,249-4-316 0 0,-145-9 1 0 0,26-1 9 0 0,-319 10 20 0 0,203 8-1 0 0,-2-1-56 0 0,-415-15 205 0 0,247 42-298 0 0,-2-1 124 0 0,-171-53-50 0 0,315 18 0 0 0,366-6-28 0 0,-249 24-40 0 0,-77 1 81 0 0,257-24-41 0 0,-100 14-1 0 0,122-2-858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48:43.8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184 4 7226 0 0,'-32'-3'672'0'0,"-4"3"-328"0"0,-5 3-272 0 0,14 12-176 0 0,9 3-256 0 0,5 6-352 0 0,5 4-345 0 0,3 1-383 0 0,1-1-496 0 0,11 4-257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5.6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632 58 1536 0 0,'-2'-11'1281'0'0,"1"7"-712"0"0,1 1 0 0 0,-1-1 0 0 0,0 1 0 0 0,0-1 0 0 0,0 1-1 0 0,0-1 1 0 0,0 1 0 0 0,-1 0 0 0 0,-2-4 0 0 0,3 6-463 0 0,0 0 0 0 0,0 0 0 0 0,-1 1 1 0 0,1-1-1 0 0,0 0 0 0 0,-1 0 0 0 0,1 1 0 0 0,0-1 0 0 0,-1 1 1 0 0,1-1-1 0 0,-1 1 0 0 0,1 0 0 0 0,-1-1 0 0 0,1 1 0 0 0,-1 0 0 0 0,1 0 1 0 0,-1 0-1 0 0,1 0 0 0 0,-1 0 0 0 0,1 1 0 0 0,-1-1 0 0 0,1 0 1 0 0,-1 1-1 0 0,1-1 0 0 0,-1 1 0 0 0,1-1 0 0 0,-2 2 0 0 0,-5 1-13 0 0,-1 1 0 0 0,1 1-1 0 0,0-1 1 0 0,0 1-1 0 0,0 0 1 0 0,1 1 0 0 0,0 0-1 0 0,-8 8 1 0 0,-50 61-43 0 0,47-53 21 0 0,14-17-72 0 0,-24 28 206 0 0,1 2 0 0 0,-40 69 0 0 0,62-95-163 0 0,0 1 0 0 0,0-1-1 0 0,1 1 1 0 0,1 0 0 0 0,-1 0 0 0 0,2 0 0 0 0,-1 1 0 0 0,1-1 0 0 0,1 1-1 0 0,0-1 1 0 0,0 1 0 0 0,1 0 0 0 0,1-1 0 0 0,0 1 0 0 0,0 0 0 0 0,1-1-1 0 0,4 17 1 0 0,-4-24-44 0 0,-1 0 1 0 0,1 1-1 0 0,-1-1 0 0 0,1 0 0 0 0,0 0 0 0 0,0 0 0 0 0,0 0 0 0 0,1 0 1 0 0,-1 0-1 0 0,1-1 0 0 0,-1 1 0 0 0,1-1 0 0 0,0 1 0 0 0,0-1 0 0 0,0 0 1 0 0,0-1-1 0 0,0 1 0 0 0,1 0 0 0 0,4 1 0 0 0,-2-1 3 0 0,1-1-1 0 0,-1 0 1 0 0,0 0-1 0 0,1-1 1 0 0,-1 0 0 0 0,1 0-1 0 0,-1 0 1 0 0,1-1-1 0 0,-1 0 1 0 0,9-2-1 0 0,1-2 2 0 0,1 0 0 0 0,-1-2-1 0 0,1 0 1 0 0,-2 0 0 0 0,1-1 0 0 0,-1-1-1 0 0,17-14 1 0 0,-28 20 8 0 0,0-1 0 0 0,0 0 0 0 0,-1 0 0 0 0,1 0 0 0 0,-1 0 0 0 0,0 0 0 0 0,0 0 0 0 0,-1-1 0 0 0,0 0 0 0 0,1 1 0 0 0,-1-1 0 0 0,-1 0 0 0 0,1 0 0 0 0,-1 0 0 0 0,1-8 0 0 0,-1 12-5 0 0,-1-1 1 0 0,0 0-1 0 0,0 1 1 0 0,0-1-1 0 0,-1 0 1 0 0,1 1 0 0 0,0-1-1 0 0,-1 0 1 0 0,1 1-1 0 0,-1-1 1 0 0,1 1-1 0 0,-1-1 1 0 0,0 1-1 0 0,0-1 1 0 0,1 1 0 0 0,-1-1-1 0 0,0 1 1 0 0,0 0-1 0 0,-3-3 1 0 0,2 3-7 0 0,0-1 0 0 0,-1 1 1 0 0,1 0-1 0 0,0 0 0 0 0,-1 0 1 0 0,1 0-1 0 0,-1 0 0 0 0,0 1 0 0 0,1-1 1 0 0,-1 1-1 0 0,1 0 0 0 0,-1 0 1 0 0,0 0-1 0 0,1 0 0 0 0,-1 0 0 0 0,-4 1 1 0 0,-6 1-20 0 0,-1 2 0 0 0,1-1 0 0 0,0 2 0 0 0,0 0 0 0 0,0 0 0 0 0,1 1 0 0 0,-1 1 0 0 0,2 0 0 0 0,-1 0 0 0 0,1 1 1 0 0,0 1-1 0 0,-13 13 0 0 0,-1 3 48 0 0,0 2 0 0 0,2 0 0 0 0,-31 48 0 0 0,39-50 16 0 0,0 1-1 0 0,2 1 1 0 0,0 0 0 0 0,2 1-1 0 0,1 0 1 0 0,-7 34 0 0 0,14-49-27 0 0,0 0 0 0 0,1 1 0 0 0,0-1 0 0 0,2 0 0 0 0,-1 1 1 0 0,1-1-1 0 0,1 1 0 0 0,1-1 0 0 0,0 0 0 0 0,0 1 0 0 0,1-1 0 0 0,1 0 1 0 0,0 0-1 0 0,1-1 0 0 0,12 23 0 0 0,-14-30 5 0 0,0-1 1 0 0,0 0-1 0 0,0 0 0 0 0,1 0 1 0 0,-1-1-1 0 0,1 1 0 0 0,0-1 1 0 0,0 0-1 0 0,1 0 0 0 0,-1 0 1 0 0,0 0-1 0 0,1-1 0 0 0,0 0 1 0 0,5 2-1 0 0,-11-8 18 0 0,-1 0 1 0 0,0 0-1 0 0,-1 0 1 0 0,1 0-1 0 0,-1 0 1 0 0,1 0-1 0 0,-7-5 1 0 0,-61-55-18 0 0,54 52-12 0 0,1-1-1 0 0,1 0 0 0 0,0-1 1 0 0,1 0-1 0 0,-20-30 0 0 0,32 43-9 0 0,1 0 0 0 0,0 0 0 0 0,0 1 0 0 0,-1-1 0 0 0,1 0 0 0 0,-1 0 0 0 0,1 1 0 0 0,0-1 0 0 0,-1 0 0 0 0,0 0 0 0 0,1 1-1 0 0,-1-1 1 0 0,1 1 0 0 0,-1-1 0 0 0,0 0 0 0 0,1 1 0 0 0,-1-1 0 0 0,0 1 0 0 0,0 0 0 0 0,1-1 0 0 0,-1 1 0 0 0,0-1 0 0 0,0 1 0 0 0,0 0 0 0 0,1 0 0 0 0,-3-1 0 0 0,3 2 2 0 0,-1 0 1 0 0,0 0-1 0 0,1 0 1 0 0,-1 0-1 0 0,1-1 1 0 0,-1 1-1 0 0,1 0 1 0 0,-1 0-1 0 0,1 0 1 0 0,0 0-1 0 0,-1 0 1 0 0,1 0 0 0 0,0 0-1 0 0,0 0 1 0 0,0 0-1 0 0,0 1 1 0 0,0 0-1 0 0,1 54 168 0 0,3-32 223 0 0,0 0-1 0 0,2-1 1 0 0,0 0-1 0 0,2 0 0 0 0,0-1 1 0 0,1 0-1 0 0,2 0 1 0 0,21 33-1 0 0,-31-54-347 0 0,0 1 0 0 0,0-1 0 0 0,0 0-1 0 0,0 0 1 0 0,0 0 0 0 0,0 0 0 0 0,1-1 0 0 0,-1 1 0 0 0,0 0 0 0 0,1 0-1 0 0,-1-1 1 0 0,0 1 0 0 0,1-1 0 0 0,-1 1 0 0 0,1-1 0 0 0,-1 1 0 0 0,1-1-1 0 0,-1 0 1 0 0,1 0 0 0 0,-1 0 0 0 0,1 0 0 0 0,-1 0 0 0 0,1 0-1 0 0,-1 0 1 0 0,0 0 0 0 0,1-1 0 0 0,-1 1 0 0 0,1 0 0 0 0,-1-1 0 0 0,1 0-1 0 0,-1 1 1 0 0,0-1 0 0 0,1 0 0 0 0,-1 1 0 0 0,0-1 0 0 0,0 0 0 0 0,1 0-1 0 0,-1 0 1 0 0,0 0 0 0 0,0 0 0 0 0,1-2 0 0 0,8-7 48 0 0,-1 0 0 0 0,0 0-1 0 0,13-19 1 0 0,-13 15-52 0 0,-4 9-118 0 0,97-119 392 0 0,-44 71-1741 0 0,12 8-3780 0 0,-38 25-1709 0 0,-19 12 1512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6.9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 1176 0 0,'-2'4'309'0'0,"0"1"0"0"0,0-1-1 0 0,0 1 1 0 0,1 0 0 0 0,0 0-1 0 0,0 0 1 0 0,0 0 0 0 0,1 0-1 0 0,-1 0 1 0 0,1 0 0 0 0,0 0-1 0 0,2 5 1 0 0,-3 9 195 0 0,0 10-64 0 0,-4 37 949 0 0,3 0 0 0 0,3 0 0 0 0,16 110 0 0 0,-16-172-1370 0 0,-1-1-1 0 0,1 0 1 0 0,0 0-1 0 0,0 0 0 0 0,0 0 1 0 0,0 0-1 0 0,1 0 1 0 0,-1 0-1 0 0,1 0 1 0 0,-1 0-1 0 0,1-1 1 0 0,0 1-1 0 0,0-1 1 0 0,0 1-1 0 0,1-1 1 0 0,-1 0-1 0 0,0 0 1 0 0,1 0-1 0 0,0 0 1 0 0,-1 0-1 0 0,1 0 0 0 0,0-1 1 0 0,0 1-1 0 0,0-1 1 0 0,0 0-1 0 0,0 0 1 0 0,0 0-1 0 0,0-1 1 0 0,0 1-1 0 0,1 0 1 0 0,-1-1-1 0 0,5 0 1 0 0,8-1-11 0 0,0-1 0 0 0,0 0 0 0 0,-1-2 1 0 0,1 0-1 0 0,20-8 0 0 0,-13 5 33 0 0,-20 6 69 0 0,0 0-1 0 0,0 0 0 0 0,0 0 0 0 0,-1-1 1 0 0,1 1-1 0 0,0-1 0 0 0,-1 0 0 0 0,1 0 1 0 0,-1 0-1 0 0,1 0 0 0 0,-1 0 1 0 0,0-1-1 0 0,0 1 0 0 0,0-1 0 0 0,0 1 1 0 0,0-1-1 0 0,-1 0 0 0 0,1 1 1 0 0,-1-1-1 0 0,0 0 0 0 0,0 0 0 0 0,0 0 1 0 0,0 0-1 0 0,0 0 0 0 0,-1-1 0 0 0,1 1 1 0 0,-1-4-1 0 0,0-10 238 0 0,0 1 1 0 0,-1-1 0 0 0,-1 1-1 0 0,-6-21 1 0 0,1-7-317 0 0,3 10 9 0 0,0 8-164 0 0,1 0 0 0 0,2 0 0 0 0,2-40 0 0 0,6 53-3291 0 0,-4 28-8788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7.2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90 3769 0 0,'-6'1'4062'0'0,"10"1"-1811"0"0,15-2-1101 0 0,85-35-1506 0 0,-88 29-1049 0 0,1-1 0 0 0,-1-1-1 0 0,0-1 1 0 0,15-11 0 0 0,-20 14 422 0 0,5 4-876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7.6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2849 0 0,'10'48'4891'0'0,"-6"32"-3228"0"0,-2-29-1360 0 0,4 66-756 0 0,-7-39-4882 0 0,1-62 2545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8.0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65 3281 0 0,'33'-6'5187'0'0,"26"-19"-3312"0"0,11-2-1285 0 0,-65 25-551 0 0,0 1 1 0 0,0 0-1 0 0,0 0 1 0 0,0 0-1 0 0,1 1 0 0 0,-1 0 1 0 0,0 0-1 0 0,0 0 1 0 0,0 1-1 0 0,1 0 0 0 0,4 1 1 0 0,-9-2-21 0 0,0 0 1 0 0,0 1 0 0 0,-1-1-1 0 0,1 1 1 0 0,0-1 0 0 0,0 1-1 0 0,0-1 1 0 0,-1 1 0 0 0,1 0-1 0 0,0-1 1 0 0,-1 1 0 0 0,1 0-1 0 0,0-1 1 0 0,-1 1 0 0 0,1 0-1 0 0,-1 0 1 0 0,0 0 0 0 0,1-1-1 0 0,-1 1 1 0 0,1 0 0 0 0,-1 0-1 0 0,0 0 1 0 0,1 2 0 0 0,-1-1 32 0 0,-1 1 1 0 0,1 0 0 0 0,0-1 0 0 0,-1 1 0 0 0,1 0-1 0 0,-1-1 1 0 0,0 1 0 0 0,0-1 0 0 0,0 1 0 0 0,0-1-1 0 0,-1 1 1 0 0,-1 2 0 0 0,-42 61 933 0 0,31-48-848 0 0,1 0 0 0 0,1 2 0 0 0,1-1 0 0 0,-12 28 0 0 0,23-46-135 0 0,-1 0-1 0 0,1-1 1 0 0,0 1-1 0 0,0-1 1 0 0,-1 1-1 0 0,1-1 1 0 0,0 1-1 0 0,0 0 1 0 0,0-1-1 0 0,0 1 1 0 0,0 0-1 0 0,0-1 1 0 0,0 1-1 0 0,0-1 1 0 0,0 1-1 0 0,0 0 1 0 0,0-1-1 0 0,0 1 1 0 0,0 0-1 0 0,0-1 1 0 0,0 1-1 0 0,1-1 1 0 0,-1 1-1 0 0,0 0 1 0 0,1-1-1 0 0,-1 1 1 0 0,0-1-1 0 0,1 1 1 0 0,-1-1-1 0 0,0 1 1 0 0,1-1-1 0 0,-1 1 1 0 0,1-1-1 0 0,0 1 1 0 0,26 0 196 0 0,33-18 215 0 0,-57 16-385 0 0,20-7-219 0 0,91-37 248 0 0,-43 8-7800 0 0,-58 31 5491 0 0,8 4-906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8.4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86 3225 0 0,'0'0'69'0'0,"0"0"0"0"0,0 0 0 0 0,0 0 0 0 0,-1 0 0 0 0,1 0 0 0 0,0 1 0 0 0,0-1 0 0 0,0 0 0 0 0,0 0 0 0 0,-1 0 0 0 0,1 0 0 0 0,0 0-1 0 0,0 0 1 0 0,0 0 0 0 0,0 0 0 0 0,-1 0 0 0 0,1 0 0 0 0,0-1 0 0 0,0 1 0 0 0,0 0 0 0 0,0 0 0 0 0,0 0 0 0 0,-1 0 0 0 0,1 0 0 0 0,0 0 0 0 0,0 0 0 0 0,0 0 0 0 0,0 0 0 0 0,0 0 0 0 0,-1-1 0 0 0,1 1 0 0 0,0 0 0 0 0,0 0 0 0 0,0 0 0 0 0,0 0 0 0 0,0 0 0 0 0,0 0 0 0 0,0-1 0 0 0,0 1 0 0 0,0 0 0 0 0,0 0 0 0 0,0 0 0 0 0,0 0 0 0 0,-1-1 0 0 0,1 1 0 0 0,0 0 0 0 0,0 0 0 0 0,0 0 0 0 0,0 0 0 0 0,0-1 0 0 0,0 1 0 0 0,1 0 0 0 0,-1 0 0 0 0,0 0 0 0 0,0 0 0 0 0,0-1 0 0 0,0 1 0 0 0,10-11 1504 0 0,15-7-469 0 0,-16 13-705 0 0,3-2 107 0 0,0 0 0 0 0,0 1 0 0 0,1 1 0 0 0,21-7 0 0 0,-32 12-427 0 0,-1-1 0 0 0,1 1 0 0 0,0-1 0 0 0,0 1 1 0 0,0 0-1 0 0,0-1 0 0 0,0 1 0 0 0,0 0 0 0 0,0 0 1 0 0,0 1-1 0 0,0-1 0 0 0,0 0 0 0 0,0 1 0 0 0,0-1 1 0 0,0 1-1 0 0,0-1 0 0 0,0 1 0 0 0,0 0 0 0 0,-1 0 1 0 0,1 0-1 0 0,0 0 0 0 0,0 0 0 0 0,-1 1 0 0 0,1-1 1 0 0,-1 0-1 0 0,1 1 0 0 0,-1-1 0 0 0,0 1 0 0 0,0-1 0 0 0,1 1 1 0 0,-1 0-1 0 0,0-1 0 0 0,-1 1 0 0 0,1 0 0 0 0,0 0 1 0 0,0 0-1 0 0,-1 0 0 0 0,1 0 0 0 0,0 3 0 0 0,1 13 338 0 0,0 0-1 0 0,-2 0 1 0 0,0 1-1 0 0,0-1 1 0 0,-8 36-1 0 0,4-25-376 0 0,0 46-1 0 0,4-67-458 0 0,0 0-1 0 0,1 0 1 0 0,0 0-1 0 0,1 0 1 0 0,0 0-1 0 0,0-1 1 0 0,1 1-1 0 0,0 0 1 0 0,0-1-1 0 0,5 9 1 0 0,-8-15 240 0 0,0-1 0 0 0,1 1 0 0 0,-1 0 0 0 0,0-1 0 0 0,0 1 0 0 0,1-1-1 0 0,-1 1 1 0 0,0-1 0 0 0,0 1 0 0 0,1 0 0 0 0,-1-1 0 0 0,1 0 0 0 0,-1 1 0 0 0,1-1 0 0 0,-1 1 0 0 0,1-1 0 0 0,-1 1 0 0 0,1-1 0 0 0,-1 0 0 0 0,1 1-1 0 0,-1-1 1 0 0,1 0 0 0 0,-1 0 0 0 0,1 1 0 0 0,0-1 0 0 0,-1 0 0 0 0,1 0 0 0 0,-1 0 0 0 0,1 0 0 0 0,0 0 0 0 0,-1 0 0 0 0,1 0 0 0 0,0 0 0 0 0,-1 0-1 0 0,2 0 1 0 0,9-22-3329 0 0,-3-37 1671 0 0,-7 51 1895 0 0,-1-53-383 0 0,0 57 545 0 0,0 1-1 0 0,0 0 1 0 0,-1 0 0 0 0,1 0 0 0 0,-1-1 0 0 0,0 1 0 0 0,0 0-1 0 0,0 0 1 0 0,0 0 0 0 0,-1 0 0 0 0,1 0 0 0 0,-1 1-1 0 0,1-1 1 0 0,-5-5 0 0 0,5 7-24 0 0,1 0 1 0 0,-1 0-1 0 0,1 0 0 0 0,0 0 0 0 0,-1 0 0 0 0,1 0 1 0 0,0-1-1 0 0,0 1 0 0 0,0 0 0 0 0,0 0 0 0 0,0 0 1 0 0,0 0-1 0 0,0-1 0 0 0,0 1 0 0 0,0 0 0 0 0,0 0 1 0 0,1 0-1 0 0,-1 0 0 0 0,0 0 0 0 0,1 0 1 0 0,-1 0-1 0 0,1-1 0 0 0,-1 1 0 0 0,1 0 0 0 0,0 1 1 0 0,-1-1-1 0 0,1 0 0 0 0,1-2 0 0 0,32-40-842 0 0,-19 24 997 0 0,-2-1-297 0 0,-8 12 208 0 0,0-1 0 0 0,0 1 1 0 0,1 0-1 0 0,1 0 0 0 0,-1 1 0 0 0,1 0 0 0 0,0 0 0 0 0,1 0 0 0 0,-1 1 0 0 0,10-6 1 0 0,-16 12-219 0 0,-1 0 0 0 0,1 0 0 0 0,0 0 1 0 0,-1 0-1 0 0,1 1 0 0 0,0-1 1 0 0,-1 0-1 0 0,1 0 0 0 0,0 0 0 0 0,-1 1 1 0 0,1-1-1 0 0,-1 0 0 0 0,1 0 0 0 0,0 1 1 0 0,-1-1-1 0 0,1 1 0 0 0,-1-1 1 0 0,1 0-1 0 0,-1 1 0 0 0,1-1 0 0 0,-1 1 1 0 0,0-1-1 0 0,1 1 0 0 0,-1-1 1 0 0,1 1-1 0 0,-1 0 0 0 0,0-1 0 0 0,0 1 1 0 0,1-1-1 0 0,-1 1 0 0 0,0 0 1 0 0,0-1-1 0 0,0 1 0 0 0,0 0 0 0 0,0-1 1 0 0,0 1-1 0 0,0 0 0 0 0,0-1 1 0 0,0 1-1 0 0,0 0 0 0 0,0-1 0 0 0,0 2 1 0 0,0 33 332 0 0,0-31-258 0 0,-3 36-156 0 0,0-15 400 0 0,2-1 1 0 0,3 47 0 0 0,0-63-655 0 0,-1-1 0 0 0,1 0 0 0 0,0 1 0 0 0,0-1 0 0 0,5 11 0 0 0,-4-14-245 0 0,-1 0 1 0 0,0 0-1 0 0,1 0 1 0 0,0 0-1 0 0,0-1 0 0 0,0 1 1 0 0,1-1-1 0 0,-1 0 1 0 0,8 6-1 0 0,-10-9 397 0 0,0 1-1 0 0,0-1 1 0 0,0 1 0 0 0,-1-1-1 0 0,1 1 1 0 0,0-1 0 0 0,0 1-1 0 0,0-1 1 0 0,1 0 0 0 0,-1 0 0 0 0,0 1-1 0 0,0-1 1 0 0,0 0 0 0 0,0 0-1 0 0,0 0 1 0 0,0 0 0 0 0,0 0-1 0 0,0-1 1 0 0,0 1 0 0 0,0 0-1 0 0,0 0 1 0 0,0-1 0 0 0,0 1-1 0 0,0 0 1 0 0,0-1 0 0 0,0 1-1 0 0,0-1 1 0 0,0 1 0 0 0,0-1-1 0 0,0 0 1 0 0,0 1 0 0 0,-1-1-1 0 0,1 0 1 0 0,0 0 0 0 0,0 0-1 0 0,-1 1 1 0 0,1-1 0 0 0,-1 0-1 0 0,2-2 1 0 0,15-39-1854 0 0,-16 41 1916 0 0,5-16-1526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8.7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0 3185 0 0,'0'1'298'0'0,"-1"0"1"0"0,0 0 0 0 0,0 0 0 0 0,1-1 0 0 0,-1 1-1 0 0,1 0 1 0 0,-1 0 0 0 0,0 0 0 0 0,1 0 0 0 0,0 0-1 0 0,-1 0 1 0 0,1 0 0 0 0,0 0 0 0 0,-1 0-1 0 0,1 0 1 0 0,0 0 0 0 0,0 0 0 0 0,0 1 0 0 0,0-1-1 0 0,0 2 1 0 0,-1 32 819 0 0,1-29-534 0 0,-1 35 454 0 0,7 62 0 0 0,8-30-1993 0 0,9-8-3381 0 0,-11-48 1241 0 0,-12-16 3031 0 0,0-1-1 0 0,1 0 0 0 0,-1 0 0 0 0,0 0 0 0 0,0 0 1 0 0,1 1-1 0 0,-1-1 0 0 0,0 0 0 0 0,1 0 0 0 0,-1 0 1 0 0,0 0-1 0 0,1 0 0 0 0,-1 0 0 0 0,0 0 0 0 0,0 0 1 0 0,1 0-1 0 0,-1 0 0 0 0,0 0 0 0 0,1 0 1 0 0,-1 0-1 0 0,0 0 0 0 0,1 0 0 0 0,-1 0 0 0 0,0 0 1 0 0,1-1-1 0 0,-1 1 0 0 0,0 0 0 0 0,0 0 0 0 0,1 0 1 0 0,-1 0-1 0 0,0-1 0 0 0,0 1 0 0 0,1 0 0 0 0,-1 0 1 0 0,0 0-1 0 0,0-1 0 0 0,0 1 0 0 0,1 0 0 0 0,-1 0 1 0 0,0-1-1 0 0,0 1 0 0 0,0 0 0 0 0,0-1 1 0 0,0 1-1 0 0,0 0 0 0 0,1 0 0 0 0,-1-1 0 0 0,0 1 1 0 0,0 0-1 0 0,0-1 0 0 0,5-5-1250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9.1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47 227 1768 0 0,'-2'0'178'0'0,"0"1"-1"0"0,0-1 1 0 0,0 1-1 0 0,1 0 1 0 0,-1 0-1 0 0,0 0 1 0 0,0 0-1 0 0,1 0 0 0 0,-1 1 1 0 0,1-1-1 0 0,-1 0 1 0 0,1 1-1 0 0,0-1 1 0 0,-1 1-1 0 0,1 0 1 0 0,0-1-1 0 0,0 1 1 0 0,0 0-1 0 0,0 0 0 0 0,0-1 1 0 0,1 1-1 0 0,-1 0 1 0 0,0 0-1 0 0,0 2 1 0 0,-11 49 1585 0 0,12-47-1618 0 0,-1 0 0 0 0,1 0 0 0 0,0-1 0 0 0,1 1 0 0 0,-1 0 0 0 0,1-1 0 0 0,0 1 0 0 0,1 0 0 0 0,-1-1 0 0 0,1 1 0 0 0,0-1 0 0 0,1 0 1 0 0,-1 0-1 0 0,1 1 0 0 0,0-2 0 0 0,0 1 0 0 0,6 6 0 0 0,-6-8-67 0 0,0 0 0 0 0,1 0 0 0 0,0 0 0 0 0,-1-1 0 0 0,1 0 0 0 0,0 1 1 0 0,0-1-1 0 0,0-1 0 0 0,0 1 0 0 0,1-1 0 0 0,-1 0 0 0 0,0 0 1 0 0,1 0-1 0 0,-1 0 0 0 0,1-1 0 0 0,-1 1 0 0 0,1-1 0 0 0,-1 0 0 0 0,1-1 1 0 0,-1 1-1 0 0,1-1 0 0 0,7-2 0 0 0,-6 1-22 0 0,-1 1 1 0 0,0-1-1 0 0,1 0 0 0 0,-1 0 0 0 0,0 0 1 0 0,-1-1-1 0 0,1 0 0 0 0,0 0 1 0 0,-1 0-1 0 0,1-1 0 0 0,-1 1 0 0 0,0-1 1 0 0,0 0-1 0 0,-1 0 0 0 0,1 0 1 0 0,-1-1-1 0 0,0 1 0 0 0,0-1 0 0 0,0 0 1 0 0,-1 0-1 0 0,1 0 0 0 0,0-5 1 0 0,-1 5-7 0 0,-1 0 0 0 0,-1 0 0 0 0,1 0 0 0 0,-1 0 0 0 0,0 1 0 0 0,0-1 0 0 0,0 0 0 0 0,0 0 0 0 0,-1 0 0 0 0,0 0 0 0 0,0 1 0 0 0,-1-1 0 0 0,1 0 0 0 0,-1 1 0 0 0,0-1 0 0 0,0 1 0 0 0,0-1 0 0 0,-1 1 0 0 0,1 0 0 0 0,-1 0 0 0 0,0 0 0 0 0,-1 1 0 0 0,1-1 0 0 0,-8-6 0 0 0,3 4 0 0 0,-1 0 0 0 0,1 0 1 0 0,-2 0-1 0 0,1 1 0 0 0,0 1 1 0 0,-1-1-1 0 0,-11-2 0 0 0,15 5-264 0 0,0 0 0 0 0,0 1 0 0 0,0 0 1 0 0,0 0-1 0 0,0 0 0 0 0,0 1 0 0 0,-1-1 0 0 0,1 2 0 0 0,0-1 0 0 0,0 1 0 0 0,-1 0 0 0 0,1 0 0 0 0,-7 3 0 0 0,13-4 105 0 0,0 0 0 0 0,1 0 0 0 0,-1 0 0 0 0,0 0 0 0 0,0 0 0 0 0,0 0 0 0 0,1 0 0 0 0,-1 0 0 0 0,0 1 0 0 0,0-1 0 0 0,0 0 0 0 0,0 0 0 0 0,1 0 0 0 0,-1 0 0 0 0,0 1 0 0 0,0-1 0 0 0,0 0 0 0 0,0 0 1 0 0,0 0-1 0 0,1 1 0 0 0,-1-1 0 0 0,0 0 0 0 0,0 0 0 0 0,0 1 0 0 0,0-1 0 0 0,0 0 0 0 0,0 0 0 0 0,0 1 0 0 0,0-1 0 0 0,0 0 0 0 0,0 0 0 0 0,0 0 0 0 0,0 1 0 0 0,0-1 0 0 0,0 0 0 0 0,0 0 0 0 0,0 1 0 0 0,0-1 0 0 0,-1 0 0 0 0,1 0 0 0 0,0 0 0 0 0,0 1 0 0 0,0-1 0 0 0,0 0 0 0 0,0 0 0 0 0,0 0 0 0 0,-1 1 0 0 0,1-1 0 0 0,0 0 0 0 0,0 0 0 0 0,0 0 1 0 0,-1 0-1 0 0,1 0 0 0 0,0 1 0 0 0,0-1 0 0 0,0 0 0 0 0,-1 0 0 0 0,1 0 0 0 0,0 0 0 0 0,0 0 0 0 0,-1 0 0 0 0,1 0 0 0 0,0 0 0 0 0,0 0 0 0 0,0 0 0 0 0,-1 0 0 0 0,1 0 0 0 0,-1 0 0 0 0,8 0-3236 0 0</inkml:trace>
  <inkml:trace contextRef="#ctx0" brushRef="#br0" timeOffset="1">407 0 2817 0 0,'-2'8'5153'0'0,"4"16"-3852"0"0,-2-19-533 0 0,3 52 1223 0 0,9 158 1812 0 0,15-2-6017 0 0,-27-210 1854 0 0,3 11-1702 0 0,4-25-7935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9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1 6369 0 0,'-2'6'2785'0'0,"0"3"-1281"0"0,2 2-351 0 0,2 2-185 0 0,3-2-296 0 0,-2 2-288 0 0,4-1-208 0 0,-1-2-80 0 0,2-1-64 0 0,2-1-128 0 0,2 1-280 0 0,-3-3-376 0 0,1 1-456 0 0,0-1-505 0 0,-2-3-343 0 0,-3-1-89 0 0,1 0-1880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29.9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57 3801 0 0,'-1'1'163'0'0,"0"0"-1"0"0,0 0 1 0 0,1 0 0 0 0,-1 1 0 0 0,0-1-1 0 0,0 0 1 0 0,1 0 0 0 0,-1 1 0 0 0,0-1-1 0 0,1 0 1 0 0,0 1 0 0 0,-1-1 0 0 0,1 0-1 0 0,0 1 1 0 0,-1-1 0 0 0,1 3 0 0 0,0-3-97 0 0,1-1 0 0 0,-1 0 1 0 0,0 1-1 0 0,1-1 0 0 0,-1 1 1 0 0,0-1-1 0 0,1 0 0 0 0,-1 1 1 0 0,1-1-1 0 0,-1 0 0 0 0,1 1 1 0 0,-1-1-1 0 0,1 0 0 0 0,-1 1 1 0 0,1-1-1 0 0,-1 0 0 0 0,1 0 1 0 0,-1 0-1 0 0,1 0 0 0 0,-1 0 1 0 0,1 1-1 0 0,-1-1 0 0 0,1 0 1 0 0,-1 0-1 0 0,1 0 0 0 0,-1 0 1 0 0,2-1-1 0 0,4 1 139 0 0,1-1 0 0 0,-1-1 0 0 0,0 1-1 0 0,0-1 1 0 0,10-4 0 0 0,33-19 431 0 0,-38 18-336 0 0,0 1 0 0 0,1 0 1 0 0,-1 0-1 0 0,1 1 1 0 0,1 1-1 0 0,-1 0 0 0 0,1 0 1 0 0,0 2-1 0 0,24-3 1 0 0,-36 4-274 0 0,-1 1 0 0 0,1 0 0 0 0,0 0 0 0 0,-1 0 0 0 0,1 1 0 0 0,-1-1 1 0 0,1 0-1 0 0,0 0 0 0 0,-1 0 0 0 0,1 0 0 0 0,-1 1 0 0 0,1-1 1 0 0,0 0-1 0 0,-1 0 0 0 0,1 1 0 0 0,-1-1 0 0 0,1 0 0 0 0,-1 1 0 0 0,1-1 1 0 0,-1 1-1 0 0,0-1 0 0 0,1 1 0 0 0,-1-1 0 0 0,1 1 0 0 0,-1-1 1 0 0,0 1-1 0 0,1-1 0 0 0,-1 1 0 0 0,0-1 0 0 0,0 1 0 0 0,0-1 1 0 0,1 1-1 0 0,-1 0 0 0 0,-7 24 430 0 0,-27 23-109 0 0,31-45-275 0 0,-82 87 295 0 0,54-60-1167 0 0,59-78-358 0 0,-25 43 1249 0 0,1 1-1 0 0,0-1 1 0 0,-1 1 0 0 0,2 0 0 0 0,-1 0 0 0 0,0 1 0 0 0,1-1-1 0 0,0 1 1 0 0,0 0 0 0 0,0 0 0 0 0,0 1 0 0 0,0-1-1 0 0,0 1 1 0 0,1 0 0 0 0,-1 1 0 0 0,1-1 0 0 0,0 1-1 0 0,-1 0 1 0 0,1 1 0 0 0,0-1 0 0 0,-1 1 0 0 0,10 1-1 0 0,4 2-465 0 0,1 1 0 0 0,-1 0 0 0 0,-1 2 0 0 0,1 0 0 0 0,23 12 0 0 0,-9 3-4155 0 0,-29-10 680 0 0,-20-3 1299 0 0,4-6 776 0 0</inkml:trace>
  <inkml:trace contextRef="#ctx0" brushRef="#br0" timeOffset="1">101 282 1704 0 0,'-35'26'907'0'0,"33"-25"-786"0"0,1 1 1 0 0,-1-1-1 0 0,1 0 1 0 0,-1 1-1 0 0,1-1 1 0 0,0 1 0 0 0,-1 0-1 0 0,1-1 1 0 0,0 1-1 0 0,0 0 1 0 0,0 0-1 0 0,1 0 1 0 0,-1 0-1 0 0,0-1 1 0 0,1 1-1 0 0,-1 0 1 0 0,1 0-1 0 0,0 0 1 0 0,-1 3-1 0 0,2-4 47 0 0,-1 0-1 0 0,1-1 0 0 0,-1 1 1 0 0,1 0-1 0 0,0-1 1 0 0,-1 1-1 0 0,1-1 1 0 0,-1 1-1 0 0,1-1 1 0 0,0 1-1 0 0,0-1 1 0 0,-1 1-1 0 0,1-1 1 0 0,0 0-1 0 0,0 1 1 0 0,0-1-1 0 0,-1 0 0 0 0,1 0 1 0 0,0 0-1 0 0,0 0 1 0 0,0 1-1 0 0,0-1 1 0 0,-1 0-1 0 0,1 0 1 0 0,0-1-1 0 0,2 1 1 0 0,30-3 2100 0 0,-24 2-1440 0 0,35-3 1671 0 0,60-15 1 0 0,113-43-1727 0 0,-191 53-964 0 0,-7 6-1132 0 0,6-1-2538 0 0,-16-2-4105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40.4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35 118 1672 0 0,'-1'-1'169'0'0,"-1"0"0"0"0,1 0 0 0 0,0 1 1 0 0,0-1-1 0 0,0 0 0 0 0,0 1 0 0 0,-1 0 0 0 0,1-1 0 0 0,0 1 0 0 0,-1 0 0 0 0,1-1 0 0 0,0 1 0 0 0,0 0 0 0 0,-1 0 0 0 0,1 0 0 0 0,0 0 0 0 0,-3 0 0 0 0,4 0-103 0 0,0 0 1 0 0,-1 0-1 0 0,1 0 1 0 0,-1 1-1 0 0,1-1 0 0 0,0 0 1 0 0,-1 0-1 0 0,1 0 0 0 0,-1 0 1 0 0,1 0-1 0 0,0 0 0 0 0,-1 1 1 0 0,1-1-1 0 0,0 0 0 0 0,-1 0 1 0 0,1 1-1 0 0,0-1 0 0 0,-1 0 1 0 0,1 0-1 0 0,0 1 1 0 0,0-1-1 0 0,-1 0 0 0 0,1 1 1 0 0,0-1-1 0 0,0 0 0 0 0,-1 1 1 0 0,1-1-1 0 0,0 0 0 0 0,0 1 1 0 0,0-1-1 0 0,0 1 0 0 0,0-1 1 0 0,0 0-1 0 0,0 1 0 0 0,0-1 1 0 0,0 1-1 0 0,0-1 0 0 0,0 0 1 0 0,0 1-1 0 0,0-1 1 0 0,0 1-1 0 0,0-1 0 0 0,0 0 1 0 0,0 1-1 0 0,0-1 0 0 0,0 1 1 0 0,1-1-1 0 0,-1 0 0 0 0,0 1 1 0 0,0-1-1 0 0,0 0 0 0 0,1 1 1 0 0,-1-1-1 0 0,1 1 0 0 0,0 0 70 0 0,1 0-1 0 0,-1 0 0 0 0,1 0 1 0 0,-1 0-1 0 0,1 0 0 0 0,-1-1 1 0 0,1 1-1 0 0,0 0 0 0 0,0-1 1 0 0,-1 1-1 0 0,1-1 0 0 0,0 0 1 0 0,0 1-1 0 0,0-1 0 0 0,-1 0 1 0 0,1 0-1 0 0,3-1 0 0 0,41-2 470 0 0,-29 1-258 0 0,291-29 1033 0 0,-126 10-1250 0 0,115 14-28 0 0,-101 6-8 0 0,0-10 4 0 0,179 1-60 0 0,397 8 106 0 0,-480 6-147 0 0,6-2-18 0 0,597-11 151 0 0,-654 4-100 0 0,1 0 115 0 0,413 13-136 0 0,-549-8 22 0 0,552-18 160 0 0,-207 12-245 0 0,-248 9 117 0 0,682-26-40 0 0,-597 26 47 0 0,-94 1-64 0 0,174 2-72 0 0,-135 6 169 0 0,-95-2-62 0 0,456-23-3 0 0,-83 8 110 0 0,-401 11-190 0 0,227 6 64 0 0,532-22 357 0 0,-561 11-334 0 0,137 4 118 0 0,-6 0-131 0 0,-9 16 26 0 0,-346-14 4 0 0,-83-7-129 0 0,24 2 133 0 0,-1-2 1 0 0,29-1-1 0 0,-13-9-5721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7.0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52 172 4609 0 0,'-5'1'1649'0'0,"-27"5"503"0"0,31-6-2094 0 0,0 0 0 0 0,1 0-1 0 0,-1 1 1 0 0,1-1-1 0 0,-1 0 1 0 0,0 0-1 0 0,1 0 1 0 0,-1 0-1 0 0,1 1 1 0 0,-1-1 0 0 0,1 0-1 0 0,-1 1 1 0 0,1-1-1 0 0,-1 0 1 0 0,1 1-1 0 0,-1-1 1 0 0,1 1-1 0 0,-1-1 1 0 0,1 0 0 0 0,-1 1-1 0 0,1-1 1 0 0,0 1-1 0 0,-1-1 1 0 0,1 1-1 0 0,0 0 1 0 0,0-1-1 0 0,-1 1 1 0 0,1-1-1 0 0,0 1 1 0 0,0 0 0 0 0,0-1-1 0 0,0 1 1 0 0,0-1-1 0 0,0 1 1 0 0,0 0-1 0 0,0-1 1 0 0,0 1-1 0 0,0-1 1 0 0,0 1 0 0 0,0 0-1 0 0,0 0 1 0 0,3 1 102 0 0,0-1 0 0 0,1 0 0 0 0,-1 0 0 0 0,0 0 0 0 0,0 0 0 0 0,1 0-1 0 0,-1 0 1 0 0,0-1 0 0 0,1 0 0 0 0,-1 1 0 0 0,0-1 0 0 0,1-1 0 0 0,6 0 0 0 0,-6 1-27 0 0,370-23 2008 0 0,-371 23-2122 0 0,-1 1 0 0 0,0-1 0 0 0,0 0 0 0 0,0 0 0 0 0,0-1 0 0 0,0 1 0 0 0,0 0 0 0 0,0-1 0 0 0,1 1 0 0 0,-1-1 0 0 0,0 0 0 0 0,0 0 0 0 0,-1 0 0 0 0,1 0 0 0 0,3-2 0 0 0,-5 2-32 0 0,0 0 1 0 0,-1-1-1 0 0,1 1 1 0 0,-1 0-1 0 0,1 0 1 0 0,-1-1-1 0 0,1 1 1 0 0,-1 0 0 0 0,0 0-1 0 0,1 0 1 0 0,-1-1-1 0 0,0 1 1 0 0,0 0-1 0 0,0 0 1 0 0,0 0-1 0 0,0 0 1 0 0,0 1 0 0 0,0-1-1 0 0,0 0 1 0 0,0 0-1 0 0,0 1 1 0 0,-1-1-1 0 0,-1 0 1 0 0,-19-17-401 0 0,1-1 1 0 0,-21-23-1 0 0,-23-22 539 0 0,55 58 454 0 0,11 11-76 0 0,16 13-233 0 0,-5-13-233 0 0,0 0 1 0 0,1 0 0 0 0,-1-1 0 0 0,1 0 0 0 0,0-1-1 0 0,27 2 1 0 0,-25-3 15 0 0,0 0 0 0 0,0 1-1 0 0,-1 1 1 0 0,25 9 0 0 0,-38-13-4 0 0,0 1 1 0 0,1 0 0 0 0,-1 0-1 0 0,0 0 1 0 0,0 0 0 0 0,0 0 0 0 0,0 0-1 0 0,-1 0 1 0 0,1 0 0 0 0,0 1-1 0 0,0-1 1 0 0,-1 0 0 0 0,1 0-1 0 0,0 1 1 0 0,-1-1 0 0 0,0 0-1 0 0,1 1 1 0 0,-1-1 0 0 0,0 1-1 0 0,1-1 1 0 0,-1 0 0 0 0,0 1-1 0 0,0-1 1 0 0,0 1 0 0 0,0-1-1 0 0,-1 1 1 0 0,1-1 0 0 0,0 0 0 0 0,-1 1-1 0 0,1-1 1 0 0,0 0 0 0 0,-1 1-1 0 0,0-1 1 0 0,1 0 0 0 0,-1 0-1 0 0,-1 3 1 0 0,-33 50 1045 0 0,31-47-1003 0 0,-14 15 367 0 0,-37 36-1 0 0,35-38-1776 0 0,-31 39-1 0 0,46-50-1547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7.6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 0 3929 0 0,'-1'1'147'0'0,"0"-1"0"0"0,-1 0 0 0 0,1 0 0 0 0,0 0 0 0 0,0 1 0 0 0,0-1 0 0 0,0 1 0 0 0,0-1 0 0 0,0 1 0 0 0,0-1 0 0 0,0 1 0 0 0,0-1 0 0 0,0 1-1 0 0,0 0 1 0 0,1-1 0 0 0,-1 1 0 0 0,0 0 0 0 0,0 0 0 0 0,1 0 0 0 0,-1 0 0 0 0,0 0 0 0 0,1 0 0 0 0,-1 0 0 0 0,1 0 0 0 0,-1 0 0 0 0,1 0 0 0 0,0 0 0 0 0,-1 0 0 0 0,1 0 0 0 0,0 0 0 0 0,0 0 0 0 0,-1 0 0 0 0,1 0 0 0 0,0 1 0 0 0,0-1 0 0 0,1 0 0 0 0,-1 0 0 0 0,0 0 0 0 0,0 0 0 0 0,0 0 0 0 0,1 0 0 0 0,-1 0 0 0 0,1 0 0 0 0,-1 0 0 0 0,0 0 0 0 0,1 0 0 0 0,0 0 0 0 0,-1 0 0 0 0,1 0 0 0 0,0 0 0 0 0,-1 0 0 0 0,1 0 0 0 0,0 0-1 0 0,0-1 1 0 0,0 1 0 0 0,0 0 0 0 0,0-1 0 0 0,1 1 0 0 0,4 4-43 0 0,0 0 1 0 0,0-1-1 0 0,0 0 0 0 0,1-1 0 0 0,-1 1 0 0 0,1-1 0 0 0,11 3 1 0 0,71 12-2289 0 0,-31-16-3722 0 0,-58-2 5841 0 0,1 0 0 0 0,-1 0 0 0 0,0 0 0 0 0,1 0 0 0 0,-1 0 0 0 0,0 0 0 0 0,0 0 0 0 0,1 0 0 0 0,-1-1 0 0 0,0 1 0 0 0,1 0 1 0 0,-1 0-1 0 0,0 0 0 0 0,0 0 0 0 0,1 0 0 0 0,-1 0 0 0 0,0-1 0 0 0,0 1 0 0 0,0 0 0 0 0,1 0 0 0 0,-1 0 0 0 0,0-1 0 0 0,0 1 0 0 0,0 0 0 0 0,1 0 0 0 0,-1-1 0 0 0,0 1 0 0 0,0 0 1 0 0,0 0-1 0 0,0-1 0 0 0,0 1 0 0 0,0 0 0 0 0,0 0 0 0 0,0-1 0 0 0,1 1 0 0 0,-1 0 0 0 0,0-1 0 0 0,0 1 0 0 0,0-1 0 0 0,0 0-246 0 0,1-3-1596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8.0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0 3785 0 0,'-1'1'135'0'0,"0"-1"0"0"0,1 0 1 0 0,-1 1-1 0 0,0 0 1 0 0,0-1-1 0 0,1 1 0 0 0,-1-1 1 0 0,0 1-1 0 0,1 0 0 0 0,-1 0 1 0 0,1-1-1 0 0,-1 1 0 0 0,1 0 1 0 0,-1 0-1 0 0,1-1 0 0 0,0 1 1 0 0,-1 0-1 0 0,1 0 0 0 0,0 0 1 0 0,0 0-1 0 0,0 0 0 0 0,-1 0 1 0 0,1 0-1 0 0,0-1 0 0 0,0 1 1 0 0,0 0-1 0 0,0 0 0 0 0,1 0 1 0 0,-1 0-1 0 0,0 0 0 0 0,0 0 1 0 0,1 1-1 0 0,0-1 31 0 0,1 0 1 0 0,-1 0-1 0 0,1 0 0 0 0,0 0 0 0 0,-1-1 1 0 0,1 1-1 0 0,0 0 0 0 0,-1-1 0 0 0,1 1 1 0 0,0-1-1 0 0,0 0 0 0 0,0 0 0 0 0,0 1 1 0 0,2-1-1 0 0,68-5 1504 0 0,-28-4-1344 0 0,-31 5-280 0 0,1 1 0 0 0,0 0 0 0 0,-1 1 0 0 0,1 1 0 0 0,0 0 0 0 0,0 1 0 0 0,16 2 0 0 0,-27 4 149 0 0,-10 4-29 0 0,-18 12 106 0 0,21-19-208 0 0,-30 24 208 0 0,-41 36 135 0 0,69-57-364 0 0,1-1 1 0 0,0 1-1 0 0,0 0 0 0 0,0 1 1 0 0,1-1-1 0 0,0 1 1 0 0,0 0-1 0 0,1 0 1 0 0,-5 13-1 0 0,7-19-39 0 0,1 1 0 0 0,-1 0 0 0 0,1-1 0 0 0,-1 1 0 0 0,1 0 0 0 0,0-1 0 0 0,0 1 0 0 0,0 0-1 0 0,-1-1 1 0 0,2 1 0 0 0,-1 0 0 0 0,0 0 0 0 0,0-1 0 0 0,1 1 0 0 0,-1 0 0 0 0,1-1 0 0 0,-1 1 0 0 0,1-1 0 0 0,-1 1 0 0 0,1-1 0 0 0,0 1-1 0 0,0-1 1 0 0,0 1 0 0 0,0-1 0 0 0,0 0 0 0 0,0 1 0 0 0,2 1 0 0 0,0-2 9 0 0,1 1-1 0 0,-1-1 1 0 0,0 1-1 0 0,1-1 1 0 0,-1 0-1 0 0,0 0 1 0 0,1-1 0 0 0,-1 1-1 0 0,1-1 1 0 0,-1 0-1 0 0,1 0 1 0 0,5 0-1 0 0,6-1 131 0 0,0-1-1 0 0,0-1 0 0 0,0 0 1 0 0,-1-1-1 0 0,18-8 0 0 0,-30 12-101 0 0,0 0 0 0 0,0-1 0 0 0,-1 1 0 0 0,1-1 0 0 0,0 0 0 0 0,-1 1 0 0 0,1-1 0 0 0,-1 0 0 0 0,1 0 0 0 0,-1 0 0 0 0,1 0 0 0 0,-1 0 0 0 0,0-1 0 0 0,0 1 0 0 0,1 0 0 0 0,-1-1 0 0 0,0 1 0 0 0,0 0 0 0 0,0-1 0 0 0,0 0 0 0 0,-1 1 0 0 0,1-1-1 0 0,0 1 1 0 0,-1-1 0 0 0,1 0 0 0 0,-1 1 0 0 0,1-1 0 0 0,-1 0 0 0 0,0 0 0 0 0,0 1 0 0 0,1-1 0 0 0,-2-3 0 0 0,0 3 3 0 0,0-1 1 0 0,-1 1-1 0 0,1-1 0 0 0,-1 1 0 0 0,0-1 1 0 0,0 1-1 0 0,0 0 0 0 0,0 0 0 0 0,0 0 1 0 0,-1 0-1 0 0,1 0 0 0 0,0 0 0 0 0,-1 1 0 0 0,0-1 1 0 0,1 1-1 0 0,-1 0 0 0 0,0 0 0 0 0,-4-2 1 0 0,-23-5-23 0 0,-11-5-942 0 0,19 0-2547 0 0,21 12 3151 0 0,1 0 0 0 0,-1 0 0 0 0,1 0 0 0 0,-1 0 0 0 0,1 0 1 0 0,0 0-1 0 0,-1 0 0 0 0,1-1 0 0 0,0 1 0 0 0,0 0 0 0 0,0 0 1 0 0,0 0-1 0 0,0 0 0 0 0,0-1 0 0 0,0 1 0 0 0,1 0 0 0 0,-1 0 1 0 0,0 0-1 0 0,1 0 0 0 0,-1 0 0 0 0,0 0 0 0 0,1-1 0 0 0,-1 1 1 0 0,1 0-1 0 0,0 0 0 0 0,-1 0 0 0 0,1 1 0 0 0,1-3 0 0 0,13-4-2582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8.5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 3 2144 0 0,'0'0'192'0'0,"-1"-1"0"0"0,1 1 0 0 0,-1 0 0 0 0,1 0-1 0 0,-1-1 1 0 0,1 1 0 0 0,-1 0 0 0 0,0 0 0 0 0,1 0-1 0 0,-1 0 1 0 0,1 0 0 0 0,-1 0 0 0 0,1 0-1 0 0,-1 0 1 0 0,0 0 0 0 0,1 0 0 0 0,-1 0 0 0 0,1 0-1 0 0,-1 1 1 0 0,1-1 0 0 0,-1 0 0 0 0,1 0 0 0 0,-1 1-1 0 0,1-1 1 0 0,-1 0 0 0 0,1 1 0 0 0,-1-1-1 0 0,1 0 1 0 0,-1 1 0 0 0,1-1 0 0 0,-1 1 0 0 0,-9 21 2775 0 0,2 30-379 0 0,8-51-2417 0 0,-1 19 225 0 0,1 0 0 0 0,0 0 0 0 0,2 0 0 0 0,0 0 0 0 0,5 21 0 0 0,-3-28-591 0 0,0 0 0 0 0,0-1 0 0 0,9 17 0 0 0,-9-20-540 0 0,1-1-1 0 0,1 0 1 0 0,-1 0 0 0 0,2 0 0 0 0,7 8 0 0 0,-13-35-6860 0 0,-7-13 6303 0 0,-31-79 520 0 0,37 111 892 0 0,0-1 1 0 0,0 1 0 0 0,0-1 0 0 0,0 1 0 0 0,-1-1-1 0 0,1 1 1 0 0,0-1 0 0 0,0 1 0 0 0,0-1 0 0 0,0 1-1 0 0,-1-1 1 0 0,1 1 0 0 0,0-1 0 0 0,-1 1-1 0 0,1 0 1 0 0,0-1 0 0 0,-1 1 0 0 0,1-1 0 0 0,0 1-1 0 0,-1 0 1 0 0,1-1 0 0 0,0 1 0 0 0,-1 0 0 0 0,1-1-1 0 0,-1 1 1 0 0,1 0 0 0 0,-1 0 0 0 0,1 0-1 0 0,-1-1 1 0 0,1 1 0 0 0,-1 0 0 0 0,1 0 0 0 0,-1 0-1 0 0,1 0 1 0 0,-1 0 0 0 0,1 0 0 0 0,-1 0 0 0 0,1 0-1 0 0,-1 0 1 0 0,1 0 0 0 0,-2 0 0 0 0,2 1-22 0 0,0 0 1 0 0,1-1-1 0 0,-1 1 1 0 0,0 0-1 0 0,0-1 1 0 0,0 1-1 0 0,1 0 1 0 0,-1-1-1 0 0,0 1 1 0 0,1 0-1 0 0,-1-1 1 0 0,0 1-1 0 0,1-1 1 0 0,-1 1-1 0 0,1-1 1 0 0,-1 1-1 0 0,1-1 1 0 0,-1 1-1 0 0,1-1 0 0 0,-1 0 1 0 0,1 1-1 0 0,0-1 1 0 0,-1 1-1 0 0,1-1 1 0 0,-1 0-1 0 0,1 0 1 0 0,0 0-1 0 0,-1 1 1 0 0,1-1-1 0 0,0 0 1 0 0,-1 0-1 0 0,1 0 1 0 0,0 0-1 0 0,1 0 1 0 0,11 3-89 0 0,0-1-1 0 0,0-1 1 0 0,0 0 0 0 0,19-1 0 0 0,-21-1-1005 0 0,1 1-1 0 0,-1 0 1 0 0,1 1-1 0 0,-1 1 1 0 0,0-1-1 0 0,15 6 1 0 0,-17-3-1364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8.9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0 6289 0 0,'-2'6'433'0'0,"-1"-1"0"0"0,1 1-1 0 0,-1 0 1 0 0,1 0-1 0 0,1 1 1 0 0,0-1 0 0 0,-1 0-1 0 0,2 0 1 0 0,-1 1-1 0 0,1-1 1 0 0,0 0 0 0 0,0 1-1 0 0,1-1 1 0 0,0 0-1 0 0,0 1 1 0 0,0-1 0 0 0,5 11-1 0 0,-5-12-773 0 0,1 1 0 0 0,1-1 1 0 0,-1 0-1 0 0,1 0 0 0 0,0 0 0 0 0,0-1 0 0 0,0 1 0 0 0,0-1 0 0 0,1 1 0 0 0,0-1 0 0 0,0 0 1 0 0,7 5-1 0 0,-14-17-4321 0 0,-5-19 2381 0 0,0 1 1801 0 0,-14-41 683 0 0,20 37 3335 0 0,11 31 1615 0 0,20 12-3089 0 0,-22-10-1232 0 0,39 11 1004 0 0,-37-12-1710 0 0,1 1 0 0 0,-1 0 0 0 0,0 0 0 0 0,1 1 1 0 0,-2 0-1 0 0,1 0 0 0 0,11 8 0 0 0,-19-11-130 0 0,-1-1 1 0 0,0 0-1 0 0,1 0 1 0 0,-1 0-1 0 0,0 1 1 0 0,1-1-1 0 0,-1 0 1 0 0,0 1-1 0 0,1-1 1 0 0,-1 0-1 0 0,0 1 1 0 0,0-1-1 0 0,0 0 1 0 0,1 1-1 0 0,-1-1 1 0 0,0 1-1 0 0,0-1 1 0 0,0 0-1 0 0,0 1 1 0 0,0-1-1 0 0,0 1 1 0 0,1-1-1 0 0,-1 0 1 0 0,0 1-1 0 0,0-1 1 0 0,0 1-1 0 0,-1-1 1 0 0,1 1-1 0 0,0-1 1 0 0,0 0-1 0 0,0 1 1 0 0,0-1-1 0 0,0 1 1 0 0,0-1-1 0 0,-1 0 1 0 0,1 1-1 0 0,-16 11-250 0 0,-29 1-190 0 0,41-12 425 0 0,-11 3-30 0 0,-29 8-29 0 0,42-11 74 0 0,0 0 0 0 0,0 0 0 0 0,0 0 0 0 0,0 0 0 0 0,0 0 0 0 0,0 0 0 0 0,0 0 0 0 0,0 1 0 0 0,1-1 0 0 0,-1 1 0 0 0,0-1-1 0 0,1 1 1 0 0,0 0 0 0 0,-1-1 0 0 0,1 1 0 0 0,-1 2 0 0 0,2-3 9 0 0,0 0 0 0 0,0-1 0 0 0,0 1 0 0 0,0 0 0 0 0,0 0 0 0 0,1-1 0 0 0,-1 1 0 0 0,0 0 0 0 0,0-1 0 0 0,1 1 0 0 0,-1 0 0 0 0,1-1 0 0 0,-1 1 0 0 0,0-1 0 0 0,1 1 0 0 0,-1 0 0 0 0,1-1 0 0 0,0 1 0 0 0,-1-1 0 0 0,1 0 0 0 0,-1 1 0 0 0,1-1 0 0 0,0 1 0 0 0,-1-1 0 0 0,1 0 0 0 0,0 1 0 0 0,-1-1 0 0 0,1 0 0 0 0,0 0 0 0 0,0 0 0 0 0,-1 0 1 0 0,1 1-1 0 0,0-1 0 0 0,0 0 0 0 0,-1 0 0 0 0,1 0 0 0 0,1-1 0 0 0,35 5 75 0 0,-35-4-78 0 0,26 0-524 0 0,-1 0 0 0 0,40-6 1 0 0,-56 4-1079 0 0,0 0 1 0 0,1-1-1 0 0,-1 0 1 0 0,19-9-1 0 0,-13-3-1895 0 0,-8 7 1194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9.2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56 1 5545 0 0,'-2'1'396'0'0,"-1"0"0"0"0,1 0 0 0 0,0 1 0 0 0,0-1 0 0 0,0 1-1 0 0,0 0 1 0 0,0 0 0 0 0,0-1 0 0 0,0 1 0 0 0,1 0 0 0 0,-1 1 0 0 0,1-1 0 0 0,-3 4-1 0 0,-12 41 1545 0 0,12-24-1707 0 0,1 0 1 0 0,0 25-1 0 0,3-27-456 0 0,0 0 0 0 0,5 26 0 0 0,11 10-4464 0 0,-16-57 4598 0 0,0 0 0 0 0,0-1-1 0 0,0 1 1 0 0,0 0 0 0 0,1 0 0 0 0,-1-1-1 0 0,0 1 1 0 0,0 0 0 0 0,0 0 0 0 0,0 0-1 0 0,1-1 1 0 0,-1 1 0 0 0,0 0 0 0 0,0 0-1 0 0,0 0 1 0 0,1-1 0 0 0,-1 1 0 0 0,0 0-1 0 0,0 0 1 0 0,1 0 0 0 0,-1 0 0 0 0,0 0 0 0 0,0 0-1 0 0,1 0 1 0 0,-1 0 0 0 0,0 0 0 0 0,0 0-1 0 0,1-1 1 0 0,-1 1 0 0 0,0 0 0 0 0,0 1-1 0 0,1-1 1 0 0,-1 0 0 0 0,0 0 0 0 0,1 0-1 0 0,-1 0 1 0 0,0 0 0 0 0,0 0 0 0 0,1 0-1 0 0,-1 0 1 0 0,0 0 0 0 0,0 0 0 0 0,1 1-1 0 0,-1-1 1 0 0,0 0 0 0 0,0 0 0 0 0,0 0-1 0 0,1 0 1 0 0,-1 1 0 0 0,0-1 0 0 0,0 0-1 0 0,0 0 1 0 0,0 1 0 0 0,1-1 0 0 0,-1 0-1 0 0,0 0 1 0 0,0 1 0 0 0,0-1 0 0 0,5-26-1383 0 0,-5 24 1208 0 0,4-15-914 0 0</inkml:trace>
  <inkml:trace contextRef="#ctx0" brushRef="#br0" timeOffset="1">51 46 2961 0 0,'-2'4'537'0'0,"0"0"1"0"0,1 0-1 0 0,-1 0 1 0 0,1 0-1 0 0,0 0 1 0 0,0 1-1 0 0,0-1 1 0 0,1 0-1 0 0,-1 0 1 0 0,1 1 0 0 0,0-1-1 0 0,0 0 1 0 0,1 1-1 0 0,1 6 1 0 0,-1-6-227 0 0,1 0 0 0 0,0-1 1 0 0,0 1-1 0 0,0-1 0 0 0,0 0 1 0 0,1 1-1 0 0,0-1 1 0 0,0 0-1 0 0,0-1 0 0 0,0 1 1 0 0,6 4-1 0 0,-3-2-443 0 0,1-1 0 0 0,0 0 1 0 0,0-1-1 0 0,0 0 0 0 0,0 0 0 0 0,13 4 0 0 0,-12-5-713 0 0,0 0 0 0 0,0-1 0 0 0,0 0 0 0 0,1-1 0 0 0,-1 0 0 0 0,10 0 0 0 0,-18 0 753 0 0,0-1 0 0 0,1 0 1 0 0,-1 0-1 0 0,0 0 0 0 0,0 0 0 0 0,0 0 1 0 0,1 0-1 0 0,-1 0 0 0 0,0 1 1 0 0,0-1-1 0 0,1 0 0 0 0,-1 0 0 0 0,0 0 1 0 0,0 0-1 0 0,1 0 0 0 0,-1 0 1 0 0,0 0-1 0 0,0 0 0 0 0,1 0 0 0 0,-1 0 1 0 0,0 0-1 0 0,0-1 0 0 0,1 1 1 0 0,-1 0-1 0 0,0 0 0 0 0,0 0 0 0 0,0 0 1 0 0,1 0-1 0 0,-1 0 0 0 0,0 0 1 0 0,0-1-1 0 0,0 1 0 0 0,1 0 0 0 0,-1 0 1 0 0,0 0-1 0 0,0-1 0 0 0,0 1 1 0 0,0 0-1 0 0,0 0 0 0 0,1 0 0 0 0,-1-1 1 0 0,0 1-1 0 0,0 0 0 0 0,0 0 0 0 0,0 0 1 0 0,0-1-1 0 0,0 1 0 0 0,0 0 1 0 0,0 0-1 0 0,0-1 0 0 0,0 1 0 0 0,0 0 1 0 0,0 0-1 0 0,0-1 0 0 0,0 1 1 0 0,0-1-1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0:59.7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 29 1864 0 0,'-1'0'141'0'0,"0"0"0"0"0,0 1 0 0 0,1-1 0 0 0,-1 1 0 0 0,0-1 0 0 0,0 1 0 0 0,1-1 0 0 0,-1 1 0 0 0,0-1 0 0 0,1 1 0 0 0,-1 0 0 0 0,1-1 0 0 0,-1 1 0 0 0,1 0-1 0 0,-1 0 1 0 0,1-1 0 0 0,-1 1 0 0 0,1 0 0 0 0,0 0 0 0 0,-1 0 0 0 0,1 0 0 0 0,0-1 0 0 0,0 1 0 0 0,0 0 0 0 0,0 0 0 0 0,0 0 0 0 0,0 0 0 0 0,0 0 0 0 0,0 0 0 0 0,0 0-1 0 0,0-1 1 0 0,0 2 0 0 0,2 0-1 0 0,-1-1-1 0 0,0 0 0 0 0,1 0 0 0 0,-1 0 0 0 0,1 0 1 0 0,-1 0-1 0 0,1 0 0 0 0,0-1 0 0 0,-1 1 0 0 0,1-1 1 0 0,0 1-1 0 0,-1-1 0 0 0,1 1 0 0 0,3-1 0 0 0,64 4 1343 0 0,-60-5-1399 0 0,127-11 1242 0 0,-121 10-1612 0 0,0-1-1 0 0,-1 0 1 0 0,1-1-1 0 0,-1-1 0 0 0,0 0 1 0 0,0-1-1 0 0,12-8 1 0 0,-15 5-1303 0 0,-17 5 290 0 0,-21 9 754 0 0,22-2 705 0 0,0 1-1 0 0,0-1 1 0 0,0 1-1 0 0,0 0 1 0 0,1 0-1 0 0,-1 1 1 0 0,1-1-1 0 0,0 1 1 0 0,1 0 0 0 0,-1 0-1 0 0,1 0 1 0 0,0 1-1 0 0,0-1 1 0 0,0 1-1 0 0,1 0 1 0 0,0 0-1 0 0,0-1 1 0 0,1 1-1 0 0,-1 0 1 0 0,1 1-1 0 0,1-1 1 0 0,-1 0-1 0 0,1 0 1 0 0,0 0-1 0 0,0 0 1 0 0,1 1 0 0 0,0-1-1 0 0,0 0 1 0 0,0 0-1 0 0,1 0 1 0 0,0 0-1 0 0,0-1 1 0 0,1 1-1 0 0,-1 0 1 0 0,1-1-1 0 0,0 0 1 0 0,1 1-1 0 0,4 5 1 0 0,16 18-4168 0 0,-17-22-5 0 0,-14-17 2201 0 0,6 7 69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0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34 5753 0 0,'0'-2'250'0'0,"1"1"0"0"0,0-1 0 0 0,-1 1-1 0 0,1-1 1 0 0,0 1 0 0 0,0-1 0 0 0,-1 1 0 0 0,1 0 0 0 0,0-1-1 0 0,0 1 1 0 0,1 0 0 0 0,-1 0 0 0 0,0 0 0 0 0,0-1-1 0 0,1 1 1 0 0,-1 1 0 0 0,0-1 0 0 0,1 0 0 0 0,-1 0 0 0 0,1 0-1 0 0,-1 1 1 0 0,1-1 0 0 0,0 1 0 0 0,-1-1 0 0 0,1 1-1 0 0,-1 0 1 0 0,1-1 0 0 0,0 1 0 0 0,2 0 0 0 0,54-4 950 0 0,-55 4-1065 0 0,-1 0-129 0 0,1 0 0 0 0,0 0-1 0 0,-1 0 1 0 0,1 0 0 0 0,0 0 0 0 0,-1 1-1 0 0,1-1 1 0 0,0 1 0 0 0,-1-1 0 0 0,1 1-1 0 0,-1 0 1 0 0,1 0 0 0 0,-1 0-1 0 0,1 1 1 0 0,-1-1 0 0 0,0 0 0 0 0,0 1-1 0 0,1 0 1 0 0,-1-1 0 0 0,0 1 0 0 0,1 2-1 0 0,-2-1 20 0 0,1-1-1 0 0,-2 1 0 0 0,1-1 0 0 0,0 1 1 0 0,0-1-1 0 0,-1 1 0 0 0,1 0 0 0 0,-1-1 0 0 0,0 1 1 0 0,0 0-1 0 0,0-1 0 0 0,0 1 0 0 0,0-1 1 0 0,-1 1-1 0 0,1 0 0 0 0,-1-1 0 0 0,-1 4 1 0 0,-3 9 255 0 0,-2 0 1 0 0,0-1 0 0 0,0 1 0 0 0,-1-1-1 0 0,-15 18 1 0 0,20-28-232 0 0,0-1-24 0 0,1 1 0 0 0,-1 0 0 0 0,0 0-1 0 0,1 0 1 0 0,0 0 0 0 0,-3 8 0 0 0,5-11-34 0 0,0 0 1 0 0,0 0-1 0 0,0 0 1 0 0,0 0 0 0 0,0 0-1 0 0,0 0 1 0 0,0 0 0 0 0,1 0-1 0 0,-1 0 1 0 0,0-1 0 0 0,0 1-1 0 0,1 0 1 0 0,-1 0-1 0 0,1 0 1 0 0,-1 0 0 0 0,1 0-1 0 0,-1-1 1 0 0,1 1 0 0 0,-1 0-1 0 0,1-1 1 0 0,0 1-1 0 0,-1 0 1 0 0,1-1 0 0 0,0 1-1 0 0,0-1 1 0 0,0 1 0 0 0,-1-1-1 0 0,1 1 1 0 0,0-1 0 0 0,0 1-1 0 0,0-1 1 0 0,0 0-1 0 0,0 0 1 0 0,0 1 0 0 0,0-1-1 0 0,-1 0 1 0 0,1 0 0 0 0,2 0-1 0 0,11 3-61 0 0,67 19-65 0 0,-76-21 148 0 0,-1 1-1 0 0,1 0 1 0 0,0 0 0 0 0,-1 1-1 0 0,1-1 1 0 0,-1 1 0 0 0,1 0 0 0 0,-1 0-1 0 0,0 0 1 0 0,0 0 0 0 0,-1 1 0 0 0,7 8-1 0 0,-10-11 8 0 0,1 0 1 0 0,-1 0-1 0 0,0 0 0 0 0,0 0 0 0 0,0 0 0 0 0,0 0 1 0 0,0 0-1 0 0,0 0 0 0 0,0 0 0 0 0,0 0 0 0 0,-1 0 1 0 0,1 0-1 0 0,0 0 0 0 0,-1 0 0 0 0,1 0 0 0 0,-1 0 0 0 0,1 0 1 0 0,-1 0-1 0 0,1 0 0 0 0,-1 0 0 0 0,0 0 0 0 0,1-1 1 0 0,-1 1-1 0 0,0 0 0 0 0,1 0 0 0 0,-1-1 0 0 0,0 1 1 0 0,0 0-1 0 0,0-1 0 0 0,0 1 0 0 0,-2 0 0 0 0,-36 21-132 0 0,30-18-227 0 0,4-1 113 0 0,-46 29-551 0 0,49-31 774 0 0,0 0-1 0 0,0 0 0 0 0,0 1 0 0 0,0-1 0 0 0,0 1 0 0 0,1 0 1 0 0,-1-1-1 0 0,1 1 0 0 0,-1 0 0 0 0,1 0 0 0 0,0 0 0 0 0,0 0 1 0 0,-1 0-1 0 0,1 0 0 0 0,1 0 0 0 0,-1 0 0 0 0,0 1 0 0 0,0-1 1 0 0,1 0-1 0 0,-1 1 0 0 0,1 1 0 0 0,1-2 27 0 0,0 0-1 0 0,0 0 1 0 0,0 0-1 0 0,1 0 1 0 0,-1 0 0 0 0,1-1-1 0 0,-1 1 1 0 0,1 0-1 0 0,-1-1 1 0 0,1 0-1 0 0,0 1 1 0 0,0-1 0 0 0,0 0-1 0 0,0 0 1 0 0,0 0-1 0 0,0 0 1 0 0,0 0-1 0 0,0 0 1 0 0,0-1 0 0 0,0 1-1 0 0,0-1 1 0 0,4 1-1 0 0,50 7 206 0 0,-36-8-263 0 0,0-1 0 0 0,0-1 0 0 0,0 0 0 0 0,30-9 0 0 0,-8-1-2817 0 0,-1-1-4066 0 0,-29 10 2306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1.0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 6 2769 0 0,'-5'8'475'0'0,"0"-1"1"0"0,0 1 0 0 0,1 0 0 0 0,0 0 0 0 0,1 1 0 0 0,-1-1-1 0 0,2 1 1 0 0,-1 0 0 0 0,1 0 0 0 0,1 0 0 0 0,-1 0 0 0 0,2 0-1 0 0,-1 0 1 0 0,2 16 0 0 0,-1-21-444 0 0,1-1-1 0 0,-1 1 1 0 0,1-1 0 0 0,-1 0 0 0 0,1 1-1 0 0,0-1 1 0 0,1 0 0 0 0,-1 0-1 0 0,0 0 1 0 0,1 1 0 0 0,0-2-1 0 0,0 1 1 0 0,0 0 0 0 0,0 0-1 0 0,0 0 1 0 0,0-1 0 0 0,1 1-1 0 0,-1-1 1 0 0,1 0 0 0 0,0 0-1 0 0,-1 0 1 0 0,1 0 0 0 0,0 0-1 0 0,0-1 1 0 0,0 1 0 0 0,1-1 0 0 0,-1 0-1 0 0,0 0 1 0 0,0 0 0 0 0,1 0-1 0 0,-1-1 1 0 0,1 1 0 0 0,-1-1-1 0 0,1 0 1 0 0,-1 0 0 0 0,0 0-1 0 0,1 0 1 0 0,-1-1 0 0 0,1 1-1 0 0,4-2 1 0 0,-3 1 39 0 0,-1 0 0 0 0,0-1 0 0 0,1 1 0 0 0,-1-1 0 0 0,0 0 0 0 0,0 0 0 0 0,0 0-1 0 0,0 0 1 0 0,0-1 0 0 0,-1 1 0 0 0,1-1 0 0 0,-1 0 0 0 0,1 0 0 0 0,-1-1 0 0 0,0 1 0 0 0,0 0 0 0 0,-1-1 0 0 0,1 0 0 0 0,-1 0 0 0 0,0 0-1 0 0,0 0 1 0 0,0 0 0 0 0,0 0 0 0 0,-1-1 0 0 0,1 1 0 0 0,-1 0 0 0 0,0-1 0 0 0,-1 1 0 0 0,1-1 0 0 0,-1 1 0 0 0,0-1 0 0 0,0 1 0 0 0,0-1-1 0 0,-1 1 1 0 0,1-1 0 0 0,-1 1 0 0 0,-2-7 0 0 0,2 7-20 0 0,0-1 0 0 0,0 1 0 0 0,0 0-1 0 0,-1 0 1 0 0,1 0 0 0 0,-1-1 0 0 0,0 1-1 0 0,0 1 1 0 0,-1-1 0 0 0,1 0 0 0 0,-1 1 0 0 0,1-1-1 0 0,-1 1 1 0 0,0 0 0 0 0,-1 0 0 0 0,1 0-1 0 0,-1 0 1 0 0,1 0 0 0 0,-1 1 0 0 0,0 0 0 0 0,0-1-1 0 0,0 2 1 0 0,0-1 0 0 0,0 0 0 0 0,0 1 0 0 0,0 0-1 0 0,-1 0 1 0 0,1 0 0 0 0,0 0 0 0 0,-1 1-1 0 0,1-1 1 0 0,-1 1 0 0 0,1 0 0 0 0,0 1 0 0 0,-1-1-1 0 0,1 1 1 0 0,-1 0 0 0 0,-4 1 0 0 0,-45 24-548 0 0,28-5-1446 0 0,25-20 1568 0 0,0 0-1 0 0,0 1 0 0 0,0-1 1 0 0,0 0-1 0 0,1 1 0 0 0,-1-1 0 0 0,0 0 1 0 0,0 1-1 0 0,1-1 0 0 0,-1 1 1 0 0,1-1-1 0 0,0 1 0 0 0,-1 0 0 0 0,1 1 1 0 0,2 1-2449 0 0,5-2-814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1.4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 4449 0 0,'-3'6'627'0'0,"0"0"-1"0"0,1 0 1 0 0,-1 0 0 0 0,1 1 0 0 0,1-1-1 0 0,0 1 1 0 0,-1 0 0 0 0,2-1-1 0 0,-1 1 1 0 0,1 11 0 0 0,8 67 1053 0 0,-5-66-1629 0 0,1-2 0 0 0,1 1 0 0 0,1 0 0 0 0,0-1 0 0 0,1 0 0 0 0,13 22 0 0 0,18 11-6963 0 0,-38-50 6856 0 0,0 0 0 0 0,0 0 1 0 0,0 0-1 0 0,0 0 0 0 0,0 0 0 0 0,0 0 0 0 0,0 0 0 0 0,0-1 1 0 0,0 1-1 0 0,0 0 0 0 0,0 0 0 0 0,0 0 0 0 0,0 0 1 0 0,1 0-1 0 0,-1 0 0 0 0,0 0 0 0 0,0 0 0 0 0,0 0 0 0 0,0 0 1 0 0,0 0-1 0 0,0-1-503 0 0,1 1 504 0 0,-1 0-1 0 0,0 0 0 0 0,0 0 0 0 0,0 0 0 0 0,0 0 1 0 0,0 0-1 0 0,0 0 0 0 0,0 0 0 0 0,0 0 0 0 0,0 0 0 0 0,0 0 1 0 0,0 0-1 0 0,1 0 0 0 0,-1 0 0 0 0,0 0 0 0 0,0 0 0 0 0,0 0 1 0 0,0 0-1 0 0,0 0 0 0 0,0 0 0 0 0,0 0 0 0 0,0 0 1 0 0,0 0-1 0 0,0 0 0 0 0,0 0 0 0 0,1 1-335 0 0,0-6-1840 0 0</inkml:trace>
  <inkml:trace contextRef="#ctx0" brushRef="#br0" timeOffset="1">40 177 3817 0 0,'0'3'1160'0'0,"4"0"-80"0"0,-1 0-31 0 0,2 2-57 0 0,3-2-200 0 0,2 1-216 0 0,1-3-208 0 0,4-1-144 0 0,1 2-136 0 0,2-2-112 0 0,0 0-280 0 0,1-2-400 0 0,-1 1-520 0 0,-1-1-353 0 0,-4-1-143 0 0,-4 0 304 0 0,1-1-1033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1.8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 1 5129 0 0,'-3'3'359'0'0,"0"0"-1"0"0,0 1 1 0 0,1-1-1 0 0,-1 1 1 0 0,1-1-1 0 0,0 1 1 0 0,0 0-1 0 0,0 0 0 0 0,1 0 1 0 0,-1 0-1 0 0,1 1 1 0 0,0-1-1 0 0,0 0 1 0 0,0 0-1 0 0,1 1 1 0 0,-1-1-1 0 0,1 0 1 0 0,0 1-1 0 0,1-1 1 0 0,-1 1-1 0 0,1-1 1 0 0,0 0-1 0 0,0 0 1 0 0,0 1-1 0 0,0-1 1 0 0,3 5-1 0 0,-1-4-256 0 0,0 0 1 0 0,1 0-1 0 0,0 0 0 0 0,-1-1 0 0 0,2 1 1 0 0,-1-1-1 0 0,0 0 0 0 0,1 0 0 0 0,0-1 0 0 0,0 0 1 0 0,0 1-1 0 0,0-1 0 0 0,0-1 0 0 0,1 1 0 0 0,-1-1 1 0 0,1 0-1 0 0,0-1 0 0 0,9 3 0 0 0,4-1 74 0 0,-1-1 1 0 0,1 0-1 0 0,0-2 0 0 0,24-1 0 0 0,17-12-1400 0 0,-55 11 297 0 0,0 0 1 0 0,0 0-1 0 0,0-1 0 0 0,0 0 1 0 0,0 0-1 0 0,-1 0 1 0 0,9-8-1 0 0,-12 10 702 0 0,-1 1 0 0 0,1-1 0 0 0,0 0 0 0 0,-1 0 1 0 0,1 0-1 0 0,0 0 0 0 0,-1 0 0 0 0,0 0 0 0 0,1 0 0 0 0,-1 0 1 0 0,1-1-1 0 0,-1 1 0 0 0,0 0 0 0 0,0 0 0 0 0,0 0 0 0 0,0 0 0 0 0,0-2 1 0 0,1-4-873 0 0,6-6-1865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2.2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66 3929 0 0,'12'-7'4066'0'0,"21"3"-3299"0"0,-28 3-315 0 0,15-1-124 0 0,25-2 357 0 0,0-2 0 0 0,84-22 0 0 0,-115 20-236 0 0,-19 3 728 0 0,-26 5 288 0 0,22 2-1345 0 0,1 2-1 0 0,0 0 1 0 0,0 0-1 0 0,1 0 0 0 0,-1 1 1 0 0,1 0-1 0 0,0 0 1 0 0,1 1-1 0 0,-1 0 0 0 0,-9 11 1 0 0,12-13-67 0 0,0 0 0 0 0,1 1 0 0 0,-1-1 0 0 0,1 1 0 0 0,0 0 0 0 0,0 0 0 0 0,1 0 0 0 0,-1 0 0 0 0,1 1 0 0 0,0-1 0 0 0,1 1 0 0 0,-1-1 0 0 0,1 1 0 0 0,0 0 0 0 0,1-1 0 0 0,-1 1 0 0 0,1 7 0 0 0,1-11-33 0 0,-1 0 1 0 0,1 0-1 0 0,-1 0 1 0 0,1 0-1 0 0,0 0 1 0 0,0 0-1 0 0,0 0 1 0 0,0 0-1 0 0,0 0 1 0 0,1-1-1 0 0,-1 1 1 0 0,1 0-1 0 0,-1-1 1 0 0,1 1-1 0 0,-1-1 1 0 0,1 1-1 0 0,0-1 1 0 0,0 0 0 0 0,-1 0-1 0 0,1 0 1 0 0,0 0-1 0 0,0 0 1 0 0,0 0-1 0 0,0-1 1 0 0,0 1-1 0 0,0 0 1 0 0,1-1-1 0 0,-1 0 1 0 0,4 1-1 0 0,9 0 164 0 0,-1-1-1 0 0,1 0 1 0 0,23-4-1 0 0,6 1-52 0 0,-35 4-85 0 0,-1 0 0 0 0,0 1 0 0 0,0 0 0 0 0,-1 0 0 0 0,13 6 0 0 0,-18-7-71 0 0,1-1 0 0 0,-1 1 1 0 0,0 0-1 0 0,-1 0 0 0 0,1 0 0 0 0,0 0 0 0 0,0 0 0 0 0,0 1 0 0 0,-1-1 0 0 0,1 0 0 0 0,0 1 0 0 0,-1-1 1 0 0,1 1-1 0 0,-1 0 0 0 0,0-1 0 0 0,0 1 0 0 0,1 0 0 0 0,-1 0 0 0 0,0 0 0 0 0,0 0 0 0 0,-1 0 0 0 0,1 0 0 0 0,0 0 1 0 0,-1 0-1 0 0,1 0 0 0 0,-1 3 0 0 0,0-3-170 0 0,-1-1 0 0 0,0 1 0 0 0,0 0 0 0 0,0 0 0 0 0,0-1 0 0 0,0 1 0 0 0,0-1 0 0 0,-1 1 0 0 0,1-1-1 0 0,0 1 1 0 0,-1-1 0 0 0,1 0 0 0 0,-1 1 0 0 0,0-1 0 0 0,1 0 0 0 0,-1 0 0 0 0,0 0 0 0 0,0-1 0 0 0,-2 2 0 0 0,-42 15-2282 0 0,37-15 2093 0 0,-20 9 580 0 0,0 2-1 0 0,-36 20 0 0 0,18-9 2854 0 0,104-24-614 0 0,115-9-1185 0 0,-79 5-1800 0 0,0-2-3511 0 0,-91 6 3522 0 0,1 0 0 0 0,0-1 0 0 0,-1 1 0 0 0,1 0 0 0 0,0-1 0 0 0,-1 0 0 0 0,1 0 0 0 0,0 1 1 0 0,-1-2-1 0 0,1 1 0 0 0,-1 0 0 0 0,0 0 0 0 0,1-1 0 0 0,-1 1 0 0 0,0-1 0 0 0,3-2 0 0 0,2-4-2950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2.6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 6825 0 0,'-3'3'452'0'0,"1"0"0"0"0,0 0 0 0 0,0 1-1 0 0,0-1 1 0 0,1 1 0 0 0,-1-1-1 0 0,1 1 1 0 0,0 0 0 0 0,0 0-1 0 0,0-1 1 0 0,0 1 0 0 0,1 0-1 0 0,-1 0 1 0 0,1 6 0 0 0,5 62 112 0 0,-3-55-139 0 0,3 26-1043 0 0,1 0 1 0 0,18 58 0 0 0,-18-81-1558 0 0,1 0-1 0 0,1-1 1 0 0,20 35 0 0 0,-22-46 771 0 0,0-3-605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3.0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57 179 2729 0 0,'-3'4'461'0'0,"0"0"0"0"0,0 0 1 0 0,0 0-1 0 0,0 0 0 0 0,1 1 0 0 0,-1-1 1 0 0,1 0-1 0 0,0 1 0 0 0,1 0 1 0 0,-1 0-1 0 0,1-1 0 0 0,0 1 1 0 0,0 0-1 0 0,0 0 0 0 0,1 0 1 0 0,0 0-1 0 0,0 0 0 0 0,0 0 1 0 0,1 0-1 0 0,1 9 0 0 0,-1-11-410 0 0,0 0-1 0 0,0-1 1 0 0,0 1-1 0 0,0-1 1 0 0,0 1 0 0 0,1-1-1 0 0,-1 1 1 0 0,1-1-1 0 0,-1 0 1 0 0,1 1-1 0 0,0-1 1 0 0,0 0 0 0 0,0 0-1 0 0,0-1 1 0 0,0 1-1 0 0,1 0 1 0 0,-1-1-1 0 0,1 1 1 0 0,-1-1-1 0 0,1 0 1 0 0,-1 0 0 0 0,1 0-1 0 0,0 0 1 0 0,-1 0-1 0 0,1 0 1 0 0,0-1-1 0 0,0 1 1 0 0,-1-1 0 0 0,1 0-1 0 0,0 0 1 0 0,0 0-1 0 0,0 0 1 0 0,0-1-1 0 0,-1 1 1 0 0,1-1 0 0 0,0 1-1 0 0,5-3 1 0 0,-4 1 16 0 0,0 0 0 0 0,1 0 1 0 0,-1 0-1 0 0,0 0 0 0 0,0-1 0 0 0,0 0 1 0 0,0 0-1 0 0,-1 0 0 0 0,1 0 1 0 0,-1-1-1 0 0,0 1 0 0 0,0-1 0 0 0,0 0 1 0 0,0 0-1 0 0,-1 0 0 0 0,0 0 0 0 0,1 0 1 0 0,-2 0-1 0 0,1-1 0 0 0,0 1 1 0 0,-1-1-1 0 0,0 0 0 0 0,0 1 0 0 0,0-1 1 0 0,0 0-1 0 0,-1 1 0 0 0,0-1 1 0 0,0 0-1 0 0,0 0 0 0 0,-1 1 0 0 0,1-1 1 0 0,-1 0-1 0 0,0 1 0 0 0,-1-1 1 0 0,1 1-1 0 0,-1-1 0 0 0,0 1 0 0 0,0-1 1 0 0,0 1-1 0 0,-1 0 0 0 0,1 0 0 0 0,-1 0 1 0 0,0 1-1 0 0,0-1 0 0 0,0 1 1 0 0,-1-1-1 0 0,1 1 0 0 0,-5-3 0 0 0,4 4-120 0 0,1 1 0 0 0,0 0 0 0 0,-1 0 0 0 0,1 0 0 0 0,-1 0 0 0 0,1 1 0 0 0,-1-1 0 0 0,1 1 0 0 0,-1 0 0 0 0,1 0 0 0 0,-1 0 0 0 0,1 0 0 0 0,-1 1 0 0 0,1 0 0 0 0,-1-1 0 0 0,1 1 0 0 0,-6 3 0 0 0,2-2-1061 0 0,-1 1 0 0 0,1 1 0 0 0,0 0-1 0 0,0 0 1 0 0,0 0 0 0 0,-9 9 0 0 0,15-13 914 0 0,1 1-1 0 0,-1-1 1 0 0,1 0 0 0 0,-1 1 0 0 0,1-1 0 0 0,-1 0 0 0 0,0 0 0 0 0,1 1 0 0 0,-1-1 0 0 0,1 0 0 0 0,-1 0 0 0 0,0 0 0 0 0,1 1 0 0 0,-1-1 0 0 0,1 0 0 0 0,-1 0 0 0 0,0 0 0 0 0,1 0-1 0 0,-1 0 1 0 0,0 0 0 0 0,1-1 0 0 0,-2 1 0 0 0,1 0-341 0 0</inkml:trace>
  <inkml:trace contextRef="#ctx0" brushRef="#br0" timeOffset="1">114 163 4585 0 0,'0'1'276'0'0,"0"-1"0"0"0,0 1 0 0 0,0 0 0 0 0,1-1-1 0 0,-1 1 1 0 0,0 0 0 0 0,0-1 0 0 0,0 1 0 0 0,1 0 0 0 0,-1-1 0 0 0,0 1 0 0 0,1-1 0 0 0,-1 1 0 0 0,1-1 0 0 0,-1 1-1 0 0,0 0 1 0 0,1-1 0 0 0,-1 0 0 0 0,1 1 0 0 0,0-1 0 0 0,-1 1 0 0 0,2 0 0 0 0,19 5 2131 0 0,25-4-2124 0 0,-40-2 58 0 0,24 0-1747 0 0,48-8 1 0 0,-65 6 307 0 0,-1 0 1 0 0,-1-1-1 0 0,1 0 1 0 0,0-1 0 0 0,-1 0-1 0 0,21-12 1 0 0,-31 16 1035 0 0,0-1 1 0 0,0 0-1 0 0,0 1 1 0 0,-1-1-1 0 0,1 0 1 0 0,0 0-1 0 0,0 0 1 0 0,0 1-1 0 0,-1-1 1 0 0,1 0-1 0 0,0 0 1 0 0,-1 0-1 0 0,1 0 1 0 0,-1 0-1 0 0,1 0 1 0 0,-1-1-1 0 0,0 1 1 0 0,1 0-1 0 0,-1 0 1 0 0,0 0-1 0 0,0 0 1 0 0,0 0-1 0 0,0-1 1 0 0,0 1-1 0 0,0 0 1 0 0,0 0-1 0 0,0 0 1 0 0,0 0 0 0 0,0 0-1 0 0,-1-1 1 0 0,1 1-1 0 0,-1 0 1 0 0,1 0-1 0 0,-1 0 1 0 0,1 0-1 0 0,-2-1 1 0 0,-1-8-933 0 0</inkml:trace>
  <inkml:trace contextRef="#ctx0" brushRef="#br0" timeOffset="2">394 0 2809 0 0,'5'14'1334'0'0,"0"1"0"0"0,-1-1 1 0 0,0 1-1 0 0,-2 0 0 0 0,1 0 1 0 0,-2 0-1 0 0,0 0 0 0 0,-1 0 0 0 0,-2 19 1 0 0,1-17-757 0 0,1 1 1 0 0,0 0-1 0 0,2-1 0 0 0,-1 1 1 0 0,2-1-1 0 0,7 24 0 0 0,1-21-2212 0 0,-10-20 1365 0 0,-1 1 0 0 0,0-1 0 0 0,1 0 1 0 0,-1 1-1 0 0,1-1 0 0 0,-1 0 0 0 0,1 0 1 0 0,-1 0-1 0 0,1 0 0 0 0,-1 0 0 0 0,1 1 1 0 0,0-1-1 0 0,-1 0 0 0 0,1 0 0 0 0,-1 0 1 0 0,1 0-1 0 0,-1 0 0 0 0,1 0 0 0 0,-1-1 1 0 0,1 1-1 0 0,-1 0 0 0 0,1 0 0 0 0,-1 0 1 0 0,1 0-1 0 0,-1-1 0 0 0,1 1 0 0 0,-1 0 1 0 0,1 0-1 0 0,-1-1 0 0 0,1 1 0 0 0,-1 0 1 0 0,0-1-1 0 0,1 1 0 0 0,-1-1 0 0 0,0 1 1 0 0,1-1-1 0 0,7-5-5520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3.5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142 62 1688 0 0,'-1'-2'231'0'0,"-1"1"-1"0"0,1-1 0 0 0,0 0 1 0 0,-1 0-1 0 0,1 1 0 0 0,-1-1 1 0 0,1 1-1 0 0,-1-1 0 0 0,0 1 1 0 0,0 0-1 0 0,0-1 0 0 0,1 1 1 0 0,-1 0-1 0 0,0 0 0 0 0,-1 1 1 0 0,1-1-1 0 0,0 0 1 0 0,0 1-1 0 0,0-1 0 0 0,0 1 1 0 0,0 0-1 0 0,-1-1 0 0 0,1 1 1 0 0,0 0-1 0 0,0 0 0 0 0,0 1 1 0 0,-3-1-1 0 0,0 2 1 0 0,1-1 1 0 0,-1 0-1 0 0,0 1 0 0 0,1 0 0 0 0,0 0 1 0 0,-1 0-1 0 0,1 1 0 0 0,0-1 0 0 0,0 1 1 0 0,0 0-1 0 0,1 0 0 0 0,-6 6 1 0 0,6-6-170 0 0,1-1 0 0 0,-1 1 0 0 0,1 0 0 0 0,0 0 0 0 0,0 1 1 0 0,0-1-1 0 0,0 0 0 0 0,1 1 0 0 0,-1-1 0 0 0,1 1 0 0 0,0-1 1 0 0,0 1-1 0 0,0 0 0 0 0,0-1 0 0 0,0 8 0 0 0,2-8-46 0 0,-1 0 0 0 0,1-1 0 0 0,0 1 0 0 0,-1 0 0 0 0,1-1 0 0 0,0 1 0 0 0,0-1 0 0 0,1 0 0 0 0,-1 1 0 0 0,1-1 0 0 0,-1 0-1 0 0,1 1 1 0 0,-1-1 0 0 0,1 0 0 0 0,0 0 0 0 0,0-1 0 0 0,0 1 0 0 0,0 0 0 0 0,1-1 0 0 0,-1 1 0 0 0,0-1 0 0 0,1 0 0 0 0,-1 1 0 0 0,1-1-1 0 0,3 1 1 0 0,2 1 109 0 0,1-1 0 0 0,-1 0 1 0 0,1 0-1 0 0,16 1 0 0 0,-23-3-44 0 0,1 0 0 0 0,-1 1 1 0 0,0-1-1 0 0,0 0 0 0 0,1 0 1 0 0,-1 0-1 0 0,0 0 1 0 0,0-1-1 0 0,1 1 0 0 0,-1-1 1 0 0,0 1-1 0 0,0-1 0 0 0,0 0 1 0 0,0 0-1 0 0,0 0 0 0 0,0 0 1 0 0,0 0-1 0 0,0 0 0 0 0,0-1 1 0 0,0 1-1 0 0,-1 0 1 0 0,1-1-1 0 0,2-3 0 0 0,-3 3-15 0 0,-1 0-1 0 0,1 0 0 0 0,-1 0 0 0 0,0-1 1 0 0,0 1-1 0 0,0 0 0 0 0,0 0 0 0 0,0-1 1 0 0,0 1-1 0 0,-1 0 0 0 0,1 0 0 0 0,-1 0 1 0 0,1 0-1 0 0,-1 0 0 0 0,0 0 1 0 0,0 0-1 0 0,0 0 0 0 0,0 0 0 0 0,0 0 1 0 0,-3-3-1 0 0,-34-38-23 0 0,29 33-193 0 0,2 3 214 0 0,-16-22-3291 0 0,22 28 2762 0 0,0-1 0 0 0,1 1 0 0 0,-1-1 1 0 0,0 0-1 0 0,1 1 0 0 0,-1-1 0 0 0,1 0 0 0 0,-1 1 0 0 0,1-1 0 0 0,0 0 0 0 0,0 0 0 0 0,0 1 0 0 0,0-1 0 0 0,0 0 0 0 0,0 0 0 0 0,0 0 0 0 0,1 1 1 0 0,0-3-1 0 0,3-5-2822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4.0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0 4905 0 0,'-3'9'1642'0'0,"1"0"0"0"0,0 1 0 0 0,1-1 1 0 0,-1 12-1 0 0,5 43 954 0 0,20 58-2382 0 0,-23-121-161 0 0,7 26 10 0 0,4 27-3539 0 0,-10-47 1756 0 0,0 0 0 0 0,-1 0-1 0 0,0 0 1 0 0,0 0 0 0 0,-3 14-1 0 0,-2-12-315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4.3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156 1 4097 0 0,'-8'4'887'0'0,"-1"0"-1"0"0,1 1 1 0 0,0 1 0 0 0,0-1-1 0 0,0 1 1 0 0,1 0 0 0 0,0 1-1 0 0,0 0 1 0 0,0 0 0 0 0,1 0 0 0 0,-8 13-1 0 0,3-2-1185 0 0,0 0 0 0 0,1 1 0 0 0,1 0 0 0 0,-9 26-1 0 0,21-55-7418 0 0,10-36 3136 0 0,-8 29 6340 0 0,1 0 1 0 0,15-29-1 0 0,-21 45-1641 0 0,1 1 0 0 0,-1 0-1 0 0,1 0 1 0 0,0-1 0 0 0,-1 1 0 0 0,1 0-1 0 0,-1 0 1 0 0,1 0 0 0 0,0 0 0 0 0,-1 0-1 0 0,1 0 1 0 0,0 0 0 0 0,-1 0 0 0 0,1 0 0 0 0,0 0-1 0 0,-1 0 1 0 0,1 0 0 0 0,0 0 0 0 0,-1 0-1 0 0,1 1 1 0 0,0-1 0 0 0,-1 0 0 0 0,1 1 0 0 0,-1-1-1 0 0,1 0 1 0 0,0 1 0 0 0,-1-1 0 0 0,1 0-1 0 0,-1 1 1 0 0,0-1 0 0 0,1 1 0 0 0,-1-1-1 0 0,1 1 1 0 0,0 0 0 0 0,25 24-25 0 0,-17-16-43 0 0,1-2-781 0 0,0 0-1 0 0,0-1 1 0 0,1 0 0 0 0,0 0 0 0 0,0-1 0 0 0,0-1 0 0 0,0 1 0 0 0,1-2 0 0 0,0 0 0 0 0,23 3 0 0 0,-18-4-1171 0 0</inkml:trace>
  <inkml:trace contextRef="#ctx0" brushRef="#br0" timeOffset="1">396 68 2625 0 0,'-6'1'457'0'0,"0"1"1"0"0,1 0-1 0 0,-1 0 1 0 0,1 0-1 0 0,0 1 1 0 0,0 0-1 0 0,0 0 1 0 0,0 0-1 0 0,0 1 1 0 0,-5 4-1 0 0,-46 50 1640 0 0,14-15-1446 0 0,42-42-810 0 0,-1-1 1 0 0,1 1 0 0 0,0-1-1 0 0,-1 1 1 0 0,1-1-1 0 0,0 1 1 0 0,-1-1-1 0 0,1 1 1 0 0,-1-1-1 0 0,1 0 1 0 0,-1 1 0 0 0,1-1-1 0 0,-1 0 1 0 0,1 1-1 0 0,-1-1 1 0 0,1 0-1 0 0,-1 1 1 0 0,1-1 0 0 0,-1 0-1 0 0,1 0 1 0 0,-1 0-1 0 0,0 0 1 0 0,1 0-1 0 0,-1 0 1 0 0,1 0-1 0 0,-1 0 1 0 0,0 0 0 0 0,0 0-1 0 0,7-18-3781 0 0,2 7 2422 0 0</inkml:trace>
  <inkml:trace contextRef="#ctx0" brushRef="#br0" timeOffset="2">343 98 2176 0 0,'2'2'700'0'0,"-1"1"0"0"0,0-1-1 0 0,0 0 1 0 0,0 0 0 0 0,0 0-1 0 0,0 1 1 0 0,0-1 0 0 0,0 0 0 0 0,-1 1-1 0 0,0-1 1 0 0,1 5 0 0 0,-1-4-518 0 0,1 0 0 0 0,-1 0 0 0 0,1 0 1 0 0,-1 0-1 0 0,1 0 0 0 0,0-1 0 0 0,0 1 1 0 0,1 0-1 0 0,-1 0 0 0 0,4 5 0 0 0,-3-6-264 0 0,1 1-1 0 0,0 0 1 0 0,0-1 0 0 0,0 1-1 0 0,0-1 1 0 0,1 0-1 0 0,-1 0 1 0 0,0 0-1 0 0,1-1 1 0 0,0 1-1 0 0,-1-1 1 0 0,1 0 0 0 0,4 1-1 0 0,-3-1-457 0 0,0-1 1 0 0,-1 1-1 0 0,1-1 0 0 0,0 0 1 0 0,-1-1-1 0 0,1 1 0 0 0,0-1 1 0 0,-1 0-1 0 0,1 0 0 0 0,-1 0 1 0 0,0-1-1 0 0,1 0 0 0 0,-1 1 1 0 0,0-1-1 0 0,0-1 0 0 0,7-4 0 0 0,3-3-1276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4.8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110 41 4481 0 0,'-4'-4'470'0'0,"0"1"1"0"0,-1-1-1 0 0,1 1 0 0 0,-1 0 0 0 0,1 0 1 0 0,-1 1-1 0 0,0-1 0 0 0,0 1 1 0 0,0 0-1 0 0,0 0 0 0 0,-7-1 1 0 0,10 3-442 0 0,1 0 1 0 0,-1-1 0 0 0,0 1 0 0 0,1 0-1 0 0,-1 0 1 0 0,0 1 0 0 0,1-1 0 0 0,-1 0-1 0 0,1 0 1 0 0,-1 1 0 0 0,0-1 0 0 0,1 1-1 0 0,-1-1 1 0 0,1 1 0 0 0,-1 0 0 0 0,1 0-1 0 0,0 0 1 0 0,-1-1 0 0 0,1 1 0 0 0,0 1-1 0 0,0-1 1 0 0,-1 0 0 0 0,1 0 0 0 0,0 0-1 0 0,0 1 1 0 0,0-1 0 0 0,0 0 0 0 0,1 1-1 0 0,-1-1 1 0 0,0 1 0 0 0,1-1 0 0 0,-1 1-1 0 0,0-1 1 0 0,1 1 0 0 0,0-1 0 0 0,-1 1-1 0 0,1 0 1 0 0,0-1 0 0 0,0 1 0 0 0,0 0-1 0 0,0-1 1 0 0,0 2 0 0 0,0 0-30 0 0,-1-1 1 0 0,1 0-1 0 0,0 1 0 0 0,0-1 1 0 0,0 0-1 0 0,0 1 0 0 0,0-1 1 0 0,0 0-1 0 0,1 0 1 0 0,-1 1-1 0 0,1-1 0 0 0,-1 0 1 0 0,1 0-1 0 0,0 1 1 0 0,0-1-1 0 0,0 0 0 0 0,0 0 1 0 0,0 0-1 0 0,0 0 0 0 0,1 0 1 0 0,-1-1-1 0 0,1 1 1 0 0,-1 0-1 0 0,1-1 0 0 0,0 1 1 0 0,0-1-1 0 0,0 1 0 0 0,0-1 1 0 0,0 0-1 0 0,0 0 1 0 0,0 0-1 0 0,0 0 0 0 0,0 0 1 0 0,0 0-1 0 0,0-1 1 0 0,1 1-1 0 0,-1-1 0 0 0,0 1 1 0 0,1-1-1 0 0,-1 0 0 0 0,0 0 1 0 0,1 0-1 0 0,-1 0 1 0 0,4-1-1 0 0,1 0 64 0 0,-1 0 0 0 0,1 0 0 0 0,0-1 0 0 0,-1 0 0 0 0,0 0 0 0 0,1-1 0 0 0,-1 0-1 0 0,0 0 1 0 0,0 0 0 0 0,0-1 0 0 0,-1 0 0 0 0,1 0 0 0 0,-1 0 0 0 0,7-7 0 0 0,-11 10-43 0 0,0-1 1 0 0,1 1-1 0 0,-1-1 1 0 0,0 0-1 0 0,0 1 0 0 0,0-1 1 0 0,0 0-1 0 0,0 0 1 0 0,0 0-1 0 0,-1 1 1 0 0,1-1-1 0 0,0 0 0 0 0,-1 0 1 0 0,0 0-1 0 0,1 0 1 0 0,-1 0-1 0 0,0 0 0 0 0,0-4 1 0 0,-1 5-10 0 0,1-1-1 0 0,-1 1 1 0 0,1 0 0 0 0,-1-1 0 0 0,0 1 0 0 0,1 0-1 0 0,-1 0 1 0 0,0 0 0 0 0,0-1 0 0 0,0 1 0 0 0,0 0-1 0 0,0 0 1 0 0,0 0 0 0 0,0 0 0 0 0,0 1 0 0 0,-1-1-1 0 0,1 0 1 0 0,0 0 0 0 0,0 1 0 0 0,-2-1 0 0 0,0-1-205 0 0,-1 1 1 0 0,1 0-1 0 0,-1 1 1 0 0,1-1-1 0 0,0 0 1 0 0,-1 1-1 0 0,1 0 1 0 0,-1 0-1 0 0,1 0 1 0 0,-1 0-1 0 0,1 1 1 0 0,-1-1-1 0 0,1 1 1 0 0,-1 0-1 0 0,1 0 1 0 0,0 0 0 0 0,0 0-1 0 0,-1 1 1 0 0,1-1-1 0 0,-5 4 1 0 0,-22 16-5430 0 0,23-13 3043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5.1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28 5561 0 0,'-12'7'4317'0'0,"19"-1"-2057"0"0,23-2-798 0 0,123-25 288 0 0,9-1-2178 0 0,-53 20-4401 0 0,-107 2 4278 0 0,11 1-1284 0 0,-7 2-2301 0 0</inkml:trace>
  <inkml:trace contextRef="#ctx0" brushRef="#br0" timeOffset="1">198 177 3449 0 0,'-4'8'1240'0'0,"1"4"-200"0"0,-2 2-144 0 0,5-1-215 0 0,4-1-305 0 0,-1-2-128 0 0,2-2-72 0 0,1 0-64 0 0,2-2-96 0 0,0 1-280 0 0,-1-2-512 0 0,-1-2-585 0 0,-1 0-263 0 0,-5 7-953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1:05.5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38 3401 0 0,'0'0'155'0'0,"0"0"-1"0"0,-1-1 1 0 0,1 1 0 0 0,0 0 0 0 0,0 0 0 0 0,0-1-1 0 0,0 1 1 0 0,-1 0 0 0 0,1-1 0 0 0,0 1 0 0 0,0 0 0 0 0,0 0-1 0 0,0-1 1 0 0,0 1 0 0 0,0 0 0 0 0,0-1 0 0 0,0 1 0 0 0,0 0-1 0 0,0-1 1 0 0,0 1 0 0 0,0 0 0 0 0,0-1 0 0 0,0 1-1 0 0,0 0 1 0 0,0-1 0 0 0,0 1 0 0 0,0 0 0 0 0,0 0 0 0 0,1-1-1 0 0,-1 1 1 0 0,0 0 0 0 0,0-1 0 0 0,0 1 0 0 0,0 0 0 0 0,1 0-1 0 0,-1-1 1 0 0,0 1 0 0 0,0 0 0 0 0,1 0 0 0 0,-1 0-1 0 0,0-1 1 0 0,0 1 0 0 0,1 0 0 0 0,-1 0 0 0 0,0 0 0 0 0,1 0-1 0 0,-1 0 1 0 0,0-1 0 0 0,1 1 0 0 0,28-9 2762 0 0,35 0-1178 0 0,-43 8-1389 0 0,11-2-115 0 0,1 1 0 0 0,-1 2 0 0 0,0 1 0 0 0,54 9-1 0 0,-84-10-226 0 0,-1 0 0 0 0,0 0 0 0 0,0 0 0 0 0,0 0 0 0 0,0 1 0 0 0,0-1 0 0 0,0 0 0 0 0,0 1 0 0 0,0-1 0 0 0,0 0 0 0 0,0 1 0 0 0,0-1 0 0 0,0 1-1 0 0,0 0 1 0 0,0-1 0 0 0,-1 1 0 0 0,1 0 0 0 0,0-1 0 0 0,0 1 0 0 0,-1 0 0 0 0,1 0 0 0 0,0 0 0 0 0,-1 0 0 0 0,1-1 0 0 0,-1 1 0 0 0,1 0 0 0 0,0 2 0 0 0,-2-2-18 0 0,1 1 0 0 0,0-1 0 0 0,-1 0 0 0 0,1 1 0 0 0,-1-1 0 0 0,0 0 0 0 0,1 0 1 0 0,-1 0-1 0 0,0 1 0 0 0,0-1 0 0 0,0 0 0 0 0,0 0 0 0 0,0 0 0 0 0,0 0 1 0 0,0 0-1 0 0,0 0 0 0 0,-2 0 0 0 0,-5 5-226 0 0,-1 0 0 0 0,0-1-1 0 0,-1 0 1 0 0,-15 5 0 0 0,2-4-400 0 0,-1-2 0 0 0,-35 4-1 0 0,36-6 744 0 0,1 0-1 0 0,-1 2 1 0 0,-21 7-1 0 0,44-11-71 0 0,0 0 0 0 0,0 1 1 0 0,0-1-1 0 0,0 0 0 0 0,0 0 0 0 0,0 0 0 0 0,0 0 0 0 0,0 0 0 0 0,0 0 1 0 0,0 0-1 0 0,0 0 0 0 0,0 1 0 0 0,0-1 0 0 0,0 0 0 0 0,0 0 0 0 0,0 0 1 0 0,0 0-1 0 0,0 0 0 0 0,0 0 0 0 0,0 0 0 0 0,0 0 0 0 0,0 1 0 0 0,0-1 1 0 0,0 0-1 0 0,-1 0 0 0 0,1 0 0 0 0,0 0 0 0 0,0 0 0 0 0,0 0 0 0 0,0 0 1 0 0,0 0-1 0 0,0 0 0 0 0,0 0 0 0 0,0 0 0 0 0,0 0 0 0 0,0 1 0 0 0,-1-1 1 0 0,1 0-1 0 0,0 0 0 0 0,0 0 0 0 0,0 0 0 0 0,0 0 0 0 0,0 0 0 0 0,17 0 746 0 0,24-2-141 0 0,57-8-94 0 0,44-5-542 0 0,-50-6-7770 0 0,-86 18 3952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4.5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80 0 2841 0 0,'-1'0'129'0'0,"1"0"0"0"0,-1 0 0 0 0,0 0 0 0 0,0 0 0 0 0,0 0 0 0 0,1 0 0 0 0,-1 1 0 0 0,0-1 0 0 0,0 0 0 0 0,0 0 0 0 0,1 1 0 0 0,-1-1 0 0 0,0 0 0 0 0,0 1 0 0 0,1-1 0 0 0,-1 0 0 0 0,0 1 0 0 0,1-1 0 0 0,-1 1 0 0 0,0 0 0 0 0,1-1 0 0 0,-1 1 0 0 0,1-1 1 0 0,-1 1-1 0 0,1 0 0 0 0,-1-1 0 0 0,1 1 0 0 0,0 0 0 0 0,-1 0 0 0 0,1-1 0 0 0,0 1 0 0 0,-1 0 0 0 0,1 0 0 0 0,0 0 0 0 0,0-1 0 0 0,0 1 0 0 0,0 0 0 0 0,0 1 0 0 0,-12 40 1348 0 0,11-38-1085 0 0,-2 6-335 0 0,-33 170 2270 0 0,33-159-2070 0 0,1 1 1 0 0,0 0-1 0 0,2 0 1 0 0,1 0-1 0 0,1 0 1 0 0,5 27-1 0 0,-6-45-500 0 0,0 0-1 0 0,0-1 1 0 0,1 1-1 0 0,-1 0 0 0 0,1-1 1 0 0,0 1-1 0 0,0-1 1 0 0,0 0-1 0 0,0 0 0 0 0,0 0 1 0 0,1 0-1 0 0,-1 0 1 0 0,1 0-1 0 0,0 0 0 0 0,6 3 1 0 0,-8-5 97 0 0,0-1 1 0 0,0 1-1 0 0,0-1 0 0 0,0 1 1 0 0,0-1-1 0 0,1 0 0 0 0,-1 1 1 0 0,0-1-1 0 0,0 0 1 0 0,1 0-1 0 0,-1 0 0 0 0,0 0 1 0 0,0 0-1 0 0,1 0 0 0 0,-1 0 1 0 0,0 0-1 0 0,0-1 1 0 0,1 1-1 0 0,1-1 0 0 0,-1-1 17 0 0,0 1-1 0 0,0 0 1 0 0,0-1-1 0 0,0 0 1 0 0,0 1-1 0 0,0-1 1 0 0,-1 0-1 0 0,1 0 1 0 0,-1 0-1 0 0,1 0 1 0 0,-1 0-1 0 0,0 0 1 0 0,2-5-1 0 0,6-15-1698 0 0,1-1-745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4.9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17 139 2088 0 0,'-17'20'3153'0'0,"18"-14"-1578"0"0,12-8-813 0 0,14-11-631 0 0,41-25 1 0 0,20-10-85 0 0,-65 38-18 0 0,10-5 57 0 0,47-13 0 0 0,-72 25-57 0 0,0 1 1 0 0,0 0 0 0 0,1 1 0 0 0,-1-1 0 0 0,0 2 0 0 0,1-1 0 0 0,-1 1 0 0 0,0 1-1 0 0,1 0 1 0 0,-1 0 0 0 0,14 3 0 0 0,-19-2 85 0 0,0 0 0 0 0,0-1 0 0 0,0 1-1 0 0,0 1 1 0 0,-1-1 0 0 0,1 0 0 0 0,-1 1 0 0 0,1-1 0 0 0,-1 1 0 0 0,0 0-1 0 0,0 0 1 0 0,0 0 0 0 0,0 0 0 0 0,0 0 0 0 0,-1 0 0 0 0,1 0-1 0 0,-1 1 1 0 0,0-1 0 0 0,0 0 0 0 0,0 1 0 0 0,-1-1 0 0 0,1 1-1 0 0,-1-1 1 0 0,0 1 0 0 0,0 3 0 0 0,1 16 679 0 0,-2 0 1 0 0,-5 40-1 0 0,3-37-388 0 0,-29 178 1651 0 0,17-122-1630 0 0,-6 95 1 0 0,21-173-554 0 0,0 0-1 0 0,0 0 0 0 0,1 0 0 0 0,-1-1 0 0 0,1 1 1 0 0,0 0-1 0 0,0 0 0 0 0,0-1 0 0 0,3 6 1 0 0,-4-9-13 0 0,0 1 0 0 0,0-1 0 0 0,1 1 0 0 0,-1-1 0 0 0,0 0 0 0 0,0 1 0 0 0,1-1 1 0 0,-1 1-1 0 0,0-1 0 0 0,1 0 0 0 0,-1 1 0 0 0,1-1 0 0 0,-1 0 0 0 0,0 0 0 0 0,1 1 0 0 0,-1-1 1 0 0,1 0-1 0 0,-1 0 0 0 0,1 1 0 0 0,-1-1 0 0 0,1 0 0 0 0,-1 0 0 0 0,1 0 0 0 0,-1 0 1 0 0,1 0-1 0 0,-1 0 0 0 0,2 0 0 0 0,-1-1-241 0 0,0 1 0 0 0,0-1 0 0 0,0 0 1 0 0,0 1-1 0 0,1-1 0 0 0,-1 0 0 0 0,0 0 1 0 0,0 0-1 0 0,0 0 0 0 0,-1 0 0 0 0,1 0 0 0 0,0 0 1 0 0,0 0-1 0 0,-1-1 0 0 0,2-1 0 0 0,5-9-3769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5.3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147 58 2104 0 0,'-2'-2'178'0'0,"1"0"0"0"0,-1 0 0 0 0,0 0 0 0 0,1 1 0 0 0,-1-1 0 0 0,0 1 0 0 0,0-1 0 0 0,0 1 0 0 0,0 0 0 0 0,0-1 0 0 0,0 1 0 0 0,-1 0 0 0 0,1 0 0 0 0,0 1 0 0 0,0-1 0 0 0,-1 0 0 0 0,1 1 0 0 0,-1-1 0 0 0,1 1 0 0 0,0 0 0 0 0,-1 0 0 0 0,1 0 0 0 0,-1 0 0 0 0,1 0 0 0 0,0 1 0 0 0,-1-1-1 0 0,1 1 1 0 0,-1-1 0 0 0,1 1 0 0 0,0 0 0 0 0,0 0 0 0 0,-1 0 0 0 0,1 0 0 0 0,0 1 0 0 0,0-1 0 0 0,0 0 0 0 0,0 1 0 0 0,1-1 0 0 0,-1 1 0 0 0,0 0 0 0 0,0 0 0 0 0,1 0 0 0 0,0 0 0 0 0,-3 3 0 0 0,-3 5-6 0 0,1 0-1 0 0,0 1 1 0 0,1-1 0 0 0,0 1 0 0 0,0 0 0 0 0,1 1-1 0 0,1-1 1 0 0,0 1 0 0 0,0 0 0 0 0,1-1 0 0 0,1 1-1 0 0,0 24 1 0 0,1-11-59 0 0,1-1 0 0 0,2 1 0 0 0,0-1 0 0 0,2 1 0 0 0,9 28 0 0 0,-12-46-108 0 0,0 0-1 0 0,1-1 1 0 0,-1 1 0 0 0,2 0 0 0 0,-1-1-1 0 0,1 0 1 0 0,0 0 0 0 0,0 0-1 0 0,0 0 1 0 0,1 0 0 0 0,0-1-1 0 0,0 0 1 0 0,1 0 0 0 0,-1-1-1 0 0,1 1 1 0 0,0-1 0 0 0,0 0 0 0 0,9 4-1 0 0,-8-6 9 0 0,-1 0 0 0 0,1-1-1 0 0,0 0 1 0 0,-1 0 0 0 0,1 0 0 0 0,0 0-1 0 0,0-1 1 0 0,-1-1 0 0 0,1 1 0 0 0,0-1-1 0 0,-1 0 1 0 0,1 0 0 0 0,0-1 0 0 0,-1 0-1 0 0,1 0 1 0 0,-1 0 0 0 0,0-1 0 0 0,0 0-1 0 0,10-7 1 0 0,-5 3 32 0 0,0-1 0 0 0,0-1 0 0 0,-1 0 0 0 0,0 0 0 0 0,-1-1 0 0 0,0 0 0 0 0,0 0-1 0 0,-1-1 1 0 0,-1-1 0 0 0,0 1 0 0 0,0-1 0 0 0,-1 0 0 0 0,-1 0 0 0 0,0-1 0 0 0,0 0 0 0 0,-1 0 0 0 0,3-21 0 0 0,-5 22-7 0 0,-1-1 1 0 0,0 1-1 0 0,0 0 0 0 0,-1-1 1 0 0,-1 1-1 0 0,0 0 1 0 0,-1-1-1 0 0,0 1 1 0 0,-1 0-1 0 0,0 0 1 0 0,-1 0-1 0 0,-1 1 1 0 0,1-1-1 0 0,-2 1 1 0 0,0 0-1 0 0,0 1 0 0 0,-1-1 1 0 0,0 1-1 0 0,-12-13 1 0 0,15 19-67 0 0,-1 0 0 0 0,0 1 0 0 0,1-1 0 0 0,-1 1 0 0 0,-1 0 0 0 0,1 0 0 0 0,0 1 0 0 0,-1 0 0 0 0,1-1 0 0 0,-1 2 0 0 0,1-1 0 0 0,-1 1 0 0 0,0 0 0 0 0,0 0 0 0 0,0 1 0 0 0,0-1 0 0 0,-7 2 0 0 0,9-1-157 0 0,-1 0-1 0 0,0 1 1 0 0,0 0-1 0 0,1 0 1 0 0,-1 1-1 0 0,1-1 1 0 0,-1 1-1 0 0,1 0 1 0 0,-7 4-1 0 0,8-4-185 0 0,0 0 1 0 0,0 0-1 0 0,0 1 0 0 0,1 0 0 0 0,-1-1 0 0 0,0 1 0 0 0,1 0 0 0 0,0 0 0 0 0,0 0 0 0 0,0 0 1 0 0,0 0-1 0 0,1 1 0 0 0,-3 3 0 0 0,3 2-2287 0 0,7 3-807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5.7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22 336 5377 0 0,'-1'0'115'0'0,"1"1"-1"0"0,-1-1 1 0 0,1 0 0 0 0,-1 1 0 0 0,0-1-1 0 0,1 0 1 0 0,-1 0 0 0 0,1 0-1 0 0,-1 0 1 0 0,0 1 0 0 0,1-1-1 0 0,-1 0 1 0 0,0 0 0 0 0,1 0-1 0 0,-1 0 1 0 0,1-1 0 0 0,-1 1-1 0 0,0 0 1 0 0,1 0 0 0 0,-1 0-1 0 0,1 0 1 0 0,-1-1 0 0 0,0 1-1 0 0,1 0 1 0 0,-1 0 0 0 0,1-1-1 0 0,-1 1 1 0 0,1-1 0 0 0,-1 1-1 0 0,1 0 1 0 0,-1-1 0 0 0,1 1-1 0 0,0-1 1 0 0,-1 1 0 0 0,1-1-1 0 0,-1 0 1 0 0,2-28 938 0 0,21-31-1133 0 0,-2 22 89 0 0,35-55 0 0 0,-47 82 42 0 0,0 1 0 0 0,0-1 0 0 0,1 2 0 0 0,0-1 0 0 0,1 1 0 0 0,0 1 0 0 0,0 0 0 0 0,1 0 0 0 0,17-9 0 0 0,-26 15-15 0 0,-1 1 0 0 0,1 0 0 0 0,0 0 0 0 0,0 1 0 0 0,-1-1 0 0 0,1 0-1 0 0,0 1 1 0 0,0-1 0 0 0,0 1 0 0 0,0-1 0 0 0,-1 1 0 0 0,1 0 0 0 0,0 0 0 0 0,0 0 0 0 0,0 0 0 0 0,0 0 0 0 0,0 0 0 0 0,0 1 0 0 0,0-1-1 0 0,0 0 1 0 0,-1 1 0 0 0,1 0 0 0 0,0-1 0 0 0,0 1 0 0 0,0 0 0 0 0,-1 0 0 0 0,1 0 0 0 0,-1 0 0 0 0,1 0 0 0 0,-1 0 0 0 0,1 1 0 0 0,-1-1-1 0 0,1 0 1 0 0,-1 1 0 0 0,0-1 0 0 0,0 1 0 0 0,0 0 0 0 0,0-1 0 0 0,1 4 0 0 0,3 7 240 0 0,-1 1-1 0 0,-1-1 1 0 0,0 1 0 0 0,0 0-1 0 0,0 15 1 0 0,8 29 422 0 0,-11-53-671 0 0,2-1-1 0 0,-1 1 1 0 0,0-1 0 0 0,1 1-1 0 0,0-1 1 0 0,-1 0 0 0 0,1 0-1 0 0,1 0 1 0 0,-1 0 0 0 0,0 0-1 0 0,1 0 1 0 0,-1 0 0 0 0,1-1-1 0 0,0 0 1 0 0,0 1 0 0 0,0-1-1 0 0,0 0 1 0 0,0 0 0 0 0,1-1 0 0 0,-1 1-1 0 0,0-1 1 0 0,1 1 0 0 0,-1-1-1 0 0,1 0 1 0 0,0 0 0 0 0,-1-1-1 0 0,1 1 1 0 0,0-1 0 0 0,-1 0-1 0 0,1 0 1 0 0,5-1 0 0 0,2-1-6 0 0,0-1 0 0 0,-1 0 0 0 0,0-1 0 0 0,1 0 1 0 0,-1-1-1 0 0,-1 0 0 0 0,1 0 0 0 0,-1-1 0 0 0,13-10 0 0 0,2-3-998 0 0,0 0 0 0 0,24-27-1 0 0,-39 35-1070 0 0,0 0 0 0 0,0-1 0 0 0,13-23-1 0 0,-12 17-1465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6.2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6 4097 0 0,'-5'-1'349'0'0,"0"-1"0"0"0,0 1 0 0 0,0 1 0 0 0,0-1 0 0 0,0 1 0 0 0,0-1 0 0 0,-1 1 0 0 0,1 1 0 0 0,0-1 0 0 0,0 1 0 0 0,0 0 0 0 0,0 0 0 0 0,0 1 0 0 0,0-1 0 0 0,0 1 0 0 0,1 0 0 0 0,-8 4 0 0 0,8-3-315 0 0,-1-1-1 0 0,1 1 1 0 0,0 1 0 0 0,0-1-1 0 0,0 0 1 0 0,0 1 0 0 0,1 0 0 0 0,-1 0-1 0 0,1 0 1 0 0,0 0 0 0 0,0 1-1 0 0,1-1 1 0 0,-1 1 0 0 0,1 0 0 0 0,0-1-1 0 0,0 1 1 0 0,1 0 0 0 0,-1 0-1 0 0,1 0 1 0 0,0 0 0 0 0,1 1 0 0 0,-1-1-1 0 0,1 0 1 0 0,0 0 0 0 0,0 0-1 0 0,2 8 1 0 0,-2-9-32 0 0,1-1 0 0 0,0 0-1 0 0,0 1 1 0 0,0-1 0 0 0,0 0 0 0 0,0 0 0 0 0,1 0-1 0 0,0 0 1 0 0,-1 0 0 0 0,1 0 0 0 0,0 0-1 0 0,1 0 1 0 0,-1-1 0 0 0,0 1 0 0 0,1-1 0 0 0,-1 0-1 0 0,1 0 1 0 0,0 0 0 0 0,0 0 0 0 0,4 2-1 0 0,-1-1 16 0 0,-1-2-1 0 0,1 1 0 0 0,0-1 0 0 0,-1 0 0 0 0,1 0 0 0 0,0 0 0 0 0,0-1 0 0 0,0 0 0 0 0,0 0 0 0 0,-1 0 0 0 0,8-2 0 0 0,2-1 120 0 0,-1 0-1 0 0,1-2 0 0 0,-1 1 1 0 0,0-2-1 0 0,0 1 0 0 0,-1-2 1 0 0,0 0-1 0 0,20-14 0 0 0,-25 14 116 0 0,-1 0 0 0 0,1 0 0 0 0,-1-1 0 0 0,11-17 0 0 0,-16 23-169 0 0,0-1 0 0 0,-1 0-1 0 0,1 0 1 0 0,-1 0 0 0 0,0 0-1 0 0,0-1 1 0 0,0 1 0 0 0,1-6-1 0 0,-2 7-44 0 0,0 1-1 0 0,0 0 0 0 0,0 0 1 0 0,0-1-1 0 0,0 1 0 0 0,-1 0 1 0 0,1 0-1 0 0,0-1 0 0 0,-1 1 1 0 0,1 0-1 0 0,-1 0 0 0 0,1 0 1 0 0,-1 0-1 0 0,1 0 0 0 0,-1 0 1 0 0,0 0-1 0 0,0 0 0 0 0,1 0 1 0 0,-1 0-1 0 0,0 0 0 0 0,0 0 1 0 0,0 0-1 0 0,-2-1 0 0 0,1 1-24 0 0,-1 0-1 0 0,1 0 1 0 0,0 0 0 0 0,-1 1-1 0 0,0-1 1 0 0,1 1-1 0 0,-1-1 1 0 0,1 1-1 0 0,-1 0 1 0 0,1 0 0 0 0,-1 0-1 0 0,0 0 1 0 0,1 1-1 0 0,-1-1 1 0 0,1 1-1 0 0,-1-1 1 0 0,1 1-1 0 0,-1 0 1 0 0,1 0 0 0 0,-1 0-1 0 0,1 0 1 0 0,0 0-1 0 0,0 1 1 0 0,-1-1-1 0 0,1 1 1 0 0,-3 2 0 0 0,-3 3-38 0 0,-1 1 1 0 0,1-1-1 0 0,0 2 1 0 0,-12 14 0 0 0,5 0 27 0 0,1 0 0 0 0,1 1 0 0 0,1 0 0 0 0,1 1 0 0 0,1 0 0 0 0,1 1 1 0 0,2 0-1 0 0,0 1 0 0 0,2-1 0 0 0,1 1 0 0 0,1 0 0 0 0,1 0 0 0 0,1 0 0 0 0,2 1 0 0 0,1-1 1 0 0,10 52-1 0 0,-9-68 8 0 0,1 0-1 0 0,0 0 1 0 0,1-1 0 0 0,0 0 0 0 0,0 0 0 0 0,1 0-1 0 0,1-1 1 0 0,-1 1 0 0 0,2-1 0 0 0,-1-1 0 0 0,1 0-1 0 0,0 0 1 0 0,1 0 0 0 0,0-1 0 0 0,0 0 0 0 0,17 8 0 0 0,-20-11 7 0 0,1-1 1 0 0,0 0 0 0 0,0 0-1 0 0,1-1 1 0 0,-1 1 0 0 0,1-2-1 0 0,-1 1 1 0 0,1-1 0 0 0,-1 0-1 0 0,1-1 1 0 0,0 0 0 0 0,-1 0 0 0 0,1 0-1 0 0,0-1 1 0 0,-1 0 0 0 0,1-1-1 0 0,-1 0 1 0 0,1 0 0 0 0,-1 0-1 0 0,0-1 1 0 0,0 0 0 0 0,0-1-1 0 0,0 1 1 0 0,-1-1 0 0 0,10-8 0 0 0,-10 7 18 0 0,-1 0 0 0 0,0-1 0 0 0,-1 0 0 0 0,1 0 0 0 0,-1 0 0 0 0,-1 0 0 0 0,1-1 0 0 0,-1 0 0 0 0,0 1 0 0 0,0-1 0 0 0,-1 0 0 0 0,0 0 0 0 0,0-1 0 0 0,-1 1 0 0 0,0 0 0 0 0,0-1 0 0 0,0 1 0 0 0,-1 0 0 0 0,-1-1 0 0 0,1 1 0 0 0,-1 0 0 0 0,0-1 0 0 0,-4-12 0 0 0,2 8-8 0 0,0 0 0 0 0,-1 1 0 0 0,0-1 0 0 0,0 1 0 0 0,-2-1 0 0 0,1 1 0 0 0,-1 1 0 0 0,-1-1 0 0 0,0 1 0 0 0,-1 1 0 0 0,1-1 0 0 0,-2 1 0 0 0,-15-13 0 0 0,17 17-38 0 0,0 1 0 0 0,-1 0 0 0 0,1 1-1 0 0,-1 0 1 0 0,0 0 0 0 0,0 0 0 0 0,0 1 0 0 0,0 1 0 0 0,0-1 0 0 0,0 1 0 0 0,-1 0 0 0 0,1 1 0 0 0,0 0 0 0 0,-11 2 0 0 0,8-1-364 0 0,0 0 1 0 0,1 1-1 0 0,-1 1 1 0 0,1 0-1 0 0,0 0 1 0 0,0 1-1 0 0,0 1 1 0 0,0-1-1 0 0,1 1 1 0 0,-15 11-1 0 0,24-16 276 0 0,0 0 0 0 0,0 0 0 0 0,0 0-1 0 0,0 0 1 0 0,0 1 0 0 0,1-1 0 0 0,-1 0 0 0 0,0 0-1 0 0,0 0 1 0 0,0 0 0 0 0,0 0 0 0 0,0 0-1 0 0,0 0 1 0 0,0 1 0 0 0,0-1 0 0 0,0 0 0 0 0,1 0-1 0 0,-1 0 1 0 0,0 0 0 0 0,0 1 0 0 0,0-1 0 0 0,0 0-1 0 0,0 0 1 0 0,0 0 0 0 0,0 0 0 0 0,0 0 0 0 0,0 1-1 0 0,0-1 1 0 0,0 0 0 0 0,0 0 0 0 0,0 0 0 0 0,0 0-1 0 0,0 1 1 0 0,-1-1 0 0 0,1 0 0 0 0,0 0 0 0 0,0 0-1 0 0,0 0 1 0 0,0 0 0 0 0,0 1 0 0 0,0-1-1 0 0,0 0 1 0 0,0 0 0 0 0,0 0 0 0 0,-1 0 0 0 0,1 0-1 0 0,0 0 1 0 0,0 0 0 0 0,0 0 0 0 0,0 1 0 0 0,14-4-3614 0 0,3-2 252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6.6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132 1 4585 0 0,'-3'0'221'0'0,"0"1"-1"0"0,0 0 1 0 0,0-1 0 0 0,0 1-1 0 0,1 1 1 0 0,-1-1 0 0 0,0 0-1 0 0,0 1 1 0 0,1-1 0 0 0,-1 1-1 0 0,1 0 1 0 0,-1 0 0 0 0,1 0-1 0 0,0 0 1 0 0,0 0 0 0 0,0 1-1 0 0,0-1 1 0 0,0 1 0 0 0,0-1-1 0 0,1 1 1 0 0,-2 3 0 0 0,-27 61 1717 0 0,19-32-1363 0 0,1 1 0 0 0,2 0 0 0 0,1 0 0 0 0,-3 68 0 0 0,9-88-518 0 0,1 0 0 0 0,0 0 0 0 0,2 0 0 0 0,0 0 0 0 0,0 0 1 0 0,2 0-1 0 0,0 0 0 0 0,1-1 0 0 0,0 0 0 0 0,1 0 0 0 0,1 0 0 0 0,0-1 0 0 0,14 20 1 0 0,-16-28-45 0 0,1 0 1 0 0,0 0 0 0 0,0-1-1 0 0,0 0 1 0 0,0 0 0 0 0,1-1 0 0 0,0 1-1 0 0,0-2 1 0 0,0 1 0 0 0,0-1 0 0 0,0 0-1 0 0,1 0 1 0 0,0-1 0 0 0,-1 0 0 0 0,1 0-1 0 0,0-1 1 0 0,0 0 0 0 0,0-1-1 0 0,0 1 1 0 0,0-1 0 0 0,0-1 0 0 0,0 0-1 0 0,15-3 1 0 0,-15 2 7 0 0,1 0 0 0 0,-1 0 0 0 0,1-1 0 0 0,-1 0 0 0 0,0-1 0 0 0,-1 0 0 0 0,1 0 0 0 0,0-1 0 0 0,-1 0 0 0 0,0 0 0 0 0,0 0 0 0 0,-1-1 0 0 0,0 0 1 0 0,0 0-1 0 0,0-1 0 0 0,0 0 0 0 0,-1 0 0 0 0,0 0 0 0 0,-1-1 0 0 0,0 1 0 0 0,6-15 0 0 0,-5 3 37 0 0,-1 0 1 0 0,-1 0 0 0 0,-1 0-1 0 0,0 0 1 0 0,-2 0 0 0 0,0 0-1 0 0,-1-1 1 0 0,-1 1 0 0 0,0 0-1 0 0,-8-26 1 0 0,5 27-38 0 0,1 1 0 0 0,-2 1 0 0 0,-1-1 0 0 0,0 1 1 0 0,-1 0-1 0 0,0 1 0 0 0,-1 0 0 0 0,-1 0 0 0 0,-1 1 0 0 0,0 0 0 0 0,-19-19 1 0 0,22 27-24 0 0,0 0 0 0 0,-1 1 1 0 0,1 0-1 0 0,-1 0 0 0 0,0 1 0 0 0,0 0 1 0 0,-1 1-1 0 0,-11-3 0 0 0,17 4-163 0 0,1 1-1 0 0,-1 1 1 0 0,1-1 0 0 0,-1 0-1 0 0,0 1 1 0 0,1 0-1 0 0,-1 0 1 0 0,0 0-1 0 0,1 0 1 0 0,-1 0-1 0 0,0 1 1 0 0,1-1 0 0 0,-1 1-1 0 0,1 0 1 0 0,-1 1-1 0 0,1-1 1 0 0,-1 0-1 0 0,1 1 1 0 0,0 0-1 0 0,0 0 1 0 0,0 0-1 0 0,0 0 1 0 0,0 0 0 0 0,0 1-1 0 0,-3 3 1 0 0,-1 8-2916 0 0,8-3-2163 0 0,6 1 1926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27.0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270 1 5321 0 0,'-17'0'4865'0'0,"-17"13"-2382"0"0,25-9-1847 0 0,-9 2-473 0 0,1 2-1 0 0,0 0 1 0 0,1 1-1 0 0,0 0 1 0 0,0 2-1 0 0,1 0 1 0 0,1 0-1 0 0,-1 1 0 0 0,-19 24 1 0 0,33-35-167 0 0,0 0 0 0 0,0 0-1 0 0,0 0 1 0 0,0 1 0 0 0,0-1 0 0 0,1 0 0 0 0,-1 1 0 0 0,0-1 0 0 0,1 1 0 0 0,0-1-1 0 0,-1 0 1 0 0,1 1 0 0 0,0-1 0 0 0,-1 1 0 0 0,1-1 0 0 0,0 1 0 0 0,0-1 0 0 0,0 1-1 0 0,0-1 1 0 0,1 1 0 0 0,-1-1 0 0 0,0 1 0 0 0,0-1 0 0 0,1 1 0 0 0,0 1 0 0 0,1-1-6 0 0,-1 0 0 0 0,1 0 0 0 0,0 0 0 0 0,0 0 0 0 0,0 0 1 0 0,0 0-1 0 0,0 0 0 0 0,1 0 0 0 0,-1-1 0 0 0,0 1 1 0 0,1-1-1 0 0,4 2 0 0 0,9 3-13 0 0,0-1-1 0 0,0-1 1 0 0,27 5-1 0 0,-35-8 49 0 0,15 2 13 0 0,43 9-39 0 0,-63-12 37 0 0,-1 1 0 0 0,1 0 0 0 0,-1 0 0 0 0,1 0 1 0 0,-1 0-1 0 0,1 0 0 0 0,-1 0 0 0 0,0 0 0 0 0,1 1 0 0 0,-1-1 0 0 0,0 1 1 0 0,0 0-1 0 0,0 0 0 0 0,0-1 0 0 0,-1 1 0 0 0,1 1 0 0 0,0-1 1 0 0,-1 0-1 0 0,2 3 0 0 0,-2-2 46 0 0,-1-1 0 0 0,0 1 0 0 0,0 0 0 0 0,0-1 0 0 0,0 1 0 0 0,-1 0 0 0 0,1-1-1 0 0,-1 1 1 0 0,1-1 0 0 0,-1 1 0 0 0,0-1 0 0 0,0 1 0 0 0,0-1 0 0 0,0 1 0 0 0,-1-1 0 0 0,-2 4 0 0 0,-27 36 547 0 0,29-41-607 0 0,-16 19 166 0 0,-1-1 0 0 0,-1-1 0 0 0,-39 26 0 0 0,-28 13-2648 0 0,75-49 1584 0 0,11-7 628 0 0,0-1 0 0 0,1 1 0 0 0,-1 0 0 0 0,0-1 0 0 0,0 1 0 0 0,0-1 0 0 0,0 0 0 0 0,1 1 0 0 0,-1-1 0 0 0,0 0 0 0 0,0 1 0 0 0,0-1 0 0 0,0 0 0 0 0,0 0 0 0 0,0 0 0 0 0,0 0 0 0 0,0 0 0 0 0,0 0 1 0 0,0 0-1 0 0,0 0 0 0 0,0 0 0 0 0,1 0 0 0 0,-1-1 0 0 0,0 1 0 0 0,0 0 0 0 0,0-1 0 0 0,0 1 0 0 0,0 0 0 0 0,-1-2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14.0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297 269 5521 0 0,'-20'-56'3137'0'0,"16"42"-2477"0"0,0 0 0 0 0,-2 1 0 0 0,1-1-1 0 0,-14-20 1 0 0,14 25-402 0 0,-8-10 300 0 0,0-1 0 0 0,-17-17-1 0 0,27 34-479 0 0,1 0-1 0 0,-1 0 0 0 0,0 0 1 0 0,0 0-1 0 0,0 1 0 0 0,0-1 0 0 0,-1 1 1 0 0,1 0-1 0 0,-1 0 0 0 0,1 0 0 0 0,-1 0 1 0 0,0 0-1 0 0,0 1 0 0 0,1 0 1 0 0,-1 0-1 0 0,0 0 0 0 0,0 0 0 0 0,0 0 1 0 0,-6 1-1 0 0,6 1-45 0 0,0 1 1 0 0,0-1-1 0 0,0 1 0 0 0,0 0 1 0 0,0 0-1 0 0,1 1 0 0 0,-1-1 1 0 0,1 1-1 0 0,-1-1 0 0 0,1 1 0 0 0,0 0 1 0 0,0 1-1 0 0,0-1 0 0 0,0 0 1 0 0,1 1-1 0 0,0 0 0 0 0,-1-1 1 0 0,-1 8-1 0 0,-4 4-7 0 0,1 1-1 0 0,1 0 1 0 0,-6 22-1 0 0,10-32-24 0 0,1 1-1 0 0,0-1 1 0 0,0 1 0 0 0,1 0-1 0 0,-1 0 1 0 0,1-1 0 0 0,1 1-1 0 0,0 0 1 0 0,0 0 0 0 0,0-1-1 0 0,4 11 1 0 0,-5-15-4 0 0,1 0 0 0 0,0 0 0 0 0,0 0 0 0 0,0 0 1 0 0,1 0-1 0 0,-1 0 0 0 0,0-1 0 0 0,1 1 0 0 0,-1 0 0 0 0,1-1 0 0 0,-1 0 0 0 0,1 1 1 0 0,0-1-1 0 0,-1 0 0 0 0,1 0 0 0 0,0 0 0 0 0,0 0 0 0 0,0 0 0 0 0,0 0 1 0 0,0 0-1 0 0,0-1 0 0 0,0 1 0 0 0,0-1 0 0 0,0 1 0 0 0,1-1 0 0 0,-1 0 1 0 0,0 0-1 0 0,0 0 0 0 0,0 0 0 0 0,0 0 0 0 0,1-1 0 0 0,-1 1 0 0 0,0-1 0 0 0,0 1 1 0 0,0-1-1 0 0,0 0 0 0 0,0 1 0 0 0,0-1 0 0 0,0 0 0 0 0,2-2 0 0 0,9-4-46 0 0,-1 0 0 0 0,1-1 0 0 0,-1 0 0 0 0,-1-1 0 0 0,0 0 0 0 0,13-14 0 0 0,59-70-128 0 0,-70 76 170 0 0,-4 5 4 0 0,19-21-2 0 0,-27 32 6 0 0,0 0 0 0 0,0-1 0 0 0,0 1 0 0 0,0 0 0 0 0,0 0 0 0 0,1 0 0 0 0,-1 0-1 0 0,0 0 1 0 0,1 1 0 0 0,-1-1 0 0 0,0 0 0 0 0,1 1 0 0 0,-1-1 0 0 0,1 1 0 0 0,0-1 0 0 0,-1 1 0 0 0,1 0-1 0 0,-1-1 1 0 0,3 1 0 0 0,-3 1 8 0 0,0-1-1 0 0,1 1 1 0 0,-1 0-1 0 0,0 0 1 0 0,0 0-1 0 0,0-1 1 0 0,0 1-1 0 0,0 0 1 0 0,0 0-1 0 0,0 1 1 0 0,-1-1-1 0 0,1 0 1 0 0,0 0-1 0 0,-1 0 1 0 0,1 0-1 0 0,0 1 1 0 0,-1-1-1 0 0,0 0 1 0 0,1 1-1 0 0,-1-1 1 0 0,0 0-1 0 0,1 1 1 0 0,-1 1-1 0 0,3 37 302 0 0,-3-35-270 0 0,-9 182 1261 0 0,-1-4-379 0 0,10-158-1088 0 0,1 0 0 0 0,2 0 0 0 0,0 0-1 0 0,2 0 1 0 0,9 27 0 0 0,-14-53 47 0 0,0 1 0 0 0,0 0 0 0 0,0 0 0 0 0,0 0 0 0 0,0 0 0 0 0,1-1 0 0 0,-1 1 0 0 0,0 0 0 0 0,0 0 1 0 0,0 0-121 0 0,0 0 120 0 0,1 0 0 0 0,-1-1 0 0 0,0 1 0 0 0,0 0 0 0 0,0 0 0 0 0,0 0 0 0 0,1 0 0 0 0,-1 0 0 0 0,0 0 0 0 0,0 0 0 0 0,0 0 0 0 0,0 0 0 0 0,1 0 0 0 0,-1 0 0 0 0,0 0 0 0 0,0 0 0 0 0,0 0 1 0 0,1 0-1 0 0,-1 0 0 0 0,0 0 0 0 0,0 0 0 0 0,0 0 0 0 0,1 0 0 0 0,-1 0 0 0 0,0 0 0 0 0,0 0 0 0 0,0 0 0 0 0,0 0 0 0 0,1 0 0 0 0,-1 1 0 0 0,0-1 0 0 0,0 0 0 0 0,0 0 0 0 0,0 0-120 0 0,1 1 121 0 0,2-18-4637 0 0,7 13 961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14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143 28 4673 0 0,'-2'-1'365'0'0,"-1"-1"0"0"0,0 0 0 0 0,1 1-1 0 0,-1-1 1 0 0,0 1 0 0 0,0 0 0 0 0,0 0 0 0 0,0 0 0 0 0,0 0-1 0 0,0 1 1 0 0,0-1 0 0 0,0 1 0 0 0,-1 0 0 0 0,1-1 0 0 0,0 2-1 0 0,0-1 1 0 0,0 0 0 0 0,0 1 0 0 0,0-1 0 0 0,-1 1 0 0 0,-4 2-1 0 0,5-1-178 0 0,-1 0 0 0 0,0 1 0 0 0,1 0 0 0 0,0 0 0 0 0,0 0 0 0 0,0 0 0 0 0,0 0 0 0 0,0 1 0 0 0,1-1 0 0 0,-1 1-1 0 0,1-1 1 0 0,0 1 0 0 0,-3 8 0 0 0,-1 6-42 0 0,0 0 1 0 0,1 1-1 0 0,1-1 0 0 0,1 1 0 0 0,-1 38 0 0 0,4-39-96 0 0,1 0-1 0 0,0 0 0 0 0,1-1 0 0 0,1 1 0 0 0,1-1 0 0 0,1 1 0 0 0,0-1 0 0 0,1-1 0 0 0,9 18 0 0 0,-13-30-48 0 0,0 1-1 0 0,1 0 0 0 0,-1-1 1 0 0,1 1-1 0 0,0-1 1 0 0,0 0-1 0 0,1 0 1 0 0,0-1-1 0 0,-1 1 1 0 0,1 0-1 0 0,0-1 1 0 0,0 0-1 0 0,1 0 0 0 0,-1 0 1 0 0,1-1-1 0 0,-1 0 1 0 0,1 0-1 0 0,0 0 1 0 0,0 0-1 0 0,0-1 1 0 0,0 1-1 0 0,0-1 0 0 0,0 0 1 0 0,0-1-1 0 0,1 0 1 0 0,-1 1-1 0 0,0-2 1 0 0,0 1-1 0 0,0 0 1 0 0,1-1-1 0 0,-1 0 0 0 0,0 0 1 0 0,0-1-1 0 0,0 0 1 0 0,5-2-1 0 0,-1 0 17 0 0,0-1-1 0 0,0 0 0 0 0,-1 0 0 0 0,1-1 1 0 0,-1 0-1 0 0,0-1 0 0 0,-1 1 1 0 0,0-2-1 0 0,0 1 0 0 0,0-1 1 0 0,-1 0-1 0 0,0 0 0 0 0,-1-1 1 0 0,0 1-1 0 0,0-1 0 0 0,-1 0 1 0 0,0-1-1 0 0,0 1 0 0 0,-1-1 0 0 0,-1 0 1 0 0,1 0-1 0 0,-2 0 0 0 0,1 0 1 0 0,-1-12-1 0 0,0 10 7 0 0,-1 0-1 0 0,0-1 1 0 0,0 1 0 0 0,-2 0-1 0 0,1 0 1 0 0,-2 0 0 0 0,1 0-1 0 0,-2 0 1 0 0,1 1 0 0 0,-2-1 0 0 0,1 1-1 0 0,-2 0 1 0 0,1 0 0 0 0,-2 1-1 0 0,1 0 1 0 0,-1 0 0 0 0,-1 0-1 0 0,0 1 1 0 0,0 0 0 0 0,-10-8-1 0 0,13 14-41 0 0,-1 0 0 0 0,0 0 0 0 0,1 1 0 0 0,-1-1 0 0 0,0 1 0 0 0,0 0 0 0 0,-1 1 0 0 0,1 0 0 0 0,0 0 0 0 0,0 0 0 0 0,-12 0 0 0 0,15 1-142 0 0,0 0 0 0 0,0 0 0 0 0,1 0 1 0 0,-1 0-1 0 0,0 0 0 0 0,1 1 0 0 0,-1-1 1 0 0,0 1-1 0 0,1 0 0 0 0,-1-1 0 0 0,1 1 0 0 0,-1 0 1 0 0,1 1-1 0 0,-1-1 0 0 0,1 0 0 0 0,0 1 1 0 0,0-1-1 0 0,-1 1 0 0 0,1 0 0 0 0,0 0 1 0 0,1 0-1 0 0,-1 0 0 0 0,0 0 0 0 0,0 0 0 0 0,1 0 1 0 0,-1 1-1 0 0,1-1 0 0 0,0 1 0 0 0,-2 3 1 0 0,3-5-192 0 0,0 0 0 0 0,-1 0 0 0 0,1 1 0 0 0,0-1 1 0 0,0 0-1 0 0,0 0 0 0 0,0 0 0 0 0,0 1 0 0 0,0-1 1 0 0,0 0-1 0 0,0 0 0 0 0,0 1 0 0 0,1-1 0 0 0,-1 0 0 0 0,0 0 1 0 0,1 0-1 0 0,-1 0 0 0 0,1 0 0 0 0,1 2 0 0 0,7 5-3328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14.8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 3673 0 0,'-19'3'3521'0'0,"3"0"-2178"0"0,1 0-1 0 0,-1 0 1 0 0,1 1-1 0 0,-21 10 1 0 0,34-14-1321 0 0,-1 1 0 0 0,1 0 0 0 0,0 0 0 0 0,0 0 0 0 0,0 0 0 0 0,0 1 0 0 0,1-1 0 0 0,-1 0 0 0 0,0 1 0 0 0,1-1 1 0 0,-1 1-1 0 0,0 0 0 0 0,1 0 0 0 0,0-1 0 0 0,-1 1 0 0 0,1 0 0 0 0,0 0 0 0 0,0 0 0 0 0,0 0 0 0 0,0 0 0 0 0,1 1 0 0 0,-1-1 0 0 0,0 0 0 0 0,1 0 0 0 0,0 0 0 0 0,-1 1 0 0 0,1-1 1 0 0,0 0-1 0 0,0 0 0 0 0,0 1 0 0 0,1-1 0 0 0,-1 0 0 0 0,0 0 0 0 0,1 1 0 0 0,-1-1 0 0 0,1 0 0 0 0,0 0 0 0 0,2 3 0 0 0,0 0-31 0 0,0 0 0 0 0,1 0 1 0 0,-1-1-1 0 0,1 1 0 0 0,1-1 0 0 0,-1 0 0 0 0,0-1 0 0 0,1 1 0 0 0,0-1 0 0 0,0 0 1 0 0,0 0-1 0 0,0 0 0 0 0,0 0 0 0 0,1-1 0 0 0,-1 0 0 0 0,1 0 0 0 0,9 1 0 0 0,-8-1 82 0 0,1 0 0 0 0,-1 1 0 0 0,0-1 0 0 0,0 2 0 0 0,0-1 0 0 0,0 1 0 0 0,-1 0 0 0 0,1 0 0 0 0,-1 1 0 0 0,6 5 0 0 0,-10-7 61 0 0,0 0-1 0 0,-1 1 1 0 0,1-1 0 0 0,-1 0-1 0 0,0 0 1 0 0,0 1-1 0 0,0-1 1 0 0,0 1 0 0 0,-1-1-1 0 0,1 1 1 0 0,-1-1 0 0 0,0 1-1 0 0,0-1 1 0 0,0 1 0 0 0,0-1-1 0 0,-1 1 1 0 0,0-1-1 0 0,1 0 1 0 0,-1 1 0 0 0,-2 3-1 0 0,-4 13 217 0 0,0 0-1 0 0,-12 21 0 0 0,12-26-206 0 0,-2 4-74 0 0,4-6-125 0 0,-1-1 0 0 0,0 1 1 0 0,-1-2-1 0 0,0 1 0 0 0,-15 18 0 0 0,17-30-2466 0 0,5-11 310 0 0,4-15-2268 0 0,-3 24 3627 0 0,3-20-5052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54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1493 1806 2320 0 0,'-39'40'7261'0'0,"27"-25"-6336"0"0,-1-1 0 0 0,-1 0 0 0 0,-1-1-1 0 0,0-1 1 0 0,0 0 0 0 0,-1-1 0 0 0,-19 9 0 0 0,2-6-484 0 0,-1-1 1 0 0,-1-1 0 0 0,0-2 0 0 0,0-2-1 0 0,-1-1 1 0 0,0-1 0 0 0,0-3-1 0 0,0 0 1 0 0,-71-6 0 0 0,65-1-282 0 0,-1-2-1 0 0,1-2 1 0 0,0-1-1 0 0,0-3 1 0 0,2-1-1 0 0,-1-2 1 0 0,2-2-1 0 0,-41-23 1 0 0,46 19-135 0 0,2-2 0 0 0,1-1 1 0 0,1-1-1 0 0,1-2 0 0 0,1-1 1 0 0,2-1-1 0 0,-27-36 0 0 0,16 12-16 0 0,1-2 0 0 0,3-1-1 0 0,-39-92 1 0 0,63 122-35 0 0,0 0 0 0 0,2-1 1 0 0,1 0-1 0 0,1 0 0 0 0,2 0 0 0 0,0-1 0 0 0,2 1 0 0 0,1-1 0 0 0,1 1 0 0 0,1-1 0 0 0,2 1 0 0 0,1 0 0 0 0,1 0 0 0 0,1 0 0 0 0,12-29 1 0 0,5-4-32 0 0,3 1 0 0 0,2 2 0 0 0,3 1 0 0 0,2 1 0 0 0,57-70 0 0 0,-49 73 27 0 0,2 2 1 0 0,2 2-1 0 0,2 2 0 0 0,98-72 1 0 0,-115 97 27 0 0,1 1 1 0 0,0 1-1 0 0,2 2 1 0 0,0 1 0 0 0,1 2-1 0 0,1 1 1 0 0,0 2-1 0 0,0 1 1 0 0,1 2-1 0 0,38-3 1 0 0,-8 8 3 0 0,0 2 1 0 0,0 4-1 0 0,0 2 0 0 0,-1 4 0 0 0,130 33 1 0 0,-123-20 6 0 0,-1 3 1 0 0,-2 3 0 0 0,0 3 0 0 0,-2 3-1 0 0,67 45 1 0 0,-101-56 120 0 0,0 1 0 0 0,-2 2 0 0 0,-1 1 0 0 0,-1 1 0 0 0,-1 2 0 0 0,45 60 0 0 0,-63-74-74 0 0,-1 0 1 0 0,0 1-1 0 0,-1 0 1 0 0,-1 0-1 0 0,-1 1 0 0 0,0 0 1 0 0,-2 0-1 0 0,0 0 0 0 0,0 1 1 0 0,-2 0-1 0 0,-1 0 1 0 0,0 0-1 0 0,-1 0 0 0 0,-1 0 1 0 0,-1 1-1 0 0,-6 34 0 0 0,-2-16 0 0 0,-3-1-1 0 0,0 0 0 0 0,-3 0 1 0 0,0-2-1 0 0,-32 52 0 0 0,-122 160-703 0 0,27-44-3721 0 0,87-112-3602 0 0,32-54 698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2:56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1664 2332 2745 0 0,'-37'19'3158'0'0,"0"-1"1"0"0,-64 22-1 0 0,74-32-2506 0 0,-1-1 0 0 0,0-1 0 0 0,-1-2-1 0 0,0 0 1 0 0,1-2 0 0 0,-1-1 0 0 0,-53-6-1 0 0,18-3-155 0 0,0-3 0 0 0,1-3-1 0 0,1-3 1 0 0,-82-32 0 0 0,100 30-356 0 0,1-2 1 0 0,1-2-1 0 0,1-1 1 0 0,1-3-1 0 0,1-1 1 0 0,-55-52-1 0 0,36 23-4 0 0,-101-129-1 0 0,128 143-59 0 0,3-1 0 0 0,2-1-1 0 0,2-1 1 0 0,-24-62 0 0 0,28 51-43 0 0,1-1 1 0 0,4-1-1 0 0,1 0 1 0 0,4-1-1 0 0,2 0 1 0 0,0-66-1 0 0,8 85-24 0 0,2 0-1 0 0,1 0 1 0 0,3 1-1 0 0,1-1 0 0 0,2 1 1 0 0,2 1-1 0 0,1 0 1 0 0,2 0-1 0 0,36-69 1 0 0,-27 69-21 0 0,2 1 1 0 0,1 2 0 0 0,2 0 0 0 0,1 2 0 0 0,2 1-1 0 0,52-44 1 0 0,-38 43-16 0 0,1 1 0 0 0,1 2 0 0 0,2 3-1 0 0,87-38 1 0 0,-48 33 5 0 0,0 4 0 0 0,2 5 0 0 0,1 3 0 0 0,0 4 0 0 0,2 4 1 0 0,112-1-1 0 0,-148 13 6 0 0,1 2 0 0 0,0 2 0 0 0,-1 4 0 0 0,0 1 0 0 0,111 33 0 0 0,-126-27 37 0 0,-1 2 0 0 0,0 2 0 0 0,-2 2 0 0 0,0 1 0 0 0,-1 3 0 0 0,-1 0 0 0 0,-2 3 0 0 0,46 42 0 0 0,-45-33 42 0 0,-2 2-1 0 0,-1 1 1 0 0,-2 2-1 0 0,-2 0 1 0 0,-1 3-1 0 0,-3 0 1 0 0,27 64-1 0 0,-26-40-1 0 0,-2 2 0 0 0,-4 1 0 0 0,-2 0 0 0 0,12 110 0 0 0,-21-105 28 0 0,-3 0 0 0 0,-3 0 0 0 0,-4 0 0 0 0,-3 0 0 0 0,-22 123 0 0 0,19-164-138 0 0,-3-1 0 0 0,0 0 1 0 0,-2 0-1 0 0,-2-1 1 0 0,-1 0-1 0 0,-1-1 0 0 0,-2-1 1 0 0,-1-1-1 0 0,-1 0 1 0 0,-2-2-1 0 0,-1 0 0 0 0,-1-2 1 0 0,-1 0-1 0 0,-32 24 0 0 0,14-16-1559 0 0,-3-2-1 0 0,0-2 0 0 0,-52 25 1 0 0,85-50 478 0 0,1-1 0 0 0,0 0 1 0 0,-1 0-1 0 0,0-1 1 0 0,0-1-1 0 0,0 0 0 0 0,-23-1 1 0 0,30 0 725 0 0,-53 5-4600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10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3605 3553 0 0,'-20'3'1546'0'0,"4"0"-401"0"0,-1-1 0 0 0,1-1 0 0 0,0 0 0 0 0,-1-1 1 0 0,-21-3-1 0 0,33 2-1045 0 0,0-1 1 0 0,0 1-1 0 0,0-1 1 0 0,1 0-1 0 0,-1 0 1 0 0,1 0-1 0 0,0 0 0 0 0,-1-1 1 0 0,1 0-1 0 0,0 0 1 0 0,0 0-1 0 0,1 0 1 0 0,-1-1-1 0 0,1 1 1 0 0,-1-1-1 0 0,1 0 1 0 0,0 0-1 0 0,1 0 1 0 0,-1 0-1 0 0,1-1 0 0 0,0 1 1 0 0,-3-7-1 0 0,-1-7-85 0 0,1-1-1 0 0,1 0 1 0 0,0 0-1 0 0,1 0 0 0 0,1-1 1 0 0,1 1-1 0 0,1-1 1 0 0,1 1-1 0 0,3-25 0 0 0,8-28-22 0 0,21-76 0 0 0,-27 127 24 0 0,9-40 9 0 0,4 1-1 0 0,2 1 1 0 0,3 1-1 0 0,2 1 1 0 0,3 1-1 0 0,2 1 1 0 0,2 2-1 0 0,3 2 0 0 0,2 1 1 0 0,2 1-1 0 0,2 3 1 0 0,2 1-1 0 0,2 2 1 0 0,98-69-1 0 0,-28 32-36 0 0,4 4 0 0 0,206-94 0 0 0,-322 168 14 0 0,37-15 3 0 0,44-12 1 0 0,-75 26 22 0 0,1 0 1 0 0,0 1 0 0 0,0 0 0 0 0,0 1-1 0 0,0 0 1 0 0,0 1 0 0 0,0 0 0 0 0,0 1-1 0 0,20 3 1 0 0,-29-3 37 0 0,1 0 0 0 0,-1 0-1 0 0,0 0 1 0 0,1 0 0 0 0,-1 0 0 0 0,0 1-1 0 0,0-1 1 0 0,0 1 0 0 0,0-1 0 0 0,0 1-1 0 0,0 0 1 0 0,0-1 0 0 0,-1 1 0 0 0,1 0-1 0 0,-1 0 1 0 0,1 1 0 0 0,-1-1-1 0 0,0 0 1 0 0,0 0 0 0 0,0 1 0 0 0,0-1-1 0 0,0 0 1 0 0,0 1 0 0 0,-1-1 0 0 0,1 1-1 0 0,-1-1 1 0 0,0 1 0 0 0,0-1 0 0 0,0 1-1 0 0,0-1 1 0 0,0 1 0 0 0,0-1 0 0 0,-1 1-1 0 0,0 4 1 0 0,0-5-2 0 0,1 1 1 0 0,-1-1-1 0 0,0 1 1 0 0,0-1-1 0 0,0 1 0 0 0,0-1 1 0 0,0 1-1 0 0,0-1 1 0 0,-1 0-1 0 0,1 0 0 0 0,-1 0 1 0 0,0 0-1 0 0,1 0 1 0 0,-1 0-1 0 0,0 0 0 0 0,0 0 1 0 0,0-1-1 0 0,-1 1 1 0 0,1-1-1 0 0,0 0 0 0 0,0 1 1 0 0,-1-1-1 0 0,1 0 1 0 0,-1 0-1 0 0,1-1 0 0 0,-1 1 1 0 0,1 0-1 0 0,-1-1 1 0 0,0 0-1 0 0,1 1 0 0 0,-1-1 1 0 0,0 0-1 0 0,-2-1 1 0 0,-3 0-26 0 0,0-1 0 0 0,1-1 1 0 0,-1 1-1 0 0,1-1 1 0 0,-1-1-1 0 0,1 1 1 0 0,0-1-1 0 0,0 0 0 0 0,1-1 1 0 0,-1 0-1 0 0,1 0 1 0 0,0 0-1 0 0,1-1 1 0 0,-1 0-1 0 0,1 0 0 0 0,0 0 1 0 0,0-1-1 0 0,1 1 1 0 0,0-1-1 0 0,0 0 1 0 0,-5-15-1 0 0,1 3-52 0 0,2-1 0 0 0,0-1-1 0 0,1 1 1 0 0,1-1 0 0 0,1 0 0 0 0,0 0-1 0 0,2-25 1 0 0,2-30-97 0 0,4 0 0 0 0,4 0 0 0 0,3 1 0 0 0,3 0 0 0 0,3 1 0 0 0,3 1-1 0 0,4 1 1 0 0,3 1 0 0 0,2 1 0 0 0,56-91 0 0 0,-43 102 66 0 0,3 1 0 0 0,2 2 0 0 0,2 3 0 0 0,64-53-1 0 0,76-81 87 0 0,-176 166-2 0 0,-18 7 136 0 0,-4-5-54 0 0,4 0-149 0 0,-4-8 104 0 0,8 27-73 0 0,-1-1 0 0 0,0 1 0 0 0,0 0 0 0 0,0-1 0 0 0,1 1 0 0 0,-1 0 0 0 0,0 0 0 0 0,0 0 1 0 0,0 0-1 0 0,0 0 0 0 0,0 0 0 0 0,1 0 0 0 0,-1 0 0 0 0,0 0 0 0 0,0 0 0 0 0,0 0 0 0 0,0 1 0 0 0,1-1 1 0 0,-1 0-1 0 0,0 1 0 0 0,0-1 0 0 0,0 0 0 0 0,1 1 0 0 0,-1-1 0 0 0,0 1 0 0 0,1-1 0 0 0,-1 1 1 0 0,0 0-1 0 0,1-1 0 0 0,-1 1 0 0 0,1-1 0 0 0,-1 1 0 0 0,0 1 0 0 0,-276 221 332 0 0,179-146-313 0 0,96-75-26 0 0,-43 27-86 0 0,74-77-773 0 0,5-1 476 0 0,1 1-1 0 0,3 1 0 0 0,2 2 0 0 0,1 2 1 0 0,3 2-1 0 0,94-69 0 0 0,-128 103 396 0 0,1 0-1 0 0,-1 1 1 0 0,1 1-1 0 0,0 0 1 0 0,0 0-1 0 0,1 1 1 0 0,16-3-1 0 0,-25 6 36 0 0,0 0-1 0 0,0 1 1 0 0,0 0-1 0 0,0 0 1 0 0,0 0-1 0 0,0 0 0 0 0,1 0 1 0 0,-1 1-1 0 0,0-1 1 0 0,0 1-1 0 0,0 0 1 0 0,0 0-1 0 0,0 0 0 0 0,0 1 1 0 0,0-1-1 0 0,-1 0 1 0 0,1 1-1 0 0,0 0 1 0 0,-1 0-1 0 0,1 0 1 0 0,-1 0-1 0 0,0 0 0 0 0,1 0 1 0 0,-1 1-1 0 0,0-1 1 0 0,-1 1-1 0 0,1-1 1 0 0,0 1-1 0 0,-1 0 0 0 0,1-1 1 0 0,-1 1-1 0 0,2 5 1 0 0,7 23 410 0 0,-1 1 1 0 0,5 34 0 0 0,-9-39-659 0 0,0 0 0 0 0,2-1 1 0 0,1 0-1 0 0,13 27 0 0 0,-11-32-774 0 0,16 30-2955 0 0,-4-18-2861 0 0,-4-13 2118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11.8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3311 2336 0 0,'-3'2'372'0'0,"-50"36"2877"0"0,50-36-3036 0 0,1 0 1 0 0,-1-1-1 0 0,0 1 0 0 0,1-1 0 0 0,-1 1 0 0 0,0-1 0 0 0,0 0 1 0 0,0 0-1 0 0,0-1 0 0 0,0 1 0 0 0,0-1 0 0 0,0 1 0 0 0,0-1 0 0 0,0 0 1 0 0,-1 0-1 0 0,1 0 0 0 0,-5-2 0 0 0,8 2-151 0 0,-1-1-1 0 0,0 1 1 0 0,0-1-1 0 0,1 0 1 0 0,-1 0-1 0 0,0 1 1 0 0,1-1-1 0 0,-1 0 1 0 0,1 0-1 0 0,-1 0 1 0 0,1 0-1 0 0,-1 0 1 0 0,1 0-1 0 0,-1 1 1 0 0,1-1-1 0 0,0 0 1 0 0,0 0-1 0 0,0 0 1 0 0,-1 0-1 0 0,1 0 1 0 0,0 0-1 0 0,0 0 1 0 0,0 0-1 0 0,1 0 1 0 0,-1 0-1 0 0,0 0 1 0 0,0 0-1 0 0,0 0 1 0 0,1 0-1 0 0,-1 0 1 0 0,0 0-1 0 0,1 0 1 0 0,-1 0-1 0 0,1 0 1 0 0,-1 0-1 0 0,1 0 1 0 0,0 1-1 0 0,1-2 1 0 0,26-38 866 0 0,-26 37-785 0 0,99-112 1701 0 0,50-64-567 0 0,-118 131-1157 0 0,-2-1 1 0 0,-3-1-1 0 0,-2-2 1 0 0,-2 0 0 0 0,22-70-1 0 0,-35 83-71 0 0,-1-1 0 0 0,-2-1 0 0 0,-2 1 0 0 0,-2-1 0 0 0,-1 0 0 0 0,-2 0 0 0 0,-3 0 0 0 0,-6-49 0 0 0,4 63-4 0 0,-1 0 0 0 0,-1 1 0 0 0,-2 0 0 0 0,0 0-1 0 0,-2 1 1 0 0,0 0 0 0 0,-27-44 0 0 0,33 63-43 0 0,0-1-1 0 0,-1 1 0 0 0,0 0 1 0 0,0 0-1 0 0,0 0 1 0 0,-1 1-1 0 0,1-1 0 0 0,-2 2 1 0 0,1-1-1 0 0,0 0 1 0 0,-1 1-1 0 0,0 1 0 0 0,0-1 1 0 0,0 1-1 0 0,0 0 1 0 0,0 0-1 0 0,-1 1 0 0 0,1 0 1 0 0,-1 1-1 0 0,0-1 1 0 0,0 2-1 0 0,1-1 0 0 0,-1 1 1 0 0,0 0-1 0 0,0 0 1 0 0,1 1-1 0 0,-1 0 1 0 0,0 1-1 0 0,1-1 0 0 0,-1 2 1 0 0,-9 3-1 0 0,3 0-25 0 0,0 0 0 0 0,0 1-1 0 0,1 0 1 0 0,1 1 0 0 0,-21 16-1 0 0,29-21 13 0 0,1 0-1 0 0,-1 0 1 0 0,1 0-1 0 0,-1 0 1 0 0,1 1-1 0 0,0-1 1 0 0,0 1-1 0 0,1 0 1 0 0,-1 0-1 0 0,1 0 1 0 0,0 0-1 0 0,0 0 1 0 0,0 0-1 0 0,0 1 1 0 0,1-1-1 0 0,0 1 1 0 0,0-1-1 0 0,0 1 1 0 0,0 0-1 0 0,1-1 1 0 0,0 1-1 0 0,0 5 1 0 0,1-8 7 0 0,-1 0 0 0 0,1-1 0 0 0,-1 1-1 0 0,1 0 1 0 0,0-1 0 0 0,0 1 0 0 0,0 0 0 0 0,0-1 0 0 0,0 1 0 0 0,0-1 0 0 0,1 0 0 0 0,-1 1 0 0 0,0-1 0 0 0,1 0 0 0 0,-1 0 0 0 0,1 0 0 0 0,-1 0 0 0 0,1 0-1 0 0,0 0 1 0 0,-1 0 0 0 0,1-1 0 0 0,0 1 0 0 0,0 0 0 0 0,-1-1 0 0 0,1 0 0 0 0,0 1 0 0 0,0-1 0 0 0,0 0 0 0 0,-1 0 0 0 0,1 0 0 0 0,0 0 0 0 0,0 0 0 0 0,0 0-1 0 0,0-1 1 0 0,-1 1 0 0 0,1-1 0 0 0,3 0 0 0 0,7-2 16 0 0,0 0 0 0 0,-1-1 0 0 0,1-1-1 0 0,14-6 1 0 0,-1-4 62 0 0,1-1 0 0 0,-2 0 0 0 0,0-2-1 0 0,-1-1 1 0 0,-1-1 0 0 0,-1 0 0 0 0,0-2 0 0 0,-2-1-1 0 0,-1 0 1 0 0,0-1 0 0 0,-2-1 0 0 0,-1 0 0 0 0,-1-2 0 0 0,16-41-1 0 0,-7 5 52 0 0,-2-1 0 0 0,-4-1-1 0 0,-2 0 1 0 0,-3-1-1 0 0,4-91 1 0 0,-9 60 11 0 0,-5-1 0 0 0,-4 0 1 0 0,-23-158-1 0 0,23 243-95 0 0,-1 0 0 0 0,0 0-1 0 0,-1 0 1 0 0,-1 0 0 0 0,0 0 0 0 0,0 1-1 0 0,-1 0 1 0 0,-12-18 0 0 0,13 24-13 0 0,0 1 1 0 0,0-1-1 0 0,0 1 0 0 0,-1 0 1 0 0,1 1-1 0 0,-1-1 0 0 0,-1 1 1 0 0,1 0-1 0 0,0 0 0 0 0,-1 1 0 0 0,0 0 1 0 0,1 0-1 0 0,-1 1 0 0 0,-1 0 1 0 0,1 0-1 0 0,0 0 0 0 0,-9 0 1 0 0,-152-4 114 0 0,167 7-142 0 0,1-1-1 0 0,-1 0 0 0 0,1 0 1 0 0,-1-1-1 0 0,1 1 0 0 0,0 0 1 0 0,-1 0-1 0 0,1 0 1 0 0,-1 0-1 0 0,1 0 0 0 0,0 0 1 0 0,-1 0-1 0 0,1-1 0 0 0,-1 1 1 0 0,1 0-1 0 0,0 0 0 0 0,-1-1 1 0 0,1 1-1 0 0,0 0 0 0 0,-1-1 1 0 0,1 1-1 0 0,0 0 0 0 0,-1-1 1 0 0,1 1-1 0 0,0 0 0 0 0,0-1 1 0 0,0 1-1 0 0,-1 0 0 0 0,1-1 1 0 0,0 1-1 0 0,0-1 0 0 0,0 1 1 0 0,0-1-1 0 0,0 1 0 0 0,0 0 1 0 0,0-1-1 0 0,0 1 0 0 0,0-1 1 0 0,0 1-1 0 0,0-1 1 0 0,0 1-1 0 0,0 0 0 0 0,0-1 1 0 0,0 1-1 0 0,0-1 0 0 0,0 1 1 0 0,0-1-1 0 0,1 1 0 0 0,-1-1 1 0 0,17-28 35 0 0,-2 1 77 0 0,-17 6-97 0 0,1 19-14 0 0,0-1 1 0 0,1 0-1 0 0,0 0 0 0 0,-1 1 1 0 0,1-1-1 0 0,1 0 0 0 0,-1 0 1 0 0,1 1-1 0 0,-1-1 0 0 0,3-6 0 0 0,1 52-190 0 0,-13 24 163 0 0,-21 74 0 0 0,-3 25 55 0 0,32-140 3 0 0,8-33 21 0 0,9-40 17 0 0,-9-3-44 0 0,-3 0-1 0 0,-1 0 0 0 0,-6-65 1 0 0,0 49-17 0 0,7-67 0 0 0,-4 128-17 0 0,1 0 0 0 0,-1 0 0 0 0,1-1 0 0 0,1 2 0 0 0,-1-1 0 0 0,1 0-1 0 0,0 0 1 0 0,4-6 0 0 0,-5 10 7 0 0,0 1-1 0 0,0-1 1 0 0,1 1 0 0 0,-1 0-1 0 0,0 0 1 0 0,1-1-1 0 0,-1 1 1 0 0,1 0-1 0 0,-1 0 1 0 0,1 0-1 0 0,-1 0 1 0 0,1 0 0 0 0,0 1-1 0 0,0-1 1 0 0,-1 1-1 0 0,1-1 1 0 0,0 1-1 0 0,0-1 1 0 0,0 1-1 0 0,-1 0 1 0 0,1 0 0 0 0,0 0-1 0 0,0 0 1 0 0,0 0-1 0 0,0 0 1 0 0,-1 1-1 0 0,1-1 1 0 0,0 0 0 0 0,3 2-1 0 0,16 2 9 0 0,0-1-1 0 0,0-1 1 0 0,0-1-1 0 0,0 0 1 0 0,1-2-1 0 0,-1 0 1 0 0,0-2 0 0 0,25-6-1 0 0,167-54-4436 0 0,-179 52 2524 0 0,65-27-4704 0 0,-46 18 1339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49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488 10 1528 0 0,'-7'-3'365'0'0,"-1"1"-1"0"0,1 1 1 0 0,-1-1-1 0 0,1 1 1 0 0,-1 1-1 0 0,0-1 1 0 0,1 1-1 0 0,-1 0 1 0 0,0 1-1 0 0,1 0 1 0 0,-1 0-1 0 0,1 1 1 0 0,-1 0-1 0 0,1 0 1 0 0,0 1-1 0 0,0 0 1 0 0,0 0-1 0 0,-10 6 1 0 0,5 0-227 0 0,0-1 1 0 0,1 1 0 0 0,0 1 0 0 0,1 0-1 0 0,0 1 1 0 0,0 0 0 0 0,1 0-1 0 0,-14 24 1 0 0,-13 30 237 0 0,3 1 0 0 0,4 1 0 0 0,2 2 0 0 0,3 1 0 0 0,3 1 0 0 0,3 1 0 0 0,3 0 0 0 0,-9 134-1 0 0,23-181-349 0 0,0-1 0 0 0,2 0 0 0 0,1 0 0 0 0,1 0 0 0 0,0 0 0 0 0,2 0 0 0 0,15 41 0 0 0,-16-54-47 0 0,1 0 0 0 0,0-1 0 0 0,1 1 0 0 0,0-1 1 0 0,1-1-1 0 0,0 1 0 0 0,0-1 0 0 0,1 0 0 0 0,0-1 0 0 0,1 0 0 0 0,0 0 1 0 0,0-1-1 0 0,0 0 0 0 0,1 0 0 0 0,0-1 0 0 0,1-1 0 0 0,20 9 0 0 0,-19-10 3 0 0,-1-1-1 0 0,1 0 1 0 0,0 0 0 0 0,-1-1-1 0 0,1-1 1 0 0,0 0-1 0 0,0-1 1 0 0,0 0-1 0 0,0-1 1 0 0,0 0-1 0 0,0-1 1 0 0,-1 0-1 0 0,14-4 1 0 0,-19 4 16 0 0,0 0 1 0 0,0-1 0 0 0,-1 0-1 0 0,1 0 1 0 0,-1 0 0 0 0,0 0-1 0 0,0-1 1 0 0,0 0 0 0 0,0 0-1 0 0,0 0 1 0 0,-1-1 0 0 0,0 1-1 0 0,0-1 1 0 0,0 0 0 0 0,-1 0-1 0 0,1-1 1 0 0,-1 1 0 0 0,0-1-1 0 0,-1 1 1 0 0,1-1 0 0 0,-1 0-1 0 0,-1 0 1 0 0,1 0 0 0 0,-1 0-1 0 0,0 0 1 0 0,1-10 0 0 0,-2 6 16 0 0,-1 1 0 0 0,0-1 0 0 0,0 0 0 0 0,0 0 1 0 0,-2 0-1 0 0,1 1 0 0 0,-1-1 0 0 0,0 1 0 0 0,-8-15 0 0 0,10 22-16 0 0,0-1 0 0 0,0 1-1 0 0,0 0 1 0 0,-1 0 0 0 0,1-1-1 0 0,0 1 1 0 0,-1 0 0 0 0,0 0-1 0 0,1 0 1 0 0,-1 1 0 0 0,0-1 0 0 0,0 0-1 0 0,0 1 1 0 0,0-1 0 0 0,0 1-1 0 0,-1 0 1 0 0,1-1 0 0 0,0 1-1 0 0,-1 0 1 0 0,1 0 0 0 0,-1 1-1 0 0,1-1 1 0 0,-1 0 0 0 0,1 1-1 0 0,-1 0 1 0 0,1-1 0 0 0,-1 1-1 0 0,0 0 1 0 0,1 0 0 0 0,-1 1-1 0 0,1-1 1 0 0,-1 1 0 0 0,1-1-1 0 0,-1 1 1 0 0,1 0 0 0 0,-1-1-1 0 0,1 1 1 0 0,0 1 0 0 0,-1-1-1 0 0,1 0 1 0 0,-3 2 0 0 0,-10 8 7 0 0,1 1 0 0 0,0 0 0 0 0,1 1 1 0 0,0 1-1 0 0,1 0 0 0 0,1 0 0 0 0,0 1 1 0 0,1 1-1 0 0,-9 17 0 0 0,-7 19 138 0 0,-31 85-1 0 0,48-112-127 0 0,0 0 0 0 0,2 1 1 0 0,1 0-1 0 0,1 1 0 0 0,1-1 0 0 0,1 1 0 0 0,1 26 0 0 0,2-44-22 0 0,1 0-1 0 0,0 0 1 0 0,0-1-1 0 0,1 1 1 0 0,0 0-1 0 0,0-1 1 0 0,1 0-1 0 0,0 1 1 0 0,0-1-1 0 0,1 0 1 0 0,1-1-1 0 0,-1 1 1 0 0,1-1-1 0 0,0 0 1 0 0,1 0-1 0 0,-1 0 1 0 0,1-1-1 0 0,1 1 1 0 0,-1-2-1 0 0,1 1 1 0 0,0-1-1 0 0,0 0 1 0 0,1 0-1 0 0,15 6 1 0 0,0-1-12 0 0,0-1-1 0 0,27 6 1 0 0,-41-13 31 0 0,1 0-1 0 0,-1 0 1 0 0,1-1 0 0 0,-1 0-1 0 0,1-1 1 0 0,0 0-1 0 0,-1-1 1 0 0,16-2-1 0 0,-25 3-9 0 0,1-1-1 0 0,0 1 1 0 0,0-1-1 0 0,0 1 1 0 0,0-1-1 0 0,0 1 1 0 0,-1-1-1 0 0,1 0 1 0 0,0 1-1 0 0,-1-1 1 0 0,1 0-1 0 0,0 0 1 0 0,-1 0-1 0 0,1 1 1 0 0,-1-1-1 0 0,1 0 1 0 0,-1 0-1 0 0,0 0 1 0 0,1 0-1 0 0,-1 0 1 0 0,0 0-1 0 0,0 0 1 0 0,0 0-1 0 0,1 0 1 0 0,-1 0-1 0 0,0-2 1 0 0,-5-7-7333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0.2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103 104 2192 0 0,'-1'-2'209'0'0,"-1"1"-1"0"0,1-1 0 0 0,0 1 0 0 0,-1 0 0 0 0,1 0 0 0 0,-1-1 0 0 0,1 1 0 0 0,-1 0 0 0 0,1 0 0 0 0,-1 0 0 0 0,0 1 0 0 0,0-1 0 0 0,1 0 0 0 0,-1 1 0 0 0,0-1 0 0 0,0 1 0 0 0,0-1 0 0 0,0 1 0 0 0,0 0 1 0 0,0 0-1 0 0,1 0 0 0 0,-1 0 0 0 0,0 0 0 0 0,-4 1 0 0 0,4 0-33 0 0,-1 1 1 0 0,1-1 0 0 0,-1 1-1 0 0,1 0 1 0 0,0 0 0 0 0,0 0-1 0 0,0 0 1 0 0,0 0-1 0 0,0 0 1 0 0,1 1 0 0 0,-1-1-1 0 0,0 1 1 0 0,1-1 0 0 0,0 1-1 0 0,0-1 1 0 0,-2 5 0 0 0,1-1-18 0 0,0 0 1 0 0,0 0 0 0 0,1 0-1 0 0,0 1 1 0 0,0-1 0 0 0,1 0-1 0 0,-1 0 1 0 0,1 1 0 0 0,0-1 0 0 0,1 1-1 0 0,0-1 1 0 0,0 0 0 0 0,0 0-1 0 0,4 11 1 0 0,-4-15-145 0 0,0 1 0 0 0,0-1 0 0 0,1 1-1 0 0,-1-1 1 0 0,0 0 0 0 0,1 0 0 0 0,0 0-1 0 0,-1 0 1 0 0,1 0 0 0 0,0 0 0 0 0,0 0 0 0 0,0 0-1 0 0,0-1 1 0 0,0 1 0 0 0,1-1 0 0 0,-1 0 0 0 0,0 1-1 0 0,1-1 1 0 0,-1 0 0 0 0,1 0 0 0 0,-1-1 0 0 0,1 1-1 0 0,0 0 1 0 0,-1-1 0 0 0,1 0 0 0 0,-1 0-1 0 0,1 1 1 0 0,0-1 0 0 0,-1-1 0 0 0,1 1 0 0 0,0 0-1 0 0,-1-1 1 0 0,1 1 0 0 0,-1-1 0 0 0,1 0 0 0 0,-1 0-1 0 0,4-2 1 0 0,4-1 39 0 0,0-1 1 0 0,0-1-1 0 0,-1 0 0 0 0,0 0 0 0 0,0-1 0 0 0,-1 0 0 0 0,0 0 1 0 0,0-1-1 0 0,0 0 0 0 0,-1-1 0 0 0,-1 1 0 0 0,1-1 0 0 0,6-14 1 0 0,-10 18-17 0 0,-1 0 1 0 0,1 0 0 0 0,-1 0-1 0 0,-1 0 1 0 0,1-1 0 0 0,-1 1-1 0 0,0-1 1 0 0,0 1 0 0 0,0-1-1 0 0,-1 1 1 0 0,0-1 0 0 0,-1-7-1 0 0,0 9-25 0 0,0 0-1 0 0,0 0 1 0 0,0 0 0 0 0,-1 0-1 0 0,1 1 1 0 0,-1-1 0 0 0,0 1-1 0 0,0-1 1 0 0,0 1-1 0 0,-1 0 1 0 0,1 0 0 0 0,-1 0-1 0 0,0 0 1 0 0,0 0 0 0 0,0 0-1 0 0,0 1 1 0 0,0-1 0 0 0,-8-3-1 0 0,8 5-163 0 0,-1-1 0 0 0,0 1 0 0 0,0 0-1 0 0,0 0 1 0 0,0 1 0 0 0,0-1 0 0 0,0 1 0 0 0,0 0 0 0 0,0 0-1 0 0,-1 0 1 0 0,1 0 0 0 0,0 1 0 0 0,0 0 0 0 0,0 0-1 0 0,0 0 1 0 0,1 0 0 0 0,-1 0 0 0 0,0 1 0 0 0,0 0 0 0 0,1 0-1 0 0,-1 0 1 0 0,1 0 0 0 0,-1 0 0 0 0,-3 4 0 0 0,-2 1-362 0 0,1 0 0 0 0,0 0 1 0 0,0 0-1 0 0,1 1 1 0 0,0 0-1 0 0,0 0 0 0 0,1 1 1 0 0,-7 12-1 0 0,-8 4-3248 0 0,17-11 1644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0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2641 0 0,'92'-8'8762'0'0,"11"-10"-6322"0"0,-47 7-2598 0 0,1 2-1 0 0,62-1 1 0 0,-119 10 82 0 0,0 0-1 0 0,0 0 1 0 0,0 0 0 0 0,-1 0-1 0 0,1 0 1 0 0,0 0 0 0 0,0 0-1 0 0,0 0 1 0 0,0 0 0 0 0,0 1-1 0 0,0-1 1 0 0,0 0 0 0 0,-1 0-1 0 0,1 0 1 0 0,0 0 0 0 0,0 0-1 0 0,0 0-228 0 0,0 0 228 0 0,0 0 1 0 0,0 1 0 0 0,0-1-1 0 0,0 0 1 0 0,0 0 0 0 0,-1 0-1 0 0,1 0 1 0 0,0 0 0 0 0,0 0-1 0 0,0 0 1 0 0,0 1 0 0 0,0-1-1 0 0,0 0 1 0 0,0 0 0 0 0,0 0-1 0 0,0 0 1 0 0,0 0 0 0 0,0 0-1 0 0,0 1 1 0 0,0-1-1 0 0,0 0 1 0 0,1 0 0 0 0,-1 0-1 0 0,0 0 1 0 0,0 0 0 0 0,0 0-1 0 0,0 0 1 0 0,0 1 0 0 0,0-1-1 0 0,0 0 1 0 0,0 0 0 0 0,0 0-77 0 0,-20 11-2004 0 0,-27 11 543 0 0,37-18 1674 0 0,1 1-1 0 0,-1 0 1 0 0,1 0-1 0 0,1 1 0 0 0,-1 1 1 0 0,1-1-1 0 0,-10 12 0 0 0,10-10 293 0 0,1 0 0 0 0,0 0 0 0 0,0 1-1 0 0,1 0 1 0 0,0 1 0 0 0,1-1 0 0 0,0 1-1 0 0,1 0 1 0 0,0 0 0 0 0,0 1-1 0 0,1-1 1 0 0,1 1 0 0 0,-1 0 0 0 0,2-1-1 0 0,-1 1 1 0 0,2 0 0 0 0,-1 0 0 0 0,2 0-1 0 0,1 16 1 0 0,-1-23-385 0 0,0 0 0 0 0,0 0 0 0 0,1-1 0 0 0,-1 1 0 0 0,1 0 0 0 0,0-1 0 0 0,0 1 0 0 0,0-1-1 0 0,0 0 1 0 0,1 1 0 0 0,0-1 0 0 0,-1 0 0 0 0,1-1 0 0 0,0 1 0 0 0,0 0 0 0 0,5 3 0 0 0,-5-5-209 0 0,-1 0 1 0 0,1 0-1 0 0,-1 0 1 0 0,1 0-1 0 0,-1 0 1 0 0,1 0-1 0 0,-1 0 1 0 0,1-1-1 0 0,0 1 1 0 0,-1-1-1 0 0,1 0 1 0 0,0 0-1 0 0,0 0 1 0 0,-1 0-1 0 0,1 0 1 0 0,3-2-1 0 0,-5 2 119 0 0,0 0-1 0 0,0 0 0 0 0,-1-1 0 0 0,1 1 1 0 0,0 0-1 0 0,0-1 0 0 0,0 1 0 0 0,-1-1 1 0 0,1 1-1 0 0,0-1 0 0 0,-1 1 0 0 0,1-1 1 0 0,0 0-1 0 0,-1 1 0 0 0,1-1 0 0 0,-1 0 1 0 0,1 1-1 0 0,-1-1 0 0 0,1 0 0 0 0,-1 0 1 0 0,0 1-1 0 0,1-1 0 0 0,-1 0 0 0 0,0 0 1 0 0,1 0-1 0 0,-1 0 0 0 0,0-1 0 0 0,3-8-1101 0 0,11-6-1557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0.9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 5721 0 0,'-4'15'1842'0'0,"1"1"0"0"0,-3 30 0 0 0,8 32 384 0 0,24 76-2566 0 0,-18-119 190 0 0,-7-30-2 0 0,7 38-2482 0 0,-6 0-3470 0 0,-3-33 3115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1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0 3889 0 0,'-4'3'332'0'0,"1"0"0"0"0,-1-1 0 0 0,1 1 0 0 0,0 1 0 0 0,0-1 0 0 0,0 0 0 0 0,0 1 0 0 0,0 0 0 0 0,1-1 0 0 0,-1 1 0 0 0,1 0-1 0 0,0 0 1 0 0,0 1 0 0 0,1-1 0 0 0,-1 0 0 0 0,1 0 0 0 0,0 1 0 0 0,0-1 0 0 0,0 8 0 0 0,-1 11 72 0 0,0-1 0 0 0,3 35-1 0 0,-1-50-251 0 0,9 77 117 0 0,-8-80-236 0 0,-1 0 0 0 0,1 0 0 0 0,0 0 1 0 0,1 0-1 0 0,-1 0 0 0 0,1 0 0 0 0,0 0 0 0 0,0 0 1 0 0,0-1-1 0 0,0 1 0 0 0,1 0 0 0 0,-1-1 0 0 0,1 0 1 0 0,0 0-1 0 0,0 0 0 0 0,0 0 0 0 0,5 3 0 0 0,-5-4 15 0 0,1-1 0 0 0,-1-1-1 0 0,1 1 1 0 0,-1 0 0 0 0,1-1-1 0 0,-1 0 1 0 0,1 0 0 0 0,-1 0 0 0 0,1 0-1 0 0,-1 0 1 0 0,0-1 0 0 0,1 1-1 0 0,-1-1 1 0 0,1 0 0 0 0,-1 0-1 0 0,4-2 1 0 0,58-30 217 0 0,-41 20-580 0 0,5 0-1860 0 0,-1 0-4438 0 0,-21 11 3275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1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0 130 4313 0 0,'12'-9'5438'0'0,"19"-3"-4243"0"0,47-14 404 0 0,115-57-1 0 0,-219 97-1284 0 0,1 1 0 0 0,1 1 0 0 0,-23 19-1 0 0,35-26-326 0 0,2 1-1 0 0,-1 0 0 0 0,1 0 1 0 0,1 1-1 0 0,0 0 0 0 0,0 1 1 0 0,1 0-1 0 0,-11 21 0 0 0,18-30 14 0 0,0 0-1 0 0,-1 0 0 0 0,1 0 0 0 0,0 0 1 0 0,1 0-1 0 0,-1 0 0 0 0,0 0 1 0 0,1 0-1 0 0,0 1 0 0 0,-1-1 0 0 0,2 0 1 0 0,-1 0-1 0 0,0 0 0 0 0,0 0 0 0 0,1 1 1 0 0,1 4-1 0 0,-1-7 0 0 0,0 1 0 0 0,0 0 1 0 0,0 0-1 0 0,1-1 0 0 0,-1 1 0 0 0,0-1 0 0 0,1 1 0 0 0,-1-1 1 0 0,1 1-1 0 0,0-1 0 0 0,-1 0 0 0 0,1 0 0 0 0,0 0 1 0 0,0 0-1 0 0,0 0 0 0 0,0 0 0 0 0,0-1 0 0 0,0 1 0 0 0,2 0 1 0 0,3 0 2 0 0,1 0 0 0 0,-1 0 1 0 0,1-1-1 0 0,-1 0 0 0 0,1-1 0 0 0,-1 0 1 0 0,1 0-1 0 0,-1 0 0 0 0,0-1 1 0 0,1 0-1 0 0,-1 0 0 0 0,9-5 1 0 0,4-3-56 0 0,-11 4 177 0 0,0 2-1 0 0,0 0 0 0 0,1 0 0 0 0,-1 0 1 0 0,1 1-1 0 0,13-2 0 0 0,-21 5-94 0 0,1-1-1 0 0,-1 2 1 0 0,0-1 0 0 0,0 0-1 0 0,0 0 1 0 0,0 1-1 0 0,0-1 1 0 0,0 1 0 0 0,0-1-1 0 0,0 1 1 0 0,0 0-1 0 0,0 0 1 0 0,0 0-1 0 0,0 0 1 0 0,0 0 0 0 0,-1 0-1 0 0,1 1 1 0 0,-1-1-1 0 0,1 1 1 0 0,-1-1 0 0 0,1 1-1 0 0,-1-1 1 0 0,0 1-1 0 0,1 0 1 0 0,-1 0 0 0 0,0 0-1 0 0,0-1 1 0 0,0 1-1 0 0,-1 0 1 0 0,1 0-1 0 0,0 0 1 0 0,-1 0 0 0 0,1 1-1 0 0,-1-1 1 0 0,0 0-1 0 0,0 3 1 0 0,2 10-95 0 0,-1 1 0 0 0,-1 0 0 0 0,0 0 0 0 0,-1-1 0 0 0,-1 1 0 0 0,0 0 0 0 0,-1-1 0 0 0,-1 0 0 0 0,-1 1 0 0 0,0-2 0 0 0,-9 21 0 0 0,8-23-790 0 0,1-1 1 0 0,-2 0 0 0 0,1 0-1 0 0,-2 0 1 0 0,1-1-1 0 0,-1 0 1 0 0,-1 0-1 0 0,-16 13 1 0 0,23-21 555 0 0,-1 0 0 0 0,0 0 0 0 0,0 0 0 0 0,0-1-1 0 0,0 1 1 0 0,0-1 0 0 0,0 0 0 0 0,0 0 0 0 0,0 0 0 0 0,0 0 0 0 0,-1-1 0 0 0,1 1 0 0 0,0-1 0 0 0,-1 0 0 0 0,-4 0-1 0 0,-46-13-1906 0 0,10 0 3397 0 0,41 13-758 0 0,-1-1 0 0 0,0 1 0 0 0,1 0 0 0 0,-1 0 0 0 0,0 0 0 0 0,1 0 0 0 0,-1 1 0 0 0,0-1 0 0 0,1 1 0 0 0,-5 2 0 0 0,-3 6 3410 0 0,21-3-1575 0 0,22 0-548 0 0,137-31-573 0 0,-79 10-2896 0 0,0 4-3502 0 0,-44 5 506 0 0,-27 4 1309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2.1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75 3609 0 0,'-6'-6'719'0'0,"1"0"0"0"0,-1 1 0 0 0,0 0 0 0 0,-1 1 1 0 0,-8-6-1 0 0,14 10-657 0 0,0-1 0 0 0,1 1 1 0 0,-1-1-1 0 0,0 1 0 0 0,0 0 1 0 0,0 0-1 0 0,0-1 0 0 0,0 1 1 0 0,0 0-1 0 0,0 0 0 0 0,0 0 1 0 0,0 0-1 0 0,0 0 0 0 0,0 0 1 0 0,0 0-1 0 0,0 0 0 0 0,0 1 1 0 0,0-1-1 0 0,-2 1 0 0 0,2 0-33 0 0,0 0 0 0 0,0 0 0 0 0,0 0 0 0 0,0 0 0 0 0,0 0 1 0 0,0 0-1 0 0,0 0 0 0 0,1 0 0 0 0,-1 1 0 0 0,0-1 0 0 0,1 0 0 0 0,-1 1 0 0 0,1-1 0 0 0,0 0 0 0 0,-1 1 0 0 0,1-1 0 0 0,0 0 0 0 0,0 4 0 0 0,-1 4 3 0 0,1-1-1 0 0,0 1 1 0 0,0 0 0 0 0,1 0-1 0 0,0 0 1 0 0,1-1 0 0 0,0 1-1 0 0,0 0 1 0 0,1-1 0 0 0,0 0-1 0 0,0 1 1 0 0,1-1 0 0 0,0-1-1 0 0,1 1 1 0 0,0 0 0 0 0,11 12-1 0 0,-14-17 17 0 0,2 1 0 0 0,-1-1 0 0 0,0 0 0 0 0,1-1 0 0 0,-1 1-1 0 0,1 0 1 0 0,0-1 0 0 0,0 0 0 0 0,0 0 0 0 0,0 0 0 0 0,0-1-1 0 0,0 1 1 0 0,0-1 0 0 0,1 0 0 0 0,-1 0 0 0 0,0 0 0 0 0,1-1-1 0 0,-1 0 1 0 0,1 1 0 0 0,-1-2 0 0 0,0 1 0 0 0,1 0 0 0 0,-1-1-1 0 0,1 0 1 0 0,-1 0 0 0 0,0 0 0 0 0,0-1 0 0 0,1 1 0 0 0,-1-1 0 0 0,0 0-1 0 0,0 0 1 0 0,-1 0 0 0 0,1-1 0 0 0,0 0 0 0 0,3-2 0 0 0,-1 0 108 0 0,0-1 1 0 0,0 1-1 0 0,0-1 1 0 0,-1 0-1 0 0,0 0 1 0 0,0-1-1 0 0,-1 0 1 0 0,1 1 0 0 0,-1-2-1 0 0,-1 1 1 0 0,1 0-1 0 0,-1-1 1 0 0,2-8-1 0 0,-4 11-72 0 0,0-1-1 0 0,0 1 0 0 0,0-1 1 0 0,0 1-1 0 0,-1-1 0 0 0,0 1 0 0 0,-1-1 1 0 0,1 1-1 0 0,-1-1 0 0 0,0 1 1 0 0,0 0-1 0 0,0-1 0 0 0,-1 1 0 0 0,0 0 1 0 0,0 0-1 0 0,0 0 0 0 0,-1 0 1 0 0,0 0-1 0 0,0 1 0 0 0,-4-6 0 0 0,6 8-136 0 0,-1 1 0 0 0,0 0-1 0 0,1 0 1 0 0,-1-1-1 0 0,0 1 1 0 0,0 0 0 0 0,0 0-1 0 0,1 1 1 0 0,-1-1-1 0 0,0 0 1 0 0,0 1-1 0 0,0-1 1 0 0,0 1 0 0 0,0 0-1 0 0,0-1 1 0 0,-1 1-1 0 0,1 0 1 0 0,0 0 0 0 0,0 0-1 0 0,0 1 1 0 0,0-1-1 0 0,0 0 1 0 0,0 1 0 0 0,0 0-1 0 0,0-1 1 0 0,0 1-1 0 0,0 0 1 0 0,1 0-1 0 0,-1 0 1 0 0,-3 2 0 0 0,-8 4-722 0 0,1 1 0 0 0,0 1 1 0 0,-13 11-1 0 0,13-11-32 0 0,-51 44-6197 0 0,53-39 4446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2.5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69 3873 0 0,'3'2'385'0'0,"0"0"0"0"0,0-1 0 0 0,0 1 0 0 0,0 0 0 0 0,1-1 0 0 0,-1 0-1 0 0,0 0 1 0 0,1 0 0 0 0,-1 0 0 0 0,1 0 0 0 0,-1-1 0 0 0,1 0 0 0 0,0 1 0 0 0,-1-1 0 0 0,1-1 0 0 0,0 1 0 0 0,5-2 0 0 0,72-15-216 0 0,-59 11 234 0 0,52-17-347 0 0,-42 12-567 0 0,52-10-1 0 0,-75 20-181 0 0,0 0 1 0 0,1 0-1 0 0,-1 1 0 0 0,0 0 0 0 0,18 3 1 0 0,-14 1-3214 0 0,-15 0 2097 0 0</inkml:trace>
  <inkml:trace contextRef="#ctx0" brushRef="#br0" timeOffset="1">274 103 2905 0 0,'-7'21'1554'0'0,"1"1"1"0"0,1-1 0 0 0,0 1-1 0 0,-1 30 1 0 0,5-23-1127 0 0,0 0 0 0 0,2 0 0 0 0,1 0 0 0 0,1 0 1 0 0,11 41-1 0 0,0-31-2648 0 0,3-18-3847 0 0,-13-18 2547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3.4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3305 0 0,'-3'0'2720'0'0,"1"1"-1920"0"0,4 1-175 0 0,-1-2-105 0 0,1 1-136 0 0,-2 3-128 0 0,2-3-72 0 0,1 3-72 0 0,0-3-64 0 0,2 1-88 0 0,0-1-232 0 0,0-1-424 0 0,1 0-545 0 0,1-1-463 0 0,-9-9-272 0 0,9 7-465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3.8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26 4113 0 0,'0'0'1064'0'0,"-2"2"-184"0"0,2 0-136 0 0,0-1 225 0 0,2 1-761 0 0,-1-1-96 0 0,1-1-48 0 0,3 2-64 0 0,0-2-192 0 0,0 0-256 0 0,1 0-241 0 0,2-2-255 0 0,1 2-168 0 0,-3 2 24 0 0,-1-4 168 0 0,3 4-505 0 0,-1-2 233 0 0</inkml:trace>
  <inkml:trace contextRef="#ctx0" brushRef="#br0" timeOffset="1">274 12 4857 0 0,'-5'1'1896'0'0,"2"4"-471"0"0,-2-2-313 0 0,5-1-304 0 0,-2-2-56 0 0,4 2-680 0 0,-1-4-264 0 0,4 0-376 0 0,2-1-632 0 0,1-2-712 0 0,-5-3-337 0 0,7 3-1312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4.4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1 4817 0 0,'-5'10'1333'0'0,"2"-1"0"0"0,-1 1 1 0 0,1 1-1 0 0,-2 11 0 0 0,-3 49 1323 0 0,14 69-1976 0 0,-5-120-394 0 0,0-10-390 0 0,9 81 271 0 0,-8-83-791 0 0,-1-1 0 0 0,1 0-1 0 0,0 1 1 0 0,1-1 0 0 0,0 0 0 0 0,0 0 0 0 0,1 0-1 0 0,0-1 1 0 0,7 11 0 0 0,-1-10-5045 0 0,-3-4 3236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4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0 281 3465 0 0,'13'-8'7504'0'0,"37"-15"-6782"0"0,-25 12-482 0 0,-12 6-957 0 0,-1-1 1 0 0,0 0 0 0 0,-1-1 0 0 0,0-1 0 0 0,0 1 0 0 0,0-2 0 0 0,12-12-1 0 0,-20 17 361 0 0,0 1-1 0 0,0-2 0 0 0,-1 1 1 0 0,1 0-1 0 0,-1 0 0 0 0,0-1 1 0 0,0 1-1 0 0,0-1 0 0 0,-1 0 1 0 0,0 1-1 0 0,2-10 1 0 0,-3 7 382 0 0,1-1 0 0 0,-2 1 0 0 0,1 0 0 0 0,-1 0 0 0 0,-2-13 0 0 0,1 14 89 0 0,2 2 220 0 0,-1 0 1 0 0,0 1 0 0 0,0-1-1 0 0,0 0 1 0 0,0 0 0 0 0,-1 0-1 0 0,0 1 1 0 0,1-1 0 0 0,-1 0 0 0 0,-5-5-1 0 0,5 60 4413 0 0,9-4-3422 0 0,17 65 1 0 0,-3-16-4782 0 0,-20-93 2941 0 0,-1-1 0 0 0,1 1 0 0 0,-1 0 0 0 0,0 0 0 0 0,0 0-1 0 0,0 0 1 0 0,-1 0 0 0 0,1 0 0 0 0,-1 0 0 0 0,0 3 0 0 0,-3 4-2502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5.2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1 426 4241 0 0,'69'-38'5779'0'0,"88"-31"-9459"0"0,-116 47 419 0 0,-22 16 902 0 0</inkml:trace>
  <inkml:trace contextRef="#ctx0" brushRef="#br0" timeOffset="1">388 1 4225 0 0,'-1'1'249'0'0,"-1"0"0"0"0,1 0 0 0 0,0 0 0 0 0,0 0 0 0 0,0 0-1 0 0,0 1 1 0 0,0-1 0 0 0,0 0 0 0 0,0 1 0 0 0,0-1 0 0 0,0 1 0 0 0,1-1 0 0 0,-1 1 0 0 0,0-1 0 0 0,1 1 0 0 0,0-1 0 0 0,-1 1 0 0 0,1 0 0 0 0,0-1-1 0 0,0 1 1 0 0,0-1 0 0 0,0 1 0 0 0,0 2 0 0 0,3 47 986 0 0,-2-41-816 0 0,3 29-132 0 0,1 0-1 0 0,2 0 1 0 0,13 37 0 0 0,3-15-2499 0 0,7-3-3519 0 0,-24-55 1322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5.6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1 101 3593 0 0,'50'-32'3487'0'0,"-26"16"-2763"0"0,0 1 0 0 0,51-23-1 0 0,-92 45-269 0 0,0 1 0 0 0,0 0-1 0 0,0 2 1 0 0,-25 18 0 0 0,37-22-312 0 0,1 1 1 0 0,-1 0-1 0 0,1 1 1 0 0,1-1-1 0 0,-1 1 0 0 0,1 0 1 0 0,0-1-1 0 0,1 1 1 0 0,0 1-1 0 0,0-1 1 0 0,1 0-1 0 0,0 0 1 0 0,0 1-1 0 0,1-1 0 0 0,0 1 1 0 0,1-1-1 0 0,2 17 1 0 0,0-7 95 0 0,1 0 0 0 0,0-1 1 0 0,2 1-1 0 0,0-1 0 0 0,0 0 1 0 0,2 0-1 0 0,11 19 0 0 0,-15-30-181 0 0,0 0 0 0 0,0-1-1 0 0,0 1 1 0 0,1-1 0 0 0,0 0 0 0 0,0 0 0 0 0,0 0-1 0 0,1-1 1 0 0,-1 1 0 0 0,1-1 0 0 0,8 4-1 0 0,-11-7-47 0 0,0 0-1 0 0,1 0 0 0 0,-1 0 0 0 0,0 0 0 0 0,0-1 0 0 0,1 1 1 0 0,-1-1-1 0 0,0 0 0 0 0,1 0 0 0 0,-1 0 0 0 0,0 0 0 0 0,1 0 0 0 0,-1-1 1 0 0,0 0-1 0 0,1 1 0 0 0,-1-1 0 0 0,0 0 0 0 0,0-1 0 0 0,0 1 1 0 0,0-1-1 0 0,0 1 0 0 0,0-1 0 0 0,0 0 0 0 0,-1 0 0 0 0,4-3 1 0 0,46-44-3475 0 0,-25 12-2999 0 0,-24 7 2462 0 0,2 18 1669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5.9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0 2833 0 0,'-2'2'327'0'0,"1"0"-1"0"0,0-1 1 0 0,0 1 0 0 0,0 0 0 0 0,0 0 0 0 0,0 0 0 0 0,0 0 0 0 0,0 0 0 0 0,0 0 0 0 0,1 1 0 0 0,-1-1-1 0 0,1 0 1 0 0,0 0 0 0 0,-1 0 0 0 0,1 1 0 0 0,1 2 0 0 0,0 40 1388 0 0,-1-42-1462 0 0,2 19 37 0 0,2 0-1 0 0,0-1 1 0 0,1 0 0 0 0,12 29-1 0 0,4 6-2011 0 0,-5-14-1891 0 0,-16-42 3552 0 0,0 0-1 0 0,0 0 1 0 0,0 0 0 0 0,0 0 0 0 0,-1 0 0 0 0,1 0 0 0 0,0 0 0 0 0,0 0 0 0 0,0 0-1 0 0,0 0 1 0 0,0 0 0 0 0,0 1 0 0 0,0-1 0 0 0,-1 0 0 0 0,1 0 0 0 0,0 0-1 0 0,0 0 1 0 0,0 0 0 0 0,0 0 0 0 0,0 0 0 0 0,0 0 0 0 0,0 0 0 0 0,0 0 0 0 0,0 0-1 0 0,0 1 1 0 0,-1-1 0 0 0,1 0 0 0 0,0 0 0 0 0,0 0 0 0 0,0 0 0 0 0,0 0 0 0 0,0 0-1 0 0,0 0 1 0 0,0 1 0 0 0,0-1 0 0 0,0 0 0 0 0,0 0 0 0 0,0 0 0 0 0,0 0-1 0 0,0 0 1 0 0,0 0 0 0 0,0 1 0 0 0,0-1 0 0 0,0 0 0 0 0,0 0 0 0 0,0 0 0 0 0,0 0-1 0 0,0 0 1 0 0,1 0 0 0 0,-1 1 0 0 0,-8-9-1464 0 0,4 0 41 0 0</inkml:trace>
  <inkml:trace contextRef="#ctx0" brushRef="#br0" timeOffset="1">21 163 2793 0 0,'11'1'4130'0'0,"14"-1"-3253"0"0,-19 0-878 0 0,-1-1 1 0 0,0 0-1 0 0,0 0 0 0 0,0-1 0 0 0,0 0 0 0 0,0 1 0 0 0,0-2 0 0 0,-1 1 0 0 0,1 0 1 0 0,4-5-1 0 0,-4 4-515 0 0,0-1 1 0 0,0-1 0 0 0,0 1-1 0 0,-1-1 1 0 0,0 0-1 0 0,0 0 1 0 0,0 0 0 0 0,-1 0-1 0 0,1-1 1 0 0,-1 1 0 0 0,0-1-1 0 0,3-11 1 0 0,-1 4-456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6.3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7 102 1360 0 0,'-2'7'903'0'0,"1"0"-1"0"0,-1 0 1 0 0,2 0-1 0 0,-1 1 1 0 0,1-1-1 0 0,0 0 1 0 0,2 14-1 0 0,-1 2 712 0 0,-1-6-739 0 0,0 24 1008 0 0,6 52 1 0 0,-5-83-1961 0 0,0 0 0 0 0,1-1 0 0 0,1 1 0 0 0,-1 0 0 0 0,2-1 0 0 0,-1 0 0 0 0,1 1 0 0 0,1-2 0 0 0,-1 1 1 0 0,13 16-1 0 0,-4-17-3328 0 0,-9-18-36 0 0,-6-16-193 0 0,3 9 908 0 0</inkml:trace>
  <inkml:trace contextRef="#ctx0" brushRef="#br0" timeOffset="1">105 1 4737 0 0,'-2'0'1648'0'0,"4"3"-671"0"0,1 0-257 0 0,3 2-144 0 0,4-1-136 0 0,0 0-208 0 0,3 1-96 0 0,0-1-64 0 0,2 0-16 0 0,-1 1-96 0 0,3 0-256 0 0,-1 0-336 0 0,-1 2-520 0 0,-2-1-521 0 0,-5 1-135 0 0,-2 2-1209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6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1 152 2593 0 0,'10'2'476'0'0,"0"-2"1"0"0,0 1 0 0 0,0-1-1 0 0,0 0 1 0 0,1-1 0 0 0,-1 0 0 0 0,0-1-1 0 0,0 0 1 0 0,11-4 0 0 0,-7 2-404 0 0,0 1-1 0 0,0 0 1 0 0,22 0 0 0 0,-36 3-64 0 0,1 0 1 0 0,0 0-1 0 0,-1 0 0 0 0,1 0 1 0 0,-1 0-1 0 0,1 0 1 0 0,0 0-1 0 0,-1 1 0 0 0,1-1 1 0 0,-1 0-1 0 0,1 0 0 0 0,-1 1 1 0 0,1-1-1 0 0,-1 0 0 0 0,1 1 1 0 0,-1-1-1 0 0,1 0 1 0 0,-1 1-1 0 0,1-1 0 0 0,-1 1 1 0 0,0-1-1 0 0,1 1 0 0 0,-1-1 1 0 0,0 1-1 0 0,1-1 0 0 0,-1 1 1 0 0,0-1-1 0 0,0 1 1 0 0,1-1-1 0 0,-1 1 0 0 0,0 0 1 0 0,0-1-1 0 0,0 1 0 0 0,0-1 1 0 0,0 1-1 0 0,0 0 1 0 0,0-1-1 0 0,0 1 0 0 0,0-1 1 0 0,0 1-1 0 0,0 0 0 0 0,0-1 1 0 0,0 1-1 0 0,0-1 0 0 0,-1 1 1 0 0,1-1-1 0 0,0 1 1 0 0,0-1-1 0 0,-1 1 0 0 0,1-1 1 0 0,0 1-1 0 0,-1-1 0 0 0,1 1 1 0 0,-1-1-1 0 0,0 1 0 0 0,-23 37 477 0 0,20-32-416 0 0,-7 9-13 0 0,2 1-1 0 0,0 0 0 0 0,0 1 1 0 0,1-1-1 0 0,-7 28 1 0 0,13-40-39 0 0,1 0 1 0 0,1 0-1 0 0,-1 1 1 0 0,1-1-1 0 0,-1 0 1 0 0,1 0-1 0 0,0 1 1 0 0,1-1-1 0 0,-1 0 1 0 0,1 1-1 0 0,0-1 1 0 0,0 0-1 0 0,1 5 1 0 0,0-7 24 0 0,0 1-1 0 0,-1 0 1 0 0,1-1 0 0 0,0 1 0 0 0,0-1 0 0 0,0 0-1 0 0,1 0 1 0 0,-1 0 0 0 0,1 0 0 0 0,-1 0 0 0 0,1 0-1 0 0,-1 0 1 0 0,1-1 0 0 0,0 0 0 0 0,0 1 0 0 0,0-1-1 0 0,0 0 1 0 0,0 0 0 0 0,0-1 0 0 0,5 2 0 0 0,-2-1 107 0 0,1-1 1 0 0,-1 1 0 0 0,1-1 0 0 0,0 0 0 0 0,-1-1 0 0 0,1 0 0 0 0,-1 0 0 0 0,1 0 0 0 0,-1-1 0 0 0,1 0 0 0 0,-1 0 0 0 0,0 0 0 0 0,9-5-1 0 0,-13 6-95 0 0,0-1-1 0 0,1 1 0 0 0,-1-1 0 0 0,0 1 0 0 0,0-1 0 0 0,0 0 0 0 0,0 1 0 0 0,0-1 0 0 0,0 0 0 0 0,-1 0 0 0 0,1-1 0 0 0,0 1 0 0 0,-1 0 0 0 0,0 0 0 0 0,0-1 0 0 0,1 1 0 0 0,-2-1 0 0 0,1 1 0 0 0,0-1 0 0 0,0 1 0 0 0,-1-1 0 0 0,1 0 0 0 0,-1 1 0 0 0,0-1 0 0 0,0 0 0 0 0,0 1 0 0 0,0-1 0 0 0,0 0 0 0 0,-1 1 0 0 0,1-1 0 0 0,-1 0 0 0 0,1 1 0 0 0,-1-1 0 0 0,-2-4 0 0 0,0 1-32 0 0,0 0 0 0 0,0 0-1 0 0,-1 0 1 0 0,0 0 0 0 0,0 1 0 0 0,0 0 0 0 0,-1-1-1 0 0,1 2 1 0 0,-1-1 0 0 0,0 0 0 0 0,-1 1 0 0 0,1 0-1 0 0,-1 0 1 0 0,-10-4 0 0 0,11 6-706 0 0,0-1 1 0 0,-1 2-1 0 0,0-1 0 0 0,1 1 1 0 0,-1-1-1 0 0,0 2 0 0 0,0-1 1 0 0,1 1-1 0 0,-1-1 0 0 0,-11 3 1 0 0,16-2 464 0 0,1 0 1 0 0,-1 0 0 0 0,0 0-1 0 0,0 0 1 0 0,0 0 0 0 0,1 0-1 0 0,-1 0 1 0 0,0 0 0 0 0,0 0-1 0 0,0 0 1 0 0,1-1 0 0 0,-1 1-1 0 0,0 0 1 0 0,0-1 0 0 0,1 1-1 0 0,-1 0 1 0 0,0-1 0 0 0,0 1-1 0 0,1-1 1 0 0,-2 0 0 0 0,1-2-1699 0 0</inkml:trace>
  <inkml:trace contextRef="#ctx0" brushRef="#br0" timeOffset="1">385 1 4257 0 0,'-2'3'475'0'0,"1"0"0"0"0,0 0 0 0 0,0 0 0 0 0,1 0 0 0 0,-1 0 0 0 0,0 0-1 0 0,1 0 1 0 0,0 0 0 0 0,0 0 0 0 0,0 0 0 0 0,0 0 0 0 0,1 6 0 0 0,10 44 851 0 0,-8-37-610 0 0,8 30-204 0 0,1-1 0 0 0,23 54 0 0 0,-20-65-3415 0 0,30 50 0 0 0,-39-72-1203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7.1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 5089 0 0,'3'1'1632'0'0,"1"3"-591"0"0,4-1-113 0 0,0 2-240 0 0,0-2-240 0 0,5-1-216 0 0,2-2-136 0 0,-1 1-48 0 0,4-2-96 0 0,0 1-248 0 0,2-4-440 0 0,-1 1-632 0 0,-1-2-505 0 0,-2-3-95 0 0,1 2-1025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7.6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77 2328 0 0,'16'-8'1183'0'0,"0"1"-1"0"0,0 0 1 0 0,22-5-1 0 0,29-12 158 0 0,-33 6-1011 0 0,-32 17-224 0 0,-5 3-27 0 0,-17 8-67 0 0,3-1-54 0 0,2-2 95 0 0,1 1 1 0 0,0 0 0 0 0,0 1-1 0 0,-24 21 1 0 0,35-27 71 0 0,-1 1 0 0 0,1 0 0 0 0,0 0 0 0 0,0 0 1 0 0,0 1-1 0 0,1-1 0 0 0,-1 1 0 0 0,1-1 0 0 0,0 1 0 0 0,0 0 0 0 0,1 0 1 0 0,0 0-1 0 0,0 0 0 0 0,0 0 0 0 0,0 0 0 0 0,1 0 0 0 0,-1 1 0 0 0,1-1 1 0 0,1 0-1 0 0,0 5 0 0 0,2 13 327 0 0,1-1 0 0 0,1-1 0 0 0,1 1-1 0 0,8 21 1 0 0,-10-34-296 0 0,0 1 1 0 0,0-2-1 0 0,1 1 0 0 0,0 0 0 0 0,1-1 0 0 0,0 0 0 0 0,0 0 0 0 0,1-1 0 0 0,-1 1 0 0 0,2-1 0 0 0,11 8 0 0 0,-17-14-120 0 0,0 1 0 0 0,1-1-1 0 0,-1 0 1 0 0,1 0 0 0 0,-1-1-1 0 0,1 1 1 0 0,-1 0 0 0 0,1-1-1 0 0,-1 1 1 0 0,1-1 0 0 0,0 0-1 0 0,-1 0 1 0 0,1 0 0 0 0,0-1-1 0 0,-1 1 1 0 0,1 0 0 0 0,-1-1-1 0 0,1 0 1 0 0,0 1 0 0 0,-1-1-1 0 0,0 0 1 0 0,4-2 0 0 0,7-4-34 0 0,-1 0 0 0 0,0-1 0 0 0,12-11 0 0 0,13-7-556 0 0,2 8-1220 0 0,2-1-2584 0 0,-6-8-3669 0 0,-28 19 6264 0 0</inkml:trace>
  <inkml:trace contextRef="#ctx0" brushRef="#br0" timeOffset="1">443 51 4169 0 0,'-2'23'2148'0'0,"0"0"0"0"0,4 37 0 0 0,1-32-855 0 0,12 53-1 0 0,-8-55-1878 0 0,1 0-1 0 0,2 0 0 0 0,0-1 0 0 0,2-1 1 0 0,27 45-1 0 0,-38-68 543 0 0,13 19-2824 0 0,-10-17 756 0 0,-6-9 301 0 0,2 0-448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7.9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50 3545 0 0,'0'-4'3729'0'0,"3"3"-2641"0"0,2 1-248 0 0,2 0 16 0 0,1 0-160 0 0,2-2-152 0 0,3 1-127 0 0,0-1-201 0 0,1-1-96 0 0,2-2-48 0 0,1 0-96 0 0,-1-2-256 0 0,4 3-633 0 0,-3-1-975 0 0,0-2-849 0 0,-1 4-1752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8.3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15 219 3217 0 0,'-13'4'4328'0'0,"12"1"-1333"0"0,24 4 88 0 0,40 3-919 0 0,12-6-1221 0 0,1-4-1 0 0,115-11 0 0 0,13-1-6097 0 0,-196 10 4252 0 0,-5 1 280 0 0,0-1 1 0 0,0 0-1 0 0,0 0 1 0 0,0 0-1 0 0,0 0 1 0 0,1-1-1 0 0,-1 1 1 0 0,0-1-1 0 0,-1 0 1 0 0,1 0 0 0 0,0 0-1 0 0,4-2 1 0 0,-2-1-2658 0 0</inkml:trace>
  <inkml:trace contextRef="#ctx0" brushRef="#br0" timeOffset="1">462 0 3145 0 0,'0'1'183'0'0,"-1"0"0"0"0,1 0 1 0 0,-1-1-1 0 0,1 1 0 0 0,0 0 0 0 0,-1 0 1 0 0,1-1-1 0 0,0 1 0 0 0,-1 0 1 0 0,1 0-1 0 0,0 0 0 0 0,0 0 1 0 0,0 0-1 0 0,0 0 0 0 0,0-1 1 0 0,0 1-1 0 0,0 0 0 0 0,0 0 0 0 0,0 0 1 0 0,0 0-1 0 0,0 0 0 0 0,0-1 1 0 0,1 1-1 0 0,-1 0 0 0 0,0 0 1 0 0,1 0-1 0 0,-1 0 0 0 0,1-1 0 0 0,-1 1 1 0 0,1 0-1 0 0,-1-1 0 0 0,1 1 1 0 0,-1 0-1 0 0,1-1 0 0 0,0 1 1 0 0,-1 0-1 0 0,2 0 0 0 0,25 27 1151 0 0,-10-16-426 0 0,0 0 0 0 0,34 16 1 0 0,-34-19-392 0 0,0 0 0 0 0,0 2 0 0 0,18 14 0 0 0,-33-24-463 0 0,-1 1 1 0 0,1-1 0 0 0,-1 1-1 0 0,1-1 1 0 0,-1 1-1 0 0,0 0 1 0 0,0 0 0 0 0,0-1-1 0 0,0 1 1 0 0,0 0-1 0 0,-1 0 1 0 0,1 0 0 0 0,0 0-1 0 0,-1 0 1 0 0,0 0-1 0 0,1 0 1 0 0,-1 0 0 0 0,0 1-1 0 0,0-1 1 0 0,0 0-1 0 0,0 0 1 0 0,0 0 0 0 0,-1 0-1 0 0,1 0 1 0 0,-1 0-1 0 0,1 0 1 0 0,-1 0 0 0 0,0 0-1 0 0,1 0 1 0 0,-1 0-1 0 0,0-1 1 0 0,-1 1 0 0 0,1 0-1 0 0,-2 2 1 0 0,-5 7 116 0 0,-1 0 1 0 0,0 0 0 0 0,-22 19-1 0 0,18-18-124 0 0,-14 13-262 0 0,-36 38 330 0 0,59-58-754 0 0,0 0-1 0 0,0 0 1 0 0,1 0 0 0 0,0 1-1 0 0,0-1 1 0 0,0 1 0 0 0,0 0-1 0 0,1 0 1 0 0,0 0 0 0 0,1 0-1 0 0,-2 8 1 0 0,3-13 530 0 0,0-1 0 0 0,-1 0 0 0 0,1 0-1 0 0,0 0 1 0 0,0 0 0 0 0,0 1 0 0 0,0-1 0 0 0,0 0 0 0 0,0 0-1 0 0,0 0 1 0 0,0 0 0 0 0,0 1 0 0 0,0-1 0 0 0,0 0 0 0 0,0 0-1 0 0,0 0 1 0 0,0 0 0 0 0,0 1 0 0 0,0-1 0 0 0,1 0 0 0 0,-1 0 0 0 0,0 0-1 0 0,0 0 1 0 0,0 1 0 0 0,0-1 0 0 0,0 0 0 0 0,0 0 0 0 0,0 0-1 0 0,1 0-108 0 0,-1 0 109 0 0,0 1 0 0 0,0-1 0 0 0,0 0-1 0 0,0 0 1 0 0,0 0 0 0 0,1 0 0 0 0,-1 0 0 0 0,0 0 0 0 0,0 0 0 0 0,0 0-1 0 0,0 0 1 0 0,1 0 0 0 0,-1 0 0 0 0,0 0 0 0 0,0 0 0 0 0,0 0-1 0 0,0 0 1 0 0,1 0 0 0 0,-1 0 0 0 0,0 0 0 0 0,0 0 0 0 0,1 0-1 0 0,6-1-3696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8.7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1 3857 0 0,'-16'34'2008'0'0,"1"2"0"0"0,2 0 1 0 0,-15 69-1 0 0,22-78-2060 0 0,2 1-1 0 0,1 1 1 0 0,1-1 0 0 0,1 0-1 0 0,6 53 1 0 0,4-38-2657 0 0,1-17-3268 0 0,-6-21 3639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9.1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0 127 4321 0 0,'7'23'6123'0'0,"10"1"-3864"0"0,20 14-936 0 0,-21-25-1265 0 0,0-1 0 0 0,1-1 0 0 0,0 0 0 0 0,26 11 1 0 0,-31-17-1027 0 0,0 0 0 0 0,0-1 0 0 0,0 0 0 0 0,21 3 0 0 0,0-9-3780 0 0,-14 3 1331 0 0</inkml:trace>
  <inkml:trace contextRef="#ctx0" brushRef="#br0" timeOffset="1">298 0 4065 0 0,'-7'30'3084'0'0,"-6"50"0"0"0,10-47-1669 0 0,3 50 0 0 0,1-57-1707 0 0,2-1-1 0 0,1 1 1 0 0,1-1 0 0 0,0 0 0 0 0,2-1-1 0 0,19 44 1 0 0,-25-66 41 0 0,0 0-1 0 0,0 0 1 0 0,0-1-1 0 0,0 1 1 0 0,0 0-1 0 0,0-1 1 0 0,0 1-1 0 0,1-1 1 0 0,-1 1-1 0 0,1-1 1 0 0,-1 0-1 0 0,3 2 1 0 0,-4-3 153 0 0,1 0 0 0 0,-1 0 0 0 0,1 0-1 0 0,-1 0 1 0 0,0 0 0 0 0,1 0 0 0 0,-1 0 0 0 0,1 0 0 0 0,-1 0 0 0 0,1 0-1 0 0,-1 0 1 0 0,0 0 0 0 0,1 0 0 0 0,-1 0 0 0 0,1 0 0 0 0,-1-1 0 0 0,0 1-1 0 0,1 0 1 0 0,-1 0 0 0 0,0 0 0 0 0,1-1 0 0 0,-1 1 0 0 0,0 0 0 0 0,1-1-1 0 0,-1 1 1 0 0,0 0 0 0 0,1 0 0 0 0,-1-1 0 0 0,0 1 0 0 0,0 0 0 0 0,1-1-1 0 0,-1 1 1 0 0,0-1 0 0 0,0 1 0 0 0,0 0 0 0 0,0-1 0 0 0,1 1 0 0 0,-1-1-1 0 0,0 1 1 0 0,0 0 0 0 0,0-1 0 0 0,0 1 0 0 0,0-1 0 0 0,0 1 0 0 0,0-1-1 0 0,0 1 1 0 0,0 0 0 0 0,0-1 0 0 0,-1 1 0 0 0,1-1 0 0 0,0 0 0 0 0,2-11-2099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9.5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41 3009 0 0,'2'2'1176'0'0,"1"-1"72"0"0,5 4-224 0 0,2-3-263 0 0,3-1-329 0 0,5 1-232 0 0,1-4-96 0 0,4 1-88 0 0,5-3-192 0 0,-1 0-296 0 0,4-3-505 0 0,-1-3-527 0 0,-6-4-152 0 0,4 2-865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3:59.9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80 1 2465 0 0,'-4'0'280'0'0,"0"1"0"0"0,0 0 1 0 0,1 0-1 0 0,-1 0 1 0 0,0 0-1 0 0,0 1 0 0 0,1-1 1 0 0,-1 1-1 0 0,1 0 1 0 0,-1 0-1 0 0,1 0 0 0 0,0 1 1 0 0,0-1-1 0 0,0 1 1 0 0,0-1-1 0 0,0 1 0 0 0,0 0 1 0 0,1 0-1 0 0,-1 1 1 0 0,1-1-1 0 0,0 0 0 0 0,0 1 1 0 0,-1 4-1 0 0,2-6-216 0 0,0 0 0 0 0,1 0 0 0 0,-1 0 0 0 0,1 0 0 0 0,0 0 0 0 0,0 0 0 0 0,0 0 0 0 0,0 1 0 0 0,0-1 0 0 0,0 0-1 0 0,0 0 1 0 0,1 0 0 0 0,-1 0 0 0 0,1 0 0 0 0,0 0 0 0 0,-1 0 0 0 0,3 4 0 0 0,-1-4-45 0 0,0 1 0 0 0,0-1 0 0 0,0 1 0 0 0,0-1 0 0 0,1 0 0 0 0,-1 0 0 0 0,1 0 0 0 0,-1 0 0 0 0,1-1 0 0 0,0 1 0 0 0,-1 0 0 0 0,1-1 0 0 0,0 0 0 0 0,0 0 0 0 0,4 1 0 0 0,3 0 12 0 0,0 0 0 0 0,1-1 0 0 0,-1 0 1 0 0,0-1-1 0 0,0 0 0 0 0,0-1 0 0 0,1 0 0 0 0,-1 0 0 0 0,19-6 1 0 0,-11 2-37 0 0,0-1 1 0 0,-1 0-1 0 0,0-1 1 0 0,26-15-1 0 0,-42 21 2 0 0,1 0 0 0 0,0 0-1 0 0,-1 0 1 0 0,1 0 0 0 0,-1 0 0 0 0,1 0-1 0 0,-1 0 1 0 0,0-1 0 0 0,1 1-1 0 0,-1 0 1 0 0,0-1 0 0 0,0 1-1 0 0,0-1 1 0 0,0 0 0 0 0,0 1 0 0 0,0-1-1 0 0,0 0 1 0 0,0-3 0 0 0,-1 4 3 0 0,0 0 1 0 0,0 0 0 0 0,0 0 0 0 0,-1 0 0 0 0,1-1-1 0 0,0 1 1 0 0,-1 0 0 0 0,1 0 0 0 0,-1 0-1 0 0,1 0 1 0 0,-1 0 0 0 0,1 0 0 0 0,-1 0-1 0 0,0 0 1 0 0,1 0 0 0 0,-1 0 0 0 0,0 0-1 0 0,0 1 1 0 0,0-1 0 0 0,0 0 0 0 0,-2-1-1 0 0,-2-1-4 0 0,0 0-1 0 0,0 1 0 0 0,0-1 1 0 0,-1 1-1 0 0,1 0 0 0 0,-1 1 1 0 0,0-1-1 0 0,1 1 0 0 0,-1 0 1 0 0,-9 0-1 0 0,9 1-4 0 0,-1 1 0 0 0,0-1 0 0 0,1 1-1 0 0,-1 0 1 0 0,0 1 0 0 0,1-1 0 0 0,-1 1 0 0 0,1 1 0 0 0,0-1-1 0 0,0 1 1 0 0,0 0 0 0 0,0 1 0 0 0,0-1 0 0 0,0 1 0 0 0,1 0-1 0 0,0 1 1 0 0,-6 6 0 0 0,4-4 103 0 0,2 1 0 0 0,-1-1 0 0 0,1 1 0 0 0,0 1 0 0 0,1-1 0 0 0,0 1-1 0 0,0-1 1 0 0,1 1 0 0 0,0 0 0 0 0,0 1 0 0 0,-1 13 0 0 0,2-10 16 0 0,1-1 1 0 0,0 0 0 0 0,1 0-1 0 0,1 1 1 0 0,0-1-1 0 0,0 0 1 0 0,2 0 0 0 0,-1 0-1 0 0,5 12 1 0 0,-4-16-127 0 0,0 0-1 0 0,0 0 1 0 0,1-1 0 0 0,0 1 0 0 0,1-1-1 0 0,-1 0 1 0 0,1 0 0 0 0,1 0 0 0 0,-1-1-1 0 0,1 0 1 0 0,1 0 0 0 0,-1 0 0 0 0,9 5-1 0 0,-13-9-209 0 0,1 0 0 0 0,0-1-1 0 0,0 1 1 0 0,0-1 0 0 0,0 0-1 0 0,0 0 1 0 0,1 0-1 0 0,-1 0 1 0 0,0 0 0 0 0,0 0-1 0 0,1-1 1 0 0,-1 0 0 0 0,0 0-1 0 0,1 0 1 0 0,-1 0 0 0 0,0 0-1 0 0,0-1 1 0 0,1 1-1 0 0,-1-1 1 0 0,0 0 0 0 0,0 0-1 0 0,0 0 1 0 0,1 0 0 0 0,-1-1-1 0 0,-1 1 1 0 0,1-1-1 0 0,0 0 1 0 0,0 0 0 0 0,-1 0-1 0 0,1 0 1 0 0,-1 0 0 0 0,1 0-1 0 0,-1-1 1 0 0,0 0 0 0 0,0 1-1 0 0,0-1 1 0 0,0 0-1 0 0,-1 0 1 0 0,1 0 0 0 0,-1 0-1 0 0,2-3 1 0 0,7-16-2164 0 0</inkml:trace>
  <inkml:trace contextRef="#ctx0" brushRef="#br0" timeOffset="1">243 89 3953 0 0,'-6'13'1392'0'0,"1"5"-304"0"0,-2 6-87 0 0,4-1-257 0 0,3-2-264 0 0,1 0-184 0 0,1 0-176 0 0,1-3-120 0 0,1-2-128 0 0,1-3-264 0 0,-2 1-320 0 0,-2-5-409 0 0,-1-1-415 0 0,-1-4 24 0 0,-2 1-1273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0.3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81 2240 0 0,'0'0'103'0'0,"0"1"0"0"0,-1-1-1 0 0,1 0 1 0 0,0 0 0 0 0,-1 0-1 0 0,1 0 1 0 0,0 0-1 0 0,-1 0 1 0 0,1 0 0 0 0,0 0-1 0 0,-1 1 1 0 0,1-1 0 0 0,0 0-1 0 0,0 0 1 0 0,-1 0-1 0 0,1 1 1 0 0,0-1 0 0 0,0 0-1 0 0,-1 0 1 0 0,1 1 0 0 0,0-1-1 0 0,0 0 1 0 0,0 0-1 0 0,-1 1 1 0 0,1-1 0 0 0,0 0-1 0 0,0 1 1 0 0,0-1 0 0 0,0 0-1 0 0,0 1 1 0 0,0-1-1 0 0,-1 0 1 0 0,1 1 0 0 0,0-1-1 0 0,0 0 1 0 0,0 1 0 0 0,0-1-1 0 0,0 0 1 0 0,1 1-1 0 0,-1-1 1 0 0,0 0 0 0 0,0 1-1 0 0,0-1 1 0 0,0 0 0 0 0,0 1-1 0 0,0-1 1 0 0,0 0-1 0 0,1 1 1 0 0,20 3 1794 0 0,32-8-861 0 0,118-38-221 0 0,-64 13-2114 0 0,1 8-4241 0 0,-86 19 2490 0 0</inkml:trace>
  <inkml:trace contextRef="#ctx0" brushRef="#br0" timeOffset="1">218 236 2248 0 0,'0'3'266'0'0,"-1"-1"0"0"0,1 1 0 0 0,-1-1 0 0 0,1 1 0 0 0,0 0 0 0 0,0-1-1 0 0,0 1 1 0 0,0 0 0 0 0,1-1 0 0 0,-1 1 0 0 0,1 0 0 0 0,-1-1 0 0 0,1 1-1 0 0,0-1 1 0 0,0 1 0 0 0,0-1 0 0 0,1 0 0 0 0,0 3 0 0 0,1-2-107 0 0,1 0 1 0 0,-1 0 0 0 0,0 0 0 0 0,1 0-1 0 0,0 0 1 0 0,-1-1 0 0 0,1 0-1 0 0,0 0 1 0 0,0 0 0 0 0,7 2 0 0 0,3 1 64 0 0,0-1 1 0 0,0 0 0 0 0,0-2 0 0 0,1 1-1 0 0,17 0 1 0 0,-25-3-122 0 0,1 0-1 0 0,0 0 0 0 0,0 0 1 0 0,-1-1-1 0 0,1 0 1 0 0,0-1-1 0 0,-1 1 1 0 0,1-2-1 0 0,-1 1 1 0 0,0-1-1 0 0,10-5 0 0 0,-15 7-61 0 0,0 0-1 0 0,0 0 0 0 0,0 0 0 0 0,-1 0 0 0 0,1 0 0 0 0,0 0 1 0 0,-1-1-1 0 0,1 1 0 0 0,-1-1 0 0 0,1 1 0 0 0,-1-1 0 0 0,0 0 1 0 0,0 1-1 0 0,0-1 0 0 0,0 0 0 0 0,0 0 0 0 0,0 0 0 0 0,0 0 1 0 0,-1 0-1 0 0,1 0 0 0 0,-1 0 0 0 0,1 0 0 0 0,-1 0 0 0 0,0 0 0 0 0,0 0 1 0 0,0 0-1 0 0,0 0 0 0 0,0 0 0 0 0,0 0 0 0 0,0 0 0 0 0,-1-1 1 0 0,1 1-1 0 0,-1 0 0 0 0,0 0 0 0 0,1 1 0 0 0,-1-1 0 0 0,0 0 1 0 0,0 0-1 0 0,0 0 0 0 0,0 0 0 0 0,-1 1 0 0 0,1-1 0 0 0,0 1 1 0 0,-1-1-1 0 0,1 1 0 0 0,-1-1 0 0 0,-2 0 0 0 0,-5-6-81 0 0,0 0-1 0 0,0 1 1 0 0,-1 0-1 0 0,0 1 1 0 0,-1 0 0 0 0,-19-8-1 0 0,8 7-2234 0 0,1 1-1 0 0,-1 2 1 0 0,-43-5-1 0 0,50 8-737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0.6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30 1920 0 0,'12'-6'5443'0'0,"21"1"-4514"0"0,-28 5-291 0 0,25-6 423 0 0,-11 2-538 0 0,0 1 0 0 0,1 0 0 0 0,23 1 0 0 0,-40 2-447 0 0,1 0-1 0 0,-1 0 0 0 0,1 0 0 0 0,-1 1 1 0 0,1-1-1 0 0,-1 1 0 0 0,0 0 0 0 0,1 0 1 0 0,-1 0-1 0 0,0 0 0 0 0,1 1 0 0 0,-1-1 1 0 0,0 1-1 0 0,0 0 0 0 0,0 0 0 0 0,-1 0 0 0 0,1 0 1 0 0,0 0-1 0 0,-1 1 0 0 0,1-1 0 0 0,-1 1 1 0 0,0 0-1 0 0,0 0 0 0 0,2 3 0 0 0,-2-2-6 0 0,-1 1 0 0 0,0-1 0 0 0,0 1 0 0 0,0-1 0 0 0,-1 1 0 0 0,0 0 0 0 0,0-1-1 0 0,0 1 1 0 0,0-1 0 0 0,-1 1 0 0 0,1 0 0 0 0,-1-1 0 0 0,0 1 0 0 0,-1-1 0 0 0,1 1 0 0 0,-1-1-1 0 0,-3 7 1 0 0,-6 10 33 0 0,-1-1 1 0 0,-18 24-1 0 0,16-22-123 0 0,-7 14-512 0 0,-9 15-1393 0 0,6-26-2322 0 0,27-29 3738 0 0,0 1 0 0 0,0-1-1 0 0,0 1 1 0 0,0-1 0 0 0,-1 0 0 0 0,0 0-1 0 0,1 0 1 0 0,-2 0 0 0 0,4-8 0 0 0,-3 6 1189 0 0,0 0 0 0 0,1 1 1 0 0,0-1-1 0 0,0 1 1 0 0,0-1-1 0 0,5-4 0 0 0,-3 15 3795 0 0,18 17-2796 0 0,-14-15-1683 0 0,2 0 0 0 0,-1 0-1 0 0,1-1 1 0 0,0 0 0 0 0,0-1-1 0 0,0-1 1 0 0,1 0-1 0 0,0 0 1 0 0,14 2 0 0 0,-16-4-1122 0 0,0 0 0 0 0,1-1 1 0 0,-1 0-1 0 0,0-1 0 0 0,1 0 1 0 0,15-2-1 0 0,-10-7-2294 0 0,-13 6 2659 0 0,6-3-1311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1.0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0 4481 0 0,'-5'122'7523'0'0,"6"-84"-5988"0"0,8 46 0 0 0,-2-50-2128 0 0,15 51 0 0 0,-12-57-1155 0 0,0-1 0 0 0,17 30 1 0 0,-23-49-3040 0 0</inkml:trace>
  <inkml:trace contextRef="#ctx0" brushRef="#br0" timeOffset="1">0 174 3017 0 0,'0'-3'1432'0'0,"2"0"-400"0"0,3-2-168 0 0,3 2-79 0 0,2 3-217 0 0,1-2-208 0 0,5 2-128 0 0,2-3-176 0 0,2 0-8 0 0,4 1-248 0 0,1-1-528 0 0,-1 0-641 0 0,-4-4-559 0 0,1 4-1233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1.4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32 4041 0 0,'18'-4'6608'0'0,"37"-1"-4717"0"0,12-1-1891 0 0,43-7-715 0 0,-37 10-6562 0 0,-70 3 5640 0 0,-2 3-578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1.7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1 1840 0 0,'-9'6'407'0'0,"1"1"0"0"0,0 0-1 0 0,0 0 1 0 0,0 1-1 0 0,1 0 1 0 0,0 0 0 0 0,0 1-1 0 0,1 0 1 0 0,0 0-1 0 0,1 0 1 0 0,-9 20 0 0 0,12-25-394 0 0,1 1 0 0 0,-1-1 0 0 0,0 1 1 0 0,1-1-1 0 0,0 1 0 0 0,0 0 0 0 0,1-1 1 0 0,-1 1-1 0 0,1 0 0 0 0,0 0 1 0 0,0-1-1 0 0,1 1 0 0 0,-1 0 0 0 0,1 0 1 0 0,0-1-1 0 0,0 1 0 0 0,1-1 0 0 0,-1 1 1 0 0,1-1-1 0 0,0 1 0 0 0,0-1 0 0 0,1 0 1 0 0,-1 0-1 0 0,1 0 0 0 0,0 0 0 0 0,0-1 1 0 0,0 1-1 0 0,1-1 0 0 0,3 4 1 0 0,-6-6-129 0 0,0 0 0 0 0,0 0 0 0 0,0 0 0 0 0,1 0 0 0 0,-1 0 0 0 0,0-1 0 0 0,0 1 0 0 0,0 0 1 0 0,1-1-1 0 0,-1 1 0 0 0,1-1 0 0 0,-1 1 0 0 0,0-1 0 0 0,1 0 0 0 0,-1 0 0 0 0,1 1 0 0 0,-1-1 1 0 0,0 0-1 0 0,1 0 0 0 0,-1 0 0 0 0,1 0 0 0 0,-1-1 0 0 0,1 1 0 0 0,-1 0 0 0 0,0-1 0 0 0,1 1 1 0 0,-1-1-1 0 0,0 1 0 0 0,1-1 0 0 0,-1 0 0 0 0,0 1 0 0 0,0-1 0 0 0,1 0 0 0 0,-1 0 1 0 0,0 0-1 0 0,0 0 0 0 0,0 0 0 0 0,0 0 0 0 0,0 0 0 0 0,0-1 0 0 0,7-8-1652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2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283 28 3041 0 0,'-4'7'570'0'0,"1"0"0"0"0,0 0 0 0 0,0 0 0 0 0,0 0 0 0 0,1 0 0 0 0,1 0 0 0 0,-1 1 0 0 0,1-1 0 0 0,0 1 0 0 0,1 0 1 0 0,0-1-1 0 0,1 16 0 0 0,0-11-599 0 0,-1 1 1 0 0,-1 0 0 0 0,-4 21 0 0 0,5-31-178 0 0,-1 1 0 0 0,-1 0 1 0 0,1-1-1 0 0,0 1 0 0 0,-1-1 0 0 0,0 0 1 0 0,0 1-1 0 0,0-1 0 0 0,0 0 1 0 0,0 0-1 0 0,-1 0 0 0 0,0-1 0 0 0,1 1 1 0 0,-1 0-1 0 0,0-1 0 0 0,-5 4 0 0 0,-18 8-1187 0 0,-53 21-1 0 0,54-25 3401 0 0,0 2 1 0 0,-37 21 0 0 0,73-38-1419 0 0,0 1 0 0 0,-1 0 0 0 0,2 0 1 0 0,-1 1-1 0 0,14-2 0 0 0,10-3-338 0 0,86-17-234 0 0,-9 1-5286 0 0,-85 16 1111 0 0,-10 7 1089 0 0</inkml:trace>
  <inkml:trace contextRef="#ctx0" brushRef="#br0" timeOffset="1">348 0 5705 0 0,'15'3'5636'0'0,"25"-1"-5623"0"0,-27-2 369 0 0,14 0-505 0 0,41 4-1261 0 0,-64-4 655 0 0,0 1 1 0 0,-1 0 0 0 0,1 0-1 0 0,0 0 1 0 0,-1 1 0 0 0,1-1 0 0 0,-1 1-1 0 0,5 3 1 0 0,-2 1-1243 0 0,-7-2 404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2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3 240 2481 0 0,'0'1'63'0'0,"0"-1"0"0"0,-1 0 1 0 0,1 1-1 0 0,0-1 1 0 0,0 1-1 0 0,0-1 1 0 0,-1 1-1 0 0,1-1 1 0 0,0 1-1 0 0,0-1 1 0 0,0 1-1 0 0,0-1 1 0 0,0 0-1 0 0,0 1 1 0 0,0-1-1 0 0,0 1 1 0 0,0 0-1 0 0,0-1 1 0 0,0 0-1 0 0,0 1 1 0 0,0-1-1 0 0,0 1 0 0 0,0-1 1 0 0,0 1-1 0 0,1-1 1 0 0,-1 1-1 0 0,0-1 1 0 0,0 1-1 0 0,1-1 1 0 0,-1 1-1 0 0,0-1 1 0 0,1 0-1 0 0,0 1 1 0 0,18 3 936 0 0,23-11-191 0 0,132-37-2267 0 0,-152 35-1026 0 0,-12 7 530 0 0</inkml:trace>
  <inkml:trace contextRef="#ctx0" brushRef="#br0" timeOffset="1">254 1 2889 0 0,'-8'3'2232'0'0,"0"4"-600"0"0,0 4-223 0 0,1 4-329 0 0,4 3-312 0 0,0-1-200 0 0,3 6-200 0 0,0 2-128 0 0,1 1-104 0 0,4 0-64 0 0,2-2-104 0 0,-1 1-232 0 0,1 1-360 0 0,-1-2-496 0 0,-3-1-512 0 0,1-4-417 0 0,-9-7 113 0 0,6 4-961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2.8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12 389 3121 0 0,'-1'2'122'0'0,"-1"0"-1"0"0,1 0 1 0 0,0 0 0 0 0,0 1 0 0 0,0-1 0 0 0,0 0 0 0 0,0 0 0 0 0,1 0 0 0 0,-1 1-1 0 0,1-1 1 0 0,-1 1 0 0 0,1-1 0 0 0,0 0 0 0 0,0 1 0 0 0,0-1 0 0 0,0 0 0 0 0,0 1-1 0 0,0-1 1 0 0,1 1 0 0 0,-1-1 0 0 0,1 0 0 0 0,0 1 0 0 0,0-1 0 0 0,0 0 0 0 0,0 0 0 0 0,0 0-1 0 0,0 0 1 0 0,0 0 0 0 0,1 0 0 0 0,-1 0 0 0 0,1 0 0 0 0,-1 0 0 0 0,1-1 0 0 0,0 1-1 0 0,0-1 1 0 0,0 1 0 0 0,0-1 0 0 0,0 0 0 0 0,0 1 0 0 0,0-1 0 0 0,0 0 0 0 0,0 0-1 0 0,1-1 1 0 0,2 2 0 0 0,4 1-14 0 0,1 0-1 0 0,0 0 1 0 0,0-1-1 0 0,0 0 1 0 0,0 0 0 0 0,0-1-1 0 0,0-1 1 0 0,0 0-1 0 0,12-1 1 0 0,-7-2-238 0 0,1 0 0 0 0,-2-1 1 0 0,17-6-1 0 0,-18 5-534 0 0,0-2 0 0 0,1 1 0 0 0,-2-2 1 0 0,1 1-1 0 0,-1-2 0 0 0,-1 1 0 0 0,1-2 1 0 0,-2 0-1 0 0,1 0 0 0 0,11-15 0 0 0,-6 7-804 0 0</inkml:trace>
  <inkml:trace contextRef="#ctx0" brushRef="#br0" timeOffset="1">580 59 1448 0 0,'-2'-2'253'0'0,"-1"1"-1"0"0,0-1 0 0 0,0 1 1 0 0,0 0-1 0 0,0 0 0 0 0,0 0 0 0 0,0 0 1 0 0,0 1-1 0 0,0-1 0 0 0,0 1 1 0 0,0 0-1 0 0,0 0 0 0 0,0 0 1 0 0,0 0-1 0 0,0 0 0 0 0,0 1 1 0 0,0-1-1 0 0,0 1 0 0 0,0 0 1 0 0,0 0-1 0 0,0 0 0 0 0,0 0 0 0 0,0 0 1 0 0,0 1-1 0 0,1-1 0 0 0,-1 1 1 0 0,1 0-1 0 0,-1 0 0 0 0,1 0 1 0 0,0 0-1 0 0,0 0 0 0 0,-1 1 1 0 0,1-1-1 0 0,1 0 0 0 0,-1 1 0 0 0,-2 3 1 0 0,2-2-181 0 0,0 0-1 0 0,0 0 1 0 0,0-1 0 0 0,0 1 0 0 0,1 1-1 0 0,-1-1 1 0 0,1 0 0 0 0,0 0 0 0 0,0 0-1 0 0,1 1 1 0 0,-1-1 0 0 0,1 0 0 0 0,0 1-1 0 0,0-1 1 0 0,1 0 0 0 0,-1 1 0 0 0,1-1-1 0 0,0 0 1 0 0,0 0 0 0 0,0 1 0 0 0,1-1-1 0 0,-1 0 1 0 0,1 0 0 0 0,0-1 0 0 0,5 8-1 0 0,-3-7-31 0 0,0 0 0 0 0,1 0-1 0 0,0-1 1 0 0,0 1-1 0 0,0-1 1 0 0,0 0 0 0 0,0-1-1 0 0,0 1 1 0 0,1-1-1 0 0,-1 0 1 0 0,1-1 0 0 0,0 1-1 0 0,-1-1 1 0 0,1 0-1 0 0,0 0 1 0 0,0-1 0 0 0,0 0-1 0 0,-1 0 1 0 0,1 0-1 0 0,0-1 1 0 0,0 0 0 0 0,0 0-1 0 0,-1 0 1 0 0,7-3 0 0 0,-5 2 35 0 0,1 0 0 0 0,-1 0 1 0 0,0-1-1 0 0,0 0 1 0 0,-1 0-1 0 0,1-1 0 0 0,0 0 1 0 0,-1 0-1 0 0,0 0 1 0 0,0-1-1 0 0,0 0 1 0 0,-1 0-1 0 0,0-1 0 0 0,0 1 1 0 0,0-1-1 0 0,0 0 1 0 0,-1-1-1 0 0,5-9 1 0 0,-8 12-38 0 0,0-1 0 0 0,0 1 0 0 0,-1-1 0 0 0,1 0 0 0 0,-1 1 0 0 0,0-1 1 0 0,-1 0-1 0 0,1 1 0 0 0,-1-1 0 0 0,0 0 0 0 0,0 1 0 0 0,0-1 0 0 0,-1 1 1 0 0,1 0-1 0 0,-1-1 0 0 0,0 1 0 0 0,0 0 0 0 0,-1 0 0 0 0,-4-5 0 0 0,5 5-212 0 0,0 1 1 0 0,0 0-1 0 0,-1 0 0 0 0,1 0 0 0 0,-1 0 0 0 0,0 0 0 0 0,0 1 0 0 0,0-1 0 0 0,0 1 0 0 0,0 0 0 0 0,-1-1 0 0 0,1 2 0 0 0,-1-1 0 0 0,0 0 0 0 0,1 1 0 0 0,-1 0 0 0 0,0 0 0 0 0,0 0 0 0 0,0 0 0 0 0,1 0 0 0 0,-1 1 0 0 0,-8 0 1 0 0,-3 3-2540 0 0,1 1 0 0 0,-27 11 1 0 0,23-5-121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3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1 333 3041 0 0,'4'4'606'0'0,"0"-1"0"0"0,0 1 1 0 0,1-1-1 0 0,0 0 1 0 0,0 0-1 0 0,0 0 0 0 0,0-1 1 0 0,0 0-1 0 0,8 3 1 0 0,-3-3-157 0 0,0 0 1 0 0,1 0 0 0 0,0 0 0 0 0,15-1 0 0 0,8-3-599 0 0,0-1 0 0 0,38-8 0 0 0,-41 6 194 0 0,4-2-2466 0 0,0 0 0 0 0,45-18 0 0 0,-56 18-353 0 0</inkml:trace>
  <inkml:trace contextRef="#ctx0" brushRef="#br0" timeOffset="1">474 1 3353 0 0,'-4'8'856'0'0,"1"1"1"0"0,0 0 0 0 0,0 0-1 0 0,0 0 1 0 0,1 0-1 0 0,1 0 1 0 0,0 0 0 0 0,0 1-1 0 0,0-1 1 0 0,2 13-1 0 0,2 16 438 0 0,9 43 0 0 0,-9-62-875 0 0,41 168 237 0 0,-22-105-8197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3.7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 64 1984 0 0,'-5'1'291'0'0,"1"0"-1"0"0,0 0 0 0 0,-1 0 0 0 0,1 1 1 0 0,0-1-1 0 0,0 1 0 0 0,0 0 0 0 0,0 1 0 0 0,0-1 1 0 0,0 1-1 0 0,1-1 0 0 0,-1 1 0 0 0,1 0 0 0 0,0 1 1 0 0,0-1-1 0 0,0 0 0 0 0,0 1 0 0 0,0 0 1 0 0,1 0-1 0 0,0-1 0 0 0,0 1 0 0 0,0 1 0 0 0,-3 6 1 0 0,3-6-173 0 0,0 0 1 0 0,0 0-1 0 0,0 1 1 0 0,0-1-1 0 0,1 0 1 0 0,0 1-1 0 0,0-1 1 0 0,1 1-1 0 0,-1-1 1 0 0,1 1-1 0 0,0 0 1 0 0,1-1-1 0 0,-1 1 1 0 0,1-1-1 0 0,0 1 1 0 0,0-1-1 0 0,1 0 1 0 0,0 1-1 0 0,2 4 1 0 0,-2-7-77 0 0,0-1 1 0 0,0 1 0 0 0,0-1-1 0 0,0 0 1 0 0,0 0-1 0 0,0 0 1 0 0,1 0 0 0 0,-1 0-1 0 0,1 0 1 0 0,0 0 0 0 0,-1-1-1 0 0,1 0 1 0 0,0 1-1 0 0,0-1 1 0 0,0 0 0 0 0,0 0-1 0 0,0-1 1 0 0,0 1-1 0 0,4 0 1 0 0,-1-1 87 0 0,0 0 0 0 0,1 0 0 0 0,-1-1 0 0 0,0 0 0 0 0,0 0 0 0 0,0 0 0 0 0,0-1 1 0 0,0 0-1 0 0,8-4 0 0 0,-5 2 114 0 0,1-1 1 0 0,-1 0 0 0 0,0 0 0 0 0,-1-1 0 0 0,1-1-1 0 0,-1 1 1 0 0,0-1 0 0 0,-1-1 0 0 0,1 1 0 0 0,-1-1-1 0 0,7-12 1 0 0,-12 15-171 0 0,0 0 0 0 0,0-1-1 0 0,-1 1 1 0 0,1-1 0 0 0,-2 1 0 0 0,1-1-1 0 0,0 1 1 0 0,-1-1 0 0 0,0 0-1 0 0,0 1 1 0 0,-1-1 0 0 0,0 0 0 0 0,0 1-1 0 0,0-1 1 0 0,0 1 0 0 0,-1 0-1 0 0,0-1 1 0 0,0 1 0 0 0,0 0 0 0 0,-1 0-1 0 0,0 0 1 0 0,0 1 0 0 0,0-1 0 0 0,-7-7-1 0 0,7 9-181 0 0,0-1 0 0 0,-1 1-1 0 0,1-1 1 0 0,-1 1 0 0 0,0 0-1 0 0,0 0 1 0 0,0 1 0 0 0,-1-1 0 0 0,1 1-1 0 0,0 0 1 0 0,-1 0 0 0 0,-7-2-1 0 0,8 3-158 0 0,1 1 0 0 0,-1 0 0 0 0,1-1 0 0 0,-1 1 0 0 0,1 0-1 0 0,-1 1 1 0 0,0-1 0 0 0,1 1 0 0 0,-1-1 0 0 0,1 1 0 0 0,-1 0-1 0 0,1 0 1 0 0,0 1 0 0 0,-1-1 0 0 0,1 1 0 0 0,0-1 0 0 0,0 1-1 0 0,-5 4 1 0 0,1 0-643 0 0,1 0 0 0 0,-1 0-1 0 0,1 1 1 0 0,0-1 0 0 0,0 2-1 0 0,1-1 1 0 0,0 1 0 0 0,0-1-1 0 0,-6 17 1 0 0,-4 3-1388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4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3009 0 0,'3'3'442'0'0,"1"1"0"0"0,-1-1 0 0 0,1 0 0 0 0,-1 0 0 0 0,1 0 0 0 0,0-1 1 0 0,0 1-1 0 0,0-1 0 0 0,1 0 0 0 0,-1 0 0 0 0,0 0 0 0 0,1-1 0 0 0,-1 0 1 0 0,1 1-1 0 0,0-2 0 0 0,-1 1 0 0 0,1 0 0 0 0,9-1 0 0 0,11 0 0 0 0,1-1 0 0 0,30-5 1 0 0,-37 4-178 0 0,34-5-175 0 0,44-4 324 0 0,-34 8-3009 0 0,-112 11-1095 0 0,-28 20 4004 0 0,70-25-337 0 0,1-1 349 0 0,0 1 0 0 0,0-1 0 0 0,0 1 0 0 0,0 0 1 0 0,1 1-1 0 0,-1 0 0 0 0,1-1 0 0 0,0 2 0 0 0,0-1 0 0 0,1 1 0 0 0,-1-1 0 0 0,1 1 0 0 0,-4 6 1 0 0,5-6-69 0 0,1 1 0 0 0,0-1 1 0 0,0 0-1 0 0,0 1 0 0 0,1-1 1 0 0,0 1-1 0 0,0 0 0 0 0,0-1 1 0 0,1 1-1 0 0,-1 0 0 0 0,1 0 1 0 0,1-1-1 0 0,-1 1 0 0 0,1 0 1 0 0,2 5-1 0 0,0 5-261 0 0,1 0 1 0 0,0 0-1 0 0,1-1 0 0 0,1 0 1 0 0,1 0-1 0 0,0-1 0 0 0,0 0 1 0 0,2 0-1 0 0,0 0 0 0 0,0-1 1 0 0,1-1-1 0 0,17 17 0 0 0,-26-28-259 0 0,1 0 0 0 0,-1 1-1 0 0,1-1 1 0 0,0 0 0 0 0,0 0 0 0 0,0 0-1 0 0,0 0 1 0 0,0 0 0 0 0,0 0-1 0 0,0 0 1 0 0,0-1 0 0 0,0 1-1 0 0,0-1 1 0 0,0 1 0 0 0,0-1-1 0 0,0 0 1 0 0,0 0 0 0 0,0 0-1 0 0,1 0 1 0 0,-1 0 0 0 0,0-1-1 0 0,0 1 1 0 0,0-1 0 0 0,0 1-1 0 0,0-1 1 0 0,0 0 0 0 0,0 1-1 0 0,0-1 1 0 0,0 0 0 0 0,0-1-1 0 0,-1 1 1 0 0,1 0 0 0 0,0 0-1 0 0,-1-1 1 0 0,1 1 0 0 0,-1-1-1 0 0,1 1 1 0 0,-1-1 0 0 0,1 0-1 0 0,-1 1 1 0 0,0-1 0 0 0,0 0-1 0 0,0 0 1 0 0,0 0 0 0 0,-1 0-1 0 0,2-2 1 0 0,8-14-2632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4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43 4825 0 0,'-10'57'7267'0'0,"11"6"-3948"0"0,17 58-1415 0 0,-17-113-1721 0 0,3 15-128 0 0,0 5-124 0 0,2 0 0 0 0,0 1 0 0 0,2-2 1 0 0,1 1-1 0 0,16 33 0 0 0,-12-45-2140 0 0,-4-21-2314 0 0,-4-26-1811 0 0,-1 14 3252 0 0</inkml:trace>
  <inkml:trace contextRef="#ctx0" brushRef="#br0" timeOffset="1">212 1 6065 0 0,'-3'5'2393'0'0,"1"6"-569"0"0,-1 4-480 0 0,5 3-383 0 0,-2 0-361 0 0,5 0-264 0 0,3-1-192 0 0,0 3-80 0 0,3-2-56 0 0,-3-2-160 0 0,2-1-288 0 0,-2-1-440 0 0,-1-1-569 0 0,-1-3-543 0 0,-1 0-353 0 0,-5-5 73 0 0,-1 1-953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4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69 3305 0 0,'1'1'183'0'0,"0"0"0"0"0,-1-1 0 0 0,1 1 0 0 0,-1-1 0 0 0,1 1 0 0 0,0 0 0 0 0,0-1 1 0 0,-1 1-1 0 0,1-1 0 0 0,0 1 0 0 0,0-1 0 0 0,-1 0 0 0 0,1 1 0 0 0,0-1 0 0 0,0 0 0 0 0,0 0 1 0 0,0 0-1 0 0,0 1 0 0 0,0-1 0 0 0,-1 0 0 0 0,1 0 0 0 0,0 0 0 0 0,0 0 0 0 0,0 0 0 0 0,0-1 1 0 0,0 1-1 0 0,0 0 0 0 0,-1 0 0 0 0,3-1 0 0 0,33-5 994 0 0,-33 5-835 0 0,103-30 1929 0 0,-79 21-1966 0 0,0 2 0 0 0,1 1 0 0 0,30-5 0 0 0,-57 12-288 0 0,0 0-1 0 0,0 0 0 0 0,0-1 1 0 0,0 1-1 0 0,0 0 0 0 0,0 0 1 0 0,0 0-1 0 0,0 0 0 0 0,0 0 1 0 0,0 0-1 0 0,0 1 1 0 0,0-1-1 0 0,0 0 0 0 0,0 0 1 0 0,0 1-1 0 0,0-1 0 0 0,0 1 1 0 0,0-1-1 0 0,0 1 0 0 0,0-1 1 0 0,0 1-1 0 0,0 0 0 0 0,-1-1 1 0 0,1 1-1 0 0,0 0 1 0 0,0-1-1 0 0,-1 1 0 0 0,2 2 1 0 0,-1-1 29 0 0,-1 0 0 0 0,0 0 0 0 0,0 0 0 0 0,1 0 0 0 0,-1 0 0 0 0,0 0 0 0 0,-1 0 0 0 0,1 0 0 0 0,0 0 0 0 0,-1 0 0 0 0,1 0 0 0 0,-1 0 0 0 0,1 0 0 0 0,-2 2 0 0 0,-6 13 306 0 0,-1 0-1 0 0,-18 26 1 0 0,19-30-343 0 0,-6 9 70 0 0,-31 57 42 0 0,42-73-108 0 0,1-1 0 0 0,-1 0 0 0 0,1 1 0 0 0,1-1 0 0 0,-1 1-1 0 0,1 0 1 0 0,0 0 0 0 0,0 0 0 0 0,1-1 0 0 0,-1 1 0 0 0,1 0 0 0 0,1 7 0 0 0,1-10 2 0 0,-1-1 0 0 0,0 0 1 0 0,1 0-1 0 0,-1 0 0 0 0,1 0 1 0 0,-1 0-1 0 0,1 0 0 0 0,0-1 1 0 0,0 1-1 0 0,0 0 0 0 0,0-1 1 0 0,0 0-1 0 0,0 1 0 0 0,1-1 1 0 0,-1 0-1 0 0,0 0 0 0 0,1 0 1 0 0,-1 0-1 0 0,0-1 0 0 0,1 1 1 0 0,-1-1-1 0 0,6 1 0 0 0,1 1 39 0 0,0-1-1 0 0,0 0 0 0 0,1-1 0 0 0,-1 0 1 0 0,9-1-1 0 0,-13 1-2 0 0,-1-1 0 0 0,1 0 1 0 0,-1 0-1 0 0,0 0 0 0 0,1 0 0 0 0,-1-1 1 0 0,0 1-1 0 0,0-1 0 0 0,0 0 0 0 0,0-1 1 0 0,0 1-1 0 0,-1-1 0 0 0,1 1 0 0 0,-1-1 1 0 0,1 0-1 0 0,-1 0 0 0 0,0-1 0 0 0,0 1 1 0 0,-1-1-1 0 0,1 1 0 0 0,3-8 0 0 0,-5 7-16 0 0,0 0 1 0 0,0 1-1 0 0,0-1 0 0 0,-1 0 0 0 0,1 0 0 0 0,-1 0 0 0 0,0 0 1 0 0,-1 0-1 0 0,1 0 0 0 0,0 0 0 0 0,-1 0 0 0 0,0 1 1 0 0,0-1-1 0 0,0 0 0 0 0,-1 0 0 0 0,1 1 0 0 0,-1-1 0 0 0,0 1 1 0 0,0-1-1 0 0,0 1 0 0 0,0 0 0 0 0,-1 0 0 0 0,1 0 0 0 0,-1 0 1 0 0,-3-2-1 0 0,2-1-103 0 0,-1 1-1 0 0,-1 0 1 0 0,1 1 0 0 0,-1-1 0 0 0,0 1-1 0 0,0 0 1 0 0,0 0 0 0 0,0 1 0 0 0,-1 0-1 0 0,1 0 1 0 0,-1 1 0 0 0,0 0 0 0 0,-7-2-1 0 0,7 3-678 0 0,1 0 0 0 0,-1 1 0 0 0,1 0 0 0 0,-1 0 0 0 0,0 1 0 0 0,1 0 0 0 0,-1 0 0 0 0,1 0 0 0 0,-7 3 0 0 0,-10 1-4654 0 0,15-5 1597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5.2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1 4377 0 0,'-2'6'869'0'0,"0"0"1"0"0,0 0-1 0 0,1 1 1 0 0,-1-1-1 0 0,1 0 0 0 0,1 1 1 0 0,0-1-1 0 0,0 1 1 0 0,1 9-1 0 0,10 64 792 0 0,-8-64-1062 0 0,1 7-598 0 0,25 133 1134 0 0,-7-54-4933 0 0,-23-111-2543 0 0,0-5 3949 0 0,-1-11 412 0 0,0 8 352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4:05.6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11 205 1704 0 0,'-1'-1'225'0'0,"1"1"0"0"0,-1-1 0 0 0,0 1-1 0 0,1-1 1 0 0,-1 0 0 0 0,0 1 0 0 0,1-1-1 0 0,-1 0 1 0 0,0 1 0 0 0,1-1 0 0 0,-1 0-1 0 0,1 0 1 0 0,0 0 0 0 0,-1 0 0 0 0,1 1-1 0 0,0-1 1 0 0,-1 0 0 0 0,1 0-1 0 0,0 0 1 0 0,0 0 0 0 0,0 0 0 0 0,0 0-1 0 0,0 0 1 0 0,0 0 0 0 0,0 0 0 0 0,0 0-1 0 0,0 0 1 0 0,0 1 0 0 0,1-2 0 0 0,22-17 2649 0 0,-12 12-3375 0 0,49-23 554 0 0,-49 26-73 0 0,0-1 0 0 0,-1 0 0 0 0,0 0 0 0 0,0-1 0 0 0,0 0 0 0 0,-1-1 0 0 0,0 0 0 0 0,13-13 0 0 0,-21 18 30 0 0,1 0-1 0 0,-1 1 1 0 0,0-1 0 0 0,0 0-1 0 0,0 0 1 0 0,0 0 0 0 0,0 0-1 0 0,-1 1 1 0 0,1-1 0 0 0,0 0-1 0 0,-1-1 1 0 0,0 1-1 0 0,1 0 1 0 0,-1 0 0 0 0,0 0-1 0 0,0 0 1 0 0,0 0 0 0 0,0 0-1 0 0,-1 0 1 0 0,1 0 0 0 0,-1 0-1 0 0,1 0 1 0 0,-1 0 0 0 0,1 0-1 0 0,-1 0 1 0 0,0 0 0 0 0,0 0-1 0 0,-2-2 1 0 0,3 4 20 0 0,0 1 0 0 0,-1-1 0 0 0,1 0 0 0 0,-1 0 0 0 0,1 0 0 0 0,-1 0 0 0 0,1 1 0 0 0,0-1 0 0 0,-1 0 1 0 0,1 0-1 0 0,-1 1 0 0 0,1-1 0 0 0,0 0 0 0 0,-1 1 0 0 0,1-1 0 0 0,0 0 0 0 0,0 1 0 0 0,-1-1 0 0 0,1 0 0 0 0,0 1 0 0 0,0-1 0 0 0,0 1 0 0 0,-1-1 0 0 0,1 1 0 0 0,0-1 0 0 0,0 0 0 0 0,0 1 0 0 0,0-1 1 0 0,0 1-1 0 0,0-1 0 0 0,0 1 0 0 0,0-1 0 0 0,0 1 0 0 0,0-1 0 0 0,0 1 0 0 0,0 0 0 0 0,-2 20 956 0 0,2 138 3912 0 0,4-103-4270 0 0,3 0 0 0 0,17 70 1 0 0,-15-106-1337 0 0,-5-13-2589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3 206 4777 0 0,'0'-1'82'0'0,"0"1"1"0"0,-1 0-1 0 0,1 0 0 0 0,0 0 0 0 0,0 0 1 0 0,0 0-1 0 0,0-1 0 0 0,0 1 0 0 0,-1 0 1 0 0,1 0-1 0 0,0 0 0 0 0,0 0 1 0 0,0 0-1 0 0,0-1 0 0 0,0 1 0 0 0,0 0 1 0 0,0 0-1 0 0,0 0 0 0 0,0-1 0 0 0,0 1 1 0 0,0 0-1 0 0,0 0 0 0 0,0 0 0 0 0,0-1 1 0 0,0 1-1 0 0,0 0 0 0 0,0 0 1 0 0,0 0-1 0 0,0 0 0 0 0,0-1 0 0 0,0 1 1 0 0,0 0-1 0 0,0 0 0 0 0,0 0 0 0 0,0-1 1 0 0,1 1-1 0 0,-1 0 0 0 0,0 0 1 0 0,0 0-1 0 0,0 0 0 0 0,0 0 0 0 0,0-1 1 0 0,0 1-1 0 0,1 0 0 0 0,-1 0 0 0 0,0 0 1 0 0,0 0-1 0 0,0 0 0 0 0,0 0 0 0 0,1 0 1 0 0,-1 0-1 0 0,0 0 0 0 0,0-1 1 0 0,0 1-1 0 0,1 0 0 0 0,-1 0 0 0 0,0 0 1 0 0,0 0-1 0 0,22-19 1028 0 0,28-19-1209 0 0,-18 15 247 0 0,1 2-1 0 0,1 1 0 0 0,1 2 1 0 0,1 1-1 0 0,61-20 0 0 0,-96 36-105 0 0,0 1 0 0 0,1-1 0 0 0,-1 1 0 0 0,1-1 0 0 0,-1 1 0 0 0,1 0 0 0 0,-1-1 0 0 0,1 1 0 0 0,-1 0 0 0 0,1 0 0 0 0,-1 0 0 0 0,1 0 0 0 0,-1 0 0 0 0,1 1 0 0 0,-1-1 0 0 0,1 0 0 0 0,-1 1 0 0 0,1-1 0 0 0,-1 1 0 0 0,1 0 0 0 0,-1-1 0 0 0,0 1 0 0 0,1 0 0 0 0,-1 0 0 0 0,0 0 0 0 0,0 0 0 0 0,0 0-1 0 0,0 0 1 0 0,2 1 0 0 0,-2 1 33 0 0,0 0-1 0 0,0 0 0 0 0,0 0 1 0 0,0 0-1 0 0,-1 0 0 0 0,1 0 1 0 0,-1 1-1 0 0,0-1 0 0 0,0 0 1 0 0,0 0-1 0 0,0 0 0 0 0,-1 0 1 0 0,0 5-1 0 0,-4 12 208 0 0,-1 1-1 0 0,0-1 1 0 0,-11 21 0 0 0,1-8 55 0 0,-30 45 0 0 0,34-61-524 0 0,1 0 0 0 0,0 2-1 0 0,1-1 1 0 0,1 1 0 0 0,1 1 0 0 0,1-1-1 0 0,0 1 1 0 0,-5 29 0 0 0,12-49 125 0 0,0 0 0 0 0,0 0 0 0 0,1 0 0 0 0,-1-1 0 0 0,0 1 0 0 0,0 0 0 0 0,0 0 0 0 0,0 0 1 0 0,0 0-1 0 0,0 0 0 0 0,0 0 0 0 0,1 0 0 0 0,-1 0 0 0 0,0 0 0 0 0,0 0 0 0 0,0 0 0 0 0,0 0 1 0 0,0 0-1 0 0,0 0 0 0 0,1 0 0 0 0,-1 0 0 0 0,0 0 0 0 0,0 0 0 0 0,0 0 0 0 0,0 0 0 0 0,0 0 0 0 0,0 0 1 0 0,1 0-1 0 0,-1 0 0 0 0,0 0 0 0 0,0 0 0 0 0,0 0 0 0 0,0 0 0 0 0,0 0 0 0 0,0 0 0 0 0,0 1 0 0 0,1-1 1 0 0,-1 0-1 0 0,0 0 0 0 0,0 0 0 0 0,0 0 0 0 0,0 0 0 0 0,0 0 0 0 0,0 0 0 0 0,0 0 0 0 0,0 1 1 0 0,0-1-1 0 0,0 0 0 0 0,0 0 0 0 0,0 0 0 0 0,0 0 0 0 0,0 0 0 0 0,0 0 0 0 0,0 1 0 0 0,0-1 0 0 0,0 0 1 0 0,0 0-1 0 0,0 0 0 0 0,0 0 0 0 0,0 0 0 0 0,0 0 0 0 0,0 1 0 0 0,0-1 0 0 0,0 0 0 0 0,0 0 0 0 0,0 0 1 0 0,0 0-1 0 0,13-13-2180 0 0,9-18 55 0 0,45-79 204 0 0,-21 37 6149 0 0,-44 71-3964 0 0,-1 1 1 0 0,1-1-1 0 0,0 0 0 0 0,0 0 1 0 0,1 1-1 0 0,-1-1 0 0 0,0 1 1 0 0,0 0-1 0 0,1 0 0 0 0,-1 0 1 0 0,0 0-1 0 0,1 0 0 0 0,-1 0 0 0 0,1 1 1 0 0,0-1-1 0 0,-1 1 0 0 0,1 0 1 0 0,-1-1-1 0 0,1 1 0 0 0,0 1 1 0 0,-1-1-1 0 0,1 0 0 0 0,-1 0 1 0 0,1 1-1 0 0,-1 0 0 0 0,1-1 1 0 0,-1 1-1 0 0,1 0 0 0 0,3 2 1 0 0,12 5-216 0 0,0 0-1 0 0,33 21 1 0 0,-31-17 75 0 0,-1-1-811 0 0,21 11-2081 0 0,-14-15-3471 0 0,-21-8 3442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2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4721 0 0,'9'143'6463'0'0,"1"-79"-5212"0"0,23 83 0 0 0,0-46-949 0 0,-9-52-1647 0 0,6-9-3818 0 0,-30-40 4998 0 0,0 0 82 0 0,0 0 0 0 0</inkml:trace>
  <inkml:trace contextRef="#ctx0" brushRef="#br0" timeOffset="1">4 234 4953 0 0,'0'0'128'0'0,"0"0"-1"0"0,-1 0 1 0 0,1 0 0 0 0,0 0 0 0 0,0 0-1 0 0,0 0 1 0 0,0 0 0 0 0,-2 1 766 0 0,2-1-767 0 0,0 0 1 0 0,0 0 0 0 0,0 1 0 0 0,0-1-1 0 0,0 0 1 0 0,0 0 0 0 0,0 0-1 0 0,0 1 1 0 0,0-1 0 0 0,0 0 0 0 0,-1 0-1 0 0,1 0 1 0 0,0 0 0 0 0,0 1-1 0 0,0-1 1 0 0,0 0 0 0 0,0 0 0 0 0,0 0-1 0 0,0 1 1 0 0,1-1 0 0 0,-1 0-1 0 0,0 0 1 0 0,0 0 0 0 0,0 1-1 0 0,0-1 1 0 0,0 0 0 0 0,0 0 0 0 0,0 0-1 0 0,0 0 1 0 0,1 1 511 0 0,-1-1-512 0 0,0 0 1 0 0,0 1 0 0 0,0-1-1 0 0,1 0 1 0 0,-1 0 0 0 0,0 0 0 0 0,0 0-1 0 0,0 0 1 0 0,1 0 0 0 0,-1 0-1 0 0,0 0 1 0 0,0 0 0 0 0,22 0 1552 0 0,25-10-2099 0 0,-24 0-1056 0 0,46-24-1 0 0,-58 27-178 0 0,-1 0 1 0 0,0-1 0 0 0,13-12 0 0 0,-7 5-1851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2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5065 0 0,'-10'46'6680'0'0,"8"7"-3399"0"0,12 50-1217 0 0,-9-94-1862 0 0,3 13-29 0 0,0 0 1 0 0,1 0 0 0 0,1-1 0 0 0,12 27 0 0 0,-14-39-422 0 0,1 1-1 0 0,0-1 1 0 0,1 0 0 0 0,12 15 0 0 0,-15-20-229 0 0,1 0-1 0 0,-1-1 0 0 0,1 1 1 0 0,0-1-1 0 0,1 0 1 0 0,-1 0-1 0 0,0 0 0 0 0,1-1 1 0 0,0 0-1 0 0,7 4 0 0 0,-11-6 260 0 0,0 0-1 0 0,0 1 0 0 0,0-1 0 0 0,-1 0 0 0 0,1 1 1 0 0,0-1-1 0 0,0 0 0 0 0,0 0 0 0 0,0 0 0 0 0,0 1 0 0 0,0-1 1 0 0,-1 0-1 0 0,1 0 0 0 0,0-1 0 0 0,0 1 0 0 0,0 0 0 0 0,0 0 1 0 0,0 0-1 0 0,0 0 0 0 0,-1-1 0 0 0,1 1 0 0 0,0 0 1 0 0,0-1-1 0 0,0 1 0 0 0,-1-1 0 0 0,1 1 0 0 0,0-1 0 0 0,0 1 1 0 0,-1-1-1 0 0,1 0 0 0 0,-1 1 0 0 0,1-1 0 0 0,0 0 0 0 0,-1 1 1 0 0,1-2-1 0 0,8-6-2810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3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48 5633 0 0,'31'100'7621'0'0,"5"-2"-5118"0"0,-10-32-2185 0 0,17 73 0 0 0,-41-132-279 0 0,-1 0-1 0 0,0-1 1 0 0,0 1 0 0 0,-1 0 0 0 0,0-1-1 0 0,0 1 1 0 0,-1 0 0 0 0,0 0 0 0 0,0-1-1 0 0,-3 12 1 0 0,3-17-28 0 0,1 1 0 0 0,-1 0 0 0 0,0-1-1 0 0,0 1 1 0 0,0-1 0 0 0,0 1 0 0 0,0-1 0 0 0,0 1 0 0 0,0-1 0 0 0,0 0-1 0 0,-1 1 1 0 0,1-1 0 0 0,0 0 0 0 0,-1 0 0 0 0,1 0 0 0 0,-1 0-1 0 0,-2 1 1 0 0,1-1-8 0 0,1-1-1 0 0,-1 0 1 0 0,1 1 0 0 0,0-1-1 0 0,-1 0 1 0 0,1 0-1 0 0,-1-1 1 0 0,1 1 0 0 0,0 0-1 0 0,-1-1 1 0 0,1 1-1 0 0,0-1 1 0 0,-1 0 0 0 0,1 0-1 0 0,0 0 1 0 0,-4-2-1 0 0,-1-1-10 0 0,1 0 0 0 0,0 0-1 0 0,0 0 1 0 0,1-1 0 0 0,-1 0-1 0 0,1 0 1 0 0,0 0 0 0 0,1-1-1 0 0,-1 1 1 0 0,1-1 0 0 0,-6-11-1 0 0,8 14 7 0 0,1 0-1 0 0,-1 0 0 0 0,1 0 0 0 0,0 0 1 0 0,0-1-1 0 0,0 1 0 0 0,0 0 1 0 0,1 0-1 0 0,0 0 0 0 0,-1-1 0 0 0,1 1 1 0 0,0 0-1 0 0,0-1 0 0 0,1 1 1 0 0,-1 0-1 0 0,1 0 0 0 0,0-1 0 0 0,0 1 1 0 0,0 0-1 0 0,0 0 0 0 0,0 0 1 0 0,1 0-1 0 0,-1 0 0 0 0,1 0 0 0 0,0 1 1 0 0,0-1-1 0 0,2-2 0 0 0,48-37-1436 0 0,-45 37 201 0 0,1-1-1 0 0,0 1 1 0 0,-1-1-1 0 0,0 0 1 0 0,-1-1 0 0 0,1 0-1 0 0,9-13 1 0 0,-4 3-2786 0 0</inkml:trace>
  <inkml:trace contextRef="#ctx0" brushRef="#br0" timeOffset="1">262 1 4793 0 0,'-3'18'9677'0'0,"12"22"-7852"0"0,-6-29-854 0 0,10 39-160 0 0,2 0 0 0 0,2-1 0 0 0,28 56 0 0 0,-2-25-2981 0 0,3-4-4171 0 0,-43-71 4110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3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7914 0 0,'0'0'3040'0'0,"3"2"-999"0"0,2-1-329 0 0,2 3-96 0 0,-1 1-271 0 0,4-2-433 0 0,0 0-288 0 0,3-1-232 0 0,0-2-168 0 0,3 0-112 0 0,-1-2-64 0 0,1 0-184 0 0,2 1-376 0 0,0-2-624 0 0,0-1-1025 0 0,0-1-1455 0 0,1 1-4266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3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1 182 5281 0 0,'16'-4'6343'0'0,"20"-11"-4277"0"0,-8 3-1276 0 0,29-9-304 0 0,144-50-111 0 0,-64 32-4811 0 0,-100 24-1101 0 0,-22 10 1633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4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 4545 0 0,'-1'13'1108'0'0,"0"1"0"0"0,2 0 1 0 0,-1 0-1 0 0,1 0 0 0 0,1 0 1 0 0,1-1-1 0 0,6 23 0 0 0,6 5 380 0 0,21 44 0 0 0,12 34-1070 0 0,-44-106-280 0 0,0 1 0 0 0,-1 0 1 0 0,0 1-1 0 0,-2-1 0 0 0,1 0 1 0 0,-2 25-1 0 0,0-34-71 0 0,0-1-1 0 0,-1 0 1 0 0,1 1-1 0 0,-1-1 1 0 0,0 0-1 0 0,0 1 1 0 0,-1-1-1 0 0,1 0 1 0 0,-1 0-1 0 0,0 0 1 0 0,0 0-1 0 0,0-1 1 0 0,-1 1-1 0 0,1 0 1 0 0,-1-1-1 0 0,0 0 1 0 0,0 1-1 0 0,0-1 1 0 0,0 0-1 0 0,0-1 1 0 0,-1 1-1 0 0,0 0 1 0 0,1-1-1 0 0,-1 0 1 0 0,0 0 0 0 0,-7 3-1 0 0,6-4-60 0 0,0-1 1 0 0,0 1-1 0 0,1-1 0 0 0,-1 1 1 0 0,0-1-1 0 0,0-1 1 0 0,0 1-1 0 0,0-1 0 0 0,0 1 1 0 0,0-2-1 0 0,1 1 0 0 0,-1 0 1 0 0,1-1-1 0 0,-1 0 0 0 0,1 0 1 0 0,-1 0-1 0 0,1-1 0 0 0,0 1 1 0 0,0-1-1 0 0,0 0 0 0 0,0 0 1 0 0,1-1-1 0 0,-7-5 1 0 0,2-1-366 0 0,1 1 0 0 0,0-1 1 0 0,0 0-1 0 0,1-1 0 0 0,0 1 0 0 0,0-1 1 0 0,-5-17-1 0 0,9 21-233 0 0,0 0 0 0 0,0 0 0 0 0,1 0 1 0 0,0 0-1 0 0,0 0 0 0 0,1 0 0 0 0,0-1 0 0 0,1-9 0 0 0,-1 15 132 0 0,1 0 0 0 0,0 0 0 0 0,-1 0 0 0 0,1 0 0 0 0,0 0 0 0 0,0 1 0 0 0,0-1 0 0 0,0 0 0 0 0,0 1 0 0 0,1-1 0 0 0,-1 1 0 0 0,0-1 0 0 0,3-2 0 0 0,5-2-3113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4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4785 0 0,'8'44'6488'0'0,"13"0"-3368"0"0,35 38-1307 0 0,-40-60-1027 0 0,6 9-149 0 0,0 0 0 0 0,3-2 0 0 0,0-1 1 0 0,1-1-1 0 0,2-1 0 0 0,34 25 1 0 0,-62-51-602 0 0,0 0 0 0 0,1 1 1 0 0,-1-1-1 0 0,1 0 0 0 0,-1 1 1 0 0,0-1-1 0 0,1 0 1 0 0,-1 0-1 0 0,1 0 0 0 0,-1 1 1 0 0,1-1-1 0 0,-1 0 0 0 0,1 0 1 0 0,-1 0-1 0 0,1 0 1 0 0,-1 0-1 0 0,1 0 0 0 0,-1 0 1 0 0,0 0-1 0 0,1 0 0 0 0,-1 0 1 0 0,1 0-1 0 0,-1 0 1 0 0,1 0-1 0 0,-1 0 0 0 0,1 0 1 0 0,-1 0-1 0 0,1-1 0 0 0,-1 1 1 0 0,1 0-1 0 0,2-16 491 0 0,-12-31-322 0 0,6 37-129 0 0,-8-39-23 0 0,1 10-464 0 0,1-1 0 0 0,2 0 0 0 0,2 0-1 0 0,2-1 1 0 0,1-45 0 0 0,11 56-1206 0 0,-7 27 815 0 0,1 0 0 0 0,-1 0-1 0 0,1 0 1 0 0,0 0 0 0 0,-1 1 0 0 0,1-1-1 0 0,0 1 1 0 0,4-2 0 0 0,19-18-6122 0 0,-16 16 5074 0 0,8 10-481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34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12 159 1344 0 0,'-12'-29'9355'0'0,"21"48"-2424"0"0,30 160-2207 0 0,-24-99-3935 0 0,36 110 1 0 0,-21-125-676 0 0,-29-63-183 0 0,1 1 1 0 0,-1-1-1 0 0,0 0 1 0 0,1 1-1 0 0,0-1 0 0 0,-1 0 1 0 0,1 0-1 0 0,0 0 0 0 0,0 0 1 0 0,0 0-1 0 0,0 0 1 0 0,1-1-1 0 0,-1 1 0 0 0,0-1 1 0 0,1 0-1 0 0,-1 1 1 0 0,1-1-1 0 0,0 0 0 0 0,-1 0 1 0 0,1-1-1 0 0,0 1 0 0 0,4 0 1 0 0,-6-2-45 0 0,0 1-1 0 0,0-1 1 0 0,0 1 0 0 0,0-1 0 0 0,0 0-1 0 0,0 1 1 0 0,0-1 0 0 0,0 0 0 0 0,0 0-1 0 0,0 0 1 0 0,-1 0 0 0 0,1 0 0 0 0,0 0-1 0 0,0 0 1 0 0,-1 0 0 0 0,1 0 0 0 0,-1 0-1 0 0,1 0 1 0 0,-1 0 0 0 0,0 0 0 0 0,1-1-1 0 0,-1 1 1 0 0,0 0 0 0 0,0 0 0 0 0,0 0-1 0 0,0-1 1 0 0,0 1 0 0 0,0 0 0 0 0,0 0-1 0 0,0 0 1 0 0,0-1 0 0 0,-1 1 0 0 0,1 0-1 0 0,0 0 1 0 0,-1-2 0 0 0,-13-49-2388 0 0,13 48 2147 0 0,-60-183-6065 0 0,-6 4 4733 0 0,63 172 2041 0 0,-12-29 956 0 0,1 23 3250 0 0,31 47 917 0 0,-4-6-4505 0 0,3-3-631 0 0,1 0 0 0 0,0-1 1 0 0,1-1-1 0 0,1 0 0 0 0,1-2 1 0 0,34 26-1 0 0,-41-35-302 0 0,-1 0 1 0 0,1-1-1 0 0,1 0 0 0 0,0-1 0 0 0,0 0 0 0 0,0-1 1 0 0,0-1-1 0 0,1 0 0 0 0,0-1 0 0 0,0 0 0 0 0,0-1 1 0 0,0 0-1 0 0,23-2 0 0 0,-32 0-18 0 0,0-1 1 0 0,0 1-1 0 0,0-1 1 0 0,0-1-1 0 0,0 1 1 0 0,0-1-1 0 0,-1 0 1 0 0,1 0-1 0 0,0 0 1 0 0,-1-1-1 0 0,0 1 1 0 0,0-1-1 0 0,1 0 1 0 0,-2-1-1 0 0,1 1 1 0 0,0-1-1 0 0,-1 1 1 0 0,1-1-1 0 0,-1 0 1 0 0,0 0-1 0 0,0 0 0 0 0,-1-1 1 0 0,1 1-1 0 0,-1-1 1 0 0,0 0-1 0 0,0 1 1 0 0,-1-1-1 0 0,1 0 1 0 0,0-9-1 0 0,2-13 6 0 0,-1 0 0 0 0,-1 0 0 0 0,-1 0 0 0 0,-5-39 0 0 0,2 22-94 0 0,0 14-3 0 0,1 21 45 0 0,0 0 0 0 0,0 0 1 0 0,1 0-1 0 0,0 0 0 0 0,1 1 0 0 0,0-1 1 0 0,0 0-1 0 0,1 0 0 0 0,3-10 0 0 0,-5 19 24 0 0,1 0-1 0 0,-1 0 0 0 0,1 0 0 0 0,-1 0 0 0 0,1 0 1 0 0,-1 0-1 0 0,1 0 0 0 0,-1 0 0 0 0,1 0 1 0 0,-1 0-1 0 0,1 1 0 0 0,-1-1 0 0 0,1 0 0 0 0,-1 0 1 0 0,1 0-1 0 0,-1 1 0 0 0,1-1 0 0 0,-1 0 0 0 0,1 0 1 0 0,-1 1-1 0 0,0-1 0 0 0,1 0 0 0 0,-1 1 1 0 0,1-1-1 0 0,-1 0 0 0 0,0 1 0 0 0,0-1 0 0 0,1 1 1 0 0,-1-1-1 0 0,0 1 0 0 0,0-1 0 0 0,1 1 1 0 0,-1-1-1 0 0,0 1 0 0 0,0-1 0 0 0,0 1 0 0 0,0-1 1 0 0,0 1-1 0 0,0 0 0 0 0,13 24 76 0 0,51 142 357 0 0,23 53-97 0 0,-69-181-615 0 0,2-1 0 0 0,1-1 0 0 0,41 52 0 0 0,-59-85-95 0 0,0 0-1 0 0,0-1 1 0 0,0 1-1 0 0,1-1 1 0 0,0 0-1 0 0,-1 0 1 0 0,9 4-1 0 0,-11-6 64 0 0,0 0-1 0 0,1-1 0 0 0,-1 1 0 0 0,1-1 0 0 0,-1 1 0 0 0,1-1 1 0 0,-1 0-1 0 0,1 0 0 0 0,-1 0 0 0 0,1 0 0 0 0,-1 0 0 0 0,1 0 0 0 0,-1 0 1 0 0,1 0-1 0 0,-1 0 0 0 0,1-1 0 0 0,-1 1 0 0 0,0-1 0 0 0,1 1 1 0 0,-1-1-1 0 0,1 1 0 0 0,-1-1 0 0 0,0 0 0 0 0,0 0 0 0 0,1 1 1 0 0,-1-1-1 0 0,0 0 0 0 0,2-2 0 0 0,11-13-6699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5:49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7477 642 9298 0 0,'0'-1'23'0'0,"-1"1"-1"0"0,1-1 1 0 0,0 0 0 0 0,-1 1 0 0 0,1-1-1 0 0,-1 0 1 0 0,1 1 0 0 0,-1-1 0 0 0,0 1-1 0 0,1-1 1 0 0,-1 1 0 0 0,1-1 0 0 0,-1 1-1 0 0,0-1 1 0 0,1 1 0 0 0,-1 0 0 0 0,0-1-1 0 0,0 1 1 0 0,1 0 0 0 0,-1 0 0 0 0,0-1-1 0 0,0 1 1 0 0,0 0 0 0 0,1 0 0 0 0,-1 0-1 0 0,0 0 1 0 0,0 0 0 0 0,0 0 0 0 0,1 0-1 0 0,-1 0 1 0 0,0 1 0 0 0,0-1 0 0 0,1 0-1 0 0,-1 0 1 0 0,0 1 0 0 0,-1-1 0 0 0,-43 11 582 0 0,29-7-513 0 0,-84 11 413 0 0,-194 5 0 0 0,190-17-293 0 0,-873 106 1740 0 0,826-88-1699 0 0,-854 70 1174 0 0,563-61-1284 0 0,-746 137 54 0 0,907-119-310 0 0,-429 59 439 0 0,-5-54 203 0 0,554-51-447 0 0,0-8 0 0 0,1-7-1 0 0,1-7 1 0 0,0-6 0 0 0,-156-49 0 0 0,281 65-81 0 0,4 2 7 0 0,0-1 1 0 0,0-1-1 0 0,2-2 0 0 0,-50-27 0 0 0,72 36-12 0 0,1 0 1 0 0,-1-1-1 0 0,1 0 0 0 0,0 0 0 0 0,1-1 0 0 0,-1 1 0 0 0,1-1 0 0 0,-1 0 0 0 0,1 0 0 0 0,1 0 0 0 0,-1-1 0 0 0,1 1 0 0 0,0-1 1 0 0,0 0-1 0 0,1 0 0 0 0,0 0 0 0 0,0 0 0 0 0,0 0 0 0 0,1-1 0 0 0,-1 1 0 0 0,2-1 0 0 0,-1 1 0 0 0,1 0 0 0 0,0-1 1 0 0,0 1-1 0 0,1-1 0 0 0,-1 1 0 0 0,2-1 0 0 0,1-6 0 0 0,3-6 1 0 0,2 0 0 0 0,-1 1 1 0 0,2 1-1 0 0,1-1 0 0 0,0 1 0 0 0,1 1 1 0 0,1 0-1 0 0,0 1 0 0 0,1 0 0 0 0,1 0 0 0 0,0 2 1 0 0,25-19-1 0 0,6-2 20 0 0,2 3 1 0 0,1 2-1 0 0,61-28 0 0 0,-16 16 1 0 0,2 4-1 0 0,180-44 0 0 0,210-15 82 0 0,-305 65-86 0 0,824-96 273 0 0,9 67-60 0 0,-350 25-119 0 0,-155 10 324 0 0,950 76 0 0 0,-1182-23-392 0 0,607 83 316 0 0,-868-109-346 0 0,132 29 53 0 0,-127-25-49 0 0,1 0 0 0 0,-1 2 0 0 0,-1 0-1 0 0,36 20 1 0 0,-51-25 0 0 0,1-1 0 0 0,-1 1 0 0 0,0 0 0 0 0,-1 0 0 0 0,1 0 0 0 0,0 0 0 0 0,-1 1 0 0 0,0-1 0 0 0,0 1 0 0 0,0 0 0 0 0,0 0 0 0 0,-1 0 0 0 0,1 0 0 0 0,-1 1 0 0 0,0-1 0 0 0,0 1 0 0 0,-1-1 0 0 0,1 1 0 0 0,-1 0 0 0 0,0-1 0 0 0,0 1 0 0 0,-1 0 0 0 0,0 0-1 0 0,1 0 1 0 0,-2-1 0 0 0,1 1 0 0 0,0 0 0 0 0,-1 0 0 0 0,0 0 0 0 0,0-1 0 0 0,0 1 0 0 0,-1 0 0 0 0,0-1 0 0 0,0 1 0 0 0,0-1 0 0 0,0 0 0 0 0,-3 4 0 0 0,-7 11 49 0 0,-1-1 0 0 0,0 0 0 0 0,-1-2 0 0 0,-1 1 0 0 0,-1-2 0 0 0,-32 26 0 0 0,-19 8-70 0 0,-2-3 0 0 0,-2-3 1 0 0,-102 45-1 0 0,-244 73-2080 0 0,251-111-50 0 0,-201 33 1 0 0,-179-4-4642 0 0,369-58 2054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6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49 480 0 0,'-51'12'3574'0'0,"23"-7"79"0"0,-52 19 0 0 0,91-20-765 0 0,63 5-2245 0 0,28-5-444 0 0,-65-1-71 0 0,-1-2 0 0 0,1-2 0 0 0,61-8 0 0 0,-8-2 155 0 0,0 3-1 0 0,159 8 1 0 0,-7 0 228 0 0,-53 0-34 0 0,-111 2-373 0 0,150-14 0 0 0,-140 3-37 0 0,122 3-1 0 0,-51 3 88 0 0,171 6-18 0 0,-7-1-205 0 0,-204-1 114 0 0,172 24 1 0 0,-137-9-17 0 0,18-4 80 0 0,179-11 1 0 0,109 1 264 0 0,-44-7-324 0 0,-366 5-49 0 0,253-13 95 0 0,1 0 0 0 0,-42-3-55 0 0,-157 6-13 0 0,106 5-1 0 0,169 0 120 0 0,-115-1-62 0 0,480 7 50 0 0,-442-14-16 0 0,-107 2-58 0 0,413-8 296 0 0,-328 24-327 0 0,13-1-12 0 0,246-11 62 0 0,-403 8-68 0 0,100 10-66 0 0,-224-12 30 0 0,-4 1-1737 0 0,-17 1-4954 0 0,-1 1-130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6.0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1 2032 0 0,'-2'5'544'0'0,"0"0"0"0"0,0 1 0 0 0,1-1 0 0 0,0 1-1 0 0,0-1 1 0 0,0 1 0 0 0,1 0 0 0 0,0-1 0 0 0,0 1-1 0 0,0 0 1 0 0,1-1 0 0 0,1 9 0 0 0,0 3 3 0 0,6 57-319 0 0,4-27-6984 0 0,-9-44 4403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6.37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0 149 1872 0 0,'14'-1'279'0'0,"0"0"1"0"0,0-1-1 0 0,0-1 0 0 0,0 0 0 0 0,0 0 0 0 0,17-8 0 0 0,81-42-386 0 0,-6 4 365 0 0,-100 46-178 0 0,5-1 85 0 0,0 0-1 0 0,0 1 1 0 0,19-4 0 0 0,-29 7-93 0 0,0 0 1 0 0,0-1 0 0 0,0 1 0 0 0,0 0 0 0 0,1 0 0 0 0,-1 0 0 0 0,0 0 0 0 0,0-1 0 0 0,0 2 0 0 0,0-1 0 0 0,0 0 0 0 0,0 0 0 0 0,0 0 0 0 0,0 0 0 0 0,0 1 0 0 0,0-1 0 0 0,1 0 0 0 0,-1 1-1 0 0,0-1 1 0 0,-1 1 0 0 0,1-1 0 0 0,0 1 0 0 0,0 0 0 0 0,0-1 0 0 0,0 1 0 0 0,0 0 0 0 0,-1 0 0 0 0,1 0 0 0 0,0-1 0 0 0,0 1 0 0 0,-1 0 0 0 0,1 0 0 0 0,-1 0 0 0 0,1 0 0 0 0,-1 0-1 0 0,1 0 1 0 0,-1 0 0 0 0,0 0 0 0 0,1 0 0 0 0,-1 0 0 0 0,0 0 0 0 0,0 1 0 0 0,0-1 0 0 0,0 0 0 0 0,0 0 0 0 0,0 0 0 0 0,0 0 0 0 0,-1 2 0 0 0,-9 58 1950 0 0,4-33-2114 0 0,2 0 0 0 0,-2 40 1 0 0,6-55-470 0 0,1-6-147 0 0,-1-1 0 0 0,0 1 0 0 0,-1-1 0 0 0,1 1 0 0 0,-1-1 0 0 0,0 1 0 0 0,-1-1 0 0 0,-3 10 0 0 0,1-4-1595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6.7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1 170 3337 0 0,'5'-3'476'0'0,"-1"0"0"0"0,1 1 0 0 0,0-1 0 0 0,0 1 0 0 0,1 0 0 0 0,-1 0 0 0 0,8-1 0 0 0,9-3 394 0 0,174-76 1458 0 0,-67 24-8642 0 0,-119 55 3421 0 0</inkml:trace>
  <inkml:trace contextRef="#ctx0" brushRef="#br0" timeOffset="1">291 67 2280 0 0,'-2'7'561'0'0,"2"4"-49"0"0,-3 4 136 0 0,0 0 32 0 0,-1-1-56 0 0,1 1-152 0 0,-2-1-176 0 0,2 3-96 0 0,0-1-88 0 0,-2-1-48 0 0,3-1-64 0 0,-1-2-200 0 0,1-1-320 0 0,1-1-320 0 0,-3-4-216 0 0,-5-4-16 0 0,5 3-1057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7.1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0 130 3953 0 0,'1'1'198'0'0,"0"0"0"0"0,0 0 0 0 0,1 0 0 0 0,-1 0 0 0 0,0 0 0 0 0,0 0 1 0 0,1 0-1 0 0,-1-1 0 0 0,0 1 0 0 0,1 0 0 0 0,-1-1 0 0 0,1 1 0 0 0,-1-1 0 0 0,1 0 0 0 0,-1 1 1 0 0,1-1-1 0 0,-1 0 0 0 0,1 0 0 0 0,-1 0 0 0 0,1 0 0 0 0,-1 0 0 0 0,1-1 0 0 0,2 1 0 0 0,39-9 1392 0 0,-40 8-1417 0 0,47-14 893 0 0,62-29 0 0 0,-77 28-1684 0 0,1 1 0 0 0,1 2 0 0 0,71-14 0 0 0,-92 28-2006 0 0,-16-1 2549 0 0,1 0 1 0 0,-1 0 0 0 0,0 0-1 0 0,0 0 1 0 0,0 0 0 0 0,0 0-1 0 0,1 0 1 0 0,-1 0 0 0 0,0 1-1 0 0,0-1 1 0 0,0 0 0 0 0,0 0-1 0 0,0 0 1 0 0,1 0-1 0 0,-1 0 1 0 0,0 1 0 0 0,0-1-1 0 0,0 0 1 0 0,0 0 0 0 0,0 0-1 0 0,0 1 1 0 0,0-1 0 0 0,0 0-1 0 0,0 0 1 0 0,1 0 0 0 0,-1 0-1 0 0,0 1 1 0 0,0-1 0 0 0,0 0-1 0 0,0 0 1 0 0,0 0-1 0 0,0 1 1 0 0,0-1 0 0 0,-1 0-1 0 0,1 0 1 0 0,0 0 0 0 0,0 1-1 0 0,0-1 1 0 0,0 0 0 0 0,0 0-1 0 0,0 0 1 0 0,0 1 0 0 0,0-1-1 0 0,0 0 1 0 0,0 0 0 0 0,-1 0-1 0 0,1 0 1 0 0,0 0 0 0 0,0 1-1 0 0,0-1 1 0 0,0 0-1 0 0,0 0 1 0 0,-1 0 0 0 0,1 0-1 0 0,0 0 1 0 0,0 0 0 0 0,0 0-1 0 0,-1 0 1 0 0,1 1 0 0 0,-4 4-2211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7.5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92 3425 0 0,'12'-9'4665'0'0,"55"-31"-3769"0"0,-41 31-649 0 0,2 0-1 0 0,-1 1 1 0 0,47-5 0 0 0,-67 11-221 0 0,0 1-1 0 0,-1 1 1 0 0,1-1-1 0 0,0 1 1 0 0,0 1 0 0 0,0-1-1 0 0,0 1 1 0 0,-1 0 0 0 0,1 0-1 0 0,0 1 1 0 0,-1 0 0 0 0,1 0-1 0 0,-1 1 1 0 0,0 0-1 0 0,0 0 1 0 0,0 0 0 0 0,0 1-1 0 0,0 0 1 0 0,-1 0 0 0 0,0 0-1 0 0,6 6 1 0 0,-10-9-15 0 0,0 0 1 0 0,1 1-1 0 0,-1-1 1 0 0,0 0-1 0 0,0 1 1 0 0,0-1-1 0 0,0 1 1 0 0,0-1-1 0 0,0 1 1 0 0,0 0-1 0 0,-1-1 1 0 0,1 1-1 0 0,0 0 1 0 0,-1 0-1 0 0,0-1 1 0 0,1 1-1 0 0,-1 0 1 0 0,0 0-1 0 0,0-1 1 0 0,0 1-1 0 0,0 0 1 0 0,0 0-1 0 0,0 0 1 0 0,0 0-1 0 0,-1-1 1 0 0,1 1-1 0 0,-1 0 1 0 0,1-1-1 0 0,-1 1 1 0 0,0 0-1 0 0,0-1 1 0 0,0 1-1 0 0,0 0 1 0 0,0-1-1 0 0,0 0 1 0 0,0 1-1 0 0,0-1 1 0 0,0 1-1 0 0,-1-1 1 0 0,1 0-1 0 0,-1 0 1 0 0,1 0-1 0 0,-1 0 1 0 0,1 0-1 0 0,-1 0 1 0 0,1 0-1 0 0,-3 0 1 0 0,-8 4-35 0 0,-1 0 0 0 0,1-1 1 0 0,-1 0-1 0 0,-25 3 1 0 0,35-6 18 0 0,-18 3 25 0 0,1 1 0 0 0,0 0 0 0 0,0 2 0 0 0,1 0 0 0 0,-1 2 0 0 0,-28 16 0 0 0,42-20 2 0 0,-1-1 0 0 0,1 1 0 0 0,0 0 0 0 0,0 0 0 0 0,0 1 0 0 0,1 0 0 0 0,0 0 0 0 0,0 0 0 0 0,-4 8 0 0 0,6-9-13 0 0,1-1 0 0 0,0 1 0 0 0,1-1 0 0 0,-1 1 0 0 0,1-1 0 0 0,0 1 0 0 0,0 0 0 0 0,0 0 0 0 0,1 0 0 0 0,0-1 0 0 0,0 1 0 0 0,0 0 0 0 0,0 0 0 0 0,1 0-1 0 0,0-1 1 0 0,1 6 0 0 0,-1-7 12 0 0,1 0-1 0 0,-1-1 1 0 0,0 1-1 0 0,1 0 0 0 0,-1-1 1 0 0,1 0-1 0 0,0 1 0 0 0,0-1 1 0 0,0 0-1 0 0,0 0 0 0 0,0 0 1 0 0,1 0-1 0 0,-1 0 1 0 0,1-1-1 0 0,-1 1 0 0 0,1-1 1 0 0,-1 0-1 0 0,1 1 0 0 0,0-1 1 0 0,0 0-1 0 0,0-1 0 0 0,-1 1 1 0 0,1 0-1 0 0,0-1 1 0 0,5 1-1 0 0,10 0 290 0 0,0 0 1 0 0,0-1-1 0 0,19-3 1 0 0,-20 2-77 0 0,10-1 425 0 0,1-1 1 0 0,36-10-1 0 0,-5-8-1053 0 0,-54 18-265 0 0,0 0 0 0 0,1 0 0 0 0,-1-1 0 0 0,0 0 0 0 0,-1 1-1 0 0,1-2 1 0 0,4-4 0 0 0,2-6-6590 0 0,-8 9 4978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8.07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52 3553 0 0,'7'-6'326'0'0,"0"1"0"0"0,0-1 1 0 0,0 2-1 0 0,0-1 1 0 0,1 1-1 0 0,-1 0 0 0 0,1 1 1 0 0,0 0-1 0 0,0 0 0 0 0,1 1 1 0 0,-1 0-1 0 0,0 0 0 0 0,1 1 1 0 0,-1 0-1 0 0,13 0 0 0 0,-5 1-118 0 0,-1 1 0 0 0,1 0 0 0 0,-1 1 0 0 0,1 1 0 0 0,-1 1 0 0 0,0 0 0 0 0,23 9 0 0 0,-37-12-173 0 0,-1-1 0 0 0,1 0-1 0 0,-1 1 1 0 0,0-1 0 0 0,1 1-1 0 0,-1-1 1 0 0,1 0-1 0 0,-1 1 1 0 0,0-1 0 0 0,0 1-1 0 0,1-1 1 0 0,-1 1 0 0 0,0-1-1 0 0,0 1 1 0 0,0-1 0 0 0,1 1-1 0 0,-1-1 1 0 0,0 1 0 0 0,0-1-1 0 0,0 1 1 0 0,0-1 0 0 0,0 1-1 0 0,0 0 1 0 0,0-1 0 0 0,0 1-1 0 0,0-1 1 0 0,0 1 0 0 0,0-1-1 0 0,-1 1 1 0 0,1-1 0 0 0,0 1-1 0 0,0-1 1 0 0,0 1 0 0 0,-1-1-1 0 0,1 1 1 0 0,0-1 0 0 0,-1 0-1 0 0,1 1 1 0 0,0-1 0 0 0,-1 1-1 0 0,1-1 1 0 0,0 0 0 0 0,-1 1-1 0 0,1-1 1 0 0,-1 0 0 0 0,1 1-1 0 0,-1-1 1 0 0,1 0 0 0 0,-1 0-1 0 0,0 1 1 0 0,-32 24 220 0 0,25-20-163 0 0,-7 10-65 0 0,0 0-1 0 0,0 2 0 0 0,2 0 0 0 0,0 0 0 0 0,1 1 0 0 0,1 1 1 0 0,0 0-1 0 0,1 0 0 0 0,2 1 0 0 0,-13 40 0 0 0,19-54-26 0 0,1 0 0 0 0,0 0-1 0 0,0 0 1 0 0,0 0 0 0 0,0 0-1 0 0,1 1 1 0 0,0-1-1 0 0,1 0 1 0 0,-1 0 0 0 0,1 0-1 0 0,1 1 1 0 0,-1-1 0 0 0,1 0-1 0 0,0 0 1 0 0,0-1-1 0 0,0 1 1 0 0,1 0 0 0 0,0-1-1 0 0,5 8 1 0 0,-4-9 8 0 0,0 0 0 0 0,-1 0 0 0 0,1-1 0 0 0,0 1 0 0 0,1-1 0 0 0,-1 0 0 0 0,0 0 0 0 0,1-1 0 0 0,0 1 0 0 0,0-1 0 0 0,-1 0 0 0 0,1-1 0 0 0,0 1 0 0 0,1-1 0 0 0,-1 0 1 0 0,0 0-1 0 0,0 0 0 0 0,1-1 0 0 0,-1 0 0 0 0,0 0 0 0 0,0 0 0 0 0,1 0 0 0 0,5-2 0 0 0,9-3 19 0 0,0-1 0 0 0,-1 0 0 0 0,1-2 1 0 0,27-15-1 0 0,1 1-3423 0 0,-47 22 3085 0 0,0 0 0 0 0,-1 0 0 0 0,1-1-1 0 0,0 1 1 0 0,0-1 0 0 0,0 1 0 0 0,0 0-1 0 0,-1-1 1 0 0,1 0 0 0 0,0 1 0 0 0,0-1 0 0 0,-1 1-1 0 0,1-1 1 0 0,-1 0 0 0 0,1 1 0 0 0,0-1-1 0 0,-1 0 1 0 0,1 0 0 0 0,-1 0 0 0 0,1-1-1 0 0,2-3-2071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8.4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0 3545 0 0,'5'140'8804'0'0,"8"-3"-4976"0"0,7-1-5423 0 0,5 1-5872 0 0,-24-131 4904 0 0,0 0-765 0 0</inkml:trace>
  <inkml:trace contextRef="#ctx0" brushRef="#br0" timeOffset="1">1 285 4641 0 0,'39'9'6953'0'0,"4"1"-5107"0"0,-24-11-2089 0 0,0 0 1 0 0,0-1-1 0 0,0-1 0 0 0,22-6 1 0 0,-29 5-1696 0 0,1 0 1 0 0,-1-1-1 0 0,22-12 1 0 0,-18 8-1340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9.0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1 108 2753 0 0,'0'-1'294'0'0,"1"0"0"0"0,-1 0 0 0 0,1 0 0 0 0,0 0 0 0 0,-1 0 0 0 0,1 0 0 0 0,0 0 0 0 0,0 0 1 0 0,0 0-1 0 0,-1 0 0 0 0,1 0 0 0 0,0 0 0 0 0,0 1 0 0 0,0-1 0 0 0,0 0 0 0 0,1 1 0 0 0,-1-1 0 0 0,0 1 1 0 0,0-1-1 0 0,0 1 0 0 0,0 0 0 0 0,2-1 0 0 0,32-12 714 0 0,40-5 126 0 0,-54 14-816 0 0,0-1-1 0 0,0-1 1 0 0,-1-1 0 0 0,28-13 0 0 0,-35 8 400 0 0,-25 8 45 0 0,-28 7-150 0 0,29 1-600 0 0,1 1 1 0 0,-1 0-1 0 0,1 0 0 0 0,0 1 0 0 0,0 0 1 0 0,1 1-1 0 0,-1 0 0 0 0,2 1 0 0 0,-1 0 1 0 0,1 0-1 0 0,0 1 0 0 0,-7 10 1 0 0,2-1 48 0 0,0 2-1 0 0,1-1 1 0 0,1 2 0 0 0,0 0 0 0 0,-7 24 0 0 0,16-42-51 0 0,1 1 1 0 0,0-1-1 0 0,0 1 0 0 0,0-1 0 0 0,0 1 1 0 0,1 0-1 0 0,-1-1 0 0 0,1 1 0 0 0,0 0 1 0 0,0 0-1 0 0,0-1 0 0 0,1 1 0 0 0,-1 0 1 0 0,1 0-1 0 0,0-1 0 0 0,0 1 0 0 0,0-1 1 0 0,1 1-1 0 0,-1-1 0 0 0,3 5 1 0 0,-2-6-12 0 0,0 1 0 0 0,1-1 0 0 0,-1 0 0 0 0,1 0 0 0 0,0 0 0 0 0,-1 0 0 0 0,1 0 0 0 0,0-1 0 0 0,0 1 0 0 0,0-1 1 0 0,0 0-1 0 0,0 0 0 0 0,0 0 0 0 0,0 0 0 0 0,1 0 0 0 0,-1-1 0 0 0,0 1 0 0 0,1-1 0 0 0,-1 0 0 0 0,0 0 1 0 0,0 0-1 0 0,6-1 0 0 0,53-13-31 0 0,-53 11 33 0 0,1 0 1 0 0,0 1-1 0 0,0 0 0 0 0,0 0 1 0 0,0 1-1 0 0,1 0 0 0 0,-1 1 0 0 0,0 0 1 0 0,12 2-1 0 0,-18 0 29 0 0,-1-1 1 0 0,0 1 0 0 0,0 1-1 0 0,1-1 1 0 0,-1 0 0 0 0,0 1-1 0 0,-1-1 1 0 0,1 1-1 0 0,0 0 1 0 0,-1 0 0 0 0,0 0-1 0 0,0 0 1 0 0,1 1 0 0 0,-2-1-1 0 0,1 0 1 0 0,0 1 0 0 0,-1 0-1 0 0,0-1 1 0 0,0 1-1 0 0,0 0 1 0 0,0-1 0 0 0,0 5-1 0 0,3 11 101 0 0,-2 0 0 0 0,0-1 0 0 0,0 21 0 0 0,-4-6-505 0 0,-3 0-4459 0 0,1 4-4541 0 0,-2-27 6899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49.3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0 143 6481 0 0,'39'2'6260'0'0,"27"-1"-3180"0"0,4-13-1836 0 0,96-28 0 0 0,-12-10-4635 0 0,-152 49 3260 0 0,0 1-449 0 0,1-1-1 0 0,0 0 1 0 0,-1 1 0 0 0,1-1 0 0 0,0-1 0 0 0,-1 1 0 0 0,1 0-1 0 0,-1-1 1 0 0,1 1 0 0 0,-1-1 0 0 0,0 0 0 0 0,0 0 0 0 0,0 1-1 0 0,0-1 1 0 0,0-1 0 0 0,0 1 0 0 0,0 0 0 0 0,2-5-1 0 0,2-3-2518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50.0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32 142 2425 0 0,'58'-21'2271'0'0,"-38"16"-1768"0"0,-1-2-1 0 0,-1-1 1 0 0,29-15 0 0 0,-35 16-324 0 0,33-21 82 0 0,-44 27-203 0 0,1 0 1 0 0,-1 0-1 0 0,1 0 1 0 0,-1 0-1 0 0,1-1 1 0 0,-1 1 0 0 0,0 0-1 0 0,0-1 1 0 0,1 1-1 0 0,-1-1 1 0 0,0 0-1 0 0,0 1 1 0 0,-1-1 0 0 0,1 0-1 0 0,0 1 1 0 0,-1-1-1 0 0,1 0 1 0 0,-1 0-1 0 0,1 0 1 0 0,-1 0 0 0 0,0-2-1 0 0,0 4-14 0 0,0-1-1 0 0,-1 1 1 0 0,1-1 0 0 0,-1 1-1 0 0,1-1 1 0 0,-1 1 0 0 0,0-1-1 0 0,1 1 1 0 0,-1-1-1 0 0,1 1 1 0 0,-1 0 0 0 0,0 0-1 0 0,1-1 1 0 0,-1 1 0 0 0,0 0-1 0 0,1 0 1 0 0,-1 0-1 0 0,0-1 1 0 0,1 1 0 0 0,-1 0-1 0 0,0 0 1 0 0,1 0 0 0 0,-1 0-1 0 0,0 0 1 0 0,1 1-1 0 0,-1-1 1 0 0,0 0 0 0 0,0 0-1 0 0,1 0 1 0 0,-1 1-1 0 0,1-1 1 0 0,-1 0 0 0 0,0 0-1 0 0,1 1 1 0 0,-1-1 0 0 0,0 1-1 0 0,-26 12 352 0 0,4 2-331 0 0,1 2 0 0 0,1 0 0 0 0,1 1 0 0 0,0 1 0 0 0,1 1 1 0 0,1 0-1 0 0,1 2 0 0 0,-28 46 0 0 0,43-64-49 0 0,0 0-1 0 0,0 0 1 0 0,0 0 0 0 0,0 1-1 0 0,1-1 1 0 0,-1 1 0 0 0,1 0-1 0 0,0-1 1 0 0,1 1 0 0 0,-1 0-1 0 0,1-1 1 0 0,0 1 0 0 0,0 0-1 0 0,1 5 1 0 0,-1-8-21 0 0,1 0 1 0 0,0 0-1 0 0,0 0 0 0 0,0 0 1 0 0,0 0-1 0 0,0 0 0 0 0,0-1 0 0 0,1 1 1 0 0,-1 0-1 0 0,0-1 0 0 0,1 1 1 0 0,0 0-1 0 0,-1-1 0 0 0,1 0 1 0 0,0 1-1 0 0,0-1 0 0 0,-1 0 1 0 0,1 0-1 0 0,0 0 0 0 0,0 0 0 0 0,0 0 1 0 0,0-1-1 0 0,1 1 0 0 0,-1-1 1 0 0,0 1-1 0 0,0-1 0 0 0,0 0 1 0 0,0 0-1 0 0,1 0 0 0 0,-1 0 0 0 0,0 0 1 0 0,4-1-1 0 0,8-1-76 0 0,-1 0-1 0 0,0-1 1 0 0,1-1 0 0 0,-1 0-1 0 0,-1-1 1 0 0,1 0 0 0 0,23-14 0 0 0,-24 12 52 0 0,1 1 1 0 0,0 0-1 0 0,0 0 1 0 0,0 2 0 0 0,1-1-1 0 0,-1 2 1 0 0,15-3 0 0 0,-26 6 76 0 0,-1 1 0 0 0,1-1 1 0 0,-1 0-1 0 0,1 1 0 0 0,-1-1 1 0 0,0 1-1 0 0,1-1 0 0 0,-1 1 1 0 0,0 0-1 0 0,1 0 0 0 0,-1-1 1 0 0,0 1-1 0 0,0 0 1 0 0,0 0-1 0 0,0 0 0 0 0,0 0 1 0 0,0 1-1 0 0,0-1 0 0 0,0 0 1 0 0,0 0-1 0 0,0 0 0 0 0,-1 1 1 0 0,1-1-1 0 0,0 0 0 0 0,-1 1 1 0 0,1-1-1 0 0,-1 1 0 0 0,0-1 1 0 0,1 1-1 0 0,-1-1 1 0 0,0 0-1 0 0,0 2 0 0 0,6 61 627 0 0,-5-46-638 0 0,-1-14-25 0 0,1 33-2357 0 0,-1-34 1749 0 0,0 0 0 0 0,-1-1 1 0 0,1 1-1 0 0,-1 0 0 0 0,0-1 1 0 0,0 1-1 0 0,0-1 0 0 0,0 1 1 0 0,0-1-1 0 0,-1 1 0 0 0,-2 3 1 0 0,-4 5-1789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50.4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0 215 4217 0 0,'21'-1'2484'0'0,"0"0"-1"0"0,29-7 1 0 0,43-17 577 0 0,93-48-4216 0 0,-92 33-163 0 0,-62 28-186 0 0,-23 10 701 0 0,-1 0 0 0 0,0-1 0 0 0,0 0 1 0 0,0-1-1 0 0,0 0 0 0 0,-1 0 0 0 0,1 0 0 0 0,-1-1 0 0 0,11-10 0 0 0,-8 6-1320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50.8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318 0 3273 0 0,'-8'65'5254'0'0,"13"40"-2158"0"0,0-43-2299 0 0,-3 10-840 0 0,9 157 1426 0 0,-5-153-4037 0 0,3-1-3384 0 0,-5-56 2642 0 0</inkml:trace>
  <inkml:trace contextRef="#ctx0" brushRef="#br0" timeOffset="1">6 814 3033 0 0,'-4'10'712'0'0,"4"6"-8"0"0,-1 2 24 0 0,1-2 8 0 0,1-1-72 0 0,1-4-135 0 0,0 2-233 0 0,2-1-160 0 0,1-3-80 0 0,0 0-128 0 0,0-3-144 0 0,0 1-289 0 0,1-3-415 0 0,-2 0-280 0 0,-1-4 32 0 0,0 1-1433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51.1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0 141 3713 0 0,'7'0'1004'0'0,"0"-1"-1"0"0,-1 0 1 0 0,1-1 0 0 0,-1 1 0 0 0,10-5 0 0 0,73-33 212 0 0,-30 11-648 0 0,-31 16-409 0 0,71-26 321 0 0,-89 35-379 0 0,1 0 0 0 0,-1 1 0 0 0,1 0 0 0 0,-1 1 1 0 0,1 0-1 0 0,0 0 0 0 0,15 2 0 0 0,-24 0-53 0 0,0-1 0 0 0,0 0 0 0 0,1 1 0 0 0,-1 0 0 0 0,0-1 1 0 0,0 1-1 0 0,0 0 0 0 0,-1 0 0 0 0,1 0 0 0 0,0 0 0 0 0,0 1 0 0 0,0-1 0 0 0,-1 0 0 0 0,1 1 0 0 0,-1-1 0 0 0,1 1 0 0 0,-1 0 0 0 0,0-1 1 0 0,1 1-1 0 0,1 4 0 0 0,13 44 1337 0 0,-7-14-2861 0 0,7-8-3786 0 0,-22-31 328 0 0,3 2 4094 0 0,-2 2-1403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1:58:51.53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13 146 4465 0 0,'-2'1'238'0'0,"1"0"-1"0"0,0 1 1 0 0,0-1 0 0 0,0 0 0 0 0,0 0-1 0 0,1 1 1 0 0,-1-1 0 0 0,0 0-1 0 0,0 1 1 0 0,1-1 0 0 0,-1 1 0 0 0,1-1-1 0 0,-1 1 1 0 0,1-1 0 0 0,0 1-1 0 0,0-1 1 0 0,-1 1 0 0 0,1-1 0 0 0,0 1-1 0 0,1 2 1 0 0,0-3-127 0 0,0 0 0 0 0,0 0 0 0 0,1 0 0 0 0,-1 0 0 0 0,0 0 0 0 0,1 0-1 0 0,-1-1 1 0 0,0 1 0 0 0,1 0 0 0 0,-1-1 0 0 0,1 1 0 0 0,-1-1 0 0 0,1 0 0 0 0,-1 1 0 0 0,1-1 0 0 0,0 0 0 0 0,-1 0 0 0 0,1 0-1 0 0,-1 0 1 0 0,1 0 0 0 0,1-1 0 0 0,13 0 95 0 0,0-1-1 0 0,0 0 1 0 0,0-2-1 0 0,-1 0 1 0 0,0 0-1 0 0,0-1 0 0 0,21-11 1 0 0,98-57 160 0 0,-132 72-358 0 0,81-50-24 0 0,-50 26-3475 0 0,-20 33-4941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5.7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111 67 1216 0 0,'-13'1'1897'0'0,"1"0"1"0"0,-1 0-1 0 0,0 1 0 0 0,1 1 0 0 0,0 0 0 0 0,-23 9 0 0 0,54-19-1437 0 0,1 1-1 0 0,0 1 0 0 0,1 1 0 0 0,-1 0 0 0 0,1 2 0 0 0,-1 0 0 0 0,1 1 0 0 0,22 3 0 0 0,-5-2-171 0 0,49-7 0 0 0,329-39 1051 0 0,-370 42-1243 0 0,29 0 82 0 0,102 10 0 0 0,31-1 230 0 0,-159-5-320 0 0,0 3 0 0 0,82 15 0 0 0,38 3-12 0 0,2-11 7 0 0,166 6 89 0 0,-70-19 40 0 0,263 5 172 0 0,117-23-79 0 0,-456 8-284 0 0,36-4 8 0 0,278-6 88 0 0,-397 33 110 0 0,18-1-3312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7.3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9 3929 0 0,'0'-1'167'0'0,"-1"1"0"0"0,1-1 0 0 0,0 1-1 0 0,0-1 1 0 0,-1 1 0 0 0,1 0 0 0 0,0-1 0 0 0,-1 1 0 0 0,1-1 0 0 0,0 1 0 0 0,-1 0 0 0 0,1-1 0 0 0,-1 1-1 0 0,1 0 1 0 0,0 0 0 0 0,-1-1 0 0 0,1 1 0 0 0,-1 0 0 0 0,1 0 0 0 0,-1 0 0 0 0,1-1 0 0 0,-1 1 0 0 0,1 0-1 0 0,-1 0 1 0 0,1 0 0 0 0,-1 0 0 0 0,1 0 0 0 0,-1 0 0 0 0,1 0 0 0 0,-1 0 0 0 0,1 0 0 0 0,-1 0 0 0 0,1 0-1 0 0,-1 1 1 0 0,1-1 0 0 0,-1 0 0 0 0,1 0 0 0 0,0 0 0 0 0,-2 1 0 0 0,-4 20 2825 0 0,4-10-2618 0 0,-8 38 1428 0 0,-5 72 1 0 0,14-100-1774 0 0,0 0 1 0 0,2 0-1 0 0,0 0 0 0 0,1 0 1 0 0,2-1-1 0 0,5 25 0 0 0,0-26 140 0 0,10 1-5236 0 0,-18-20 4855 0 0,-1 1-1 0 0,1-1 1 0 0,0 0-1 0 0,-1 0 0 0 0,1 0 1 0 0,-1 1-1 0 0,1-1 1 0 0,0 0-1 0 0,-1 0 1 0 0,1 0-1 0 0,-1 0 0 0 0,1 0 1 0 0,0 0-1 0 0,-1 0 1 0 0,1 0-1 0 0,-1 0 1 0 0,1 0-1 0 0,0-1 0 0 0,-1 1 1 0 0,1 0-1 0 0,-1 0 1 0 0,1 0-1 0 0,-1-1 0 0 0,1 1 1 0 0,-1 0-1 0 0,2-1 1 0 0,-1-1-85 0 0,0 1 0 0 0,0-1 0 0 0,0 1 0 0 0,0-1-1 0 0,0 0 1 0 0,0 1 0 0 0,0-1 0 0 0,0 0 0 0 0,0 0 0 0 0,-1 1 0 0 0,1-1 0 0 0,0-4 0 0 0,-1 1 93 0 0,1-1-1 0 0,-1 1 1 0 0,0-1-1 0 0,0 1 1 0 0,-1-1-1 0 0,0 0 1 0 0,0 1-1 0 0,0 0 1 0 0,-1-1-1 0 0,-3-9 1 0 0,4 13 248 0 0,0 1 1 0 0,1 0-1 0 0,-1-1 1 0 0,0 1-1 0 0,0 0 0 0 0,0-1 1 0 0,0 1-1 0 0,0 0 1 0 0,0 0-1 0 0,0 0 1 0 0,0 0-1 0 0,0 0 0 0 0,0 0 1 0 0,-1 0-1 0 0,1 0 1 0 0,0 1-1 0 0,-3-2 1 0 0,2 2 157 0 0,1 0 1 0 0,-1 0 0 0 0,1 0 0 0 0,-1 0-1 0 0,1 0 1 0 0,-1 0 0 0 0,1 1 0 0 0,-1-1-1 0 0,1 1 1 0 0,-1-1 0 0 0,1 1 0 0 0,-1-1-1 0 0,1 1 1 0 0,0 0 0 0 0,-1 0 0 0 0,1-1 0 0 0,0 1-1 0 0,0 0 1 0 0,0 0 0 0 0,0 0 0 0 0,0 1-1 0 0,-2 1 602 0 0,3-3-729 0 0,0 0 1 0 0,0 0-1 0 0,0 0 0 0 0,0 0 0 0 0,0 0 0 0 0,0 0 0 0 0,0 0 0 0 0,0 0 1 0 0,0 1-1 0 0,1 1 1879 0 0,-1-2-1879 0 0,0 0 0 0 0,0 0 0 0 0,0 0 0 0 0,0 0 0 0 0,0 0 1 0 0,1 0-1 0 0,-1 0 0 0 0,0 0 0 0 0,0 0 0 0 0,0 0 0 0 0,0 0 1 0 0,0 0-1 0 0,0 0 0 0 0,0 0 0 0 0,0 0 0 0 0,1 0 0 0 0,-1 0 0 0 0,0 0 1 0 0,0 0-1 0 0,0 0 0 0 0,0 0 0 0 0,0 0 0 0 0,0 0 0 0 0,0 0 1 0 0,16-1 2026 0 0,13-4-804 0 0,15-9-999 0 0,79-37 1 0 0,-103 41-1632 0 0,-1-1 0 0 0,0-1 1 0 0,22-18-1 0 0,-36 24 628 0 0,-1 1-1 0 0,1-1 1 0 0,-1 0-1 0 0,0 0 1 0 0,-1-1-1 0 0,1 1 1 0 0,-1-1-1 0 0,0 0 1 0 0,-1 0-1 0 0,3-12 1 0 0,4-39 2632 0 0,-5 109 10160 0 0,6 7-9761 0 0,3 31-5589 0 0,-12-87 2726 0 0,-1 0 1 0 0,0 0-1 0 0,0 0 1 0 0,0 0-1 0 0,-1 0 0 0 0,1-1 1 0 0,0 1-1 0 0,-1 0 0 0 0,1 0 1 0 0,-1 0-1 0 0,1 0 1 0 0,-1 0-1 0 0,-2 3 0 0 0,2-4 197 0 0,0 1 0 0 0,-1-1-1 0 0,1 1 1 0 0,-1-1 0 0 0,1 1 0 0 0,-1-1-1 0 0,1 0 1 0 0,-1 0 0 0 0,0 0-1 0 0,0 0 1 0 0,-2 1 0 0 0,-5 1-111 0 0,0-1-1 0 0,0 0 1 0 0,0-1 0 0 0,0 1 0 0 0,-9-1-1 0 0,-9 1-466 0 0,10 1 428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7.7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142 31 984 0 0,'-85'28'2823'0'0,"29"-7"2391"0"0,73-24 813 0 0,23 0-2887 0 0,13-1-1883 0 0,0-4-1102 0 0,67-20 0 0 0,-49 2-7599 0 0,-60 19-235 0 0,-6 13 4455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8.1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31 106 2625 0 0,'-21'10'3038'0'0,"12"-3"-1564"0"0,13-1 1167 0 0,1-6-2222 0 0,1 0 1 0 0,-1 0-1 0 0,0-1 0 0 0,0 0 0 0 0,0 0 0 0 0,0 0 1 0 0,1 0-1 0 0,-2-1 0 0 0,7-2 0 0 0,9-3 462 0 0,131-41 1809 0 0,-103 30-3259 0 0,2 3 1 0 0,65-13-1 0 0,-102 27-1328 0 0,-2 0-1797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8.5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 78 3385 0 0,'-17'4'4418'0'0,"24"-5"-105"0"0,32-7-755 0 0,155-48 41 0 0,-169 50-3526 0 0,0 2-1 0 0,1 0 1 0 0,0 2-1 0 0,-1 1 1 0 0,48 4-1 0 0,-71-3-60 0 0,1 0-1 0 0,-1 1 1 0 0,1-1 0 0 0,-1 0-1 0 0,1 1 1 0 0,-1-1-1 0 0,0 1 1 0 0,1 0-1 0 0,-1 0 1 0 0,0 0 0 0 0,0 0-1 0 0,0 0 1 0 0,0 1-1 0 0,0-1 1 0 0,0 1 0 0 0,0-1-1 0 0,0 1 1 0 0,0 0-1 0 0,2 3 1 0 0,-3-4 11 0 0,-1 1 0 0 0,0 0 1 0 0,1-1-1 0 0,-1 1 0 0 0,0 0 0 0 0,0-1 1 0 0,0 1-1 0 0,0 0 0 0 0,0 0 1 0 0,0-1-1 0 0,0 1 0 0 0,0 0 0 0 0,-1-1 1 0 0,1 1-1 0 0,-1 0 0 0 0,1-1 0 0 0,-1 1 1 0 0,0 0-1 0 0,0-1 0 0 0,-1 3 0 0 0,-4 4 43 0 0,1-1-1 0 0,-1 1 1 0 0,-1-2-1 0 0,1 1 1 0 0,-1 0-1 0 0,0-1 1 0 0,-1-1-1 0 0,-13 9 1 0 0,-1-4-68 0 0,0-1 0 0 0,-1 0 0 0 0,-33 7 0 0 0,40-13-45 0 0,0 0-1 0 0,1 2 1 0 0,0 0-1 0 0,0 0 1 0 0,0 2-1 0 0,1 0 1 0 0,0 0-1 0 0,0 2 1 0 0,-25 18-1 0 0,38-26 56 0 0,0 0-1 0 0,0 0 0 0 0,0 0 1 0 0,0 0-1 0 0,0-1 1 0 0,0 1-1 0 0,0 0 1 0 0,0 1-1 0 0,0-1 1 0 0,0 0-1 0 0,0 0 1 0 0,1 0-1 0 0,-1 0 1 0 0,0 1-1 0 0,1-1 1 0 0,-1 0-1 0 0,1 1 1 0 0,0-1-1 0 0,-1 0 1 0 0,1 1-1 0 0,0-1 1 0 0,0 1-1 0 0,0-1 0 0 0,0 0 1 0 0,0 1-1 0 0,0-1 1 0 0,0 1-1 0 0,0-1 1 0 0,1 0-1 0 0,-1 1 1 0 0,0-1-1 0 0,1 0 1 0 0,-1 1-1 0 0,1-1 1 0 0,0 0-1 0 0,-1 0 1 0 0,1 0-1 0 0,0 1 1 0 0,0-1-1 0 0,0 0 1 0 0,0 0-1 0 0,0 0 1 0 0,0 0-1 0 0,0 0 0 0 0,0-1 1 0 0,0 1-1 0 0,0 0 1 0 0,0 0-1 0 0,1-1 1 0 0,-1 1-1 0 0,0-1 1 0 0,0 1-1 0 0,1-1 1 0 0,-1 1-1 0 0,2-1 1 0 0,8 4 63 0 0,-1-1 1 0 0,1 0-1 0 0,0-1 1 0 0,0 0 0 0 0,17 1-1 0 0,-1-3-68 0 0,1-1-1 0 0,-1-2 0 0 0,1 0 1 0 0,-1-2-1 0 0,0-1 1 0 0,0-1-1 0 0,-1-1 0 0 0,0-1 1 0 0,40-21-1 0 0,-62 28-1210 0 0,-1 0 0 0 0,1-1-1 0 0,-1 1 1 0 0,0-1-1 0 0,0 0 1 0 0,0 0 0 0 0,0 0-1 0 0,0 0 1 0 0,-1-1 0 0 0,1 1-1 0 0,-1-1 1 0 0,0 0 0 0 0,3-5-1 0 0,1-3-2177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9.1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57 5385 0 0,'3'-3'874'0'0,"1"1"-1"0"0,-1-1 1 0 0,0 1-1 0 0,1 0 1 0 0,0 0-1 0 0,0 0 0 0 0,7-3 1 0 0,60-11 1226 0 0,-28 8-1715 0 0,-42 7-381 0 0,7-1 40 0 0,1-1 0 0 0,0 2 0 0 0,-1-1 0 0 0,1 1 0 0 0,14 0 0 0 0,-22 1-19 0 0,0 0 0 0 0,0 0 0 0 0,0 0 0 0 0,0 0 1 0 0,1 1-1 0 0,-1-1 0 0 0,0 0 0 0 0,0 1 0 0 0,0-1 0 0 0,0 1 1 0 0,0-1-1 0 0,0 1 0 0 0,-1-1 0 0 0,1 1 0 0 0,0 0 0 0 0,0 0 1 0 0,0-1-1 0 0,0 1 0 0 0,-1 0 0 0 0,1 0 0 0 0,0 1 0 0 0,0 0 45 0 0,-1 0-1 0 0,1 0 0 0 0,-1 0 1 0 0,0-1-1 0 0,1 1 1 0 0,-1 0-1 0 0,0 0 0 0 0,0 0 1 0 0,0 0-1 0 0,-1 0 0 0 0,1 0 1 0 0,0 0-1 0 0,-1 0 0 0 0,0 0 1 0 0,1 0-1 0 0,-2 2 0 0 0,-8 18 441 0 0,0-2 0 0 0,-23 36 0 0 0,23-43-447 0 0,1 1 0 0 0,1 0 0 0 0,0 0-1 0 0,1 1 1 0 0,1 0 0 0 0,0 1 0 0 0,-5 23 0 0 0,11-38-66 0 0,0 1 0 0 0,-1-1 0 0 0,1 0 0 0 0,0 0 0 0 0,1 0 0 0 0,-1 1 0 0 0,0-1 0 0 0,0 0 0 0 0,1 0 0 0 0,-1 0-1 0 0,0 0 1 0 0,1 1 0 0 0,-1-1 0 0 0,1 0 0 0 0,-1 0 0 0 0,1 0 0 0 0,0 0 0 0 0,-1 0 0 0 0,1 0 0 0 0,0 0 0 0 0,0 0 0 0 0,0-1 0 0 0,0 1 0 0 0,0 0 0 0 0,0 0 0 0 0,0-1 0 0 0,0 1 0 0 0,0-1 0 0 0,0 1 0 0 0,0-1 0 0 0,0 1 0 0 0,0-1 0 0 0,0 1 0 0 0,1-1 0 0 0,-1 0 0 0 0,0 0 0 0 0,0 0 0 0 0,0 0 0 0 0,1 0 0 0 0,-1 0 0 0 0,0 0 0 0 0,0 0 0 0 0,2-1 0 0 0,10 1-11 0 0,-1-1 0 0 0,1-1 1 0 0,16-4-1 0 0,-15 3 51 0 0,11-3 274 0 0,0 2 0 0 0,1 1 1 0 0,-1 2-1 0 0,0 0 0 0 0,45 4 0 0 0,-69-2-306 0 0,0-1 0 0 0,0 0 0 0 0,0 0 0 0 0,-1 1 0 0 0,1-1 0 0 0,0 0-1 0 0,-1 1 1 0 0,1-1 0 0 0,0 1 0 0 0,-1-1 0 0 0,1 1 0 0 0,0-1 0 0 0,-1 1 0 0 0,1-1 0 0 0,-1 1 0 0 0,1 0 0 0 0,-1-1-1 0 0,1 1 1 0 0,-1 0 0 0 0,1-1 0 0 0,-1 1 0 0 0,0 0 0 0 0,1 0 0 0 0,-1-1 0 0 0,0 1 0 0 0,0 0 0 0 0,0 1 0 0 0,-2 28 53 0 0,-19 25-537 0 0,20-52 166 0 0,-1 0-1 0 0,0 0 1 0 0,0 0-1 0 0,0 0 1 0 0,0-1-1 0 0,0 1 1 0 0,0-1-1 0 0,-1 0 1 0 0,1 0-1 0 0,-1 1 1 0 0,1-2-1 0 0,-1 1 1 0 0,0 0-1 0 0,0 0 1 0 0,0-1-1 0 0,0 0 1 0 0,0 1-1 0 0,0-1 1 0 0,0 0-1 0 0,0-1 1 0 0,-1 1-1 0 0,1-1 1 0 0,-4 1-1 0 0,-6-1-1544 0 0,1-1-1 0 0,-1 0 1 0 0,0-1 0 0 0,-23-7-1 0 0,-19-3-1172 0 0,50 11 3203 0 0,-1 1 1 0 0,1 0 0 0 0,-1-1 0 0 0,1 2 0 0 0,-1-1-1 0 0,0 1 1 0 0,-5 1 0 0 0,-60 20 1835 0 0,62-18-738 0 0,0 0 0 0 0,1 0 1 0 0,-1 1-1 0 0,1 0 1 0 0,-13 10-1 0 0,21-15-1178 0 0,0 1-1 0 0,-1-1 1 0 0,1 0 0 0 0,0 0-1 0 0,-1 0 1 0 0,1 1-1 0 0,0-1 1 0 0,0 0 0 0 0,-1 0-1 0 0,1 1 1 0 0,0-1-1 0 0,0 0 1 0 0,0 1 0 0 0,-1-1-1 0 0,1 0 1 0 0,0 0-1 0 0,0 1 1 0 0,0-1 0 0 0,0 0-1 0 0,0 1 1 0 0,-1-1-1 0 0,1 1 1 0 0,0-1 0 0 0,0 0-1 0 0,0 1 1 0 0,0-1-1 0 0,0 0 1 0 0,0 1 0 0 0,0-1-1 0 0,1 0 1 0 0,-1 1-1 0 0,0-1 1 0 0,0 0 0 0 0,0 1-1 0 0,0-1 1 0 0,0 0-1 0 0,0 1 1 0 0,1-1 0 0 0,-1 1-1 0 0,17 7 1751 0 0,21-3-94 0 0,5-6-988 0 0,-1-3 1 0 0,1-1 0 0 0,-1-2 0 0 0,59-18-1 0 0,-52 12-626 0 0,-2-1-134 0 0,-35 10-311 0 0,0 0 1 0 0,1 0 0 0 0,-1 1 0 0 0,1 1-1 0 0,-1 0 1 0 0,1 0 0 0 0,22 2 0 0 0,-25 2-964 0 0,-12 16-14147 0 0,2-18 15420 0 0,-2 7-2597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0:59.5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57 3873 0 0,'-32'11'9607'0'0,"49"-12"-7629"0"0,112-27 1395 0 0,-80 16-2778 0 0,2 2 1 0 0,67-5 0 0 0,-116 14-555 0 0,0 1 1 0 0,1 0 0 0 0,-1 0 0 0 0,0 0-1 0 0,1 0 1 0 0,-1 0 0 0 0,0 1-1 0 0,1-1 1 0 0,-1 1 0 0 0,0-1-1 0 0,1 1 1 0 0,-1 0 0 0 0,0 0-1 0 0,0 0 1 0 0,0 0 0 0 0,0 0 0 0 0,0 0-1 0 0,0 1 1 0 0,0-1 0 0 0,0 1-1 0 0,-1-1 1 0 0,1 1 0 0 0,0 0-1 0 0,-1 0 1 0 0,1 0 0 0 0,1 3-1 0 0,-1 2 25 0 0,1 0 0 0 0,-1 0 0 0 0,-1 0-1 0 0,0 0 1 0 0,0 1 0 0 0,0-1 0 0 0,-1 8-1 0 0,8 39-2100 0 0,-8-54 1872 0 0,0 1 1 0 0,0-1-1 0 0,0 1 1 0 0,0-1-1 0 0,0 1 1 0 0,0-1 0 0 0,0 1-1 0 0,1-1 1 0 0,-1 0-1 0 0,0 1 1 0 0,0-1-1 0 0,0 1 1 0 0,1-1-1 0 0,-1 0 1 0 0,0 1 0 0 0,1-1-1 0 0,-1 1 1 0 0,0-1-1 0 0,1 0 1 0 0,-1 1-1 0 0,1-1 1 0 0,-1 0-1 0 0,0 0 1 0 0,1 1 0 0 0,-1-1-1 0 0,1 0 1 0 0,-1 0-1 0 0,1 0 1 0 0,-1 0-1 0 0,1 1 1 0 0,-1-1-1 0 0,1 0 1 0 0,-1 0-1 0 0,1 0 1 0 0,-1 0 0 0 0,1 0-1 0 0,-1 0 1 0 0,1 0-1 0 0,-1 0 1 0 0,1-1-1 0 0,-1 1 1 0 0,1 0-1 0 0,-1 0 1 0 0,0 0 0 0 0,1 0-1 0 0,-1-1 1 0 0,1 1-1 0 0,-1 0 1 0 0,1 0-1 0 0,-1-1 1 0 0,1 0-1 0 0,19-21-7260 0 0,-17 19 6887 0 0,8-10-2339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00.22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137 1 5769 0 0,'-3'5'6617'0'0,"3"-5"-6492"0"0,7 12 3257 0 0,10 6-684 0 0,-2-8-2541 0 0,0-1 1 0 0,1 0 0 0 0,0-2-1 0 0,1 0 1 0 0,-1 0 0 0 0,32 6-1 0 0,2 2-4802 0 0,-72-6-5972 0 0,-19-3 9383 0 0,23-6 1196 0 0,0 1-1 0 0,0 1 1 0 0,0 0 0 0 0,1 2-1 0 0,-1 0 1 0 0,1 1 0 0 0,0 1 0 0 0,0 0-1 0 0,1 1 1 0 0,-21 13 0 0 0,26-13 454 0 0,-31 21 1102 0 0,40-27-1279 0 0,0 0 0 0 0,0 1-1 0 0,1-1 1 0 0,-1 1 0 0 0,0 0 0 0 0,1-1-1 0 0,-1 1 1 0 0,1 0 0 0 0,0 0 0 0 0,0 0-1 0 0,-1 0 1 0 0,1 0 0 0 0,0 0 0 0 0,1 0-1 0 0,-1 0 1 0 0,-1 4 0 0 0,3-6-164 0 0,-1 0-1 0 0,0 1 1 0 0,1-1 0 0 0,-1 0 0 0 0,0 1 0 0 0,1-1-1 0 0,-1 0 1 0 0,1 1 0 0 0,-1-1 0 0 0,0 0-1 0 0,1 0 1 0 0,-1 0 0 0 0,1 1 0 0 0,-1-1-1 0 0,1 0 1 0 0,-1 0 0 0 0,0 0 0 0 0,1 0 0 0 0,-1 0-1 0 0,1 0 1 0 0,-1 0 0 0 0,1 0 0 0 0,-1 0-1 0 0,1 0 1 0 0,-1 0 0 0 0,1 0 0 0 0,-1 0 0 0 0,1 0-1 0 0,-1 0 1 0 0,0-1 0 0 0,1 1 0 0 0,0-1-1 0 0,18-4 1076 0 0,-18 5-1041 0 0,66-24 3105 0 0,-38 12-2495 0 0,-1 2-1 0 0,1 0 1 0 0,0 2 0 0 0,1 2-1 0 0,0 0 1 0 0,59-2-1 0 0,-88 8-704 0 0,0 0-1 0 0,1-1 0 0 0,-1 1 0 0 0,1 1 1 0 0,-1-1-1 0 0,0 0 0 0 0,1 0 0 0 0,-1 0 1 0 0,1 1-1 0 0,-1-1 0 0 0,0 1 0 0 0,1-1 0 0 0,-1 1 1 0 0,0-1-1 0 0,0 1 0 0 0,0 0 0 0 0,1 0 1 0 0,-1-1-1 0 0,0 1 0 0 0,0 0 0 0 0,0 0 1 0 0,0 0-1 0 0,0 0 0 0 0,0 1 0 0 0,-1-1 1 0 0,3 2-1 0 0,-3-1 4 0 0,0 1-1 0 0,0-1 1 0 0,0 0 0 0 0,0 0-1 0 0,0 0 1 0 0,0 0 0 0 0,-1 1 0 0 0,1-1-1 0 0,-1 0 1 0 0,1 0 0 0 0,-1 0-1 0 0,0 0 1 0 0,0 0 0 0 0,0 0 0 0 0,-2 2-1 0 0,-6 11 32 0 0,-1-1 0 0 0,-1-1 0 0 0,-15 17 0 0 0,23-27-58 0 0,-14 16-181 0 0,0-1 1 0 0,0-1-1 0 0,-2 0 0 0 0,0-2 0 0 0,-1 0 0 0 0,-1-1 0 0 0,-25 12 0 0 0,57-46-1179 0 0,14-9 1088 0 0,-22 26 319 0 0,1 1 0 0 0,0 0 1 0 0,0 0-1 0 0,0 0 0 0 0,0 1 0 0 0,1-1 1 0 0,-1 1-1 0 0,0 0 0 0 0,1 0 0 0 0,-1 0 1 0 0,1 1-1 0 0,-1 0 0 0 0,1-1 0 0 0,-1 2 1 0 0,1-1-1 0 0,-1 0 0 0 0,0 1 0 0 0,1 0 1 0 0,-1 0-1 0 0,1 0 0 0 0,-1 1 0 0 0,0-1 1 0 0,7 5-1 0 0,9 4 36 0 0,0 2 1 0 0,0 0-1 0 0,25 22 1 0 0,-17-13-393 0 0,-21-16-145 0 0,18 14-1728 0 0,-24-19 1955 0 0,-1 1 1 0 0,1-1-1 0 0,-1 0 1 0 0,0 1 0 0 0,1-1-1 0 0,-1 0 1 0 0,1 1 0 0 0,-1-1-1 0 0,1 0 1 0 0,-1 0-1 0 0,1 0 1 0 0,0 1 0 0 0,-1-1-1 0 0,1 0 1 0 0,-1 0 0 0 0,1 0-1 0 0,-1 0 1 0 0,1 0 0 0 0,-1 0-1 0 0,1 0 1 0 0,0 0-1 0 0,-1 0 1 0 0,1 0 0 0 0,-1 0-1 0 0,1-1 1 0 0,-1 1 0 0 0,1 0-1 0 0,-1 0 1 0 0,1-1 0 0 0,-1 1-1 0 0,1 0 1 0 0,-1 0-1 0 0,1-1 1 0 0,-1 1 0 0 0,1 0-1 0 0,-1-1 1 0 0,0 1 0 0 0,1-1-1 0 0,-1 1 1 0 0,1-1-1 0 0,-1 0 76 0 0,0-1 0 0 0,0 1 0 0 0,0 0 0 0 0,1-1 0 0 0,-2 1 0 0 0,1 0 0 0 0,0 0-1 0 0,0-1 1 0 0,0 1 0 0 0,0 0 0 0 0,-1 0 0 0 0,1-1 0 0 0,-1 1 0 0 0,1 0 0 0 0,-1 0-1 0 0,1 0 1 0 0,-1 0 0 0 0,0-1 0 0 0,-1 0 0 0 0,-2-4-560 0 0,3-8-1577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00.6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1 205 4313 0 0,'56'-4'7607'0'0,"5"-8"-5499"0"0,-29 4-4528 0 0,-1-2-1 0 0,0-1 1 0 0,48-25-1 0 0,-78 36 2368 0 0,0 0 0 0 0,-1 0 0 0 0,1-1 0 0 0,-1 1 0 0 0,1 0 0 0 0,-1 0 0 0 0,1-1 0 0 0,0 1-1 0 0,-1 0 1 0 0,1-1 0 0 0,-1 1 0 0 0,0 0 0 0 0,1-1 0 0 0,-1 1 0 0 0,1-1 0 0 0,-1 1 0 0 0,0-1 0 0 0,1 1 0 0 0,-1-1-1 0 0,0 1 1 0 0,1-1 0 0 0,-1 1 0 0 0,0-1 0 0 0,0 0 0 0 0,0 1 0 0 0,1-1 0 0 0,-1 1 0 0 0,0-1 0 0 0,0 0 0 0 0,0 1-1 0 0,0-1 1 0 0,0 1 0 0 0,0-1 0 0 0,0 0 0 0 0,0 1 0 0 0,0-1 0 0 0,-1 1 0 0 0,1-1 0 0 0,0 1 0 0 0,0-1 0 0 0,0 0 0 0 0,-1 1-1 0 0,1-1 1 0 0,0 1 0 0 0,-1-1 0 0 0,1 0 0 0 0,-1-4-1302 0 0</inkml:trace>
  <inkml:trace contextRef="#ctx0" brushRef="#br0" timeOffset="1">286 4 1120 0 0,'0'-1'104'0'0,"0"1"-1"0"0,-1 0 0 0 0,1 0 1 0 0,0 0-1 0 0,0 0 1 0 0,0-1-1 0 0,0 1 0 0 0,0 0 1 0 0,0 0-1 0 0,-1 0 0 0 0,1 0 1 0 0,0 0-1 0 0,0 0 1 0 0,0-1-1 0 0,0 1 0 0 0,-1 0 1 0 0,1 0-1 0 0,0 0 1 0 0,0 0-1 0 0,0 0 0 0 0,-1 0 1 0 0,1 0-1 0 0,0 0 0 0 0,0 0 1 0 0,0 0-1 0 0,0 0 1 0 0,-1 0-1 0 0,1 0 0 0 0,0 0 1 0 0,0 0-1 0 0,0 0 1 0 0,-1 0-1 0 0,1 0 0 0 0,0 0 1 0 0,0 0-1 0 0,0 0 1 0 0,-1 1-1 0 0,1-1 0 0 0,0 0 1 0 0,0 0-1 0 0,0 0 0 0 0,0 0 1 0 0,0 0-1 0 0,-1 0 1 0 0,1 1-1 0 0,0-1 0 0 0,0 0 1 0 0,0 0-1 0 0,0 0 1 0 0,0 0-1 0 0,0 0 0 0 0,0 1 1 0 0,-1-1-1 0 0,1 0 0 0 0,0 0 1 0 0,0 0-1 0 0,0 1 1 0 0,0-1-1 0 0,0 0 0 0 0,0 0 1 0 0,-2 23 3444 0 0,7 25-372 0 0,-2-27-2726 0 0,40 207 2625 0 0,-23-153-5728 0 0,5-4-3608 0 0,-19-56 1664 0 0,-9-28 2444 0 0,4 3 637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01.0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 2393 0 0,'-3'10'2891'0'0,"0"0"1"0"0,1 0 0 0 0,-1 21 0 0 0,5 69-231 0 0,0-67-1788 0 0,-2-31-881 0 0,13 166 532 0 0,-9-143-1919 0 0,1 0-1 0 0,12 34 1 0 0,-17-57 1097 0 0,1-1-1 0 0,-1 1 1 0 0,1-1-1 0 0,-1 0 1 0 0,1 1-1 0 0,0-1 1 0 0,-1 1-1 0 0,1-1 1 0 0,0 0-1 0 0,0 0 0 0 0,0 1 1 0 0,0-1-1 0 0,0 0 1 0 0,0 0-1 0 0,0 0 1 0 0,0 0-1 0 0,1 0 1 0 0,-1 0-1 0 0,3 1 1 0 0,-3-2 86 0 0,0 0 0 0 0,0 0 1 0 0,1-1-1 0 0,-1 1 1 0 0,0 0-1 0 0,0-1 0 0 0,0 1 1 0 0,0-1-1 0 0,0 1 0 0 0,0-1 1 0 0,0 1-1 0 0,0-1 0 0 0,0 0 1 0 0,0 0-1 0 0,0 1 1 0 0,0-1-1 0 0,-1 0 0 0 0,1 0 1 0 0,0 0-1 0 0,0 0 0 0 0,-1 0 1 0 0,1 0-1 0 0,-1 0 0 0 0,1 0 1 0 0,0-2-1 0 0,6-9-1531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01.42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71 141 2008 0 0,'-1'0'231'0'0,"-1"0"-1"0"0,0-1 0 0 0,0 1 0 0 0,0 0 1 0 0,0 0-1 0 0,0 0 0 0 0,0 1 0 0 0,0-1 1 0 0,0 0-1 0 0,0 1 0 0 0,0-1 0 0 0,0 1 0 0 0,0 0 1 0 0,0 0-1 0 0,0-1 0 0 0,1 1 0 0 0,-1 0 1 0 0,0 0-1 0 0,1 1 0 0 0,-1-1 0 0 0,1 0 1 0 0,-1 1-1 0 0,1-1 0 0 0,0 0 0 0 0,-1 1 0 0 0,1 0 1 0 0,0-1-1 0 0,0 1 0 0 0,0 0 0 0 0,0 0 1 0 0,0-1-1 0 0,1 1 0 0 0,-1 0 0 0 0,0 0 1 0 0,0 2-1 0 0,-2 6 129 0 0,0 1-1 0 0,0-1 1 0 0,0 0 0 0 0,2 1 0 0 0,-2 13-1 0 0,3-16-278 0 0,0-1-1 0 0,1 0 0 0 0,0 0 1 0 0,0 1-1 0 0,1-1 0 0 0,0 0 0 0 0,0 0 1 0 0,0 0-1 0 0,1 0 0 0 0,0-1 1 0 0,1 1-1 0 0,-1-1 0 0 0,1 0 1 0 0,0 0-1 0 0,1 0 0 0 0,-1 0 0 0 0,1-1 1 0 0,7 6-1 0 0,-8-7-67 0 0,0-1 0 0 0,0 0 0 0 0,0-1 0 0 0,0 1 0 0 0,1-1 0 0 0,-1 1 0 0 0,1-1 0 0 0,0-1 0 0 0,-1 1 0 0 0,1-1 0 0 0,0 1 0 0 0,0-1 0 0 0,0-1 0 0 0,0 1 0 0 0,0-1 0 0 0,0 0 0 0 0,0 0 0 0 0,0 0 0 0 0,0-1 0 0 0,0 0 0 0 0,0 0 0 0 0,0 0 0 0 0,0 0 0 0 0,0-1 0 0 0,-1 0 0 0 0,1 0 0 0 0,7-4 0 0 0,-9 4 99 0 0,1-1 0 0 0,-1 1 0 0 0,0-1 0 0 0,0 0 0 0 0,0 0 0 0 0,0 0 0 0 0,0 0 0 0 0,-1 0 0 0 0,1 0 0 0 0,-1-1-1 0 0,0 1 1 0 0,0-1 0 0 0,0 0 0 0 0,-1 0 0 0 0,1 0 0 0 0,-1 1 0 0 0,0-1 0 0 0,0-1 0 0 0,0 1 0 0 0,0-7 0 0 0,0 4 105 0 0,-1 0 0 0 0,-1-1 1 0 0,1 1-1 0 0,-1-1 0 0 0,-1 1 1 0 0,1 0-1 0 0,-1 0 0 0 0,0-1 1 0 0,-1 1-1 0 0,0 1 1 0 0,-4-9-1 0 0,4 10-259 0 0,1 0 0 0 0,-1 1 0 0 0,-1-1-1 0 0,1 1 1 0 0,0 0 0 0 0,-1 0 0 0 0,0 0 0 0 0,0 0 0 0 0,0 1-1 0 0,0-1 1 0 0,-1 1 0 0 0,0 0 0 0 0,1 0 0 0 0,-9-3 0 0 0,10 5-253 0 0,-1 1 0 0 0,1-1 0 0 0,-1 0-1 0 0,1 1 1 0 0,0 0 0 0 0,-1 0 0 0 0,1 0 0 0 0,-1 0 0 0 0,1 1 0 0 0,-1-1 0 0 0,1 1 0 0 0,0 0 0 0 0,-1 0 0 0 0,1 0 0 0 0,0 0 0 0 0,0 0 0 0 0,0 1 0 0 0,0 0-1 0 0,0-1 1 0 0,0 1 0 0 0,0 0 0 0 0,1 1 0 0 0,-1-1 0 0 0,-4 5 0 0 0,0 3-4255 0 0,7-10 4484 0 0,0 0-1 0 0,1 0 1 0 0,-1 0 0 0 0,0 0 0 0 0,0 0 0 0 0,0 1-1 0 0,0-1 1 0 0,0 0 0 0 0,0 0 0 0 0,0 0-1 0 0,0 0 1 0 0,0 0 0 0 0,0 1 0 0 0,1-1-1 0 0,-1 0 1 0 0,0 0 0 0 0,0 0 0 0 0,0 0 0 0 0,0 0-1 0 0,0 0 1 0 0,0 0 0 0 0,1 1 0 0 0,-1-1-1 0 0,0 0 1 0 0,0 0 0 0 0,0 0 0 0 0,0 0 0 0 0,1 0-1 0 0,-1 0 1 0 0,0 0 0 0 0,0 0 0 0 0,0 0-1 0 0,0 0 1 0 0,1 0 0 0 0,-1 0 0 0 0,0 0 0 0 0,0 0-1 0 0,0 0 1 0 0,0 0 0 0 0,1 0 0 0 0,-1 0-1 0 0,0 0 1 0 0,0-1 0 0 0,0 1 0 0 0,0 0-1 0 0,0 0 1 0 0,1 0 0 0 0,-1 0 0 0 0,0 0 0 0 0,0 0-1 0 0,0 0 1 0 0,0 0 0 0 0,0-1 0 0 0,0 1-1 0 0,0 0 1 0 0,1 0 0 0 0,-1 0 0 0 0,0 0 0 0 0,0 0-1 0 0,0-1 1 0 0,0 1 0 0 0,9-3-1775 0 0</inkml:trace>
  <inkml:trace contextRef="#ctx0" brushRef="#br0" timeOffset="1">441 10 4057 0 0,'0'-9'3529'0'0,"1"13"-413"0"0,0 18 25 0 0,-6 23-1761 0 0,2 1 1 0 0,5 63 0 0 0,21 92-3527 0 0,-21-164-1998 0 0,-2-37 3956 0 0,1 1 1 0 0,-1 0 0 0 0,0-1-1 0 0,0 1 1 0 0,0-1-1 0 0,0 1 1 0 0,0 0 0 0 0,0-1-1 0 0,0 1 1 0 0,-1 0-1 0 0,1-1 1 0 0,0 1-1 0 0,0-1 1 0 0,0 1 0 0 0,-1-1-1 0 0,1 1 1 0 0,0 0-1 0 0,0-1 1 0 0,-1 1 0 0 0,1-1-1 0 0,-1 1 1 0 0,1-1-1 0 0,0 1 1 0 0,-1-1 0 0 0,1 0-1 0 0,-1 1 1 0 0,1-1-1 0 0,-1 1 1 0 0,1-1 0 0 0,-1 0-1 0 0,1 0 1 0 0,-1 1-1 0 0,0-1 1 0 0,1 0-1 0 0,-1 0 1 0 0,1 0 0 0 0,-1 1-1 0 0,0-1 1 0 0,1 0-1 0 0,-1 0 1 0 0,1 0 0 0 0,-1 0-1 0 0,0 0 1 0 0,1 0-1 0 0,-2-1 1 0 0,-4 1-2167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01.8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20 0 4561 0 0,'-3'4'539'0'0,"1"0"0"0"0,-1 1 0 0 0,1-1 0 0 0,0 1 0 0 0,1-1 0 0 0,-1 1 0 0 0,1 0 0 0 0,0-1 0 0 0,0 1 0 0 0,0 0 0 0 0,1 0 0 0 0,-1 0 0 0 0,1 0 0 0 0,1 0 0 0 0,-1 0 0 0 0,1 5 1 0 0,1-5-271 0 0,0 0 0 0 0,0 0 0 0 0,0 0 0 0 0,0-1 0 0 0,1 1 0 0 0,-1-1 0 0 0,1 0 0 0 0,0 1 0 0 0,1-1 0 0 0,-1-1 0 0 0,1 1 0 0 0,-1 0 0 0 0,6 3 1 0 0,2 0-56 0 0,-1 0 0 0 0,2 0 0 0 0,-1-1 0 0 0,1-1 0 0 0,0 0 0 0 0,0 0 0 0 0,0-1 0 0 0,1-1 0 0 0,-1 0 0 0 0,1-1 0 0 0,17 1 0 0 0,-9-2-7 0 0,1-2 0 0 0,-1 0 0 0 0,0-2-1 0 0,0 0 1 0 0,36-10 0 0 0,95-44 1139 0 0,-77 26-1067 0 0,-68 28-531 0 0,19-7-273 0 0,-10 10-4938 0 0,-35-13-6094 0 0,10 9 7556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19.5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152 1 5209 0 0,'-46'124'6214'0'0,"16"-42"-5016"0"0,16-46-1441 0 0,-25 72 788 0 0,36-96-2448 0 0,0 0 0 0 0,1 0 0 0 0,-1 23-1 0 0,-7-53-1094 0 0,9 10 1150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19.9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5641 0 0,'23'63'6575'0'0,"12"-9"-3963"0"0,-25-42-3026 0 0,1-1-1 0 0,1 0 1 0 0,0 0-1 0 0,0-1 1 0 0,1-1-1 0 0,17 10 1 0 0,-1 1-6387 0 0,-24-15 3227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0.30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1 121 9298 0 0,'2'1'471'0'0,"0"0"0"0"0,0 0 0 0 0,0 0 1 0 0,1 0-1 0 0,-1 0 0 0 0,0 0 0 0 0,1-1 0 0 0,-1 1 0 0 0,1-1 0 0 0,-1 1 1 0 0,1-1-1 0 0,-1 0 0 0 0,0 0 0 0 0,1 0 0 0 0,-1 0 0 0 0,5-2 1 0 0,46-8 359 0 0,-38 6-257 0 0,132-30 193 0 0,-10 2-2558 0 0,-46 15-3355 0 0,-85 17 4376 0 0,0-1 0 0 0,0 0 1 0 0,0-1-1 0 0,0 1 1 0 0,0-1-1 0 0,0-1 0 0 0,-1 1 1 0 0,1-1-1 0 0,-1 0 0 0 0,6-3 1 0 0,6-1-2300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0.6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1 145 4281 0 0,'31'-4'6839'0'0,"1"-6"-3355"0"0,-4-2-3186 0 0,38-24-1 0 0,-31 16 386 0 0,78-43-1548 0 0,-191 97 572 0 0,61-28 380 0 0,0 1 1 0 0,0 1 0 0 0,-27 16-1 0 0,39-20-30 0 0,0 0 0 0 0,-1 1 0 0 0,2-1 0 0 0,-1 1 0 0 0,0 0 0 0 0,1 0-1 0 0,0 0 1 0 0,0 1 0 0 0,1-1 0 0 0,0 1 0 0 0,0 0 0 0 0,0 0 0 0 0,0 0 0 0 0,-2 11-1 0 0,0 4 97 0 0,1 0-1 0 0,1 0 0 0 0,0 0 0 0 0,2 0 1 0 0,1 0-1 0 0,0 1 0 0 0,1-1 0 0 0,2 0 1 0 0,0 0-1 0 0,1 0 0 0 0,12 36 0 0 0,-14-54-98 0 0,0 0-1 0 0,0 0 0 0 0,0 0 1 0 0,1 0-1 0 0,-1 0 0 0 0,1 0 0 0 0,-1 0 1 0 0,1-1-1 0 0,0 1 0 0 0,0-1 0 0 0,0 0 1 0 0,0 0-1 0 0,1 0 0 0 0,-1 0 0 0 0,1 0 1 0 0,-1-1-1 0 0,1 0 0 0 0,-1 0 1 0 0,1 0-1 0 0,0 0 0 0 0,-1 0 0 0 0,1-1 1 0 0,0 1-1 0 0,0-1 0 0 0,0 0 0 0 0,5-1 1 0 0,12-1 38 0 0,1 0 0 0 0,0-2-1 0 0,31-9 1 0 0,-20 5-393 0 0,-31 7 54 0 0,36-8-1860 0 0,-26 4-2065 0 0,-28-1-7457 0 0</inkml:trace>
  <inkml:trace contextRef="#ctx0" brushRef="#br0" timeOffset="1">55 410 3073 0 0,'1'0'6218'0'0,"18"-3"2348"0"0,58-12-7099 0 0,-18-3-1636 0 0,10-3-4574 0 0,-59 18 2838 0 0,0-2-1 0 0,0 1 0 0 0,-1-1 0 0 0,15-10 1 0 0,-8 3-1627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1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 1 3673 0 0,'-3'17'7836'0'0,"8"23"-3881"0"0,-3-27-2774 0 0,0 22-270 0 0,16 117 1005 0 0,-14-136-3278 0 0,0-1 1 0 0,0 1 0 0 0,14 29 0 0 0,-16-42 411 0 0,0 1 1 0 0,-1-1-1 0 0,1 0 0 0 0,0 0 1 0 0,0 0-1 0 0,1-1 0 0 0,-1 1 1 0 0,4 3-1 0 0,3-1-2906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1.5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82 31 5977 0 0,'-5'13'1223'0'0,"1"1"-1"0"0,1 0 1 0 0,0 0-1 0 0,1 0 1 0 0,1 0 0 0 0,0 22-1 0 0,1-21-926 0 0,1 0 1 0 0,1 0-1 0 0,1-1 0 0 0,0 1 1 0 0,0 0-1 0 0,9 18 0 0 0,-9-25-384 0 0,0-1-1 0 0,0 0 0 0 0,0 1 1 0 0,1-1-1 0 0,1-1 0 0 0,-1 1 1 0 0,1-1-1 0 0,0 1 0 0 0,0-1 1 0 0,1-1-1 0 0,0 1 0 0 0,0-1 1 0 0,0 0-1 0 0,0 0 0 0 0,1-1 1 0 0,0 0-1 0 0,0 0 0 0 0,0-1 0 0 0,1 1 1 0 0,-1-2-1 0 0,1 1 0 0 0,-1-1 1 0 0,1 0-1 0 0,0-1 0 0 0,0 1 1 0 0,0-2-1 0 0,0 1 0 0 0,9-1 1 0 0,-6-1 420 0 0,-1 0 1 0 0,1 0 0 0 0,0-1 0 0 0,-1 0-1 0 0,1 0 1 0 0,-1-2 0 0 0,1 1-1 0 0,14-8 1 0 0,-21 8-165 0 0,0 1 0 0 0,0-1 0 0 0,-1 0-1 0 0,1 0 1 0 0,0-1 0 0 0,-1 1 0 0 0,0-1 0 0 0,0 0 0 0 0,0 0-1 0 0,-1 0 1 0 0,1 0 0 0 0,-1 0 0 0 0,0 0 0 0 0,0-1 0 0 0,0 1-1 0 0,-1-1 1 0 0,1 1 0 0 0,-1-1 0 0 0,0 0 0 0 0,-1 1 0 0 0,1-8-1 0 0,-1-7-89 0 0,-1-1 0 0 0,-1 0 0 0 0,0 1 0 0 0,-2 0 1 0 0,0-1-1 0 0,-2 1 0 0 0,0 1 0 0 0,0-1 0 0 0,-2 1 0 0 0,-1 0 0 0 0,-19-31 0 0 0,11 29-82 0 0,16 20-57 0 0,1 0 1 0 0,0 0 0 0 0,0 0 0 0 0,0 0 0 0 0,-1 0-1 0 0,1 0 1 0 0,0-1 0 0 0,0 1 0 0 0,0 0 0 0 0,-1 0-1 0 0,1 0 1 0 0,0 0 0 0 0,0 0 0 0 0,-1 0 0 0 0,1 0 0 0 0,0 0-1 0 0,0 0 1 0 0,-1 0 0 0 0,1 0 0 0 0,0 0 0 0 0,0 0-1 0 0,-1 0 1 0 0,1 0 0 0 0,0 0 0 0 0,0 1 0 0 0,0-1-1 0 0,-1 0 1 0 0,1 0 0 0 0,0 0 0 0 0,0 0 0 0 0,0 0-1 0 0,-1 0 1 0 0,1 1 0 0 0,0-1 0 0 0,0 0 0 0 0,0 0-1 0 0,0 0 1 0 0,-1 0 0 0 0,1 1 0 0 0,0-1 0 0 0,0 0-1 0 0,0 0 1 0 0,0 1 0 0 0,-1 1-576 0 0,1 1 1 0 0,0-1 0 0 0,0 1-1 0 0,0-1 1 0 0,0 1-1 0 0,1-1 1 0 0,-1 1-1 0 0,1-1 1 0 0,-1 0-1 0 0,1 1 1 0 0,0-1-1 0 0,0 0 1 0 0,0 1-1 0 0,0-1 1 0 0,3 3 0 0 0,1 6-2033 0 0,-8-8 495 0 0,-2-2 927 0 0,6 7-932 0 0</inkml:trace>
  <inkml:trace contextRef="#ctx0" brushRef="#br0" timeOffset="1">7 304 4177 0 0,'-1'0'163'0'0,"1"0"-1"0"0,0 0 1 0 0,-1 0 0 0 0,1 0 0 0 0,0 0-1 0 0,-1 1 1 0 0,1-1 0 0 0,0 0 0 0 0,0 0-1 0 0,-1 0 1 0 0,1 0 0 0 0,0 1 0 0 0,0-1-1 0 0,-1 0 1 0 0,1 0 0 0 0,0 1 0 0 0,0-1-1 0 0,-1 0 1 0 0,1 0 0 0 0,0 1 0 0 0,0-1-1 0 0,0 0 1 0 0,0 0 0 0 0,0 1 0 0 0,-1-1-1 0 0,1 0 1 0 0,0 1 0 0 0,0-1 0 0 0,0 0-1 0 0,0 1 1 0 0,0-1 0 0 0,0 0 0 0 0,0 1-1 0 0,0-1 1 0 0,0 0 0 0 0,0 1 0 0 0,0-1-1 0 0,0 0 1 0 0,0 1 0 0 0,1-1 0 0 0,-1 0 0 0 0,0 0-1 0 0,0 1 1 0 0,0-1 0 0 0,1 1 0 0 0,17 5 3353 0 0,25-3-769 0 0,93-30-374 0 0,-64 11-3896 0 0,0 4-5538 0 0,-51 7-960 0 0,-14 7 4830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1.89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1 142 10842 0 0,'4'2'6478'0'0,"22"1"-4016"0"0,11-8-1852 0 0,-1-1 0 0 0,0-2 1 0 0,0-1-1 0 0,46-20 1 0 0,16-3-888 0 0,-59 22-585 0 0,34-10-4350 0 0,-33-2-5611 0 0,-31 17 6651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2.2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80 5553 0 0,'10'-12'6331'0'0,"21"2"-4654"0"0,-23 7-696 0 0,31-11 918 0 0,-22 6-1624 0 0,0 1 0 0 0,1 2 0 0 0,-1-1 0 0 0,1 2 0 0 0,0 0 0 0 0,0 1 0 0 0,0 1 0 0 0,23 0 0 0 0,-41 2-255 0 0,1 1-1 0 0,0-1 0 0 0,0 0 1 0 0,0 0-1 0 0,0 0 1 0 0,-1 0-1 0 0,1 0 1 0 0,0 1-1 0 0,0-1 1 0 0,-1 0-1 0 0,1 1 1 0 0,0-1-1 0 0,0 1 1 0 0,-1-1-1 0 0,1 0 1 0 0,0 1-1 0 0,-1 0 1 0 0,1-1-1 0 0,-1 1 1 0 0,1-1-1 0 0,-1 1 1 0 0,1 0-1 0 0,-1-1 1 0 0,1 1-1 0 0,-1 0 1 0 0,1 0-1 0 0,-1-1 1 0 0,0 1-1 0 0,1 1 1 0 0,-1 0 20 0 0,0 0 0 0 0,0 0-1 0 0,0 1 1 0 0,-1-1 0 0 0,1 0 0 0 0,0 0 0 0 0,-1 0 0 0 0,1 0 0 0 0,-1 0 0 0 0,0 0 0 0 0,-1 2 0 0 0,-31 46 522 0 0,-62 55 151 0 0,29-33-1878 0 0,23-23-2668 0 0,64-70-2766 0 0,27-19 5335 0 0,-18 15 1326 0 0,-28 23 350 0 0,1 0 0 0 0,0 0 0 0 0,0 0-1 0 0,0 1 1 0 0,-1-1 0 0 0,1 1 0 0 0,1 0-1 0 0,-1 0 1 0 0,0 0 0 0 0,0 0 0 0 0,0 1-1 0 0,0-1 1 0 0,1 1 0 0 0,-1 0 0 0 0,6 0-1 0 0,52 12 3013 0 0,-18-3-4335 0 0,5 3-1914 0 0,-41-9 1810 0 0,1-1 0 0 0,0 1 0 0 0,-1-2 0 0 0,1 1 0 0 0,0-1 0 0 0,0 0 0 0 0,0-1 0 0 0,0 0 0 0 0,0 0 0 0 0,11-2 0 0 0,-9-3 7 0 0,-1-2-783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2.6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28 2072 0 0,'-6'-14'543'0'0,"1"1"2253"0"0,3 28 51 0 0,2 45 496 0 0,11 69 0 0 0,-7-103-3845 0 0,0 0 0 0 0,2-1-1 0 0,1 0 1 0 0,1 0 0 0 0,15 30 0 0 0,-24-68-6396 0 0,-6-24 5172 0 0,-14-52 820 0 0,-3-10 4580 0 0,38 102 2143 0 0,26-3-5502 0 0,-33 0 75 0 0,48-5-1284 0 0,-1-5-4230 0 0,-54 10 5050 0 0,0 0 1 0 0,1 0-1 0 0,-1 0 1 0 0,1 0 0 0 0,-1 0-1 0 0,1 0 1 0 0,-1 0-1 0 0,1 0 1 0 0,-1-1-1 0 0,0 1 1 0 0,1 0-1 0 0,-1 0 1 0 0,1 0 0 0 0,-1 0-1 0 0,0-1 1 0 0,1 1-1 0 0,-1 0 1 0 0,0 0-1 0 0,1-1 1 0 0,-1 1-1 0 0,0 0 1 0 0,1-1 0 0 0,-1 1-1 0 0,0 0 1 0 0,0-1-1 0 0,1 1 1 0 0,-1-1-1 0 0,0 1 1 0 0,0 0-1 0 0,0-1 1 0 0,0 1 0 0 0,1-1-1 0 0,-1 1 1 0 0,0 0-1 0 0,0-1 1 0 0,0 0-1 0 0,1-4-658 0 0,3 2-1573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3.10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4649 0 0,'-6'12'807'0'0,"0"1"1"0"0,0 0-1 0 0,2 0 1 0 0,-1 0-1 0 0,1 1 1 0 0,1-1-1 0 0,1 1 1 0 0,0 0-1 0 0,1 0 1 0 0,0 27-1 0 0,2-21-672 0 0,1 0 0 0 0,1-1 1 0 0,1 0-1 0 0,0 0 0 0 0,1 0 0 0 0,1 0 0 0 0,11 23 0 0 0,-14-37-148 0 0,0 0 0 0 0,0-1-1 0 0,0 1 1 0 0,1 0 0 0 0,0-1-1 0 0,-1 1 1 0 0,1-1 0 0 0,1-1-1 0 0,-1 1 1 0 0,1 0 0 0 0,-1-1-1 0 0,1 0 1 0 0,0 0 0 0 0,0 0-1 0 0,1-1 1 0 0,-1 0-1 0 0,0 0 1 0 0,1 0 0 0 0,-1 0-1 0 0,1-1 1 0 0,0 0 0 0 0,-1 0-1 0 0,1-1 1 0 0,0 0 0 0 0,0 0-1 0 0,0 0 1 0 0,6-1 0 0 0,2-1 510 0 0,0 0 1 0 0,0-1-1 0 0,0-1 1 0 0,0 0 0 0 0,-1-1-1 0 0,0 0 1 0 0,0-1-1 0 0,0 0 1 0 0,-1-1 0 0 0,13-10-1 0 0,-21 14-395 0 0,-1 0 1 0 0,0 0-1 0 0,-1 0 0 0 0,1-1 0 0 0,-1 1 1 0 0,1-1-1 0 0,-1 0 0 0 0,0 0 0 0 0,0 0 0 0 0,-1 0 1 0 0,1 0-1 0 0,-1 0 0 0 0,0 0 0 0 0,0-1 0 0 0,0 1 1 0 0,-1 0-1 0 0,1-1 0 0 0,-1 1 0 0 0,0-1 1 0 0,0 1-1 0 0,-1 0 0 0 0,1-1 0 0 0,-2-5 0 0 0,-3-13-198 0 0,-1 0 1 0 0,-1 0-1 0 0,-9-22 0 0 0,11 33-47 0 0,1 0 562 0 0,-2-1-4927 0 0,7 33-2356 0 0,-4 20-307 0 0,1-31 4672 0 0</inkml:trace>
  <inkml:trace contextRef="#ctx0" brushRef="#br0" timeOffset="1">86 271 5417 0 0,'-1'0'426'0'0,"-1"-1"-1"0"0,1 1 1 0 0,-1 0-1 0 0,1 0 1 0 0,-1 0-1 0 0,1 0 1 0 0,-1 1-1 0 0,1-1 1 0 0,-1 0-1 0 0,1 1 1 0 0,-1-1 0 0 0,1 0-1 0 0,-1 1 1 0 0,1 0-1 0 0,0-1 1 0 0,-1 1-1 0 0,1 0 1 0 0,-2 1-1 0 0,4-1-274 0 0,0 0 0 0 0,0-1 0 0 0,0 1 0 0 0,0 0 0 0 0,0-1 0 0 0,0 1 0 0 0,0-1 0 0 0,0 1 0 0 0,0-1 0 0 0,0 0 0 0 0,0 1 0 0 0,0-1 0 0 0,1 0 0 0 0,-1 0-1 0 0,0 0 1 0 0,0 0 0 0 0,0 0 0 0 0,0 0 0 0 0,1 0 0 0 0,-1 0 0 0 0,0 0 0 0 0,0 0 0 0 0,2-1 0 0 0,35-3 69 0 0,-1-1 1 0 0,49-12-1 0 0,18-13-5735 0 0,-92 26 3916 0 0,1-1 1 0 0,-1 0 0 0 0,1-1 0 0 0,13-9 0 0 0,-3 2-1522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3.4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 1 6377 0 0,'-1'0'614'0'0,"-1"1"0"0"0,0 0 0 0 0,0 0 0 0 0,1 0 0 0 0,-1 0 0 0 0,1 1-1 0 0,-1-1 1 0 0,1 0 0 0 0,-1 1 0 0 0,1-1 0 0 0,0 1 0 0 0,-2 2 0 0 0,-13 28 2747 0 0,0 34-1799 0 0,14-54-1656 0 0,-2 11 13 0 0,-2 46-1 0 0,12-23-2978 0 0,-5-43 2295 0 0,0 0-1 0 0,0 1 0 0 0,1-1 0 0 0,-1 0 1 0 0,1 1-1 0 0,0-1 0 0 0,0 0 1 0 0,0 0-1 0 0,4 4 0 0 0,-6-7 675 0 0,1 0-1 0 0,-1 1 0 0 0,0-1 1 0 0,0 0-1 0 0,0 0 1 0 0,1 0-1 0 0,-1 1 1 0 0,0-1-1 0 0,0 0 0 0 0,1 0 1 0 0,-1 0-1 0 0,0 0 1 0 0,0 0-1 0 0,1 1 1 0 0,-1-1-1 0 0,0 0 0 0 0,0 0 1 0 0,1 0-1 0 0,-1 0 1 0 0,0 0-1 0 0,0 0 1 0 0,1 0-1 0 0,-1 0 1 0 0,0 0-1 0 0,1 0 0 0 0,-1 0 1 0 0,0 0-1 0 0,0 0 1 0 0,1 0-1 0 0,-1 0 1 0 0,0 0-1 0 0,1 0 0 0 0,-1-1 1 0 0,0 1-1 0 0,0 0 1 0 0,1 0-1 0 0,-1 0 1 0 0,0 0-1 0 0,0 0 0 0 0,1-1 1 0 0,-1 1-1 0 0,0 0 1 0 0,0 0-1 0 0,0 0 1 0 0,1-1-1 0 0,5-18-1192 0 0,-1-23 1043 0 0,-11-56 145 0 0,-1 14 4455 0 0,7 83-4212 0 0,0 1 0 0 0,0 0 0 0 0,0 0-1 0 0,0-1 1 0 0,0 1 0 0 0,0 0-1 0 0,0 0 1 0 0,0-1 0 0 0,0 1-1 0 0,0 0 1 0 0,0 0 0 0 0,0-1-1 0 0,1 1 1 0 0,-1 0 0 0 0,0 0 0 0 0,0-1-1 0 0,0 1 1 0 0,0 0 0 0 0,0 0-1 0 0,0 0 1 0 0,1 0 0 0 0,-1-1-1 0 0,0 1 1 0 0,0 0 0 0 0,0 0-1 0 0,1 0 1 0 0,-1 0 0 0 0,0 0 0 0 0,0-1-1 0 0,0 1 1 0 0,1 0 0 0 0,-1 0-1 0 0,0 0 1 0 0,0 0 0 0 0,1 0-1 0 0,-1 0 1 0 0,0 0 0 0 0,1 0-1 0 0,13 4 3045 0 0,26 19-1185 0 0,-16-8-1068 0 0,-1-7-732 0 0,1-1 0 0 0,-1 0 0 0 0,28 3 1 0 0,9 2-1875 0 0,-2 6-4249 0 0,-57-18 5799 0 0,-1 0-1 0 0,0 0 0 0 0,1 0 1 0 0,-1 0-1 0 0,0 0 1 0 0,0 0-1 0 0,1 0 0 0 0,-1 0 1 0 0,0 0-1 0 0,1 0 1 0 0,-1 0-1 0 0,0 0 0 0 0,0 0 1 0 0,1 0-1 0 0,-1 0 0 0 0,0 1 1 0 0,0-1-1 0 0,1 0 1 0 0,-1 0-1 0 0,0 0 0 0 0,0 0 1 0 0,1 1-1 0 0,-1-1 1 0 0,0 0-1 0 0,0 0 0 0 0,0 0 1 0 0,1 1-1 0 0,-1-1 1 0 0,0 0-1 0 0,0 0 0 0 0,0 1 1 0 0,0-1-1 0 0,0 0 0 0 0,0 0 1 0 0,1 1-1 0 0,-1-1 1 0 0,0 0-1 0 0,0 0 0 0 0,0 1 1 0 0,0-1-1 0 0,0 0 1 0 0,0 1-1 0 0,0-1 0 0 0,0 0 1 0 0,0 0-1 0 0,0 1 1 0 0,0-1-1 0 0,0 0 0 0 0,-1 1 1 0 0,1-1-1 0 0,0 0 1 0 0,0 0-1 0 0,0 1 0 0 0,0-1 1 0 0,0 0-1 0 0,0 0 0 0 0,-1 1 1 0 0,1-1-1 0 0,0 0 1 0 0,0 0-1 0 0,0 0 0 0 0,-1 1 1 0 0,1-1-1 0 0,0 0 1 0 0,-7 4-2982 0 0</inkml:trace>
  <inkml:trace contextRef="#ctx0" brushRef="#br0" timeOffset="1">2 393 6081 0 0,'0'0'241'0'0,"0"1"0"0"0,0 0-1 0 0,-1-1 1 0 0,1 1 0 0 0,0 0 0 0 0,0-1-1 0 0,0 1 1 0 0,0-1 0 0 0,0 1 0 0 0,0 0-1 0 0,0-1 1 0 0,0 1 0 0 0,0 0-1 0 0,0-1 1 0 0,0 1 0 0 0,0 0 0 0 0,0-1-1 0 0,1 1 1 0 0,-1-1 0 0 0,0 1-1 0 0,0 0 1 0 0,1-1 0 0 0,-1 1 0 0 0,1-1-1 0 0,-1 1 1 0 0,0-1 0 0 0,1 1-1 0 0,-1-1 1 0 0,1 1 0 0 0,0 0 0 0 0,22 4 2819 0 0,27-10-947 0 0,26-14-1315 0 0,98-37 0 0 0,-96 28-5141 0 0,1 3-5566 0 0,-61 20 5520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3.90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65 4065 0 0,'-2'0'521'0'0,"0"1"-1"0"0,0-1 1 0 0,1 0 0 0 0,-1 1 0 0 0,0 0-1 0 0,1-1 1 0 0,-1 1 0 0 0,0 0-1 0 0,1 0 1 0 0,-1 0 0 0 0,1 0 0 0 0,0 0-1 0 0,-1 0 1 0 0,1 0 0 0 0,0 0 0 0 0,-1 0-1 0 0,0 3 1 0 0,2-3-311 0 0,0 0 1 0 0,1-1-1 0 0,-1 1 0 0 0,1 0 0 0 0,-1-1 1 0 0,1 1-1 0 0,-1 0 0 0 0,1-1 0 0 0,0 1 1 0 0,-1-1-1 0 0,1 1 0 0 0,0-1 0 0 0,-1 1 1 0 0,1-1-1 0 0,0 0 0 0 0,0 1 0 0 0,-1-1 1 0 0,1 0-1 0 0,0 1 0 0 0,0-1 0 0 0,0 0 1 0 0,-1 0-1 0 0,1 0 0 0 0,1 0 0 0 0,69 8 2287 0 0,4-12-2075 0 0,-1-4-1 0 0,0-3 0 0 0,73-20 1 0 0,-47 9-2848 0 0,1 4-3345 0 0,-90 16 1031 0 0,-26-3-3928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4.3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16 6625 0 0,'11'3'1522'0'0,"1"0"-1"0"0,-1-1 1 0 0,1 0-1 0 0,-1-1 1 0 0,16 1-1 0 0,3-4-353 0 0,-1 0-1 0 0,37-9 1 0 0,-44 6-1087 0 0,1 1 0 0 0,-1 2 0 0 0,1 0 1 0 0,43 2-1 0 0,-65 0-51 0 0,1 0 1 0 0,-1 0-1 0 0,0 0 1 0 0,0 0-1 0 0,0 0 1 0 0,1 0-1 0 0,-1 1 1 0 0,0-1-1 0 0,0 0 1 0 0,0 1-1 0 0,0-1 0 0 0,0 1 1 0 0,0-1-1 0 0,1 1 1 0 0,-1-1-1 0 0,0 1 1 0 0,0 0-1 0 0,-1 0 1 0 0,1-1-1 0 0,0 1 1 0 0,0 0-1 0 0,0 0 1 0 0,0 0-1 0 0,-1 0 1 0 0,1 0-1 0 0,0 0 0 0 0,-1 0 1 0 0,1 0-1 0 0,0 2 1 0 0,-1-1 42 0 0,-1 0 0 0 0,1 0 0 0 0,0 1 0 0 0,-1-1 0 0 0,1 0-1 0 0,-1 0 1 0 0,0 0 0 0 0,0 0 0 0 0,0 0 0 0 0,0 0 0 0 0,0 0 0 0 0,0 0 0 0 0,0 0 0 0 0,-3 2 0 0 0,-8 11 370 0 0,-1-2 1 0 0,-27 23-1 0 0,36-33-458 0 0,-151 117 1254 0 0,79-63-3637 0 0,2 1-8192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4.7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108 59 3193 0 0,'-3'-1'308'0'0,"0"0"0"0"0,1 0 0 0 0,-1 0 0 0 0,0 0 0 0 0,0 1 0 0 0,0-1 0 0 0,0 1 0 0 0,0 0 1 0 0,1 0-1 0 0,-1 0 0 0 0,0 0 0 0 0,0 1 0 0 0,0-1 0 0 0,0 1 0 0 0,0-1 0 0 0,1 1 0 0 0,-1 0 0 0 0,0 0 0 0 0,0 0 1 0 0,1 1-1 0 0,-1-1 0 0 0,-3 3 0 0 0,3-1-19 0 0,0 0 0 0 0,0 0-1 0 0,0 0 1 0 0,0 1 0 0 0,0-1 0 0 0,0 1 0 0 0,1 0 0 0 0,0-1 0 0 0,0 1 0 0 0,0 0-1 0 0,0 0 1 0 0,1 1 0 0 0,-3 6 0 0 0,3-7-161 0 0,1 0 0 0 0,-1 0-1 0 0,0 0 1 0 0,1 1 0 0 0,0-1 0 0 0,0 0 0 0 0,0 0-1 0 0,1 0 1 0 0,-1 1 0 0 0,1-1 0 0 0,0 0-1 0 0,0 0 1 0 0,1 0 0 0 0,1 5 0 0 0,-1-7-99 0 0,-1 0 0 0 0,1 1 1 0 0,0-1-1 0 0,-1 0 0 0 0,1 0 1 0 0,0 0-1 0 0,0 0 0 0 0,1 0 1 0 0,-1 0-1 0 0,0-1 0 0 0,1 1 1 0 0,-1-1-1 0 0,1 1 0 0 0,-1-1 1 0 0,1 0-1 0 0,-1 0 0 0 0,1 0 1 0 0,0 0-1 0 0,0-1 0 0 0,-1 1 1 0 0,1-1-1 0 0,0 0 0 0 0,3 1 1 0 0,4-2 105 0 0,-1 0 1 0 0,1 0-1 0 0,-1-1 1 0 0,1 0-1 0 0,-1 0 1 0 0,1-1-1 0 0,-1-1 1 0 0,0 0 0 0 0,0 0-1 0 0,12-8 1 0 0,-9 5 12 0 0,0-1-1 0 0,0-1 1 0 0,0 0 0 0 0,-1-1 0 0 0,-1 0 0 0 0,13-15 0 0 0,-21 23-125 0 0,0 1 0 0 0,0-1 0 0 0,-1 0 0 0 0,1 0 0 0 0,-1 0 0 0 0,0 0 0 0 0,1 0 0 0 0,-1 0 1 0 0,0-1-1 0 0,0 1 0 0 0,-1 0 0 0 0,1-1 0 0 0,0 1 0 0 0,-1 0 0 0 0,1-1 0 0 0,-1 1 0 0 0,0-1 1 0 0,0 1-1 0 0,0-1 0 0 0,0 1 0 0 0,0 0 0 0 0,0-1 0 0 0,-1 1 0 0 0,1-1 0 0 0,-1 1 0 0 0,0 0 1 0 0,1-1-1 0 0,-1 1 0 0 0,0 0 0 0 0,-1 0 0 0 0,1 0 0 0 0,0-1 0 0 0,0 1 0 0 0,-1 0 1 0 0,0 1-1 0 0,1-1 0 0 0,-1 0 0 0 0,0 0 0 0 0,0 1 0 0 0,-2-2 0 0 0,-1 0-247 0 0,0 0 0 0 0,0 0-1 0 0,-1 1 1 0 0,1 0 0 0 0,0 0-1 0 0,-1 0 1 0 0,0 1 0 0 0,1 0-1 0 0,-1 0 1 0 0,0 0 0 0 0,1 1-1 0 0,-1 0 1 0 0,0 0 0 0 0,0 0-1 0 0,0 1 1 0 0,-7 1 0 0 0,-7 5-1770 0 0,0 0 0 0 0,1 1 1 0 0,0 1-1 0 0,1 1 1 0 0,-30 20-1 0 0,24-12-1320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5.1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1 149 3777 0 0,'4'-3'881'0'0,"1"0"0"0"0,0 0 0 0 0,0 1 0 0 0,0 0 0 0 0,0 0 0 0 0,7-2 0 0 0,16-7 531 0 0,31-25 880 0 0,-29 17-1043 0 0,54-25-1 0 0,-76 41-1100 0 0,0-1-1 0 0,0 2 0 0 0,1-1 0 0 0,-1 1 0 0 0,1 0 1 0 0,0 1-1 0 0,0-1 0 0 0,0 2 0 0 0,0 0 0 0 0,0 0 1 0 0,14 2-1 0 0,-21-2-101 0 0,0 1 0 0 0,-1-1 0 0 0,0 1 1 0 0,1-1-1 0 0,-1 1 0 0 0,1 0 0 0 0,-1-1 0 0 0,0 1 1 0 0,1 0-1 0 0,-1 0 0 0 0,0 0 0 0 0,0 0 1 0 0,1 0-1 0 0,-1 0 0 0 0,0 0 0 0 0,0 1 0 0 0,-1-1 1 0 0,1 0-1 0 0,0 1 0 0 0,0-1 0 0 0,0 0 0 0 0,0 3 1 0 0,0 0 27 0 0,0 0 0 0 0,0 1 0 0 0,0-1 0 0 0,0 1 0 0 0,-1 0 0 0 0,0-1 0 0 0,0 9 0 0 0,-2 3-21 0 0,-1 0 0 0 0,0 0 0 0 0,-8 22 0 0 0,-3 10-1715 0 0,-5 11-7866 0 0,19-59 9429 0 0,0 1 0 0 0,0-1 0 0 0,0 0 1 0 0,0 1-1 0 0,0-1 0 0 0,0 0 1 0 0,-1 1-1 0 0,1-1 0 0 0,0 0 1 0 0,0 1-1 0 0,0-1 0 0 0,-1 0 0 0 0,1 0 1 0 0,0 1-1 0 0,0-1 0 0 0,-1 0 1 0 0,1 0-1 0 0,0 0 0 0 0,0 1 1 0 0,-1-1-1 0 0,1 0 0 0 0,0 0 1 0 0,-1 0-1 0 0,1 0 0 0 0,0 0 0 0 0,-1 0 1 0 0,1 0-1 0 0,0 1 0 0 0,-1-1 1 0 0,1 0-1 0 0,0 0 0 0 0,-1 0 1 0 0,1 0-1 0 0,0 0 0 0 0,-1-1 0 0 0,1 1 1 0 0,0 0-1 0 0,-1 0 0 0 0,1 0 1 0 0,0 0-1 0 0,-1 0 0 0 0,0-1 1 0 0,-1 1-504 0 0,-1 0-2213 0 0</inkml:trace>
  <inkml:trace contextRef="#ctx0" brushRef="#br0" timeOffset="1">120 243 4361 0 0,'-4'5'765'0'0,"0"0"0"0"0,1 0 0 0 0,0 0 1 0 0,0 0-1 0 0,1 1 0 0 0,0-1 0 0 0,-1 1 0 0 0,0 7 0 0 0,2-9-449 0 0,0 1 0 0 0,0-1 0 0 0,1 1-1 0 0,0-1 1 0 0,0 1 0 0 0,0-1 0 0 0,0 1 0 0 0,1-1-1 0 0,0 0 1 0 0,1 6 0 0 0,-1-7-279 0 0,0 0-1 0 0,1 0 1 0 0,-1 0 0 0 0,1 0 0 0 0,0 0 0 0 0,0-1-1 0 0,0 1 1 0 0,0 0 0 0 0,0-1 0 0 0,0 0-1 0 0,1 1 1 0 0,-1-1 0 0 0,1 0 0 0 0,0 0-1 0 0,0-1 1 0 0,-1 1 0 0 0,1 0 0 0 0,0-1-1 0 0,1 0 1 0 0,-1 0 0 0 0,0 0 0 0 0,0 0-1 0 0,0 0 1 0 0,1-1 0 0 0,-1 1 0 0 0,0-1 0 0 0,0 0-1 0 0,1 0 1 0 0,-1 0 0 0 0,0 0 0 0 0,1-1-1 0 0,3 0 1 0 0,20-3-823 0 0,44-13 0 0 0,73-34-7507 0 0,-101 27 5147 0 0,-21 11 951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5.54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180 117 4785 0 0,'-4'-3'471'0'0,"-1"1"1"0"0,0 0-1 0 0,0 0 1 0 0,0 0-1 0 0,0 1 0 0 0,0 0 1 0 0,0 0-1 0 0,0 0 0 0 0,0 0 1 0 0,0 1-1 0 0,-1 0 1 0 0,1 0-1 0 0,0 1 0 0 0,0-1 1 0 0,0 1-1 0 0,-6 2 0 0 0,6-1-293 0 0,0 0 0 0 0,1 0 0 0 0,-1 0 0 0 0,1 1-1 0 0,0 0 1 0 0,-1 0 0 0 0,1 0 0 0 0,1 1-1 0 0,-1-1 1 0 0,1 1 0 0 0,-1 0 0 0 0,1 0 0 0 0,0 0-1 0 0,0 0 1 0 0,1 1 0 0 0,-5 8 0 0 0,4-6-102 0 0,-1 1 1 0 0,1 0-1 0 0,1 0 0 0 0,-1 1 1 0 0,1-1-1 0 0,1 0 1 0 0,0 1-1 0 0,0-1 0 0 0,0 1 1 0 0,1 0-1 0 0,0-1 1 0 0,3 14-1 0 0,-2-18-76 0 0,0-1-1 0 0,0 0 1 0 0,0 1-1 0 0,0-1 1 0 0,1 0-1 0 0,-1 0 1 0 0,1 0-1 0 0,0 0 1 0 0,0 0-1 0 0,0 0 1 0 0,0 0-1 0 0,1-1 1 0 0,-1 1-1 0 0,1-1 1 0 0,0 0-1 0 0,-1 0 1 0 0,1 0-1 0 0,0 0 1 0 0,0 0-1 0 0,0-1 1 0 0,1 1-1 0 0,-1-1 1 0 0,0 0-1 0 0,0 0 1 0 0,1 0-1 0 0,-1 0 0 0 0,1 0 1 0 0,-1-1-1 0 0,1 0 1 0 0,-1 1-1 0 0,1-1 1 0 0,-1-1-1 0 0,5 1 1 0 0,-1-1 6 0 0,0 1-1 0 0,0-1 1 0 0,-1 0-1 0 0,1 0 1 0 0,0-1 0 0 0,0 0-1 0 0,-1 0 1 0 0,1-1 0 0 0,-1 1-1 0 0,1-1 1 0 0,-1-1-1 0 0,0 1 1 0 0,6-6 0 0 0,-9 6-17 0 0,0 0 1 0 0,0 0 0 0 0,-1 0 0 0 0,1 0-1 0 0,-1 0 1 0 0,0-1 0 0 0,0 1 0 0 0,0-1 0 0 0,-1 1-1 0 0,1-1 1 0 0,-1 1 0 0 0,0-1 0 0 0,0 0-1 0 0,0 0 1 0 0,0 0 0 0 0,-1 0 0 0 0,1 0-1 0 0,-1 0 1 0 0,0 0 0 0 0,-1 0 0 0 0,1 1-1 0 0,0-1 1 0 0,-1 0 0 0 0,-2-6 0 0 0,-2-7-35 0 0,-1 1 0 0 0,-1 1 1 0 0,0-1-1 0 0,-1 1 0 0 0,-1 1 1 0 0,-10-15-1 0 0,-9-14 398 0 0,28 43-269 0 0,1-1 1 0 0,-1 1 0 0 0,0-1 0 0 0,1 0 0 0 0,-1 1 0 0 0,0-1 0 0 0,1 1 0 0 0,-1-1 0 0 0,1 1 0 0 0,-1-1 0 0 0,1 1-1 0 0,-1-1 1 0 0,1 1 0 0 0,-1 0 0 0 0,1-1 0 0 0,0 1 0 0 0,-1 0 0 0 0,1-1 0 0 0,-1 1 0 0 0,1 0 0 0 0,0 0 0 0 0,-1-1 0 0 0,1 1-1 0 0,0 0 1 0 0,-1 0 0 0 0,1 0 0 0 0,0 0 0 0 0,0 0 0 0 0,-1 0 0 0 0,1 0 0 0 0,1 1 0 0 0,36-6 774 0 0,-29 4-600 0 0,97-20 675 0 0,0 1-1642 0 0,-34 16-3632 0 0,-72 4 4119 0 0,1 0 0 0 0,0 0 1 0 0,-1 0-1 0 0,1 0 0 0 0,0 0 0 0 0,0 0 1 0 0,0 0-1 0 0,-1 0 0 0 0,1 0 0 0 0,0 0 1 0 0,0 0-1 0 0,-1 0 0 0 0,1 1 0 0 0,0-1 1 0 0,-1 0-1 0 0,1 0 0 0 0,0 1 0 0 0,-1-1 1 0 0,1 1-1 0 0,0-1 0 0 0,-1 1 0 0 0,1-1 1 0 0,-1 1-1 0 0,1-1 0 0 0,-1 1 0 0 0,1-1 1 0 0,-1 1-1 0 0,1-1 0 0 0,-1 1 0 0 0,1 0 1 0 0,-1-1-1 0 0,0 1 0 0 0,1 1 0 0 0,-2-1-98 0 0,1 1-1 0 0,0-1 0 0 0,-1 0 0 0 0,0 1 1 0 0,1-1-1 0 0,-1 0 0 0 0,0 0 1 0 0,1 0-1 0 0,-1 1 0 0 0,0-1 1 0 0,0 0-1 0 0,0 0 0 0 0,0 0 0 0 0,0 0 1 0 0,0-1-1 0 0,-1 1 0 0 0,-1 1 1 0 0,-11 9-1954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5.93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36 274 1792 0 0,'-3'0'721'0'0,"-1"1"0"0"0,1 0-1 0 0,0 0 1 0 0,0 0 0 0 0,0 1-1 0 0,0-1 1 0 0,0 1 0 0 0,-5 3-1 0 0,6 1 2817 0 0,21-5-970 0 0,41-11-547 0 0,103-30-1 0 0,-18-7-8335 0 0,-143 46 6147 0 0,-2 1 139 0 0,2 0-325 0 0,-1 0 0 0 0,0 0 0 0 0,1-1 0 0 0,-1 1 0 0 0,0-1 0 0 0,1 1 0 0 0,-1-1 0 0 0,0 1 0 0 0,0-1 0 0 0,0 0 0 0 0,1 1 0 0 0,-1-1-1 0 0,0 0 1 0 0,0 0 0 0 0,0 0 0 0 0,0 0 0 0 0,0 0 0 0 0,-1 0 0 0 0,1 0 0 0 0,0 0 0 0 0,0-1 0 0 0,-1 1 0 0 0,2-3 0 0 0,-1-1-2094 0 0</inkml:trace>
  <inkml:trace contextRef="#ctx0" brushRef="#br0" timeOffset="1">340 0 4281 0 0,'-1'1'429'0'0,"0"0"0"0"0,0 0 0 0 0,0-1 0 0 0,0 1 0 0 0,0 0 1 0 0,0 0-1 0 0,0 0 0 0 0,0 0 0 0 0,1 0 0 0 0,-1 0 0 0 0,0 0 0 0 0,1 1 0 0 0,-1-1 0 0 0,0 0 1 0 0,0 2-1 0 0,-4 25 2606 0 0,8 27-1381 0 0,-3-51-1407 0 0,5 24-716 0 0,1 1 0 0 0,1-1-1 0 0,13 34 1 0 0,4 11-7430 0 0,-19-47 4739 0 0,-4-14 893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6.3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109 539 1760 0 0,'-6'5'581'0'0,"-1"0"0"0"0,1 0-1 0 0,-1 1 1 0 0,1 0-1 0 0,1 0 1 0 0,0 1 0 0 0,-1 0-1 0 0,2 0 1 0 0,-1 0 0 0 0,-6 14-1 0 0,10-19-458 0 0,0 0-1 0 0,0 0 0 0 0,0 0 0 0 0,0 0 1 0 0,1 0-1 0 0,-1 0 0 0 0,0 0 0 0 0,1 1 1 0 0,0-1-1 0 0,-1 0 0 0 0,1 0 0 0 0,0 0 1 0 0,0 1-1 0 0,0-1 0 0 0,0 0 1 0 0,1 0-1 0 0,-1 0 0 0 0,1 1 0 0 0,-1-1 1 0 0,1 0-1 0 0,0 0 0 0 0,0 0 0 0 0,0 0 1 0 0,0 0-1 0 0,0 0 0 0 0,0 0 0 0 0,0-1 1 0 0,1 1-1 0 0,-1 0 0 0 0,1-1 1 0 0,-1 1-1 0 0,1-1 0 0 0,0 1 0 0 0,-1-1 1 0 0,1 0-1 0 0,0 1 0 0 0,0-1 0 0 0,0 0 1 0 0,0 0-1 0 0,0-1 0 0 0,0 1 0 0 0,0 0 1 0 0,1-1-1 0 0,3 1 0 0 0,5 0 161 0 0,0 0-1 0 0,1-2 1 0 0,-1 1 0 0 0,0-1-1 0 0,1-1 1 0 0,-1 0-1 0 0,0-1 1 0 0,0 0 0 0 0,-1 0-1 0 0,1-1 1 0 0,-1-1-1 0 0,1 0 1 0 0,-1 0 0 0 0,-1-1-1 0 0,1 0 1 0 0,-1-1-1 0 0,0 0 1 0 0,0 0 0 0 0,11-13-1 0 0,-19 19-237 0 0,1-1 0 0 0,-1 1 0 0 0,0-1 0 0 0,1 0 0 0 0,-1 1 0 0 0,0-1 0 0 0,0 0 0 0 0,0 0 0 0 0,0 0 0 0 0,0 0 0 0 0,-1 0 0 0 0,1 0 1 0 0,0 0-1 0 0,-1 0 0 0 0,0 0 0 0 0,1 0 0 0 0,-1 0 0 0 0,0 0 0 0 0,0-1 0 0 0,0 1 0 0 0,0 0 0 0 0,-1 0 0 0 0,1 0 0 0 0,0 0 0 0 0,-1 0 0 0 0,0 0 0 0 0,1 0 0 0 0,-1 0 0 0 0,0 0 0 0 0,0 0 0 0 0,0 0 0 0 0,0 1 0 0 0,-2-3 0 0 0,-1 1-59 0 0,0 0-1 0 0,0 0 0 0 0,0 1 1 0 0,0-1-1 0 0,-1 1 1 0 0,1 0-1 0 0,0 1 1 0 0,-1-1-1 0 0,0 1 0 0 0,1 0 1 0 0,-1 0-1 0 0,0 0 1 0 0,-9 0-1 0 0,-63 4-2364 0 0,64-1 953 0 0,1 0-1 0 0,0-1 1 0 0,-1-1-1 0 0,0 0 1 0 0,1-1 0 0 0,0 0-1 0 0,-1-1 1 0 0,1 0-1 0 0,-17-6 1 0 0,15 1-1442 0 0</inkml:trace>
  <inkml:trace contextRef="#ctx0" brushRef="#br0" timeOffset="1">643 2 5617 0 0,'-6'-2'2657'0'0,"-1"2"-625"0"0,1 0-551 0 0,1 5-297 0 0,2 5-232 0 0,1 1-296 0 0,-1 2-288 0 0,3 2-160 0 0,-2 0-136 0 0,4 3-144 0 0,-1 1-288 0 0,-1 1-616 0 0,0-1-744 0 0,0 1-657 0 0,-1-2-319 0 0,-3-2 455 0 0,1 0-1280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6.7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1 127 4873 0 0,'5'-1'1134'0'0,"1"1"0"0"0,-1-1 0 0 0,1 0 0 0 0,-1 0 1 0 0,0-1-1 0 0,7-2 0 0 0,56-30 1077 0 0,-37 17-1328 0 0,0 1-513 0 0,-19 8-286 0 0,0 2 0 0 0,0-1 0 0 0,1 2-1 0 0,-1-1 1 0 0,2 2 0 0 0,-1 0 0 0 0,0 0 0 0 0,22-2-1 0 0,-35 6-74 0 0,1 0-1 0 0,0 1 1 0 0,-1-1 0 0 0,1 0-1 0 0,0 0 1 0 0,-1 0-1 0 0,1 0 1 0 0,0 1-1 0 0,-1-1 1 0 0,1 0-1 0 0,-1 1 1 0 0,1-1 0 0 0,-1 0-1 0 0,1 1 1 0 0,-1-1-1 0 0,1 1 1 0 0,-1-1-1 0 0,1 1 1 0 0,-1-1 0 0 0,1 1-1 0 0,-1-1 1 0 0,0 1-1 0 0,1 0 1 0 0,-1-1-1 0 0,0 1 1 0 0,1-1-1 0 0,-1 1 1 0 0,0 0 0 0 0,0-1-1 0 0,0 1 1 0 0,0 0-1 0 0,0-1 1 0 0,0 1-1 0 0,0 0 1 0 0,0-1 0 0 0,0 1-1 0 0,0 0 1 0 0,0-1-1 0 0,0 1 1 0 0,0 0-1 0 0,0-1 1 0 0,0 1-1 0 0,-1 0 1 0 0,1-1 0 0 0,0 1-1 0 0,-1-1 1 0 0,0 2-1 0 0,-14 35 215 0 0,13-33-198 0 0,-23 39-564 0 0,-59 80-1 0 0,-8 12-3503 0 0,101-143 4393 0 0,0 1 0 0 0,1 1 0 0 0,0 0 1 0 0,0 0-1 0 0,1 1 0 0 0,-1 0 0 0 0,13-3 1 0 0,-8 5-51 0 0,0 0 1 0 0,0 1-1 0 0,0 1 0 0 0,0 0 1 0 0,0 2-1 0 0,0-1 1 0 0,24 5-1 0 0,-9 1-3787 0 0,-1 0-3698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7.11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1 191 3529 0 0,'9'-7'7995'0'0,"32"-13"-5814"0"0,-8 5-1640 0 0,5-5-323 0 0,-16 10-542 0 0,0-1-1 0 0,-1-2 1 0 0,-1 0-1 0 0,34-28 0 0 0,-41 15-694 0 0,-10 14 1013 0 0,-3 11 22 0 0,0 1 1 0 0,0 0-1 0 0,0 0 1 0 0,0 0-1 0 0,0 0 1 0 0,0 0-1 0 0,0 0 1 0 0,0-1-1 0 0,0 1 1 0 0,0 0-1 0 0,-1 0 1 0 0,1 0-1 0 0,0 0 1 0 0,0 0-1 0 0,0 0 1 0 0,0 0-1 0 0,0 0 1 0 0,0 0-1 0 0,0-1 1 0 0,-1 1-1 0 0,1 0 1 0 0,0 0-1 0 0,0 0 1 0 0,0 0-1 0 0,0 0 1 0 0,0 0-1 0 0,0 0 1 0 0,-1 0-1 0 0,1 0 1 0 0,0 0-1 0 0,0 0 1 0 0,0 0-1 0 0,0 0 1 0 0,0 0-1 0 0,-1 0 1 0 0,1 0-1 0 0,0 0 1 0 0,0 0-1 0 0,0 0 1 0 0,0 0-1 0 0,0 0 1 0 0,0 1-1 0 0,-1-1 1 0 0,1 0-1 0 0,0 0 0 0 0,0 0 1 0 0,0 0-1 0 0,0 0 1 0 0,0 0-1 0 0,0 0 1 0 0,0 0-1 0 0,0 0 1 0 0,-1 1-1 0 0,1-1 1 0 0,0 0-1 0 0,0 0 1 0 0,0 0-1 0 0,0 0 1 0 0,0 1-1 0 0,-1 0 131 0 0,-1 1 0 0 0,1 0 0 0 0,0 0 0 0 0,0-1 0 0 0,0 1 0 0 0,0 0 0 0 0,0 0 0 0 0,1 0 0 0 0,-1 0 0 0 0,1 0 0 0 0,-1 1 0 0 0,1-1 0 0 0,0 0 0 0 0,-1 3 0 0 0,0 40 722 0 0,1-29-526 0 0,0 35 131 0 0,6 65 0 0 0,-2-89-3450 0 0,13 54 0 0 0,-10-98-7506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7.51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0 4169 0 0,'-15'34'7412'0'0,"8"6"-3449"0"0,6 43-1565 0 0,2-47-1573 0 0,0-16-884 0 0,0 1 1 0 0,1-1-1 0 0,6 27 1 0 0,-6-39-512 0 0,0-1 1 0 0,1 1-1 0 0,0-1 1 0 0,7 15-1 0 0,-8-19-14 0 0,0 0-1 0 0,0 0 1 0 0,1 0-1 0 0,-1 0 1 0 0,1-1-1 0 0,-1 1 1 0 0,1-1-1 0 0,0 0 1 0 0,0 1-1 0 0,0-1 1 0 0,6 3-1 0 0,-9-5 452 0 0,0 0 0 0 0,1 0 0 0 0,-1 1-1 0 0,1-1 1 0 0,-1 0 0 0 0,1 0 0 0 0,-1 0 0 0 0,1 0-1 0 0,-1 0 1 0 0,1 1 0 0 0,-1-1 0 0 0,1 0 0 0 0,-1 0-1 0 0,1 0 1 0 0,-1 0 0 0 0,1 0 0 0 0,-1 0 0 0 0,0-1-1 0 0,1 1 1 0 0,-1 0 0 0 0,1 0 0 0 0,-1 0 0 0 0,1 0-1 0 0,-1-1 1 0 0,1 1 0 0 0,-1 0 0 0 0,1 0 0 0 0,-1-1-1 0 0,0 1 1 0 0,1 0 0 0 0,-1-1 0 0 0,0 1 0 0 0,1 0-1 0 0,-1-1 1 0 0,0 1 0 0 0,1 0 0 0 0,-1-1 0 0 0,0 1-1 0 0,0-1 1 0 0,1 0 0 0 0,5-6-2221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7.89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76 5593 0 0,'1'-2'291'0'0,"-1"1"-1"0"0,1 0 0 0 0,0-1 0 0 0,-1 1 1 0 0,1 0-1 0 0,0 0 0 0 0,0 0 1 0 0,0-1-1 0 0,0 1 0 0 0,0 0 1 0 0,0 0-1 0 0,0 0 0 0 0,0 1 1 0 0,0-1-1 0 0,0 0 0 0 0,1 0 1 0 0,-1 0-1 0 0,3 0 0 0 0,31-15 1070 0 0,-27 12-652 0 0,7-2-134 0 0,-1 0-1 0 0,1 0 0 0 0,0 2 0 0 0,27-6 0 0 0,-40 10-509 0 0,0-1 0 0 0,0 1 0 0 0,0-1 0 0 0,0 1 0 0 0,0 0-1 0 0,0 0 1 0 0,0 0 0 0 0,0 0 0 0 0,0 0 0 0 0,0 0 0 0 0,0 1 0 0 0,0-1 0 0 0,-1 1 0 0 0,1-1 0 0 0,0 1 0 0 0,0 0 0 0 0,0-1-1 0 0,0 1 1 0 0,-1 0 0 0 0,1 0 0 0 0,0 1 0 0 0,-1-1 0 0 0,1 0 0 0 0,-1 0 0 0 0,0 1 0 0 0,1-1 0 0 0,-1 1 0 0 0,0-1 0 0 0,0 1-1 0 0,0 0 1 0 0,0-1 0 0 0,0 1 0 0 0,0 0 0 0 0,0 0 0 0 0,0-1 0 0 0,-1 1 0 0 0,1 0 0 0 0,-1 0 0 0 0,1 0 0 0 0,-1 0-1 0 0,0 0 1 0 0,0 0 0 0 0,0 0 0 0 0,0 0 0 0 0,0 0 0 0 0,0 0 0 0 0,-1 0 0 0 0,0 3 0 0 0,-2 13 120 0 0,-1-1-1 0 0,-1 1 1 0 0,-1-1 0 0 0,0 0 0 0 0,-1-1 0 0 0,-1 1-1 0 0,-17 25 1 0 0,-79 101-2303 0 0,100-138 1897 0 0,1-1-138 0 0,0 0-1 0 0,-1-1 1 0 0,1 1 0 0 0,-1-1 0 0 0,0 1 0 0 0,1-1-1 0 0,-1 0 1 0 0,-7 3 0 0 0,12-10-21 0 0,1 0 1 0 0,-1 0-1 0 0,0 0 1 0 0,1 0-1 0 0,0 0 0 0 0,0 1 1 0 0,3-6-1 0 0,-1 4 155 0 0,0-1 484 0 0,0 0 1 0 0,1-1-1 0 0,0 1 1 0 0,0 1 0 0 0,0-1-1 0 0,9-6 1 0 0,-13 11-127 0 0,1 0 0 0 0,-1 0 1 0 0,1 1-1 0 0,0-1 0 0 0,-1 0 1 0 0,1 1-1 0 0,0 0 1 0 0,-1-1-1 0 0,1 1 0 0 0,0 0 1 0 0,-1 0-1 0 0,1-1 0 0 0,0 1 1 0 0,0 1-1 0 0,-1-1 0 0 0,1 0 1 0 0,0 0-1 0 0,-1 1 0 0 0,1-1 1 0 0,0 1-1 0 0,-1-1 1 0 0,1 1-1 0 0,-1 0 0 0 0,1 0 1 0 0,-1-1-1 0 0,1 1 0 0 0,-1 0 1 0 0,1 0-1 0 0,-1 1 0 0 0,0-1 1 0 0,0 0-1 0 0,1 0 1 0 0,-1 1-1 0 0,1 1 0 0 0,44 55 843 0 0,-1 0-1795 0 0,-11-27-2737 0 0,-33-30 3259 0 0,-1 0-1 0 0,1-1 1 0 0,-1 1 0 0 0,1-1-1 0 0,0 1 1 0 0,0 0-1 0 0,-1-1 1 0 0,1 1 0 0 0,0-1-1 0 0,0 0 1 0 0,-1 1-1 0 0,1-1 1 0 0,0 0-1 0 0,0 1 1 0 0,0-1 0 0 0,0 0-1 0 0,0 0 1 0 0,0 0-1 0 0,-1 0 1 0 0,1 0 0 0 0,0 0-1 0 0,0 0 1 0 0,0 0-1 0 0,0 0 1 0 0,0 0 0 0 0,0 0-1 0 0,-1-1 1 0 0,1 1-1 0 0,0 0 1 0 0,0-1 0 0 0,0 1-1 0 0,0 0 1 0 0,-1-1-1 0 0,1 1 1 0 0,0-1 0 0 0,0 0-1 0 0,7-2-2411 0 0</inkml:trace>
  <inkml:trace contextRef="#ctx0" brushRef="#br0" timeOffset="1">178 225 3873 0 0,'-1'0'266'0'0,"1"-1"1"0"0,0 0-1 0 0,0 0 1 0 0,0 1-1 0 0,0-1 1 0 0,0 0-1 0 0,0 0 1 0 0,0 1-1 0 0,0-1 0 0 0,1 0 1 0 0,-1 0-1 0 0,0 1 1 0 0,0-1-1 0 0,1 0 1 0 0,-1 1-1 0 0,0-1 1 0 0,1 0-1 0 0,-1 1 1 0 0,0-1-1 0 0,1 0 1 0 0,0 0-1 0 0,18-15 2142 0 0,35-13-2400 0 0,-32 18 473 0 0,9-10-398 0 0,-24 15-111 0 0,0 1-1 0 0,1 0 1 0 0,-1 0 0 0 0,1 1-1 0 0,0 0 1 0 0,0 0 0 0 0,0 1 0 0 0,0 0-1 0 0,1 0 1 0 0,8-1 0 0 0,-16 4 47 0 0,-1 1 0 0 0,1-1 0 0 0,-1 0 0 0 0,1 1 0 0 0,-1-1 0 0 0,1 0 0 0 0,-1 1 1 0 0,1-1-1 0 0,-1 1 0 0 0,1-1 0 0 0,-1 1 0 0 0,0-1 0 0 0,1 1 0 0 0,-1-1 0 0 0,0 1 0 0 0,1-1 0 0 0,-1 1 0 0 0,0 0 0 0 0,0-1 0 0 0,1 1 0 0 0,-1 0 0 0 0,0-1 1 0 0,0 1-1 0 0,0-1 0 0 0,0 1 0 0 0,0 0 0 0 0,0-1 0 0 0,0 1 0 0 0,0 0 0 0 0,0-1 0 0 0,0 1 0 0 0,0 0 0 0 0,-1 0 0 0 0,-3 28 1207 0 0,4-25-905 0 0,-8 42 1569 0 0,-8 61-7 0 0,15-93-2157 0 0,1 0 0 0 0,0 0-1 0 0,0 0 1 0 0,2 0 0 0 0,3 19-1 0 0,-5-32 22 0 0,1 1-1 0 0,-1-1 0 0 0,0 0 1 0 0,0 0-1 0 0,1 0 1 0 0,-1 0-1 0 0,1 1 0 0 0,-1-1 1 0 0,1 0-1 0 0,0 0 0 0 0,-1 0 1 0 0,1 0-1 0 0,0 0 1 0 0,0-1-1 0 0,0 1 0 0 0,0 0 1 0 0,-1 0-1 0 0,1 0 0 0 0,0-1 1 0 0,0 1-1 0 0,2 0 1 0 0,-2-1 19 0 0,0 0 0 0 0,-1 0 1 0 0,1 0-1 0 0,0 0 1 0 0,0 0-1 0 0,-1 0 1 0 0,1 0-1 0 0,0-1 1 0 0,0 1-1 0 0,-1 0 0 0 0,1-1 1 0 0,0 1-1 0 0,0 0 1 0 0,-1-1-1 0 0,1 1 1 0 0,-1-1-1 0 0,1 1 1 0 0,0-1-1 0 0,-1 1 0 0 0,1-1 1 0 0,-1 0-1 0 0,1 1 1 0 0,-1-1-1 0 0,1 0 1 0 0,-1 1-1 0 0,0-1 1 0 0,1 0-1 0 0,-1 1 0 0 0,0-1 1 0 0,0 0-1 0 0,1-1 1 0 0,5-9-2440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8.29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1 5169 0 0,'-3'70'8271'0'0,"-4"0"-3949"0"0,2-23-3053 0 0,2 84-1 0 0,13-46-2324 0 0,-9-77-503 0 0,2 0 0 0 0,-1-1 0 0 0,1 1 0 0 0,6 13 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8.68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142 8 6817 0 0,'0'-1'235'0'0,"-1"1"0"0"0,1-1 0 0 0,0 1 0 0 0,0-1 0 0 0,-1 1 0 0 0,1 0 0 0 0,-1-1 0 0 0,1 1-1 0 0,0 0 1 0 0,-1-1 0 0 0,1 1 0 0 0,-1 0 0 0 0,1-1 0 0 0,-1 1 0 0 0,1 0 0 0 0,-1 0-1 0 0,1-1 1 0 0,-1 1 0 0 0,1 0 0 0 0,-1 0 0 0 0,1 0 0 0 0,-1 0 0 0 0,1 0 0 0 0,-1 0 0 0 0,0 0-1 0 0,1 0 1 0 0,-1 0 0 0 0,1 0 0 0 0,-1 0 0 0 0,0 0 0 0 0,-16 13 2655 0 0,-8 24-1517 0 0,25-36-1251 0 0,-17 30 360 0 0,1 1-1 0 0,-13 40 1 0 0,10 3-1720 0 0,17-65 115 0 0,1 1-1 0 0,1 0 0 0 0,-1 0 0 0 0,3 16 0 0 0,1-15-4067 0 0,2-21 899 0 0,0-1 1599 0 0</inkml:trace>
  <inkml:trace contextRef="#ctx0" brushRef="#br0" timeOffset="1">85 141 6465 0 0,'12'12'7059'0'0,"21"2"-4687"0"0,-27-12-1668 0 0,11 3-501 0 0,1-1-1 0 0,0 0 1 0 0,0-2 0 0 0,0 0 0 0 0,37-1 0 0 0,-3 1-3746 0 0,-1 4-5004 0 0,-48 0 3684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9.05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284 318 3561 0 0,'-2'4'679'0'0,"0"0"0"0"0,0 0 0 0 0,0 0 0 0 0,1 0 0 0 0,0 0 0 0 0,0 1 0 0 0,0-1-1 0 0,0 0 1 0 0,0 8 0 0 0,3 48 1751 0 0,-2-5-1632 0 0,0-46-849 0 0,-2 0 1 0 0,1 0 0 0 0,-1 0 0 0 0,0 0 0 0 0,-1-1 0 0 0,0 1 0 0 0,0-1 0 0 0,-1 0 0 0 0,0 0 0 0 0,0 0 0 0 0,-9 11-1 0 0,9-14 20 0 0,-1-1-1 0 0,0 1 0 0 0,0-1 1 0 0,0 0-1 0 0,0-1 0 0 0,-1 1 0 0 0,1-1 1 0 0,-1 0-1 0 0,0 0 0 0 0,0-1 1 0 0,0 0-1 0 0,0 0 0 0 0,-1 0 0 0 0,1-1 1 0 0,-1 0-1 0 0,-10 1 0 0 0,-19-1 713 0 0,29-2-108 0 0,0 1 1 0 0,-1 0-1 0 0,1 0 1 0 0,0 0 0 0 0,-1 1-1 0 0,1 1 1 0 0,0-1-1 0 0,0 1 1 0 0,-12 5-1 0 0,19-7-538 0 0,0 0-1 0 0,0 0 1 0 0,0 0-1 0 0,-1 0 1 0 0,1 0-1 0 0,0 0 0 0 0,0 0 1 0 0,0 0-1 0 0,0 0 1 0 0,-1 1-1 0 0,1-1 1 0 0,0 0-1 0 0,0 0 0 0 0,0 0 1 0 0,0 0-1 0 0,0 0 1 0 0,0 0-1 0 0,-1 1 1 0 0,1-1-1 0 0,0 0 1 0 0,0 0-1 0 0,0 0 0 0 0,0 0 1 0 0,0 1-1 0 0,0-1 1 0 0,0 0-1 0 0,0 0 1 0 0,0 0-1 0 0,0 0 0 0 0,0 1 1 0 0,0-1-1 0 0,0 0 1 0 0,0 0-1 0 0,0 0 1 0 0,0 1-1 0 0,0-1 1 0 0,0 0-1 0 0,0 0 0 0 0,0 0 1 0 0,0 0-1 0 0,0 1 1 0 0,0-1-1 0 0,0 0 1 0 0,0 0-1 0 0,1 0 0 0 0,-1 0 1 0 0,0 1-1 0 0,0-1 1 0 0,0 0-1 0 0,0 0 1 0 0,0 0-1 0 0,0 0 0 0 0,1 0 1 0 0,-1 1-1 0 0,16 5 826 0 0,17 1-208 0 0,-6-7-411 0 0,0-1 0 0 0,0-2 0 0 0,0 0 0 0 0,35-10 0 0 0,107-38-1891 0 0,-96 27-2414 0 0,-66 23 2747 0 0,-1-1 0 0 0,1 0 0 0 0,-1-1 0 0 0,0 0 0 0 0,0 0 0 0 0,0 0 0 0 0,-1 0 0 0 0,1-1 0 0 0,5-4 0 0 0,-2 0-2167 0 0</inkml:trace>
  <inkml:trace contextRef="#ctx0" brushRef="#br0" timeOffset="1">671 0 7026 0 0,'-1'4'2776'0'0,"1"1"-1032"0"0,1 3-487 0 0,-1 5-185 0 0,2 1-192 0 0,-2 3-312 0 0,0 1-224 0 0,2-1-192 0 0,-1 1-80 0 0,2 0-120 0 0,1 0-384 0 0,-3 0-568 0 0,3-3-768 0 0,-4-2-721 0 0,-2 0-343 0 0,-3-5 447 0 0,0 3-1264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29.66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99 4233 0 0,'4'-1'3234'0'0,"18"-2"-1558"0"0,17-7 801 0 0,72-32 0 0 0,-4 2-1768 0 0,-107 40-695 0 0,1-1-1 0 0,0 1 1 0 0,-1 0 0 0 0,1-1 0 0 0,0 1 0 0 0,-1 0 0 0 0,1 0-1 0 0,0 0 1 0 0,0 0 0 0 0,0-1 0 0 0,-1 1 0 0 0,1 0 0 0 0,0 0-1 0 0,0 1 1 0 0,-1-1 0 0 0,1 0 0 0 0,0 0 0 0 0,0 0 0 0 0,-1 0-1 0 0,1 1 1 0 0,0-1 0 0 0,0 0 0 0 0,-1 1 0 0 0,1-1 0 0 0,0 0 0 0 0,-1 1-1 0 0,1-1 1 0 0,0 2 0 0 0,0-1 14 0 0,-1 0-1 0 0,1 1 1 0 0,-1-1-1 0 0,0 0 1 0 0,0 1-1 0 0,1-1 1 0 0,-1 0-1 0 0,0 1 1 0 0,0-1 0 0 0,0 0-1 0 0,0 1 1 0 0,-1-1-1 0 0,1 0 1 0 0,0 1-1 0 0,-1 0 1 0 0,-23 59 748 0 0,18-47-603 0 0,-12 25 170 0 0,-18 52 46 0 0,34-85-377 0 0,0 1 0 0 0,1 0 1 0 0,0-1-1 0 0,0 1 0 0 0,0 0 1 0 0,1 0-1 0 0,0 0 1 0 0,0 0-1 0 0,1 0 0 0 0,0 0 1 0 0,2 8-1 0 0,-1-12-15 0 0,-1 0 0 0 0,1-1 0 0 0,0 1 0 0 0,0 0 0 0 0,0-1 0 0 0,0 1 1 0 0,0-1-1 0 0,1 0 0 0 0,-1 0 0 0 0,1 0 0 0 0,0 0 0 0 0,-1 0 0 0 0,1 0 0 0 0,0-1 0 0 0,0 1 0 0 0,0-1 0 0 0,0 0 0 0 0,0 0 0 0 0,0 0 0 0 0,0 0 0 0 0,1-1 0 0 0,-1 1 1 0 0,0-1-1 0 0,0 0 0 0 0,1 0 0 0 0,4 0 0 0 0,-5 0-55 0 0,-1 0 1 0 0,1 0 0 0 0,-1 0-1 0 0,0 0 1 0 0,1-1-1 0 0,-1 1 1 0 0,0-1 0 0 0,1 1-1 0 0,-1-1 1 0 0,0 0-1 0 0,0 0 1 0 0,1 0 0 0 0,-1 0-1 0 0,0 0 1 0 0,0 0-1 0 0,0-1 1 0 0,0 1 0 0 0,-1-1-1 0 0,1 1 1 0 0,0-1-1 0 0,-1 0 1 0 0,1 0 0 0 0,-1 1-1 0 0,1-1 1 0 0,-1 0-1 0 0,0 0 1 0 0,0-1 0 0 0,0 1-1 0 0,0 0 1 0 0,0 0-1 0 0,0 0 1 0 0,-1-1 0 0 0,1 1-1 0 0,-1 0 1 0 0,1-1-1 0 0,-1-3 1 0 0,-2-14-101 0 0,-2 0-1 0 0,-7-27 1 0 0,7 33 710 0 0,0 0 1 0 0,1-1-1 0 0,1 0 0 0 0,0 0 1 0 0,0-26-1 0 0,3 40-459 0 0,-1 1-1 0 0,1-1 1 0 0,-1 0-1 0 0,0 0 1 0 0,1 0-1 0 0,-1 0 1 0 0,1 1-1 0 0,0-1 1 0 0,-1 0-1 0 0,1 1 1 0 0,0-1-1 0 0,-1 0 1 0 0,1 1-1 0 0,0-1 1 0 0,0 1-1 0 0,0-1 1 0 0,0 1-1 0 0,-1-1 0 0 0,1 1 1 0 0,0 0-1 0 0,0-1 1 0 0,0 1-1 0 0,0 0 1 0 0,0 0-1 0 0,0 0 1 0 0,0 0-1 0 0,0 0 1 0 0,0 0-1 0 0,0 0 1 0 0,0 0-1 0 0,0 0 1 0 0,-1 0-1 0 0,3 1 1 0 0,45 6 268 0 0,-28-3-147 0 0,3-3-312 0 0,-1 0 0 0 0,1-2 1 0 0,-1-1-1 0 0,27-4 0 0 0,4-12-8557 0 0,-72 26 1589 0 0,0-1 3577 0 0,11-5 3298 0 0,0 1 0 0 0,1 0 0 0 0,-1 0 0 0 0,1 1 0 0 0,-1 0 0 0 0,1 0 0 0 0,0 0 0 0 0,-12 12 0 0 0,6-4 918 0 0,-2 0 1 0 0,0-1 0 0 0,-29 18 0 0 0,3-4 4146 0 0,55-25-871 0 0,13-7-2991 0 0,42-20-214 0 0,74-27-327 0 0,-47 28-5788 0 0,-75 22-377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0.03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23 1 5761 0 0,'-2'2'571'0'0,"0"1"0"0"0,0 0 0 0 0,0-1 0 0 0,0 1 0 0 0,1 0 0 0 0,-1 0 0 0 0,1 0 0 0 0,-1 0 0 0 0,1 1 0 0 0,0-1 0 0 0,0 4 0 0 0,-2 43 1747 0 0,5-24-2645 0 0,13 47 0 0 0,-13-61 418 0 0,12 39-2546 0 0,6 28-6349 0 0,-17-66 6623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0.44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35 584 1368 0 0,'-3'5'398'0'0,"0"1"0"0"0,0-1 0 0 0,0 1-1 0 0,0 0 1 0 0,1 0 0 0 0,0 0 0 0 0,1 1 0 0 0,-1-1-1 0 0,1 0 1 0 0,0 1 0 0 0,1-1 0 0 0,0 11 0 0 0,0-14-251 0 0,0 0 0 0 0,1-1 0 0 0,0 1 0 0 0,0 0 0 0 0,0 0 0 0 0,0 0 0 0 0,0 0 0 0 0,0-1 0 0 0,1 1 0 0 0,-1 0 0 0 0,1-1 1 0 0,0 0-1 0 0,0 1 0 0 0,0-1 0 0 0,0 0 0 0 0,0 0 0 0 0,0 0 0 0 0,1 0 0 0 0,-1 0 0 0 0,1-1 0 0 0,-1 1 0 0 0,1-1 0 0 0,0 1 1 0 0,-1-1-1 0 0,1 0 0 0 0,0 0 0 0 0,0 0 0 0 0,5 0 0 0 0,1 1 231 0 0,1-1 1 0 0,-1 0-1 0 0,1-1 1 0 0,-1 0-1 0 0,0 0 0 0 0,1-1 1 0 0,-1 0-1 0 0,0-1 0 0 0,1 0 1 0 0,-1-1-1 0 0,10-3 1 0 0,-13 3-137 0 0,-1 1-1 0 0,1 0 1 0 0,-1-1 0 0 0,1 0 0 0 0,-1-1 0 0 0,0 1 0 0 0,0-1-1 0 0,0 0 1 0 0,0 0 0 0 0,-1 0 0 0 0,0-1 0 0 0,0 1 0 0 0,0-1-1 0 0,0 0 1 0 0,-1-1 0 0 0,0 1 0 0 0,5-11 0 0 0,-7 14-164 0 0,0 0 1 0 0,-1 0-1 0 0,1 0 0 0 0,-1 0 1 0 0,0 0-1 0 0,0 0 0 0 0,1 0 1 0 0,-1 0-1 0 0,0 0 0 0 0,-1 0 1 0 0,1 0-1 0 0,0 0 0 0 0,-1 0 1 0 0,1 0-1 0 0,-1 0 1 0 0,1 0-1 0 0,-1 1 0 0 0,0-1 1 0 0,0 0-1 0 0,0 0 0 0 0,-1-2 1 0 0,-1 1-23 0 0,1 1 1 0 0,-1-1-1 0 0,0 1 1 0 0,0-1-1 0 0,0 1 1 0 0,0 0-1 0 0,0 0 1 0 0,0 0-1 0 0,-1 1 1 0 0,-6-3-1 0 0,1 1-197 0 0,-1 0 0 0 0,0 1 0 0 0,0 0 0 0 0,1 1 0 0 0,-1 0 0 0 0,0 0 0 0 0,-18 2 0 0 0,14 2-1038 0 0,0 0-1 0 0,0 1 1 0 0,-20 9-1 0 0,-23 5-8922 0 0,52-17 7897 0 0</inkml:trace>
  <inkml:trace contextRef="#ctx0" brushRef="#br0" timeOffset="1">519 1 5313 0 0,'-7'3'2521'0'0,"1"7"-385"0"0,-2 1-496 0 0,3 4-487 0 0,3 0-305 0 0,0-1-320 0 0,1 3-232 0 0,1-1-136 0 0,1 0-216 0 0,1 2-312 0 0,1-2-576 0 0,1-1-753 0 0,-3-4-631 0 0,1 1-305 0 0,-2-4 505 0 0,0 0-1193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0.8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1 109 4665 0 0,'8'2'5462'0'0,"29"-6"-2850"0"0,100-44 422 0 0,-98 32-2922 0 0,1 2 0 0 0,56-13 0 0 0,-95 27-112 0 0,-1-1 1 0 0,1 1-1 0 0,-1 0 1 0 0,1 0-1 0 0,-1 0 1 0 0,1 0-1 0 0,0-1 1 0 0,-1 1-1 0 0,1 0 0 0 0,-1 0 1 0 0,1 0-1 0 0,-1 0 1 0 0,1 0-1 0 0,0 0 1 0 0,-1 0-1 0 0,1 1 1 0 0,-1-1-1 0 0,1 0 1 0 0,-1 0-1 0 0,1 0 1 0 0,-1 0-1 0 0,1 1 1 0 0,-1-1-1 0 0,1 0 0 0 0,-1 1 1 0 0,1-1-1 0 0,-1 0 1 0 0,1 1-1 0 0,0-1 1 0 0,-8 15 104 0 0,-29 19 128 0 0,32-30-216 0 0,-21 18 67 0 0,-41 50 1 0 0,59-64-76 0 0,1 1 1 0 0,0-1-1 0 0,1 1 0 0 0,0 0 1 0 0,0 1-1 0 0,1-1 1 0 0,0 1-1 0 0,1 0 0 0 0,0 0 1 0 0,-2 15-1 0 0,4-23-6 0 0,1 0 1 0 0,0 0-1 0 0,0 1 0 0 0,-1-1 0 0 0,2 0 0 0 0,-1 0 1 0 0,0 0-1 0 0,0 0 0 0 0,1 0 0 0 0,-1 0 1 0 0,1 0-1 0 0,-1 0 0 0 0,1 0 0 0 0,0 0 0 0 0,0 0 1 0 0,0 0-1 0 0,0 0 0 0 0,0 0 0 0 0,1-1 0 0 0,-1 1 1 0 0,0 0-1 0 0,1-1 0 0 0,-1 1 0 0 0,3 1 0 0 0,0-1 68 0 0,-1-1-1 0 0,1 1 0 0 0,-1-1 1 0 0,1 1-1 0 0,0-1 0 0 0,0-1 1 0 0,-1 1-1 0 0,1 0 0 0 0,0-1 1 0 0,0 0-1 0 0,0 0 0 0 0,6 0 1 0 0,-1-1 233 0 0,0 0 0 0 0,0 0 0 0 0,0-1 1 0 0,-1 0-1 0 0,1-1 0 0 0,-1 0 0 0 0,1 0 0 0 0,-1-1 1 0 0,0 0-1 0 0,0-1 0 0 0,7-5 0 0 0,-13 9-280 0 0,0 0 0 0 0,0-1-1 0 0,-1 1 1 0 0,1-1 0 0 0,0 1 0 0 0,-1-1-1 0 0,0 0 1 0 0,1 0 0 0 0,-1 1 0 0 0,0-1-1 0 0,0 0 1 0 0,0 0 0 0 0,0 0-1 0 0,0 0 1 0 0,0 0 0 0 0,-1 0 0 0 0,1-1-1 0 0,-1 1 1 0 0,1 0 0 0 0,-1 0 0 0 0,0 0-1 0 0,0-1 1 0 0,0 1 0 0 0,0 0 0 0 0,0 0-1 0 0,-1 0 1 0 0,1 0 0 0 0,-1-1-1 0 0,1 1 1 0 0,-1 0 0 0 0,0 0 0 0 0,0 0-1 0 0,0 0 1 0 0,0 0 0 0 0,0 0 0 0 0,0 0-1 0 0,0 1 1 0 0,-1-1 0 0 0,1 0 0 0 0,-1 1-1 0 0,1-1 1 0 0,-4-2 0 0 0,0 0-382 0 0,0 0 1 0 0,0 1 0 0 0,-1 0-1 0 0,1 0 1 0 0,-1 0 0 0 0,-7-3-1 0 0,7 4-624 0 0,0 0-1 0 0,0 1 1 0 0,-1-1-1 0 0,1 1 1 0 0,-11 0-1 0 0,10 1-74 0 0,0 0 0 0 0,0 0 0 0 0,0 1 0 0 0,0-1 0 0 0,0 2 0 0 0,1-1 0 0 0,-1 1 0 0 0,0 0 0 0 0,1 1 0 0 0,-9 3 1 0 0,10 1-657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1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138 1 2032 0 0,'5'2'557'0'0,"0"1"-1"0"0,-1-1 0 0 0,0 1 0 0 0,1 0 0 0 0,-1 1 1 0 0,0-1-1 0 0,-1 1 0 0 0,1-1 0 0 0,0 1 0 0 0,-1 0 1 0 0,0 1-1 0 0,0-1 0 0 0,0 0 0 0 0,-1 1 0 0 0,0 0 1 0 0,1-1-1 0 0,-1 1 0 0 0,-1 0 0 0 0,3 10 0 0 0,-2-7-545 0 0,0-1-1 0 0,-1 1 1 0 0,0-1 0 0 0,0 1-1 0 0,0 0 1 0 0,-1 0-1 0 0,-1-1 1 0 0,1 1-1 0 0,-1 0 1 0 0,0-1-1 0 0,-1 1 1 0 0,-4 13 0 0 0,2-15-656 0 0,0 1 0 0 0,-1-1 0 0 0,0 1 1 0 0,0-1-1 0 0,0-1 0 0 0,-1 1 0 0 0,0-1 1 0 0,0 0-1 0 0,0 0 0 0 0,0 0 0 0 0,-1-1 1 0 0,0 0-1 0 0,-9 3 0 0 0,-43 16 908 0 0,3-10 5781 0 0,76-14 2874 0 0,48-6-7626 0 0,152-49-619 0 0,-78 6-8108 0 0,-140 49 6887 0 0,1 1 0 0 0,-1-1 1 0 0,1 0-1 0 0,-1 0 0 0 0,0 0 1 0 0,1 0-1 0 0,-1-1 0 0 0,0 1 1 0 0,0-1-1 0 0,0 1 0 0 0,0-1 1 0 0,0 0-1 0 0,0 1 0 0 0,-1-1 1 0 0,1 0-1 0 0,0 0 0 0 0,-1 0 1 0 0,0-1-1 0 0,1 1 0 0 0,0-4 1 0 0,2-5-1702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1.5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0 6825 0 0,'-3'9'1545'0'0,"1"0"-1"0"0,0 0 1 0 0,0 0-1 0 0,-1 18 0 0 0,6 43 1876 0 0,2-34-2497 0 0,17 60 1 0 0,-14-74-1359 0 0,0 0 0 0 0,2-1 0 0 0,21 35 1 0 0,9 20-7193 0 0,-53-84-184 0 0,10 5 6070 0 0</inkml:trace>
  <inkml:trace contextRef="#ctx0" brushRef="#br0" timeOffset="1">9 208 1800 0 0,'-8'-28'4983'0'0,"8"27"-4794"0"0,0 1 0 0 0,0-1 0 0 0,0 0 0 0 0,0 1 0 0 0,0-1 0 0 0,0 0 0 0 0,1 1 0 0 0,-1-1 0 0 0,0 0 0 0 0,1 1 0 0 0,-1-1 0 0 0,0 0 0 0 0,1 1 0 0 0,-1-1 0 0 0,1 1 0 0 0,-1-1 0 0 0,1 1 0 0 0,-1-1 0 0 0,1 1 0 0 0,-1-1 0 0 0,1 1 0 0 0,-1 0 0 0 0,2-1 0 0 0,3-1 108 0 0,0 1 0 0 0,0 0 0 0 0,0 0-1 0 0,0 1 1 0 0,0-1 0 0 0,0 1-1 0 0,0 0 1 0 0,7 2 0 0 0,99-1-1448 0 0,0-11-4721 0 0,-110 10 5765 0 0,0 0-1 0 0,1 0 1 0 0,-1 0 0 0 0,0 0-1 0 0,1-1 1 0 0,-1 1 0 0 0,0 0 0 0 0,0-1-1 0 0,1 1 1 0 0,-1-1 0 0 0,0 1 0 0 0,0-1-1 0 0,0 0 1 0 0,0 1 0 0 0,0-1-1 0 0,0 0 1 0 0,0 0 0 0 0,0 0 0 0 0,0 0-1 0 0,0 0 1 0 0,0 0 0 0 0,0 0 0 0 0,0 0-1 0 0,-1 0 1 0 0,2-2 0 0 0,5-9-1093 0 0,-6 11 1044 0 0,0 1 0 0 0,1-1 0 0 0,-1 0 1 0 0,0 0-1 0 0,0 1 0 0 0,0-1 0 0 0,0 1 0 0 0,1-1 0 0 0,-1 1 0 0 0,0 0 1 0 0,1-1-1 0 0,-1 1 0 0 0,0 0 0 0 0,3 0 0 0 0</inkml:trace>
  <inkml:trace contextRef="#ctx0" brushRef="#br0" timeOffset="2">530 251 5881 0 0,'-4'8'2777'0'0,"3"5"-249"0"0,-2 3-375 0 0,1 0-441 0 0,0 1-311 0 0,2-3-305 0 0,2 1-328 0 0,-2 0-272 0 0,0-4-256 0 0,0 0-120 0 0,0 1-240 0 0,0-1-496 0 0,0 1-736 0 0,0-4-1041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3.06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13 7674 0 0,'-1'1'287'0'0,"0"0"0"0"0,0 0 0 0 0,0 0-1 0 0,1 0 1 0 0,-1 0 0 0 0,0 0 0 0 0,1 0 0 0 0,-1 1 0 0 0,1-1 0 0 0,-1 0 0 0 0,1 0 0 0 0,-1 1 0 0 0,1-1 0 0 0,0 0 0 0 0,0 1 0 0 0,0-1 0 0 0,0 0 0 0 0,0 1 0 0 0,0-1 0 0 0,0 0 0 0 0,0 1 0 0 0,0-1 0 0 0,1 2 0 0 0,0-1-121 0 0,0-1 1 0 0,0 1 0 0 0,0-1-1 0 0,1 0 1 0 0,-1 1 0 0 0,0-1-1 0 0,1 0 1 0 0,-1 0 0 0 0,0 0-1 0 0,1 0 1 0 0,-1 0 0 0 0,1 0-1 0 0,0 0 1 0 0,-1-1 0 0 0,3 2 0 0 0,5 0-6 0 0,-1 0 1 0 0,1 0 0 0 0,0 0 0 0 0,0-1 0 0 0,17 0 0 0 0,11-3-148 0 0,1-2 0 0 0,-1-2 0 0 0,41-11 0 0 0,44-22-3613 0 0,-146 35 2721 0 0,-18 5 1048 0 0,25 0 59 0 0,1 1-1 0 0,0 1 0 0 0,1 0 1 0 0,-1 1-1 0 0,1 1 1 0 0,-26 11-1 0 0,35-13-83 0 0,1 1-1 0 0,-1-1 1 0 0,1 1 0 0 0,-1 0 0 0 0,1 1-1 0 0,1-1 1 0 0,-1 1 0 0 0,0 0 0 0 0,1 0-1 0 0,0 1 1 0 0,0-1 0 0 0,1 1 0 0 0,0 0-1 0 0,0 0 1 0 0,0 0 0 0 0,0 0 0 0 0,1 0 0 0 0,-2 12-1 0 0,1-3 78 0 0,1 0 0 0 0,1-1 0 0 0,0 1 0 0 0,1 0 0 0 0,0 0 0 0 0,2 0 0 0 0,0 0 0 0 0,0-1 0 0 0,1 1 0 0 0,1-1 0 0 0,7 18 0 0 0,-10-27-210 0 0,1-1 0 0 0,0 1 0 0 0,0-1 0 0 0,1 0 0 0 0,-1 1 0 0 0,1-1-1 0 0,0 0 1 0 0,0 0 0 0 0,0-1 0 0 0,0 1 0 0 0,1-1 0 0 0,0 1 0 0 0,-1-1 0 0 0,1 0 0 0 0,0 0 0 0 0,1-1 0 0 0,-1 1 0 0 0,0-1-1 0 0,1 0 1 0 0,-1 0 0 0 0,1-1 0 0 0,0 1 0 0 0,0-1 0 0 0,-1 0 0 0 0,1 0 0 0 0,0-1 0 0 0,0 0 0 0 0,0 1 0 0 0,0-1 0 0 0,0-1-1 0 0,0 1 1 0 0,0-1 0 0 0,0 0 0 0 0,-1 0 0 0 0,1 0 0 0 0,0-1 0 0 0,4-2 0 0 0,131-41-2929 0 0,-93 31-1090 0 0,0 0-3337 0 0,-37 11 4731 0 0,1-2-712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3.41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43 1 7882 0 0,'-4'4'840'0'0,"0"1"1"0"0,1 0-1 0 0,-1 0 0 0 0,1 0 1 0 0,0 0-1 0 0,0 1 1 0 0,0-1-1 0 0,1 1 1 0 0,-3 11-1 0 0,2-6-358 0 0,1 0-1 0 0,0 0 1 0 0,1 0 0 0 0,1 0-1 0 0,0 12 1 0 0,1-7-470 0 0,1 1 1 0 0,0-1-1 0 0,2 1 0 0 0,0-1 1 0 0,0 0-1 0 0,2-1 0 0 0,7 18 1 0 0,26 31-3103 0 0,-36-59 2279 0 0,0-1-1 0 0,0-1 0 0 0,0 1 0 0 0,1 0 0 0 0,0-1 0 0 0,-1 0 1 0 0,1 0-1 0 0,0 0 0 0 0,1 0 0 0 0,-1 0 0 0 0,0-1 1 0 0,9 3-1 0 0,-13-5 772 0 0,0 0 1 0 0,1 0-1 0 0,-1 0 1 0 0,0 0-1 0 0,0 0 1 0 0,0 0 0 0 0,0 0-1 0 0,1 0 1 0 0,-1 0-1 0 0,0 0 1 0 0,0 0-1 0 0,0 0 1 0 0,1 0-1 0 0,-1 0 1 0 0,0-1-1 0 0,0 1 1 0 0,0 0-1 0 0,0 0 1 0 0,0 0-1 0 0,1 0 1 0 0,-1 0-1 0 0,0-1 1 0 0,0 1-1 0 0,0 0 1 0 0,0 0 0 0 0,0 0-1 0 0,0 0 1 0 0,0-1-1 0 0,0 1 1 0 0,0 0-1 0 0,0 0 1 0 0,0 0-1 0 0,0 0 1 0 0,1-1-1 0 0,-1 1 1 0 0,0 0-1 0 0,0 0 1 0 0,0 0-1 0 0,-1-1 1 0 0,1 1-1 0 0,0 0 1 0 0,0 0-1 0 0,0 0 1 0 0,0-1 0 0 0,0 1-1 0 0,0 0 1 0 0,0 0-1 0 0,0 0 1 0 0,0 0-1 0 0,0-1 1 0 0,0 1-1 0 0,-1 0 1 0 0,1 0-1 0 0,0 0 1 0 0,0 0-1 0 0,0 0 1 0 0,0-1-1 0 0,0 1 1 0 0,-1 0-1 0 0,1 0 1 0 0,0 0-1 0 0,0 0 1 0 0,0 0 0 0 0,0 0-1 0 0,-1 0 1 0 0,0-3-466 0 0,1-3-1449 0 0</inkml:trace>
  <inkml:trace contextRef="#ctx0" brushRef="#br0" timeOffset="1">32 216 3641 0 0,'-2'-4'1200'0'0,"1"3"-24"0"0,1-2-135 0 0,3 1-73 0 0,4-1-168 0 0,2-2-224 0 0,3 0-192 0 0,1-2-248 0 0,5 2-176 0 0,1 1-328 0 0,2-5-360 0 0,4 0-488 0 0,-1-6-425 0 0,1-1 73 0 0,1 0-1601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3.7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51 200 4129 0 0,'-4'3'391'0'0,"0"0"0"0"0,0 0 0 0 0,1 0 0 0 0,-1 1 1 0 0,1-1-1 0 0,0 1 0 0 0,0 0 0 0 0,0 0 0 0 0,0 0 0 0 0,1 0 0 0 0,0 0 0 0 0,-1 1 1 0 0,2-1-1 0 0,-1 1 0 0 0,0-1 0 0 0,1 1 0 0 0,0 0 0 0 0,0 0 0 0 0,0 0 1 0 0,1-1-1 0 0,0 1 0 0 0,0 0 0 0 0,0 0 0 0 0,0 0 0 0 0,1 0 0 0 0,1 6 0 0 0,0-6-295 0 0,0 0-1 0 0,0 1 1 0 0,0-1-1 0 0,1 0 0 0 0,0 0 1 0 0,0-1-1 0 0,1 1 1 0 0,-1-1-1 0 0,1 1 0 0 0,0-1 1 0 0,0 0-1 0 0,0 0 1 0 0,1-1-1 0 0,-1 1 0 0 0,1-1 1 0 0,0 0-1 0 0,0 0 1 0 0,0-1-1 0 0,0 0 0 0 0,0 0 1 0 0,1 0-1 0 0,7 2 1 0 0,-5-2 4 0 0,-1-1 1 0 0,1 0 0 0 0,0 0-1 0 0,0 0 1 0 0,-1-1-1 0 0,1-1 1 0 0,0 1 0 0 0,0-1-1 0 0,0 0 1 0 0,-1-1 0 0 0,1 0-1 0 0,-1 0 1 0 0,1-1 0 0 0,-1 1-1 0 0,0-2 1 0 0,0 1 0 0 0,0-1-1 0 0,0 0 1 0 0,-1 0 0 0 0,9-8-1 0 0,-11 8-6 0 0,1-1 0 0 0,-1 0 0 0 0,0 0 0 0 0,0 0 0 0 0,0 0 0 0 0,-1-1 0 0 0,0 1 0 0 0,0-1 0 0 0,0 0-1 0 0,-1 0 1 0 0,0 0 0 0 0,0 0 0 0 0,0 0 0 0 0,-1 0 0 0 0,0-1 0 0 0,0 1 0 0 0,-1 0 0 0 0,1-1 0 0 0,-1 1 0 0 0,-1-1 0 0 0,1 1 0 0 0,-1 0-1 0 0,-1-1 1 0 0,1 1 0 0 0,-3-7 0 0 0,3 8-116 0 0,-1 0 0 0 0,0 0 0 0 0,0 0 0 0 0,0 0 0 0 0,-1 0 0 0 0,0 1 0 0 0,0-1 0 0 0,0 1 0 0 0,0 0 0 0 0,-1 0 0 0 0,1 0 0 0 0,-1 0 0 0 0,0 1 0 0 0,0-1 0 0 0,-1 1 0 0 0,1 0 0 0 0,0 0 0 0 0,-1 1 0 0 0,0-1 0 0 0,0 1 0 0 0,0 0 0 0 0,-7-2 0 0 0,6 3-322 0 0,-1 0 0 0 0,0 1 0 0 0,1 0 0 0 0,-1 0 1 0 0,0 0-1 0 0,1 1 0 0 0,-1-1 0 0 0,0 2 0 0 0,1-1 0 0 0,-1 1 0 0 0,1 0 0 0 0,0 0 0 0 0,-1 1 0 0 0,1 0 0 0 0,0 0 0 0 0,1 0 0 0 0,-9 6 0 0 0,-26 21-4682 0 0,16-8-1103 0 0,23-19 3470 0 0</inkml:trace>
  <inkml:trace contextRef="#ctx0" brushRef="#br0" timeOffset="1">347 0 9314 0 0,'-7'34'7809'0'0,"10"27"-5638"0"0,0-37-1210 0 0,-2-7-837 0 0,2 0 0 0 0,0 0 0 0 0,1 0 0 0 0,1-1-1 0 0,0 0 1 0 0,9 18 0 0 0,26 48-6319 0 0,-20-42-1843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4.14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62 6809 0 0,'8'-4'7342'0'0,"29"-9"-4871"0"0,89-20-1267 0 0,-40 21-6017 0 0,-72 13 917 0 0,-14-1 3816 0 0,0 0-1 0 0,0 0 1 0 0,0 0-1 0 0,0 0 1 0 0,1 0-1 0 0,-1 1 1 0 0,0-1-1 0 0,0 0 0 0 0,0 0 1 0 0,0 0-1 0 0,0 0 1 0 0,1 0-1 0 0,-1 0 1 0 0,0 0-1 0 0,0 0 1 0 0,0 1-1 0 0,0-1 0 0 0,0 0 1 0 0,0 0-1 0 0,0 0 1 0 0,1 0-1 0 0,-1 0 1 0 0,0 0-1 0 0,0 1 1 0 0,0-1-1 0 0,0 0 1 0 0,0 0-1 0 0,0 0 0 0 0,0 0 1 0 0,0 1-1 0 0,0-1 1 0 0,0 0-1 0 0,0 0 1 0 0,0 0-1 0 0,0 0 1 0 0,0 1-1 0 0,0-1 0 0 0,0 0 1 0 0,0 0-1 0 0,0 0 1 0 0,0 0-1 0 0,0 1 1 0 0,0-1-1 0 0,0 0 1 0 0,-1 0-1 0 0,1 0 1 0 0,0 0-1 0 0,0 0 0 0 0,0 1 1 0 0,0-1-1 0 0,0 0 1 0 0,0 0-1 0 0,0 0 1 0 0,-1 0-1 0 0,1 0 1 0 0,0 0-1 0 0,0 0 0 0 0,0 0 1 0 0,0 1-1 0 0,0-1 1 0 0,-1 0-1 0 0,1 0 1 0 0,0 0-1 0 0,0 0 1 0 0,0 0-1 0 0,0 0 1 0 0,-1 0-1 0 0,1 0 0 0 0,-6 6-2574 0 0</inkml:trace>
  <inkml:trace contextRef="#ctx0" brushRef="#br0" timeOffset="1">3 233 2489 0 0,'-3'-4'1480'0'0,"5"-1"-432"0"0,3 1-240 0 0,6-1-136 0 0,5-2-39 0 0,4-1-121 0 0,-1-2-120 0 0,6-3-184 0 0,1 0-104 0 0,3-1-32 0 0,0 1-56 0 0,1 0-88 0 0,-3 0-288 0 0,-2 3-432 0 0,-1 0-441 0 0,-4 5-223 0 0,-22-14 32 0 0,12 17-969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4.53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12 101 2328 0 0,'-1'1'181'0'0,"0"0"0"0"0,0 0 0 0 0,0 0 0 0 0,0 0 0 0 0,0 0 0 0 0,1 0 0 0 0,-1 1-1 0 0,0-1 1 0 0,1 0 0 0 0,-1 0 0 0 0,1 0 0 0 0,-1 1 0 0 0,1-1 0 0 0,-1 0 0 0 0,1 1-1 0 0,0-1 1 0 0,0 0 0 0 0,0 1 0 0 0,0-1 0 0 0,0 0 0 0 0,0 1 0 0 0,0-1-1 0 0,0 0 1 0 0,0 1 0 0 0,1-1 0 0 0,-1 0 0 0 0,0 1 0 0 0,1-1 0 0 0,-1 0 0 0 0,1 0-1 0 0,0 1 1 0 0,-1-1 0 0 0,1 0 0 0 0,0 0 0 0 0,0 0 0 0 0,0 0 0 0 0,0 0-1 0 0,-1 0 1 0 0,1 0 0 0 0,1 0 0 0 0,-1 0 0 0 0,0-1 0 0 0,0 1 0 0 0,0 0 0 0 0,0-1-1 0 0,1 1 1 0 0,-1-1 0 0 0,3 2 0 0 0,2 0 85 0 0,0 0 0 0 0,1 0-1 0 0,0 0 1 0 0,-1-1 0 0 0,1 0 0 0 0,0 0-1 0 0,0-1 1 0 0,10 0 0 0 0,2-2 34 0 0,0-1 1 0 0,0-1-1 0 0,-1-1 1 0 0,0-1-1 0 0,0 0 0 0 0,0-2 1 0 0,-1 0-1 0 0,0 0 1 0 0,0-2-1 0 0,18-14 1 0 0,-33 23-232 0 0,-1 0 0 0 0,1 0 1 0 0,-1 0-1 0 0,0 0 1 0 0,1 0-1 0 0,-1 0 0 0 0,0 0 1 0 0,0-1-1 0 0,0 1 1 0 0,1-1-1 0 0,-2 1 0 0 0,1-1 1 0 0,0 1-1 0 0,0-1 1 0 0,0 1-1 0 0,-1-1 0 0 0,1 0 1 0 0,-1 1-1 0 0,1-1 1 0 0,-1 0-1 0 0,0-1 1 0 0,0 1-4 0 0,-1 1 1 0 0,1 0-1 0 0,-1 0 1 0 0,0 0 0 0 0,1 0-1 0 0,-1 1 1 0 0,0-1-1 0 0,0 0 1 0 0,0 0 0 0 0,0 0-1 0 0,0 1 1 0 0,0-1-1 0 0,0 0 1 0 0,0 1 0 0 0,0-1-1 0 0,0 1 1 0 0,0-1-1 0 0,0 1 1 0 0,0 0 0 0 0,0-1-1 0 0,-1 1 1 0 0,0 0-1 0 0,-13-3 144 0 0,1 2 0 0 0,0 0 0 0 0,-23 1 0 0 0,-1 2-566 0 0,5 0-1253 0 0,-43-4 1 0 0,66 1 192 0 0,0 0 1 0 0,1-1-1 0 0,-1 0 0 0 0,1-1 0 0 0,-10-3 0 0 0,5-5-3310 0 0,13 5 1798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4.93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264 0 8666 0 0,'-4'2'3481'0'0,"-3"-1"-1185"0"0,-1 1-736 0 0,3 5-471 0 0,-1-1-505 0 0,1 2-304 0 0,3 4-168 0 0,2-1-104 0 0,3 0-192 0 0,2 2-368 0 0,0 0-537 0 0,2-1-711 0 0,-3-1-624 0 0,1-1-473 0 0,-1-2 0 0 0,-4-1 737 0 0,0 1-953 0 0</inkml:trace>
  <inkml:trace contextRef="#ctx0" brushRef="#br0" timeOffset="1">1 217 5201 0 0,'28'-3'7265'0'0,"3"-5"-3845"0"0,69-32-4403 0 0,-61 24 1165 0 0,-3 2-1240 0 0,-23 10-156 0 0,0 0 0 0 0,0-1 0 0 0,-1-1-1 0 0,1 0 1 0 0,-1-1 0 0 0,-1 0 0 0 0,1-1 0 0 0,17-15-1 0 0,-17 16-1188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5.2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 69 1728 0 0,'-3'1'160'0'0,"1"0"-1"0"0,0 0 1 0 0,0 0-1 0 0,0 1 1 0 0,0-1-1 0 0,0 1 1 0 0,0-1-1 0 0,0 1 1 0 0,0 0-1 0 0,1-1 1 0 0,-1 1-1 0 0,1 0 1 0 0,-1 0-1 0 0,1 0 1 0 0,0 0-1 0 0,0 1 1 0 0,0-1-1 0 0,0 0 1 0 0,0 0-1 0 0,0 1 1 0 0,0-1-1 0 0,1 0 0 0 0,-1 1 1 0 0,1-1-1 0 0,0 5 1 0 0,1-5 17 0 0,-1 0-1 0 0,1 0 1 0 0,0 0-1 0 0,1 0 1 0 0,-1 0 0 0 0,0 0-1 0 0,0 0 1 0 0,1-1 0 0 0,-1 1-1 0 0,1 0 1 0 0,-1-1-1 0 0,1 1 1 0 0,0-1 0 0 0,0 0-1 0 0,0 0 1 0 0,0 0 0 0 0,-1 0-1 0 0,1 0 1 0 0,1 0-1 0 0,-1 0 1 0 0,0 0 0 0 0,0-1-1 0 0,0 1 1 0 0,0-1 0 0 0,0 0-1 0 0,1 1 1 0 0,-1-1-1 0 0,3-1 1 0 0,9 2 388 0 0,-1-1 0 0 0,1-1-1 0 0,0 0 1 0 0,-1-1 0 0 0,0-1 0 0 0,1 0-1 0 0,13-5 1 0 0,-20 6-367 0 0,0-1-1 0 0,0 1 1 0 0,0-1-1 0 0,-1-1 1 0 0,1 1-1 0 0,-1-1 1 0 0,0 0 0 0 0,0-1-1 0 0,0 0 1 0 0,-1 0-1 0 0,1 0 1 0 0,-1 0-1 0 0,0-1 1 0 0,5-8 0 0 0,-9 13-172 0 0,0-1 0 0 0,0 1 0 0 0,0 0 1 0 0,-1-1-1 0 0,1 1 0 0 0,-1-1 0 0 0,1 1 1 0 0,-1-1-1 0 0,0 1 0 0 0,1-1 0 0 0,-1 1 1 0 0,0-1-1 0 0,0 1 0 0 0,0-1 0 0 0,0 1 1 0 0,0-1-1 0 0,-1 1 0 0 0,1-1 0 0 0,0 1 1 0 0,-1-1-1 0 0,1 1 0 0 0,-1-1 0 0 0,1 1 1 0 0,-1-1-1 0 0,-1-1 0 0 0,0 1-23 0 0,0 0-1 0 0,0 0 1 0 0,0 0-1 0 0,-1 0 1 0 0,1 1 0 0 0,-1-1-1 0 0,1 1 1 0 0,-1-1-1 0 0,1 1 1 0 0,-1 0-1 0 0,0 0 1 0 0,-4-1-1 0 0,-1 0-395 0 0,-1 0 0 0 0,0 0-1 0 0,0 1 1 0 0,0 1 0 0 0,0-1-1 0 0,1 2 1 0 0,-18 1-1 0 0,11 1-1194 0 0,1 1 0 0 0,-1 1-1 0 0,1 0 1 0 0,0 1 0 0 0,1 0-1 0 0,-18 12 1 0 0,22-2-1861 0 0</inkml:trace>
  <inkml:trace contextRef="#ctx0" brushRef="#br0" timeOffset="1">183 67 6129 0 0,'0'9'3201'0'0,"0"4"-600"0"0,0 3-793 0 0,2 3-560 0 0,-2-2-360 0 0,0 2-279 0 0,0 1-233 0 0,1-2-120 0 0,3 1-176 0 0,-3-4-296 0 0,1 1-449 0 0,-2-3-599 0 0,0 0-616 0 0,-2 0-353 0 0,-3-3-207 0 0,-1-4 143 0 0,-2-1 433 0 0,11 8-953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5.66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28 489 4273 0 0,'-2'-1'470'0'0,"0"1"0"0"0,1 0 1 0 0,-1 0-1 0 0,0 0 0 0 0,1 0 0 0 0,-1 0 0 0 0,0 0 1 0 0,1 0-1 0 0,-1 0 0 0 0,0 1 0 0 0,1-1 1 0 0,-1 1-1 0 0,1-1 0 0 0,-1 1 0 0 0,0 6 4416 0 0,20-6-2897 0 0,21-4-1192 0 0,0-3 1 0 0,0-1-1 0 0,46-15 0 0 0,113-46-924 0 0,-137 46 14 0 0,-18 8-593 0 0,45-17-3442 0 0,-81 28 2838 0 0,0-1 0 0 0,-1 1 1 0 0,0-1-1 0 0,0-1 0 0 0,9-7 1 0 0,-2-12-3390 0 0,-9 12 1896 0 0</inkml:trace>
  <inkml:trace contextRef="#ctx0" brushRef="#br0" timeOffset="1">596 0 3713 0 0,'-1'0'379'0'0,"0"0"0"0"0,1 0 1 0 0,-1 0-1 0 0,0 1 0 0 0,1-1 1 0 0,-1 0-1 0 0,0 0 0 0 0,1 0 1 0 0,-1 1-1 0 0,1-1 1 0 0,-1 0-1 0 0,0 1 0 0 0,1-1 1 0 0,-1 0-1 0 0,1 1 0 0 0,-1-1 1 0 0,1 1-1 0 0,-1-1 0 0 0,1 1 1 0 0,-1-1-1 0 0,1 1 0 0 0,0-1 1 0 0,-1 1-1 0 0,0 0 0 0 0,-3 21 3472 0 0,9 28-2830 0 0,-4-42-348 0 0,7 40-36 0 0,29 89-1 0 0,4-18-4511 0 0,-30-90 1874 0 0,-10-26 1448 0 0,0 0 0 0 0,0 0 0 0 0,0-1 0 0 0,0 1 0 0 0,0 0 0 0 0,-1 0 0 0 0,1 0 0 0 0,-1 0 0 0 0,0 0 0 0 0,0 4 0 0 0,-7-5-3466 0 0,-9-10 2493 0 0,6 2-592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6.0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0 144 4193 0 0,'44'-22'7595'0'0,"36"4"-4470"0"0,-13 4-2564 0 0,-18 0-675 0 0,21-6-2034 0 0,-26 3-2498 0 0,-44 16 4549 0 0,1 1 1 0 0,-1-1-1 0 0,1 1 1 0 0,-1 0-1 0 0,1-1 1 0 0,-1 1-1 0 0,1-1 1 0 0,-1 1-1 0 0,0-1 1 0 0,1 1-1 0 0,-1-1 1 0 0,0 1-1 0 0,1-1 0 0 0,-1 0 1 0 0,0 1-1 0 0,0-1 1 0 0,1 1-1 0 0,-1-1 1 0 0,0 0-1 0 0,0 1 1 0 0,0-1-1 0 0,0 0 1 0 0,0 1-1 0 0,0-1 1 0 0,0 0-1 0 0,0 1 1 0 0,0-1-1 0 0,0 1 1 0 0,0-1-1 0 0,0 0 1 0 0,-1 1-1 0 0,1-1 0 0 0,0 0 1 0 0,0 1-1 0 0,-1-1 1 0 0,1 1-1 0 0,0-1 1 0 0,-1 1-1 0 0,1-1 1 0 0,-1 1-1 0 0,1-1 1 0 0,-1 1-1 0 0,1-1 1 0 0,-1 1-1 0 0,0-1 1 0 0,-2-3-569 0 0,0-4-2060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1:36.44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150 0 1184 0 0,'-10'5'1013'0'0,"0"-1"0"0"0,0 1 1 0 0,1 1-1 0 0,-1-1 0 0 0,1 2 0 0 0,1-1 0 0 0,-1 1 0 0 0,1 1 0 0 0,-7 7 0 0 0,-37 29 311 0 0,68-67-10436 0 0,-9 14 6441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0.8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97 4361 0 0,'-3'1'621'0'0,"0"0"1"0"0,0 0-1 0 0,0 0 1 0 0,0 0-1 0 0,1 0 1 0 0,-1 1-1 0 0,1-1 0 0 0,-1 1 1 0 0,1 0-1 0 0,-1 0 1 0 0,1 0-1 0 0,0 0 1 0 0,0 0-1 0 0,0 0 1 0 0,0 1-1 0 0,0-1 0 0 0,-2 4 1 0 0,4-5-482 0 0,0-1 0 0 0,0 1 1 0 0,0 0-1 0 0,0-1 0 0 0,0 1 0 0 0,0 0 1 0 0,0 0-1 0 0,0-1 0 0 0,0 1 0 0 0,0 0 1 0 0,0-1-1 0 0,0 1 0 0 0,0 0 0 0 0,1-1 1 0 0,-1 1-1 0 0,0 0 0 0 0,0-1 0 0 0,1 1 0 0 0,-1 0 1 0 0,0-1-1 0 0,1 1 0 0 0,-1-1 0 0 0,1 1 1 0 0,-1-1-1 0 0,1 1 0 0 0,0 0 0 0 0,1 1-42 0 0,1-1 0 0 0,0 1 0 0 0,-1-1 0 0 0,1 1 1 0 0,0-1-1 0 0,0 0 0 0 0,-1 0 0 0 0,1-1 0 0 0,6 2 0 0 0,54 6 682 0 0,0-3 0 0 0,1-2 0 0 0,81-8 0 0 0,29 1-118 0 0,-161 4-622 0 0,10 0 95 0 0,-1 1 0 0 0,0 1 0 0 0,27 6 0 0 0,-116-9-474 0 0,53-3 128 0 0,-1 1 1 0 0,0-2-1 0 0,1 0 0 0 0,0-1 1 0 0,0 0-1 0 0,1-1 0 0 0,0-1 0 0 0,-15-10 1 0 0,6 0 80 0 0,1-1 1 0 0,1-1 0 0 0,-25-32-1 0 0,37 44 917 0 0,10 13 96 0 0,16 16-184 0 0,-2-13-625 0 0,0 1 1 0 0,1-2 0 0 0,0 0-1 0 0,0-2 1 0 0,1 1-1 0 0,0-2 1 0 0,28 4-1 0 0,-24-5 8 0 0,-1 1 0 0 0,1 1 0 0 0,-1 1 0 0 0,32 14-1 0 0,-51-19-42 0 0,0 0-1 0 0,0 0 0 0 0,-1 0 1 0 0,1 0-1 0 0,-1 0 0 0 0,1 0 0 0 0,-1 0 1 0 0,1 1-1 0 0,-1-1 0 0 0,0 0 1 0 0,1 1-1 0 0,-1-1 0 0 0,0 1 0 0 0,0 0 1 0 0,0-1-1 0 0,0 1 0 0 0,0 0 1 0 0,-1 0-1 0 0,1-1 0 0 0,-1 1 0 0 0,1 0 1 0 0,0 2-1 0 0,-1 0 27 0 0,0-1 0 0 0,-1 1 0 0 0,1-1 1 0 0,-1 1-1 0 0,1-1 0 0 0,-1 1 0 0 0,0-1 0 0 0,0 0 0 0 0,-1 0 0 0 0,1 1 0 0 0,-3 3 1 0 0,-5 8 121 0 0,-1-1-1 0 0,-1-1 1 0 0,-22 24 0 0 0,32-36-189 0 0,-51 52-391 0 0,-60 45 1 0 0,106-91 113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1.6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159 71 3273 0 0,'-2'-3'365'0'0,"0"1"0"0"0,0-1 1 0 0,0 0-1 0 0,-1 1 0 0 0,1 0 1 0 0,-1-1-1 0 0,1 1 0 0 0,-1 0 1 0 0,0 0-1 0 0,0 1 0 0 0,0-1 1 0 0,0 1-1 0 0,0-1 1 0 0,0 1-1 0 0,0 0 0 0 0,0 0 1 0 0,0 0-1 0 0,-1 0 0 0 0,1 1 1 0 0,0 0-1 0 0,-1-1 0 0 0,1 1 1 0 0,0 0-1 0 0,-1 0 0 0 0,1 1 1 0 0,-6 0-1 0 0,6 1-152 0 0,-1 0 0 0 0,0-1 0 0 0,1 1 0 0 0,-1 0 0 0 0,1 1 0 0 0,0-1 0 0 0,0 1 0 0 0,0-1 0 0 0,0 1 1 0 0,0 0-1 0 0,0 0 0 0 0,1 0 0 0 0,-1 1 0 0 0,-2 5 0 0 0,1-2-103 0 0,0 0-1 0 0,1 0 1 0 0,0 0 0 0 0,0 1 0 0 0,1-1 0 0 0,0 1 0 0 0,1-1-1 0 0,-1 1 1 0 0,1 0 0 0 0,1 0 0 0 0,0 0 0 0 0,0-1 0 0 0,0 1-1 0 0,1 0 1 0 0,0 0 0 0 0,0-1 0 0 0,1 1 0 0 0,0-1-1 0 0,1 1 1 0 0,3 8 0 0 0,-4-11-71 0 0,1 0 0 0 0,0 0 0 0 0,0 0 0 0 0,1-1-1 0 0,-1 1 1 0 0,1-1 0 0 0,0 0 0 0 0,0 0 0 0 0,0 0 0 0 0,1 0-1 0 0,0-1 1 0 0,-1 0 0 0 0,1 0 0 0 0,0 0 0 0 0,0 0 0 0 0,1-1 0 0 0,-1 0-1 0 0,1 0 1 0 0,-1 0 0 0 0,1-1 0 0 0,-1 0 0 0 0,1 0 0 0 0,0 0-1 0 0,-1-1 1 0 0,1 0 0 0 0,0 0 0 0 0,9-1 0 0 0,-3-1 80 0 0,-1 0-1 0 0,0 0 1 0 0,0-1-1 0 0,0-1 1 0 0,0 0 0 0 0,0 0-1 0 0,-1-1 1 0 0,0 0 0 0 0,0-1-1 0 0,0 0 1 0 0,-1-1 0 0 0,1 0-1 0 0,-2 0 1 0 0,15-16 0 0 0,-19 19-62 0 0,0-1 1 0 0,0 0 0 0 0,-1-1-1 0 0,0 1 1 0 0,0 0 0 0 0,0-1 0 0 0,-1 0-1 0 0,0 0 1 0 0,0 0 0 0 0,0 0-1 0 0,-1 0 1 0 0,0 0 0 0 0,0 0-1 0 0,0 0 1 0 0,-1 0 0 0 0,0-1-1 0 0,0 1 1 0 0,-1 0 0 0 0,1 0-1 0 0,-1 0 1 0 0,-1 0 0 0 0,1 0-1 0 0,-1 0 1 0 0,0 0 0 0 0,0 0 0 0 0,-1 0-1 0 0,0 1 1 0 0,-5-9 0 0 0,5 10-60 0 0,-1-1 0 0 0,1 1 0 0 0,-1 0 0 0 0,1 0 0 0 0,-1 0 0 0 0,0 0 0 0 0,-1 1 0 0 0,1-1 0 0 0,0 1 0 0 0,-1 0 0 0 0,0 0 0 0 0,0 1 0 0 0,0 0 0 0 0,0 0 0 0 0,0 0 0 0 0,0 0 0 0 0,-1 1 0 0 0,1 0 1 0 0,0 0-1 0 0,-1 0 0 0 0,1 1 0 0 0,-1-1 0 0 0,-7 2 0 0 0,7-1-250 0 0,-1 1 0 0 0,1 0-1 0 0,-1 1 1 0 0,1 0 0 0 0,-1 0 0 0 0,1 0 0 0 0,0 0 0 0 0,-8 6 0 0 0,8-5-480 0 0,1 0 0 0 0,0 1 0 0 0,0 0 0 0 0,0 0 1 0 0,1 0-1 0 0,0 0 0 0 0,-1 1 0 0 0,1 0 0 0 0,-4 7 1 0 0,8-12 564 0 0,0 0 1 0 0,0 1 0 0 0,-1-1 0 0 0,1 0 0 0 0,0 1 0 0 0,0-1-1 0 0,0 0 1 0 0,0 1 0 0 0,0-1 0 0 0,0 1 0 0 0,0-1 0 0 0,0 0-1 0 0,0 1 1 0 0,0-1 0 0 0,0 0 0 0 0,0 1 0 0 0,0-1 0 0 0,0 0-1 0 0,1 1 1 0 0,-1-1 0 0 0,0 0 0 0 0,0 1 0 0 0,0-1 0 0 0,0 0-1 0 0,1 0 1 0 0,-1 1 0 0 0,0-1 0 0 0,0 0 0 0 0,0 0-1 0 0,1 1 1 0 0,-1-1 0 0 0,0 0 0 0 0,1 0 0 0 0,-1 1 0 0 0,0-1-1 0 0,0 0 1 0 0,1 0 0 0 0,-1 0 0 0 0,0 0 0 0 0,1 0 0 0 0,-1 0-1 0 0,0 1 1 0 0,1-1 0 0 0,-1 0 0 0 0,1 0 0 0 0,-1 0 0 0 0,0 0-1 0 0,1 0 1 0 0,-1 0 0 0 0,0 0 0 0 0,1 0 0 0 0,-1-1 0 0 0,0 1-1 0 0,1 0 1 0 0,-1 0 0 0 0,0 0 0 0 0,1 0 0 0 0,-1 0 0 0 0,1-1-1 0 0,11 1-2520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2.03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7 4945 0 0,'0'0'214'0'0,"0"-1"-1"0"0,1 1 1 0 0,-1-1-1 0 0,1 1 1 0 0,-1 0-1 0 0,0-1 1 0 0,1 1-1 0 0,-1-1 1 0 0,1 1-1 0 0,-1 0 1 0 0,1-1-1 0 0,-1 1 1 0 0,1 0-1 0 0,0 0 1 0 0,-1-1 0 0 0,1 1-1 0 0,-1 0 1 0 0,1 0-1 0 0,-1 0 1 0 0,1 0-1 0 0,0 0 1 0 0,-1 0-1 0 0,1 0 1 0 0,-1 0-1 0 0,1 0 1 0 0,0 0-1 0 0,-1 0 1 0 0,1 0-1 0 0,-1 0 1 0 0,1 1 0 0 0,0-1-1 0 0,-1 0 1 0 0,1 0-1 0 0,0 1 1 0 0,11 20 3277 0 0,-2 33-975 0 0,-10-54-2505 0 0,4 42 413 0 0,19 170 2263 0 0,-13-142-5442 0 0,1 1-3923 0 0,-11-71 6377 0 0,0 1 0 0 0,0 0 0 0 0,1-1 0 0 0,-1 1 1 0 0,0-1-1 0 0,0 1 0 0 0,0 0 0 0 0,0-1 0 0 0,0 1 1 0 0,0-1-1 0 0,0 1 0 0 0,0 0 0 0 0,0-1 0 0 0,-1 1 1 0 0,1-1-1 0 0,0 1 0 0 0,0 0 0 0 0,0-1 0 0 0,-1 1 0 0 0,1-1 1 0 0,0 1-1 0 0,-1-1 0 0 0,1 1 0 0 0,0-1 0 0 0,-1 1 1 0 0,0 0-1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2.4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59 0 8754 0 0,'-5'5'658'0'0,"0"1"-1"0"0,0-1 1 0 0,0 1 0 0 0,1 0 0 0 0,0 0-1 0 0,0 0 1 0 0,0 0 0 0 0,1 1 0 0 0,0 0-1 0 0,0 0 1 0 0,-2 11 0 0 0,2-8-351 0 0,1-1-1 0 0,1 1 1 0 0,0 0 0 0 0,0 1-1 0 0,1-1 1 0 0,0 0-1 0 0,1 0 1 0 0,2 14 0 0 0,-2-18-266 0 0,0 1 0 0 0,0-1 0 0 0,1 0 0 0 0,0 0 0 0 0,0 1 0 0 0,1-1 1 0 0,0-1-1 0 0,0 1 0 0 0,0 0 0 0 0,1-1 0 0 0,-1 1 0 0 0,1-1 0 0 0,0 0 0 0 0,1-1 1 0 0,-1 1-1 0 0,1-1 0 0 0,0 1 0 0 0,0-1 0 0 0,1-1 0 0 0,-1 1 0 0 0,1-1 0 0 0,0 0 1 0 0,0 0-1 0 0,0-1 0 0 0,0 0 0 0 0,0 0 0 0 0,0 0 0 0 0,1-1 0 0 0,9 2 0 0 0,-3-4 205 0 0,-1-1 0 0 0,1 0-1 0 0,-1-1 1 0 0,1 0-1 0 0,-1-1 1 0 0,0 0 0 0 0,-1-1-1 0 0,1 0 1 0 0,-1-1-1 0 0,0 0 1 0 0,16-12 0 0 0,-7 6 203 0 0,0 1 1 0 0,23-10-1 0 0,-19 13-162 0 0,1 0 1 0 0,34-5-1 0 0,-47 11-273 0 0,-1 0 0 0 0,1 1 0 0 0,-1 1 0 0 0,0 0 0 0 0,1 0 0 0 0,-1 1 0 0 0,21 5 0 0 0,-31-6-299 0 0,0 0 0 0 0,1 0 0 0 0,-1-1 1 0 0,0 1-1 0 0,1 0 0 0 0,-1 0 1 0 0,0-1-1 0 0,0 1 0 0 0,1 0 0 0 0,-1-1 1 0 0,0 0-1 0 0,0 1 0 0 0,0-1 1 0 0,1 0-1 0 0,-1 1 0 0 0,0-1 0 0 0,0 0 1 0 0,0 0-1 0 0,0 0 0 0 0,-1 0 1 0 0,1 0-1 0 0,0 0 0 0 0,0 0 0 0 0,0 0 1 0 0,-1 0-1 0 0,1-1 0 0 0,-1 1 0 0 0,1 0 1 0 0,-1 0-1 0 0,1-1 0 0 0,-1 1 1 0 0,0 0-1 0 0,0 0 0 0 0,1-1 0 0 0,-1-1 1 0 0,10-58-8971 0 0,-8 50 7772 0 0,0-6-337 0 0,-1 0-562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2.7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25 80 7794 0 0,'-25'-20'6729'0'0,"26"12"-3766"0"0,17 2-1457 0 0,235-40 1411 0 0,-313 57-1507 0 0,37-8-1400 0 0,1 2 0 0 0,-39 11 0 0 0,57-14-22 0 0,0 1 0 0 0,0 0 0 0 0,0 0 0 0 0,0 0 0 0 0,0 0 0 0 0,1 1 0 0 0,-1-1 0 0 0,1 1-1 0 0,0 0 1 0 0,0 0 0 0 0,0 0 0 0 0,1 1 0 0 0,-1-1 0 0 0,1 0 0 0 0,0 1 0 0 0,0 0 0 0 0,1-1 0 0 0,0 1 0 0 0,-1 0 0 0 0,0 9 0 0 0,-1 12 68 0 0,0-1 0 0 0,1 42 0 0 0,2-62-38 0 0,0 11 34 0 0,0-1-1 0 0,1 1 1 0 0,1-1 0 0 0,0 0-1 0 0,1 0 1 0 0,10 27-1 0 0,-12-38-19 0 0,1 0-1 0 0,0 0 0 0 0,0 0 0 0 0,0-1 1 0 0,0 1-1 0 0,0-1 0 0 0,1 1 1 0 0,0-1-1 0 0,0 0 0 0 0,0 0 0 0 0,0 0 1 0 0,0-1-1 0 0,1 1 0 0 0,-1-1 0 0 0,1 1 1 0 0,-1-1-1 0 0,1 0 0 0 0,0 0 0 0 0,0-1 1 0 0,0 1-1 0 0,0-1 0 0 0,0 0 0 0 0,0 0 1 0 0,0-1-1 0 0,1 1 0 0 0,-1-1 0 0 0,0 1 1 0 0,0-2-1 0 0,5 1 0 0 0,9-2 102 0 0,1 0-1 0 0,-1-2 1 0 0,0 0-1 0 0,0-1 1 0 0,0-1-1 0 0,0 0 1 0 0,24-14-1 0 0,-20 1 21 0 0,-21 9-3723 0 0,-21-6-12360 0 0,12 7 14565 0 0,5 5 342 0 0,-2-3-2043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3.17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85 5377 0 0,'-9'-8'14083'0'0,"35"-2"-9767"0"0,58-7-6195 0 0,-70 15 2715 0 0,39-6-3180 0 0,-14 2-1923 0 0,-1-2-3636 0 0,-37 8 7812 0 0,-1 0 0 0 0,0 0 0 0 0,1 0 0 0 0,-1 0 0 0 0,0 0 0 0 0,1 0 0 0 0,-1 0 0 0 0,1 0 0 0 0,-1-1 0 0 0,0 1 0 0 0,1 0 0 0 0,-1 0 0 0 0,0 0 0 0 0,1-1 0 0 0,-1 1 0 0 0,0 0 0 0 0,0 0 0 0 0,1-1 0 0 0,-1 1 0 0 0,0 0 0 0 0,0-1 0 0 0,1 1 0 0 0,-1 0 0 0 0,0-1 0 0 0,0 1 0 0 0,0 0-1 0 0,1-1 1 0 0,-1 1 0 0 0,0 0 0 0 0,0-1 0 0 0,0 1 0 0 0,0-1 0 0 0,0 1 0 0 0,0 0 0 0 0,0-1 0 0 0,0 1 0 0 0,0-1 0 0 0,0 1 0 0 0,0 0 0 0 0,0-1 0 0 0,0 1 0 0 0,-1-1 0 0 0,1-6-923 0 0,7 0-1565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3.52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85 5793 0 0,'36'-8'9900'0'0,"23"-19"-9257"0"0,-18 8-365 0 0,-25 12-195 0 0,-10 3-6 0 0,0 1-1 0 0,0 0 1 0 0,0 0-1 0 0,1 1 0 0 0,-1 0 1 0 0,1 0-1 0 0,-1 0 1 0 0,1 1-1 0 0,0 0 1 0 0,-1 1-1 0 0,13-1 0 0 0,-18 2 127 0 0,-1 0-1 0 0,1-1 1 0 0,-1 1-1 0 0,1 0 1 0 0,-1-1-1 0 0,1 1 1 0 0,-1 0-1 0 0,0 0 0 0 0,1 0 1 0 0,-1-1-1 0 0,0 1 1 0 0,0 0-1 0 0,0 0 1 0 0,0 0-1 0 0,1 0 1 0 0,-1 0-1 0 0,0-1 0 0 0,0 1 1 0 0,-1 0-1 0 0,1 0 1 0 0,0 0-1 0 0,0 0 1 0 0,-1 1-1 0 0,-5 29 1115 0 0,3-17-674 0 0,2 8-388 0 0,0 1 0 0 0,2-1 0 0 0,0 1-1 0 0,2-1 1 0 0,0 1 0 0 0,8 25 0 0 0,-5-26-959 0 0,1 0 1 0 0,1-1-1 0 0,14 28 0 0 0,-22-49 672 0 0,13 20-2795 0 0,-3-13-689 0 0,-1-9-4136 0 0,-9 1 7443 0 0,0 0 0 0 0,0 0 0 0 0,0 0 0 0 0,0 0 0 0 0,0 0-1 0 0,0 0 1 0 0,0 0 0 0 0,0 0 0 0 0,0 0 0 0 0,0 0 0 0 0,-1 0 0 0 0,1 0-1 0 0,0 0 1 0 0,-1 0 0 0 0,1 0 0 0 0,-1 0 0 0 0,1 0 0 0 0,-1 0 0 0 0,0 0-1 0 0,1 1 1 0 0,-1-1 0 0 0,-1-1 0 0 0,-1-3-710 0 0,4-10-1943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3.93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1 8898 0 0,'4'9'8770'0'0,"0"10"-3712"0"0,1 33-2562 0 0,1 60-3362 0 0,-6-59 946 0 0,-2-35-57 0 0,2 0 0 0 0,0-1-1 0 0,1 1 1 0 0,0-1 0 0 0,2 1-1 0 0,0-1 1 0 0,1 0-1 0 0,9 26 1 0 0,-12-42-21 0 0,0 1 1 0 0,0-1-1 0 0,0 1 0 0 0,0-1 1 0 0,0 0-1 0 0,0 1 0 0 0,0-1 0 0 0,0 0 1 0 0,1 0-1 0 0,-1 0 0 0 0,0 0 1 0 0,1 0-1 0 0,-1 0 0 0 0,1-1 1 0 0,-1 1-1 0 0,1 0 0 0 0,-1-1 1 0 0,1 1-1 0 0,0-1 0 0 0,2 1 1 0 0,1-1 23 0 0,0 1 0 0 0,0-1 1 0 0,0-1-1 0 0,-1 1 1 0 0,1-1-1 0 0,0 0 1 0 0,6-1-1 0 0,5-3 25 0 0,-1-1 0 0 0,0-1 0 0 0,19-10 0 0 0,-7-6-3494 0 0,-24 20 2074 0 0,-1-1 1 0 0,0 1-1 0 0,0-1 0 0 0,0 0 0 0 0,-1 1 0 0 0,1-1 1 0 0,-1 0-1 0 0,0 0 0 0 0,0 0 0 0 0,0 0 1 0 0,0-5-1 0 0,0-1-2547 0 0</inkml:trace>
  <inkml:trace contextRef="#ctx0" brushRef="#br0" timeOffset="1">183 213 5561 0 0,'-1'-9'13254'0'0,"1"9"-13053"0"0,28-13 3793 0 0,53-14-6058 0 0,-64 22 3200 0 0,27-4-2219 0 0,-2 1-2509 0 0,-7-6-6810 0 0,-35 13 10213 0 0,1 1 0 0 0,0-1 0 0 0,-1 1-1 0 0,1-1 1 0 0,-1 0 0 0 0,0 1 0 0 0,1-1-1 0 0,-1 1 1 0 0,1-1 0 0 0,-1 0 0 0 0,0 0-1 0 0,1 1 1 0 0,-1-1 0 0 0,0 0 0 0 0,0 1-1 0 0,0-1 1 0 0,0 0 0 0 0,1 0-1 0 0,-1 1 1 0 0,0-1 0 0 0,0 0 0 0 0,0 0-1 0 0,-1 1 1 0 0,1-3 0 0 0,0-2-249 0 0,2-2-974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4.3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128 49 2256 0 0,'0'0'173'0'0,"0"0"-1"0"0,0 0 0 0 0,0-1 0 0 0,1 1 0 0 0,-1 0 1 0 0,0 0-1 0 0,0-1 0 0 0,0 1 0 0 0,0 0 0 0 0,0 0 1 0 0,0-1-1 0 0,0 1 0 0 0,-1 0 0 0 0,1 0 0 0 0,-2-3 2411 0 0,2 3-2410 0 0,0-1-1 0 0,0 1 0 0 0,0 0 0 0 0,-1 0 0 0 0,1 0 1 0 0,0 0-1 0 0,0 0 0 0 0,-1 0 0 0 0,1 0 0 0 0,0 0 1 0 0,0 0-1 0 0,-1 0 0 0 0,1 0 0 0 0,0 0 0 0 0,0 0 1 0 0,-1 0-1 0 0,1 0 0 0 0,0 0 0 0 0,0 0 0 0 0,-1 0 1 0 0,1 0-1 0 0,0 0 0 0 0,0 0 0 0 0,0 0 0 0 0,-1 0 1 0 0,1 0-1 0 0,0 1 0 0 0,0-1 0 0 0,-9 20 4666 0 0,0 29-1804 0 0,8-23-2515 0 0,0 0-1 0 0,2 1 1 0 0,9 50-1 0 0,-7-61-1062 0 0,1 0 0 0 0,12 29 0 0 0,-12-36-577 0 0,0 0 1 0 0,1 0 0 0 0,0-1 0 0 0,1 1 0 0 0,10 11-1 0 0,-16-20 856 0 0,1 1-1 0 0,-1 0 0 0 0,1-1 1 0 0,-1 1-1 0 0,1 0 1 0 0,-1-1-1 0 0,1 1 0 0 0,0-1 1 0 0,-1 1-1 0 0,1-1 0 0 0,0 1 1 0 0,-1-1-1 0 0,1 0 0 0 0,0 1 1 0 0,0-1-1 0 0,0 0 1 0 0,-1 1-1 0 0,1-1 0 0 0,0 0 1 0 0,0 0-1 0 0,0 0 0 0 0,-1 0 1 0 0,1 0-1 0 0,0 0 0 0 0,0 0 1 0 0,0 0-1 0 0,0 0 1 0 0,-1 0-1 0 0,1 0 0 0 0,0-1 1 0 0,0 1-1 0 0,0 0 0 0 0,-1-1 1 0 0,1 1-1 0 0,0 0 0 0 0,-1-1 1 0 0,2 0-1 0 0,7-2-2664 0 0</inkml:trace>
  <inkml:trace contextRef="#ctx0" brushRef="#br0" timeOffset="0.15">288 0 6969 0 0,'-2'3'1100'0'0,"0"-1"-1"0"0,0 0 1 0 0,0 1-1 0 0,1-1 0 0 0,-1 1 1 0 0,1-1-1 0 0,0 1 1 0 0,0 0-1 0 0,-2 5 0 0 0,-2 32 2888 0 0,13 40-3195 0 0,-7-73-316 0 0,26 115 1 0 0,-4-23-3179 0 0,-15-32-4860 0 0,-8-66 7092 0 0,0 1 0 0 0,0-1 0 0 0,0 1 0 0 0,0-1 0 0 0,0 1-1 0 0,0-1 1 0 0,0 1 0 0 0,0-1 0 0 0,-1 0 0 0 0,1 1 0 0 0,-1-1 0 0 0,1 1 0 0 0,-1-1 0 0 0,0 0 0 0 0,1 1 0 0 0,-1-1 0 0 0,0 0 0 0 0,-1 1 0 0 0,-3 2-2894 0 0</inkml:trace>
  <inkml:trace contextRef="#ctx0" brushRef="#br0" timeOffset="1.15">130 518 8962 0 0,'-9'6'1690'0'0,"0"1"0"0"0,1 0-1 0 0,0 0 1 0 0,0 0 0 0 0,-13 17 0 0 0,12-12-757 0 0,1 0 1 0 0,1 1 0 0 0,0-1 0 0 0,-8 21 0 0 0,10-22-1153 0 0,2 0 0 0 0,-1 1 1 0 0,2-1-1 0 0,-1 1 0 0 0,0 20 1 0 0,2-24-563 0 0,1-1 1 0 0,1 1-1 0 0,0-1 1 0 0,0 1 0 0 0,0-1-1 0 0,1 1 1 0 0,0-1 0 0 0,0 0-1 0 0,5 11 1 0 0,-7-19 612 0 0,0 1 0 0 0,0 0 1 0 0,0-1-1 0 0,0 1 0 0 0,1 0 1 0 0,-1-1-1 0 0,0 1 0 0 0,0 0 1 0 0,0 0-1 0 0,0-1 0 0 0,0 1 1 0 0,0 0-1 0 0,1 0 0 0 0,-1-1 0 0 0,0 1 1 0 0,0 0-1 0 0,0 0 0 0 0,1 0 1 0 0,-1-1-1 0 0,0 1 0 0 0,0 0 1 0 0,1 0-1 0 0,-1 0 0 0 0,0 0 1 0 0,0-1-1 0 0,1 1 0 0 0,-1 0 1 0 0,0 0-1 0 0,1 0 0 0 0,-1 0 0 0 0,0 0 1 0 0,0 0-1 0 0,1 0 0 0 0,-1 0 1 0 0,0 0-1 0 0,1 0 0 0 0,-1 0 1 0 0,0 0-1 0 0,1 0 0 0 0,-1 0 1 0 0,0 0-1 0 0,0 0 0 0 0,1 0 1 0 0,-1 0-1 0 0,0 1 0 0 0,0-1 0 0 0,1 0 1 0 0,-1 0-1 0 0,0 0 0 0 0,0 0 1 0 0,1 1-1 0 0,-1-1 0 0 0,0 0 1 0 0,0 0-1 0 0,1 0 0 0 0,-1 1 1 0 0,0-1-1 0 0,0 0 0 0 0,0 0 1 0 0,0 1-1 0 0,0-1 0 0 0,1 0 1 0 0,-1 1-1 0 0,0-1 0 0 0,4-9-2698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4.86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0 4193 0 0,'0'0'306'0'0,"-1"1"0"0"0,1-1 0 0 0,-1 0 1 0 0,1 1-1 0 0,-1-1 0 0 0,1 0 0 0 0,-1 1 0 0 0,1-1 0 0 0,-1 1 1 0 0,1-1-1 0 0,-1 1 0 0 0,1-1 0 0 0,-1 1 0 0 0,1-1 0 0 0,0 1 1 0 0,-1-1-1 0 0,1 1 0 0 0,0 0 0 0 0,0-1 0 0 0,0 1 0 0 0,-1 0 0 0 0,1-1 1 0 0,0 1-1 0 0,0-1 0 0 0,0 1 0 0 0,0 0 0 0 0,0-1 0 0 0,0 2 1 0 0,6 25 4048 0 0,17 20-1343 0 0,-12-31-2942 0 0,1-1-1 0 0,1 0 1 0 0,1-1 0 0 0,0 0-1 0 0,18 14 1 0 0,30 10-4063 0 0,-54-34 2347 0 0,0-1 0 0 0,0 0-1 0 0,0-1 1 0 0,1 0 0 0 0,15 3 0 0 0,-6-5-1033 0 0,0-3-557 0 0</inkml:trace>
  <inkml:trace contextRef="#ctx0" brushRef="#br0" timeOffset="1">575 150 7250 0 0,'-4'9'2491'0'0,"0"1"0"0"0,0 0 0 0 0,1 0 1 0 0,-3 16-1 0 0,2 44 3473 0 0,13 0-8680 0 0,12-4-10865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5.78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152 17 4801 0 0,'-4'-2'1141'0'0,"0"-1"-1"0"0,0 1 1 0 0,0 0-1 0 0,-1 0 1 0 0,1 1-1 0 0,-1 0 1 0 0,-7-2-1 0 0,9 3-624 0 0,0 0 0 0 0,0 0 0 0 0,1 0 0 0 0,-1 0 0 0 0,0 0 0 0 0,0 1 0 0 0,0-1-1 0 0,1 1 1 0 0,-1 0 0 0 0,-4 1 0 0 0,3 0-247 0 0,0 1 1 0 0,0 0-1 0 0,0-1 0 0 0,1 1 1 0 0,-1 0-1 0 0,1 1 0 0 0,0-1 0 0 0,0 1 1 0 0,0-1-1 0 0,0 1 0 0 0,1 0 1 0 0,-1 0-1 0 0,1 0 0 0 0,-2 5 1 0 0,-1 4-260 0 0,0 0 0 0 0,1 0 0 0 0,1 1 0 0 0,0 0 0 0 0,0-1 0 0 0,2 1 1 0 0,0 0-1 0 0,0 0 0 0 0,3 24 0 0 0,-2-32-7 0 0,1-1 0 0 0,0 0 0 0 0,0 1 0 0 0,1-1 1 0 0,-1 0-1 0 0,1 0 0 0 0,0 0 0 0 0,1 0 0 0 0,-1 0 0 0 0,1-1 0 0 0,0 1 0 0 0,0-1 0 0 0,0 0 1 0 0,1 0-1 0 0,-1 0 0 0 0,1 0 0 0 0,0 0 0 0 0,0-1 0 0 0,1 0 0 0 0,-1 0 0 0 0,1 0 0 0 0,-1 0 0 0 0,8 2 1 0 0,-6-3 1 0 0,1 0 1 0 0,-1-1-1 0 0,1 0 1 0 0,0 0-1 0 0,-1-1 1 0 0,1 1-1 0 0,0-2 0 0 0,-1 1 1 0 0,1-1-1 0 0,-1 0 1 0 0,1 0-1 0 0,-1-1 1 0 0,1 0-1 0 0,-1 0 1 0 0,0 0-1 0 0,1-1 1 0 0,-2 0-1 0 0,10-5 1 0 0,-8 4 35 0 0,-1 0 1 0 0,1-1-1 0 0,-1 1 1 0 0,0-1-1 0 0,-1-1 1 0 0,1 1-1 0 0,-1-1 1 0 0,0 0-1 0 0,0 0 1 0 0,0 0-1 0 0,-1-1 1 0 0,0 1-1 0 0,-1-1 1 0 0,1 0-1 0 0,-1 0 1 0 0,-1-1-1 0 0,1 1 1 0 0,1-13-1 0 0,-3 13-18 0 0,-1 1 0 0 0,0 0 0 0 0,0-1 0 0 0,-1 1 0 0 0,0 0 0 0 0,0 0 0 0 0,0-1 0 0 0,-1 1 0 0 0,0 0 0 0 0,0 0 0 0 0,-1 0 0 0 0,1 1 0 0 0,-1-1 0 0 0,-1 1 0 0 0,1-1 0 0 0,-1 1 0 0 0,0 0 0 0 0,0 0 0 0 0,0 1 0 0 0,-1-1 0 0 0,1 1 0 0 0,-1 0 0 0 0,-6-4 0 0 0,4 4-122 0 0,1 0 1 0 0,-1 0-1 0 0,0 1 0 0 0,0 0 0 0 0,0 0 1 0 0,0 1-1 0 0,-1 0 0 0 0,1 0 0 0 0,-14-1 1 0 0,17 3-142 0 0,0 0 1 0 0,0 0-1 0 0,0 0 1 0 0,0 1-1 0 0,0-1 1 0 0,0 1-1 0 0,1 0 1 0 0,-1 0-1 0 0,-5 2 1 0 0,7-2-151 0 0,0 0 0 0 0,0 0 0 0 0,0 0 0 0 0,1 0 0 0 0,-1 1 1 0 0,0-1-1 0 0,0 1 0 0 0,1-1 0 0 0,-1 1 0 0 0,1 0 0 0 0,-1 0 0 0 0,1 0 0 0 0,0-1 1 0 0,0 1-1 0 0,0 0 0 0 0,-2 5 0 0 0,3-7 158 0 0,0 1-1 0 0,0-1 1 0 0,0 1 0 0 0,0 0-1 0 0,-1-1 1 0 0,1 1-1 0 0,0-1 1 0 0,1 1 0 0 0,-1 0-1 0 0,0-1 1 0 0,0 1 0 0 0,0 0-1 0 0,0-1 1 0 0,0 1 0 0 0,1-1-1 0 0,-1 1 1 0 0,0-1 0 0 0,0 1-1 0 0,1 0 1 0 0,-1-1 0 0 0,0 1-1 0 0,1-1 1 0 0,-1 0 0 0 0,1 1-1 0 0,-1-1 1 0 0,1 1-1 0 0,-1-1 1 0 0,1 1 0 0 0,-1-1-1 0 0,1 0 1 0 0,-1 1 0 0 0,1-1-1 0 0,-1 0 1 0 0,1 0 0 0 0,-1 0-1 0 0,1 1 1 0 0,0-1 0 0 0,-1 0-1 0 0,1 0 1 0 0,0 0 0 0 0,-1 0-1 0 0,1 0 1 0 0,-1 0 0 0 0,1 0-1 0 0,0 0 1 0 0,-1 0 0 0 0,1 0-1 0 0,0-1 1 0 0,15 2-2665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6.14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 1 7130 0 0,'-5'10'2206'0'0,"0"1"1"0"0,2 0 0 0 0,-1 0 0 0 0,-3 20 0 0 0,2 53 1602 0 0,7-34-3180 0 0,12 62 1 0 0,0-48-795 0 0,2 6-2577 0 0,-14-23-4305 0 0,-2-46 6710 0 0,0 0 1 0 0,0 0 0 0 0,0 0-1 0 0,-1 0 1 0 0,1 0 0 0 0,0 0 0 0 0,0 0-1 0 0,-1 0 1 0 0,1 0 0 0 0,0 0 0 0 0,-1 0-1 0 0,1 0 1 0 0,-1 0 0 0 0,0 0-1 0 0,1 0 1 0 0,-1-1 0 0 0,0 1 0 0 0,1 0-1 0 0,-1 0 1 0 0,0-1 0 0 0,0 1 0 0 0,0 0-1 0 0,1-1 1 0 0,-1 1 0 0 0,0-1-1 0 0,-2 1 1 0 0,-5 5-2878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6.50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53 1 6825 0 0,'-28'27'7695'0'0,"10"3"-3547"0"0,16-24-3989 0 0,1-1 0 0 0,0 0 0 0 0,0 0 0 0 0,0 1 0 0 0,1-1 0 0 0,0 1 0 0 0,0-1 0 0 0,0 0 0 0 0,1 1 0 0 0,-1-1 0 0 0,1 0 1 0 0,1 1-1 0 0,-1-1 0 0 0,1 0 0 0 0,0 0 0 0 0,0 0 0 0 0,0 0 0 0 0,5 7 0 0 0,-2-4-41 0 0,0-1 0 0 0,0 1 1 0 0,1-1-1 0 0,0 0 0 0 0,0-1 0 0 0,0 0 1 0 0,1 0-1 0 0,0 0 0 0 0,0-1 1 0 0,1 1-1 0 0,0-2 0 0 0,0 1 0 0 0,0-1 1 0 0,0-1-1 0 0,0 1 0 0 0,1-1 0 0 0,0-1 1 0 0,-1 0-1 0 0,1 0 0 0 0,0-1 0 0 0,0 0 1 0 0,13 0-1 0 0,-8-1-163 0 0,1-1 1 0 0,-1 0 0 0 0,0-2-1 0 0,0 1 1 0 0,0-2-1 0 0,0 0 1 0 0,-1 0-1 0 0,1-1 1 0 0,-1-1-1 0 0,0 0 1 0 0,-1-1 0 0 0,1-1-1 0 0,15-12 1 0 0,-10 4-3709 0 0,-1-14-10465 0 0,-14 21 9873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6.8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 67 8450 0 0,'0'-1'318'0'0,"-1"0"0"0"0,1 0 0 0 0,0 1 0 0 0,0-1-1 0 0,0 0 1 0 0,0 0 0 0 0,0 0 0 0 0,0 1 0 0 0,0-1 0 0 0,0 0 0 0 0,0 0 0 0 0,0 0 0 0 0,1 0 0 0 0,-1 1 0 0 0,0-1 0 0 0,0 0 0 0 0,1 0 0 0 0,-1 1-1 0 0,1-1 1 0 0,-1 0 0 0 0,0 0 0 0 0,2 0 0 0 0,18-13 2781 0 0,31-2-1905 0 0,-43 14-614 0 0,14-3-70 0 0,0 1 0 0 0,27-2-1 0 0,-42 5-324 0 0,0 1-1 0 0,0 0 0 0 0,1 0 1 0 0,-1 1-1 0 0,0 0 0 0 0,0 0 1 0 0,0 1-1 0 0,0 0 0 0 0,0 0 1 0 0,12 6-1 0 0,-16-6-88 0 0,-1 0 1 0 0,0 0-1 0 0,0 0 0 0 0,1 0 1 0 0,-2 1-1 0 0,1-1 0 0 0,0 1 1 0 0,0-1-1 0 0,-1 1 0 0 0,1 0 1 0 0,-1 0-1 0 0,0 0 0 0 0,0-1 1 0 0,0 1-1 0 0,0 0 0 0 0,-1 0 1 0 0,1 0-1 0 0,-1 7 0 0 0,0 64 221 0 0,-1-45-378 0 0,3 19-1834 0 0,5-17-5882 0 0</inkml:trace>
  <inkml:trace contextRef="#ctx0" brushRef="#br0" timeOffset="1">140 156 6921 0 0,'-2'1'635'0'0,"0"0"0"0"0,0 0-1 0 0,0 1 1 0 0,0-1-1 0 0,0 0 1 0 0,0 1 0 0 0,0-1-1 0 0,0 1 1 0 0,1 0-1 0 0,-1 0 1 0 0,1-1-1 0 0,-1 1 1 0 0,1 0 0 0 0,0 0-1 0 0,-1 0 1 0 0,1 1-1 0 0,0-1 1 0 0,-1 3-1 0 0,1 0-90 0 0,0 1 0 0 0,-1-1 0 0 0,2 1 0 0 0,-1-1-1 0 0,1 1 1 0 0,0 0 0 0 0,0 8 0 0 0,2 0-466 0 0,1 0 1 0 0,0 0-1 0 0,0 0 1 0 0,2 0-1 0 0,7 17 1 0 0,-10-27 402 0 0,6 15-866 0 0,-2 5-6087 0 0,-7-23 6074 0 0,1 1-1 0 0,-1-1 1 0 0,1 0-1 0 0,-1 0 1 0 0,1 1-1 0 0,-1-1 1 0 0,0 0-1 0 0,1 0 1 0 0,-1 0-1 0 0,0 0 0 0 0,0 0 1 0 0,0 0-1 0 0,0 0 1 0 0,0 0-1 0 0,0 0 1 0 0,0-1-1 0 0,0 1 1 0 0,0 0-1 0 0,-1-1 1 0 0,1 1-1 0 0,0-1 1 0 0,0 1-1 0 0,-1-1 1 0 0,1 1-1 0 0,0-1 1 0 0,0 0-1 0 0,-1 0 1 0 0,1 0-1 0 0,0 0 0 0 0,-1 0 1 0 0,1 0-1 0 0,-2 0 1 0 0,-34-4-1852 0 0,21 5 707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7.2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118 75 1832 0 0,'-59'11'4803'0'0,"53"-10"-3500"0"0,0 1 1 0 0,0 0-1 0 0,1 0 0 0 0,-1 0 1 0 0,1 1-1 0 0,-1 0 1 0 0,-8 7-1 0 0,14-10-1219 0 0,0 0 0 0 0,-1 0 0 0 0,1 0 0 0 0,0 0 0 0 0,0 0 0 0 0,-1 0 0 0 0,1 0 0 0 0,0 0 0 0 0,0 0 0 0 0,0 1 0 0 0,0-1 0 0 0,-1 0 0 0 0,1 0 0 0 0,0 0 0 0 0,0 0 0 0 0,0 1 1 0 0,0-1-1 0 0,0 0 0 0 0,-1 0 0 0 0,1 0 0 0 0,0 1 0 0 0,0-1 0 0 0,0 0 0 0 0,0 0 0 0 0,0 0 0 0 0,0 1 0 0 0,0-1 0 0 0,0 0 0 0 0,0 0 0 0 0,0 1 0 0 0,0-1 0 0 0,0 0 0 0 0,0 0 0 0 0,0 0 0 0 0,0 1 0 0 0,0-1 0 0 0,0 0 0 0 0,0 0 0 0 0,0 1 0 0 0,0-1 0 0 0,0 0 0 0 0,0 0 0 0 0,0 0 0 0 0,1 1 0 0 0,-1-1 0 0 0,0 0 0 0 0,0 0 0 0 0,0 0 0 0 0,0 0 0 0 0,0 1 0 0 0,1-1 0 0 0,16 3 1582 0 0,18-4-747 0 0,210-45 671 0 0,-164 22-4390 0 0,-4-3-4921 0 0,-77 27 7514 0 0,1 0 0 0 0,0 0 0 0 0,-1-1 0 0 0,1 1 0 0 0,-1 0 0 0 0,1 0 0 0 0,0 0 0 0 0,-1 0 0 0 0,1 0 0 0 0,-1-1 0 0 0,1 1 0 0 0,-1 0 0 0 0,1-1 0 0 0,-1 1 0 0 0,1 0 0 0 0,-1-1 0 0 0,1 1 0 0 0,-1-1 0 0 0,1 1 0 0 0,-1 0 0 0 0,0-1 0 0 0,1 1 0 0 0,-1-1 0 0 0,0 1 0 0 0,1-1 0 0 0,-1 1 0 0 0,0-1 0 0 0,0 0 0 0 0,1 1 1 0 0,-1-1-1 0 0,0 1 0 0 0,0-1 0 0 0,0 0 0 0 0,0 1 0 0 0,0-1 0 0 0,0 1 0 0 0,0-1 0 0 0,0 0 0 0 0,0 1 0 0 0,0-1 0 0 0,0 1 0 0 0,0-1 0 0 0,0 0 0 0 0,-1 1 0 0 0,1-1 0 0 0,0 1 0 0 0,0-1 0 0 0,-1 1 0 0 0,1-1 0 0 0,-1 0 0 0 0,1-1 96 0 0</inkml:trace>
  <inkml:trace contextRef="#ctx0" brushRef="#br0" timeOffset="1">245 197 6505 0 0,'-4'1'459'0'0,"-1"1"0"0"0,0 0 0 0 0,1 0 0 0 0,0 0 0 0 0,-1 0 0 0 0,1 1 0 0 0,0-1 0 0 0,0 1 0 0 0,0 0 0 0 0,1 1-1 0 0,-1-1 1 0 0,1 1 0 0 0,0-1 0 0 0,0 1 0 0 0,0 0 0 0 0,0 0 0 0 0,0 0 0 0 0,1 0 0 0 0,0 1 0 0 0,0-1 0 0 0,0 1 0 0 0,-1 6-1 0 0,2-8-383 0 0,1 1-1 0 0,0-1 0 0 0,0 1 1 0 0,0 0-1 0 0,0-1 0 0 0,0 1 1 0 0,1-1-1 0 0,-1 1 0 0 0,1-1 1 0 0,0 1-1 0 0,0-1 0 0 0,1 0 1 0 0,-1 1-1 0 0,1-1 0 0 0,-1 0 1 0 0,1 0-1 0 0,0 0 0 0 0,0 0 1 0 0,0 0-1 0 0,1 0 0 0 0,-1-1 1 0 0,1 1-1 0 0,0-1 0 0 0,-1 0 1 0 0,1 0-1 0 0,0 0 0 0 0,0 0 1 0 0,0 0-1 0 0,1 0 0 0 0,-1-1 0 0 0,4 2 1 0 0,6 2 125 0 0,1 0 1 0 0,1-1 0 0 0,-1 0-1 0 0,0-1 1 0 0,30 2-1 0 0,-37-4-21 0 0,-1-1 0 0 0,1 0 0 0 0,-1 0 0 0 0,1 0 0 0 0,0-1-1 0 0,-1 0 1 0 0,1-1 0 0 0,-1 1 0 0 0,0-1 0 0 0,1 0 0 0 0,-1-1-1 0 0,0 1 1 0 0,0-1 0 0 0,0-1 0 0 0,8-6 0 0 0,-12 9-122 0 0,-1-1 0 0 0,1 1 1 0 0,-1-1-1 0 0,0 1 0 0 0,0-1 1 0 0,0 0-1 0 0,0 0 1 0 0,0 0-1 0 0,0 0 0 0 0,0 0 1 0 0,-1 0-1 0 0,1 0 0 0 0,-1 0 1 0 0,1 0-1 0 0,-1 0 0 0 0,0 0 1 0 0,0 0-1 0 0,0 0 0 0 0,0 0 1 0 0,0 0-1 0 0,0 0 1 0 0,-1 0-1 0 0,1 0 0 0 0,-1 0 1 0 0,1 0-1 0 0,-1 0 0 0 0,0 0 1 0 0,0 0-1 0 0,0 0 0 0 0,0 1 1 0 0,0-1-1 0 0,0 0 0 0 0,0 0 1 0 0,0 1-1 0 0,-1-1 0 0 0,1 1 1 0 0,-1-1-1 0 0,1 1 1 0 0,-3-2-1 0 0,-3-4-72 0 0,-1 1 1 0 0,0-1-1 0 0,0 1 1 0 0,-1 1-1 0 0,0-1 1 0 0,-15-6-1 0 0,-51-7-1190 0 0,58 15-1005 0 0,0 1 0 0 0,-27-11 0 0 0,42 13 1730 0 0,1 1 0 0 0,0 0 0 0 0,0-1 0 0 0,0 1 0 0 0,0-1 0 0 0,-1 0-1 0 0,1 1 1 0 0,0-1 0 0 0,0 0 0 0 0,0 1 0 0 0,0-1 0 0 0,0 0 0 0 0,1 0 0 0 0,-1 0 0 0 0,0 0 0 0 0,0 0-1 0 0,0 0 1 0 0,1 0 0 0 0,-1 0 0 0 0,1 0 0 0 0,-1 0 0 0 0,1-1 0 0 0,-1 1 0 0 0,0-2 0 0 0,5-5-3899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7.77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 62 4041 0 0,'-13'-3'10000'0'0,"39"2"-7071"0"0,69-24-794 0 0,31-6-785 0 0,-126 30-1291 0 0,1 1-1 0 0,0 0 1 0 0,0 0-1 0 0,-1 0 1 0 0,1-1 0 0 0,0 1-1 0 0,0 0 1 0 0,-1 0-1 0 0,1 0 1 0 0,0 0-1 0 0,0 1 1 0 0,-1-1 0 0 0,1 0-1 0 0,0 0 1 0 0,-1 0-1 0 0,1 0 1 0 0,0 1 0 0 0,0-1-1 0 0,-1 0 1 0 0,1 1-1 0 0,0-1 1 0 0,-1 1 0 0 0,1-1-1 0 0,-1 0 1 0 0,1 1-1 0 0,-1 0 1 0 0,1-1-1 0 0,-1 1 1 0 0,1-1 0 0 0,-1 1-1 0 0,1-1 1 0 0,0 2-1 0 0,-1 0 39 0 0,1 0 0 0 0,-1 1-1 0 0,0-1 1 0 0,0 0-1 0 0,0 0 1 0 0,0 1-1 0 0,0-1 1 0 0,0 0 0 0 0,0 0-1 0 0,-1 0 1 0 0,0 3-1 0 0,-26 63 813 0 0,23-61-830 0 0,-140 262-840 0 0,143-268 568 0 0,0 1-1 0 0,0-1 1 0 0,0 1-1 0 0,1-1 0 0 0,-1 1 1 0 0,0-1-1 0 0,1 1 0 0 0,-1-1 1 0 0,1 1-1 0 0,0-1 1 0 0,-1 1-1 0 0,1 0 0 0 0,0-1 1 0 0,0 1-1 0 0,1 2 1 0 0,-1-4-4 0 0,1 1 1 0 0,-1-1 0 0 0,1 0-1 0 0,-1 0 1 0 0,1 0-1 0 0,0 0 1 0 0,-1 0 0 0 0,1 0-1 0 0,-1 0 1 0 0,1 0 0 0 0,0 0-1 0 0,-1 0 1 0 0,1 0 0 0 0,-1 0-1 0 0,1-1 1 0 0,-1 1 0 0 0,1 0-1 0 0,-1 0 1 0 0,1-1-1 0 0,-1 1 1 0 0,1 0 0 0 0,-1-1-1 0 0,1 1 1 0 0,-1 0 0 0 0,1-1-1 0 0,0 0 1 0 0,27-24-4853 0 0,-14 9 4879 0 0,-9 9 136 0 0,-1-1 1 0 0,1 1 0 0 0,-1-1 0 0 0,-1 0 0 0 0,0-1-1 0 0,0 1 1 0 0,0-1 0 0 0,1-9 0 0 0,3-42 4282 0 0,-7 60-4138 0 0,0 0 0 0 0,0 0 1 0 0,-1 0-1 0 0,1-1 0 0 0,0 1 0 0 0,0 0 1 0 0,0 0-1 0 0,0 0 0 0 0,0-1 1 0 0,0 1-1 0 0,0 0 0 0 0,0 0 0 0 0,0 0 1 0 0,0-1-1 0 0,1 1 0 0 0,-1 0 1 0 0,0 0-1 0 0,0 0 0 0 0,0-1 0 0 0,0 1 1 0 0,0 0-1 0 0,0 0 0 0 0,0 0 0 0 0,0-1 1 0 0,1 1-1 0 0,-1 0 0 0 0,0 0 1 0 0,0 0-1 0 0,0 0 0 0 0,0 0 0 0 0,1-1 1 0 0,-1 1-1 0 0,0 0 0 0 0,0 0 1 0 0,0 0-1 0 0,0 0 0 0 0,1 0 0 0 0,-1 0 1 0 0,0 0-1 0 0,0 0 0 0 0,0 0 1 0 0,1 0-1 0 0,-1 0 0 0 0,0 0 0 0 0,0 0 1 0 0,1 0-1 0 0,-1 0 0 0 0,0 0 1 0 0,0 0-1 0 0,12 11 2201 0 0,13 27-1752 0 0,-20-31-49 0 0,6 9-416 0 0,2-1 1 0 0,-1-1 0 0 0,2 0-1 0 0,0-1 1 0 0,0 0-1 0 0,26 16 1 0 0,8-1-2494 0 0,-1-7-3888 0 0,-47-21 5981 0 0,1 0 1 0 0,0 1-1 0 0,-1-1 1 0 0,1 0-1 0 0,0 0 0 0 0,-1 1 1 0 0,1-1-1 0 0,0 0 1 0 0,0 0-1 0 0,-1 0 0 0 0,1 0 1 0 0,0 0-1 0 0,0 0 1 0 0,-1 0-1 0 0,1 0 0 0 0,0 0 1 0 0,-1 0-1 0 0,1 0 1 0 0,0-1-1 0 0,0 1 0 0 0,-1 0 1 0 0,1 0-1 0 0,0-1 1 0 0,-1 1-1 0 0,1 0 1 0 0,0-1-1 0 0,-1 1 0 0 0,1-1 1 0 0,-1 1-1 0 0,1-1 1 0 0,-1 1-1 0 0,2-2 0 0 0,3-5-3393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8.1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0 5473 0 0,'-1'1'694'0'0,"-1"0"1"0"0,1 0-1 0 0,-1 0 0 0 0,1 0 0 0 0,-1 0 1 0 0,1 1-1 0 0,0-1 0 0 0,-1 0 0 0 0,1 1 1 0 0,0-1-1 0 0,0 1 0 0 0,0-1 0 0 0,0 1 1 0 0,-1 2-1 0 0,-4 28 4255 0 0,15 39-2790 0 0,-5-49-1181 0 0,7 39 13 0 0,31 102-1 0 0,-16-90-2804 0 0,4-3-3537 0 0,-23-59-246 0 0,-4-30-6347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8.5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143 0 4561 0 0,'-1'1'276'0'0,"1"-1"-1"0"0,-1 0 1 0 0,0 0-1 0 0,1 0 1 0 0,-1 0 0 0 0,1 1-1 0 0,-1-1 1 0 0,1 0 0 0 0,-1 0-1 0 0,1 1 1 0 0,0-1-1 0 0,-1 0 1 0 0,1 1 0 0 0,-1-1-1 0 0,1 0 1 0 0,0 1 0 0 0,-1-1-1 0 0,1 1 1 0 0,0-1-1 0 0,-1 1 1 0 0,1-1 0 0 0,0 1-1 0 0,-1-1 1 0 0,1 1-1 0 0,0-1 1 0 0,0 1 0 0 0,0-1-1 0 0,0 1 1 0 0,-4 25 3250 0 0,8 21-941 0 0,1-5-2332 0 0,2-1 0 0 0,13 44 0 0 0,-19-82-221 0 0,1 0 0 0 0,-1 0 0 0 0,0-1 0 0 0,1 1 0 0 0,0-1 0 0 0,0 1-1 0 0,0-1 1 0 0,0 0 0 0 0,0 0 0 0 0,0 0 0 0 0,0 0 0 0 0,1 0 0 0 0,-1 0 0 0 0,1 0 0 0 0,-1-1 0 0 0,1 0 0 0 0,0 1-1 0 0,0-1 1 0 0,-1 0 0 0 0,1 0 0 0 0,0 0 0 0 0,0-1 0 0 0,0 1 0 0 0,0-1 0 0 0,0 0 0 0 0,0 0 0 0 0,0 0-1 0 0,0 0 1 0 0,0 0 0 0 0,4-1 0 0 0,12-1 295 0 0,1-2 0 0 0,-1 0 0 0 0,29-10 1 0 0,-28 7-711 0 0,0 3-594 0 0,5-1-2734 0 0,-12 0-3458 0 0</inkml:trace>
  <inkml:trace contextRef="#ctx0" brushRef="#br0" timeOffset="0.99">17 425 7202 0 0,'-17'7'5938'0'0,"26"0"-2028"0"0,31-2-1097 0 0,199-40-814 0 0,-105 12-3203 0 0,-1 9-4423 0 0,-107 16 1874 0 0,-26-2 3630 0 0,1 0 0 0 0,-1 0 0 0 0,0 0 0 0 0,1 0 1 0 0,-1 0-1 0 0,0 0 0 0 0,1 0 0 0 0,-1 0 0 0 0,0 0 0 0 0,1 0 1 0 0,-1 0-1 0 0,0 0 0 0 0,1 0 0 0 0,-1 0 0 0 0,0 0 0 0 0,1 1 1 0 0,-1-1-1 0 0,0 0 0 0 0,0 0 0 0 0,1 0 0 0 0,-1 1 0 0 0,0-1 1 0 0,0 0-1 0 0,1 0 0 0 0,-1 0 0 0 0,0 1 0 0 0,0-1 1 0 0,0 0-1 0 0,1 1 0 0 0,-1-1 0 0 0,0 0 0 0 0,0 0 0 0 0,0 1 1 0 0,0-1-1 0 0,0 0 0 0 0,0 1 0 0 0,0-1 0 0 0,1 0 0 0 0,-1 1 1 0 0,0-1-1 0 0,0 0 0 0 0,0 1 0 0 0,0-1 0 0 0,0 0 0 0 0,0 1 1 0 0,-1-1-1 0 0,1 0 0 0 0,0 1 0 0 0,0-1 0 0 0,0 0 0 0 0,0 1 1 0 0,0-1-1 0 0,0 0 0 0 0,-1 0 0 0 0,1 1 0 0 0,0-1 1 0 0,0 0-1 0 0,0 0 0 0 0,-1 1 0 0 0,1-1 0 0 0,0 0 0 0 0,0 0 1 0 0,-1 1-1 0 0,-4 4-2486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2:08.9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120 1 4177 0 0,'-12'5'1488'0'0,"1"0"1"0"0,0 1-1 0 0,1 0 0 0 0,-1 1 1 0 0,1 0-1 0 0,0 1 0 0 0,-12 13 1 0 0,19-19-1396 0 0,1 1 1 0 0,0 0 0 0 0,0 0 0 0 0,0 0 0 0 0,0 0 0 0 0,1 0 0 0 0,-1 0 0 0 0,1 0-1 0 0,0 1 1 0 0,0-1 0 0 0,0 1 0 0 0,0-1 0 0 0,0 1 0 0 0,1-1 0 0 0,0 1-1 0 0,0-1 1 0 0,0 1 0 0 0,0-1 0 0 0,0 1 0 0 0,1-1 0 0 0,-1 1 0 0 0,1-1-1 0 0,0 1 1 0 0,0-1 0 0 0,0 0 0 0 0,1 0 0 0 0,-1 1 0 0 0,1-1 0 0 0,0 0 0 0 0,3 5-1 0 0,1-1-26 0 0,1 0-1 0 0,-1 0 1 0 0,1 0-1 0 0,1-1 1 0 0,-1 0-1 0 0,1 0 0 0 0,0 0 1 0 0,0-1-1 0 0,1-1 1 0 0,0 0-1 0 0,-1 0 0 0 0,2 0 1 0 0,-1-1-1 0 0,0 0 1 0 0,0-1-1 0 0,1 0 1 0 0,0-1-1 0 0,-1 0 0 0 0,1 0 1 0 0,0-1-1 0 0,-1 0 1 0 0,1-1-1 0 0,0 0 1 0 0,-1-1-1 0 0,1 0 0 0 0,-1 0 1 0 0,0-1-1 0 0,0 0 1 0 0,0 0-1 0 0,11-6 1 0 0,-18 8 5 0 0,0-1 1 0 0,0 1 0 0 0,1 0 0 0 0,-1 0 0 0 0,0-1 0 0 0,0 1-1 0 0,0-1 1 0 0,-1 0 0 0 0,1 0 0 0 0,0 0 0 0 0,0 0 0 0 0,-1 0 0 0 0,1 0-1 0 0,-1 0 1 0 0,0 0 0 0 0,0 0 0 0 0,0-1 0 0 0,0 1 0 0 0,0 0 0 0 0,0-1-1 0 0,-1 1 1 0 0,1-1 0 0 0,-1 1 0 0 0,1-1 0 0 0,-1 1 0 0 0,0-1-1 0 0,0 1 1 0 0,0-1 0 0 0,-1 0 0 0 0,1 1 0 0 0,0-1 0 0 0,-1 1 0 0 0,0 0-1 0 0,1-1 1 0 0,-1 1 0 0 0,0-1 0 0 0,0 1 0 0 0,-1 0 0 0 0,1 0 0 0 0,0 0-1 0 0,-1 0 1 0 0,1 0 0 0 0,-5-4 0 0 0,-2-2-125 0 0,0 0 1 0 0,0 0-1 0 0,-1 1 0 0 0,0 0 1 0 0,-1 1-1 0 0,0 0 0 0 0,0 0 1 0 0,-15-5-1 0 0,10 5-792 0 0,-1 2-1 0 0,1-1 1 0 0,-1 2-1 0 0,-16-2 1 0 0,9 3-3474 0 0,0 1-1 0 0,-27 3 1 0 0,28 0-538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5.6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116 0 4017 0 0,'-8'9'1340'0'0,"0"1"1"0"0,0 0 0 0 0,0 0-1 0 0,-8 19 1 0 0,6-10-473 0 0,1 1 1 0 0,-7 24-1 0 0,7-16-664 0 0,2 1 0 0 0,1 0 0 0 0,-4 56-1 0 0,10-81-336 0 0,0 37-337 0 0,0-39 183 0 0,0-1-1 0 0,0 1 1 0 0,0 0-1 0 0,0-1 1 0 0,0 1-1 0 0,1-1 1 0 0,-1 1-1 0 0,1-1 1 0 0,-1 1-1 0 0,1-1 1 0 0,-1 1-1 0 0,1-1 1 0 0,0 1-1 0 0,-1-1 1 0 0,1 0-1 0 0,0 1 1 0 0,0-1-1 0 0,0 0 1 0 0,0 0-1 0 0,1 0 1 0 0,0 2-1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5.9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3385 0 0,'0'6'593'0'0,"1"1"1"0"0,0 0 0 0 0,1 0-1 0 0,0-1 1 0 0,0 1-1 0 0,0 0 1 0 0,1-1 0 0 0,0 0-1 0 0,0 0 1 0 0,0 0-1 0 0,1 0 1 0 0,7 9 0 0 0,-2-5-385 0 0,-1 0 1 0 0,1-1 0 0 0,1 0 0 0 0,0 0-1 0 0,19 12 1 0 0,-15-13-286 0 0,0 0 0 0 0,0-2 0 0 0,24 9 0 0 0,19-2-5815 0 0,-46-12 1742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6.3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1 111 6097 0 0,'15'2'921'0'0,"0"-1"0"0"0,1 0-1 0 0,-1 0 1 0 0,1-2 0 0 0,-1 0 0 0 0,20-4-1 0 0,95-26 260 0 0,-49 10-742 0 0,10 4-290 0 0,-2 0-1182 0 0,-32 2-2871 0 0,-57 15 3763 0 0,1 0 0 0 0,-1 0 0 0 0,0 0 0 0 0,1 0 0 0 0,-1 0 0 0 0,1 0 0 0 0,-1 0 0 0 0,0-1 0 0 0,1 1 0 0 0,-1 0 0 0 0,0 0 0 0 0,1 0 0 0 0,-1 0 0 0 0,0-1 0 0 0,1 1 0 0 0,-1 0 0 0 0,0 0 0 0 0,1-1 0 0 0,-1 1 0 0 0,0 0 0 0 0,0-1 0 0 0,0 1 0 0 0,1 0 0 0 0,-1-1 1 0 0,0 1-1 0 0,0 0 0 0 0,0-1 0 0 0,0 1 0 0 0,1 0 0 0 0,-1-2 0 0 0</inkml:trace>
  <inkml:trace contextRef="#ctx0" brushRef="#br0" timeOffset="1">331 72 2753 0 0,'-5'11'1124'0'0,"0"1"0"0"0,1 0 0 0 0,0 0 0 0 0,1 0 0 0 0,-4 25 0 0 0,6-23-632 0 0,0 1 1 0 0,1-1-1 0 0,1 1 1 0 0,0-1-1 0 0,4 18 1 0 0,-2-20-692 0 0,0 0 0 0 0,1 0 0 0 0,0 0 0 0 0,1-1 0 0 0,0 0 0 0 0,10 15-1 0 0,-10-18-500 0 0,1 0 0 0 0,0 0 0 0 0,1-1 0 0 0,-1 0 0 0 0,1-1 0 0 0,0 1-1 0 0,1-1 1 0 0,14 9 0 0 0,-1-3-2537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6.6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4977 0 0,'2'21'2065'0'0,"3"10"-577"0"0,0 8-200 0 0,1-2-64 0 0,1-1-287 0 0,-4 0-449 0 0,3-5-192 0 0,1-2-160 0 0,-1-3-80 0 0,3-3-48 0 0,-1-3-152 0 0,0-4-296 0 0,0-1-465 0 0,0-6-527 0 0,0-4-776 0 0,-11-13-761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7.0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0 124 4297 0 0,'56'-8'8288'0'0,"49"-24"-6927"0"0,-9 2-1268 0 0,-61 22-261 0 0,41-12-1542 0 0,-31-1-2980 0 0,-37 17 2399 0 0,1 7-1129 0 0</inkml:trace>
  <inkml:trace contextRef="#ctx0" brushRef="#br0" timeOffset="1">244 33 1800 0 0,'-6'10'1063'0'0,"1"1"0"0"0,0 0 0 0 0,0 0 0 0 0,1 0 0 0 0,1 0 0 0 0,-3 15 0 0 0,3-11-308 0 0,1 0 0 0 0,1 1 0 0 0,0-1 0 0 0,3 29 0 0 0,0-31-767 0 0,0-1-1 0 0,0 1 0 0 0,1-1 1 0 0,1 0-1 0 0,0 0 1 0 0,7 13-1 0 0,-7-17-413 0 0,0 0-1 0 0,1-1 1 0 0,-1 0-1 0 0,2 0 1 0 0,-1-1-1 0 0,1 1 1 0 0,0-1-1 0 0,0 0 1 0 0,11 8-1 0 0,3-7-4903 0 0,-12-6 2573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7.4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165 1 5241 0 0,'4'27'3709'0'0,"14"51"1"0"0,40 70-3479 0 0,-57-144-600 0 0,0-3 110 0 0,0 0-1 0 0,-1 0 1 0 0,1 0 0 0 0,0 0 0 0 0,-1 0-1 0 0,0 0 1 0 0,1 0 0 0 0,-1 0-1 0 0,1 0 1 0 0,-1 0 0 0 0,0 0-1 0 0,0 0 1 0 0,0 0 0 0 0,0 0-1 0 0,0 0 1 0 0,0 1 0 0 0,0-1 0 0 0,0 0-1 0 0,0 0 1 0 0,0 0 0 0 0,0 0-1 0 0,-1 0 1 0 0,1 0 0 0 0,0 0-1 0 0,-1 0 1 0 0,1 0 0 0 0,-1 0 0 0 0,1 0-1 0 0,-1 0 1 0 0,-1 1 0 0 0,-3 4-2937 0 0</inkml:trace>
  <inkml:trace contextRef="#ctx0" brushRef="#br0" timeOffset="1">26 368 4753 0 0,'-1'2'362'0'0,"-1"-1"0"0"0,0 0 1 0 0,0 0-1 0 0,0 1 0 0 0,1-1 0 0 0,-1 1 0 0 0,1 0 0 0 0,-1-1 1 0 0,1 1-1 0 0,0 0 0 0 0,0 0 0 0 0,-1 0 0 0 0,1 0 1 0 0,1 0-1 0 0,-1 0 0 0 0,0 0 0 0 0,0 0 0 0 0,1 0 1 0 0,-1 0-1 0 0,1 1 0 0 0,-1 3 0 0 0,2-5-263 0 0,0 1-1 0 0,-1-1 1 0 0,1 0-1 0 0,0 0 1 0 0,0 1 0 0 0,0-1-1 0 0,0 0 1 0 0,0 0-1 0 0,0 0 1 0 0,0 0-1 0 0,0 0 1 0 0,1 0 0 0 0,-1 0-1 0 0,0 0 1 0 0,0-1-1 0 0,1 1 1 0 0,-1 0-1 0 0,1-1 1 0 0,-1 1 0 0 0,0-1-1 0 0,1 0 1 0 0,-1 1-1 0 0,1-1 1 0 0,-1 0-1 0 0,1 0 1 0 0,-1 0 0 0 0,1 0-1 0 0,-1 0 1 0 0,1 0-1 0 0,-1 0 1 0 0,1-1-1 0 0,1 1 1 0 0,19-3-56 0 0,0 0 0 0 0,0-2 0 0 0,0 0 0 0 0,-1-1 0 0 0,1-2 0 0 0,-1 0 0 0 0,27-15 0 0 0,12-13-3296 0 0,-8-5-3749 0 0,-39 28 2883 0 0</inkml:trace>
  <inkml:trace contextRef="#ctx0" brushRef="#br0" timeOffset="2">266 173 6057 0 0,'1'-1'2017'0'0,"4"1"-1097"0"0,3 0-56 0 0,2-2 8 0 0,2-1-144 0 0,2-1-303 0 0,2 0-177 0 0,4-1-88 0 0,1-2-104 0 0,2-1-136 0 0,0-2-368 0 0,1-1-433 0 0,1-1-543 0 0,-1-1-408 0 0,-3-1-153 0 0,-3-3-1007 0 0,2 4 719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7.8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 5137 0 0,'-1'8'1357'0'0,"0"1"-1"0"0,0 0 1 0 0,1 0 0 0 0,1 13-1 0 0,16 67 1624 0 0,-12-66-2335 0 0,30 116 1262 0 0,-8-73-3171 0 0,11-6-6588 0 0,-31-53 2429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8.4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89 1592 0 0,'0'-1'116'0'0,"-1"0"-1"0"0,1 0 1 0 0,0 0-1 0 0,0 0 1 0 0,-1 0-1 0 0,1 1 1 0 0,0-1-1 0 0,0 0 1 0 0,0 0-1 0 0,0 0 1 0 0,1 0-1 0 0,-1 0 1 0 0,0 0-1 0 0,0 1 1 0 0,0-1-1 0 0,1 0 1 0 0,-1 0-1 0 0,0 0 1 0 0,1 0-1 0 0,-1 1 1 0 0,1-1 0 0 0,-1 0-1 0 0,1 0 1 0 0,-1 1-1 0 0,1-1 1 0 0,-1 0-1 0 0,1 1 1 0 0,0-1-1 0 0,-1 1 1 0 0,1-1-1 0 0,0 1 1 0 0,0-1-1 0 0,-1 1 1 0 0,1-1-1 0 0,0 1 1 0 0,1-1-1 0 0,35-21 755 0 0,-35 21-609 0 0,9-5 100 0 0,1 0 0 0 0,0 1-1 0 0,0 1 1 0 0,0 0-1 0 0,0 0 1 0 0,1 1-1 0 0,19-2 1 0 0,-29 5-266 0 0,0 0-1 0 0,0 0 1 0 0,1 0 0 0 0,-1 0 0 0 0,0 0 0 0 0,0 1-1 0 0,0-1 1 0 0,0 1 0 0 0,0 0 0 0 0,0 0 0 0 0,0 0-1 0 0,0 1 1 0 0,0-1 0 0 0,0 1 0 0 0,0-1 0 0 0,-1 1 0 0 0,1 0-1 0 0,-1 0 1 0 0,1 0 0 0 0,-1 0 0 0 0,0 1 0 0 0,0-1-1 0 0,0 1 1 0 0,0-1 0 0 0,0 1 0 0 0,0 0 0 0 0,-1-1-1 0 0,0 1 1 0 0,1 0 0 0 0,-1 0 0 0 0,0 0 0 0 0,0 0 0 0 0,0 0-1 0 0,0 7 1 0 0,11 101 1182 0 0,-3-13-1559 0 0,8-33-3271 0 0,-10-43-1454 0 0,-4-13 1084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8.8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1 202 6001 0 0,'2'0'1201'0'0,"4"2"-513"0"0,2-2 120 0 0,5-2 104 0 0,2-1-112 0 0,3-4-304 0 0,6-4-208 0 0,2-2-120 0 0,5-2-80 0 0,3-3-72 0 0,0-1-184 0 0,2-1-328 0 0,-2-1-392 0 0,-3 0-408 0 0,0 2-353 0 0,-6-1-271 0 0,-1 5-1657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9.2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134 1 5521 0 0,'34'177'6979'0'0,"18"-5"-10861"0"0,-52-170 3511 0 0,1 0 0 0 0,-1 0 1 0 0,1 0-1 0 0,-1 0 0 0 0,0 0 1 0 0,0 0-1 0 0,0 0 0 0 0,0 0 1 0 0,0 0-1 0 0,0 0 0 0 0,-1 0 0 0 0,0 4 1 0 0,0-5 20 0 0,0 14-2483 0 0</inkml:trace>
  <inkml:trace contextRef="#ctx0" brushRef="#br0" timeOffset="1">3 570 5689 0 0,'-3'15'1793'0'0,"3"4"-825"0"0,0 4-184 0 0,2-3-24 0 0,1-4-232 0 0,0 0-216 0 0,2-1-168 0 0,2-2-64 0 0,1-2-72 0 0,2-3-216 0 0,-2 1-440 0 0,3-3-672 0 0,-3-1-657 0 0,-6-10-743 0 0,8 7-497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19.5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0 157 4689 0 0,'7'-6'4085'0'0,"14"-4"-2415"0"0,-11 6-1064 0 0,33-21 473 0 0,-4 2-179 0 0,1 2 1 0 0,1 1-1 0 0,73-24 0 0 0,-112 43-837 0 0,0 1-1 0 0,0-1 1 0 0,1 1 0 0 0,-1-1-1 0 0,0 1 1 0 0,0 0 0 0 0,0 0-1 0 0,1 0 1 0 0,-1 0 0 0 0,0 0-1 0 0,0 0 1 0 0,1 1 0 0 0,-1-1 0 0 0,0 1-1 0 0,0-1 1 0 0,0 1 0 0 0,0 0-1 0 0,1 0 1 0 0,-1 0 0 0 0,-1 0-1 0 0,1 0 1 0 0,3 2 0 0 0,-3 0 47 0 0,0 0 1 0 0,0-1 0 0 0,0 1 0 0 0,0 0 0 0 0,0 0 0 0 0,-1 1 0 0 0,1-1-1 0 0,-1 0 1 0 0,0 0 0 0 0,0 1 0 0 0,0-1 0 0 0,1 7 0 0 0,0 52-747 0 0,-8-9-4153 0 0,6-51 4394 0 0,0-1 1 0 0,0 1-1 0 0,-1-1 0 0 0,1 1 1 0 0,0-1-1 0 0,-1 1 0 0 0,1-1 1 0 0,-1 1-1 0 0,0-1 0 0 0,1 0 1 0 0,-1 0-1 0 0,0 1 0 0 0,0-1 1 0 0,0 0-1 0 0,0 0 0 0 0,0 0 1 0 0,0 0-1 0 0,-2 2 0 0 0,-5 5-3582 0 0</inkml:trace>
  <inkml:trace contextRef="#ctx0" brushRef="#br0" timeOffset="1">119 300 5217 0 0,'-1'0'279'0'0,"0"0"1"0"0,0 1-1 0 0,0-1 1 0 0,0 0-1 0 0,0 1 0 0 0,0-1 1 0 0,0 1-1 0 0,0-1 1 0 0,1 1-1 0 0,-1 0 0 0 0,0-1 1 0 0,0 1-1 0 0,1 0 0 0 0,-1 0 1 0 0,0-1-1 0 0,1 1 1 0 0,-1 0-1 0 0,0 0 0 0 0,1 0 1 0 0,-1 0-1 0 0,1 0 0 0 0,0 0 1 0 0,-1 0-1 0 0,1 0 1 0 0,0 0-1 0 0,-1 0 0 0 0,1 0 1 0 0,0 0-1 0 0,0 0 1 0 0,0 1-1 0 0,1-1-175 0 0,0 0 0 0 0,-1 0-1 0 0,1 0 1 0 0,0-1 0 0 0,0 1 0 0 0,0 0 0 0 0,0-1-1 0 0,0 1 1 0 0,0-1 0 0 0,0 1 0 0 0,0-1 0 0 0,0 1 0 0 0,0-1-1 0 0,0 0 1 0 0,0 1 0 0 0,1-1 0 0 0,-1 0 0 0 0,0 0 0 0 0,0 0-1 0 0,0 0 1 0 0,0 0 0 0 0,0 0 0 0 0,1 0 0 0 0,-1 0-1 0 0,0-1 1 0 0,0 1 0 0 0,2-1 0 0 0,16-4-174 0 0,-1 0 0 0 0,1-2 0 0 0,-1 0 0 0 0,0-1 0 0 0,0-1 0 0 0,-1 0 0 0 0,-1-1 0 0 0,28-22 0 0 0,-29 19-2024 0 0,0 0 0 0 0,-1 0 0 0 0,0-1 0 0 0,22-32 0 0 0,-25 31-1703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0.0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0 146 2016 0 0,'53'-9'8309'0'0,"44"-26"-6996"0"0,-40 14-444 0 0,-20 9-733 0 0,-18 7-241 0 0,0-1 0 0 0,-1-1 0 0 0,0 0-1 0 0,0-2 1 0 0,0 0 0 0 0,22-15 0 0 0,-66 23-8479 0 0,-18 10 7512 0 0,38-8 1410 0 0,0 1-1 0 0,1 0 1 0 0,-1 0 0 0 0,0 1-1 0 0,1-1 1 0 0,-1 1 0 0 0,1 0-1 0 0,0 1 1 0 0,0-1-1 0 0,0 1 1 0 0,0 0 0 0 0,1 0-1 0 0,0 1 1 0 0,-1-1 0 0 0,2 1-1 0 0,-1 0 1 0 0,-3 6-1 0 0,4-5 69 0 0,1 1-1 0 0,0 0 0 0 0,0 1 0 0 0,0-1 1 0 0,1 0-1 0 0,0 0 0 0 0,0 1 0 0 0,1-1 1 0 0,0 0-1 0 0,0 1 0 0 0,1-1 0 0 0,0 1 1 0 0,0-1-1 0 0,3 7 0 0 0,-1 0-166 0 0,2 1 0 0 0,0-1 0 0 0,0-1 0 0 0,1 1 0 0 0,13 19 0 0 0,-16-27-370 0 0,1-1-1 0 0,0 0 1 0 0,0 0-1 0 0,0-1 1 0 0,1 1 0 0 0,-1-1-1 0 0,7 4 1 0 0,-9-6-207 0 0,1 0-1 0 0,-1-1 1 0 0,1 0 0 0 0,-1 1-1 0 0,1-1 1 0 0,0 0 0 0 0,0-1-1 0 0,0 1 1 0 0,0 0 0 0 0,0-1-1 0 0,-1 1 1 0 0,1-1 0 0 0,0 0-1 0 0,0 0 1 0 0,6-1 0 0 0,-9 1 217 0 0,1 0 1 0 0,-1 0 0 0 0,1 0-1 0 0,-1 0 1 0 0,0 0 0 0 0,1-1-1 0 0,-1 1 1 0 0,1 0 0 0 0,-1 0-1 0 0,1-1 1 0 0,-1 1 0 0 0,0 0-1 0 0,1 0 1 0 0,-1-1 0 0 0,0 1-1 0 0,1 0 1 0 0,-1-1 0 0 0,0 1 0 0 0,1 0-1 0 0,-1-1 1 0 0,0 1 0 0 0,0-1-1 0 0,1 1 1 0 0,-1-1 0 0 0,0 1-1 0 0,0 0 1 0 0,0-1 0 0 0,0 1-1 0 0,0-1 1 0 0,0 1 0 0 0,1-1-1 0 0,-1 1 1 0 0,0-1 0 0 0,0-3-682 0 0,4-5-2482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0.4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216 1 2793 0 0,'-2'3'756'0'0,"1"0"0"0"0,0 1 0 0 0,0-1 1 0 0,0 1-1 0 0,1-1 0 0 0,-1 0 0 0 0,1 1 1 0 0,0-1-1 0 0,0 8 0 0 0,10 36 2445 0 0,-7-37-3092 0 0,1-1 1 0 0,0-1-1 0 0,0 1 1 0 0,1-1 0 0 0,0 1-1 0 0,0-1 1 0 0,10 11-1 0 0,3-6-2081 0 0,-10-6-2101 0 0</inkml:trace>
  <inkml:trace contextRef="#ctx0" brushRef="#br0" timeOffset="1">1 300 5241 0 0,'0'1'201'0'0,"0"0"0"0"0,1-1 1 0 0,-1 1-1 0 0,0 0 0 0 0,1-1 0 0 0,-1 1 0 0 0,1-1 0 0 0,-1 1 1 0 0,1-1-1 0 0,-1 1 0 0 0,1-1 0 0 0,0 1 0 0 0,-1-1 1 0 0,1 1-1 0 0,-1-1 0 0 0,1 0 0 0 0,0 1 0 0 0,-1-1 0 0 0,1 0 1 0 0,0 0-1 0 0,0 1 0 0 0,-1-1 0 0 0,1 0 0 0 0,0 0 0 0 0,-1 0 1 0 0,1 0-1 0 0,0 0 0 0 0,0 0 0 0 0,-1 0 0 0 0,1 0 0 0 0,1-1 1 0 0,26-1 1171 0 0,-27 2-1143 0 0,22-4 395 0 0,-2-1 0 0 0,1-1 1 0 0,0-1-1 0 0,39-18 1 0 0,78-51-4657 0 0,-138 76 3945 0 0,-1-1-83 0 0,1 1 0 0 0,0 0 0 0 0,-1 0 0 0 0,1-1 1 0 0,-1 1-1 0 0,1 0 0 0 0,-1 0 0 0 0,1-1 0 0 0,-1 1 0 0 0,1-1 0 0 0,-1 1 0 0 0,1-1 1 0 0,-1 1-1 0 0,0-1 0 0 0,1 1 0 0 0,-1-1 0 0 0,0 1 0 0 0,1-1 0 0 0,-1 1 0 0 0,0-1 1 0 0,1 1-1 0 0,-1-1 0 0 0,0 0 0 0 0,0 1 0 0 0,0-1 0 0 0,0 1 0 0 0,0-1 1 0 0,0 0-1 0 0,0 1 0 0 0,0-1 0 0 0,0 1 0 0 0,0-1 0 0 0,0 0 0 0 0,0 1 0 0 0,0-1 1 0 0,0 0-1 0 0,0 1 0 0 0,-1-1 0 0 0,1 1 0 0 0,0-1 0 0 0,0 1 0 0 0,-1-2 0 0 0,-2-3-3437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0.8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1 201 5697 0 0,'25'-1'1414'0'0,"0"-1"0"0"0,1-2 0 0 0,-2 0 0 0 0,1-2 0 0 0,37-13 0 0 0,120-57-1015 0 0,-96 37-344 0 0,-65 30-462 0 0,49-25-4740 0 0,-65 28 1062 0 0,-3 11 825 0 0</inkml:trace>
  <inkml:trace contextRef="#ctx0" brushRef="#br0" timeOffset="1">331 71 2377 0 0,'-4'1'355'0'0,"0"0"0"0"0,1 1 0 0 0,-1-1 1 0 0,0 1-1 0 0,0 0 0 0 0,1 0 0 0 0,-1 1 1 0 0,1-1-1 0 0,0 1 0 0 0,0-1 1 0 0,-1 1-1 0 0,2 0 0 0 0,-1 0 0 0 0,0 0 1 0 0,1 1-1 0 0,-1-1 0 0 0,-2 7 1 0 0,2-3-60 0 0,1-1 1 0 0,-1 1 0 0 0,2 0 0 0 0,-1-1-1 0 0,1 1 1 0 0,0 0 0 0 0,0 0 0 0 0,1 0 0 0 0,0 0-1 0 0,1 8 1 0 0,0-4-299 0 0,0 0 1 0 0,1 0-1 0 0,1-1 0 0 0,-1 1 0 0 0,2 0 1 0 0,0-1-1 0 0,0 0 0 0 0,1 0 1 0 0,0 0-1 0 0,0 0 0 0 0,1-1 0 0 0,1 0 1 0 0,9 11-1 0 0,13 3-1913 0 0,-28-22 1672 0 0,0 0-1 0 0,0 0 0 0 0,1-1 0 0 0,-1 1 0 0 0,0 0 1 0 0,0-1-1 0 0,1 1 0 0 0,-1-1 0 0 0,0 1 0 0 0,1-1 0 0 0,-1 0 1 0 0,0 1-1 0 0,1-1 0 0 0,-1 0 0 0 0,0 0 0 0 0,1 0 1 0 0,-1 0-1 0 0,0 0 0 0 0,1-1 0 0 0,-1 1 0 0 0,0 0 1 0 0,1-1-1 0 0,-1 1 0 0 0,2-1 0 0 0,4-4-2606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1.2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7370 0 0,'1'18'1760'0'0,"2"24"1465"0"0,11 50 0 0 0,-12-82-3126 0 0,0-1 0 0 0,1 0 0 0 0,0 0 0 0 0,0 0 0 0 0,1 0 0 0 0,0 0 0 0 0,1-1 0 0 0,0 1 0 0 0,0-1 0 0 0,0 0 0 0 0,10 10 0 0 0,-13-17-239 0 0,-1 0 0 0 0,1 1 0 0 0,0-1 0 0 0,-1 0 0 0 0,1 1 0 0 0,0-1 0 0 0,0 0 0 0 0,0 0 0 0 0,0-1 0 0 0,0 1 0 0 0,0 0 0 0 0,0-1 0 0 0,0 1 0 0 0,0-1 0 0 0,0 1 0 0 0,0-1 0 0 0,2 0 0 0 0,-3 0-155 0 0,1-1-1 0 0,-1 1 1 0 0,0 0 0 0 0,0-1-1 0 0,0 1 1 0 0,1-1-1 0 0,-1 0 1 0 0,0 1 0 0 0,0-1-1 0 0,0 0 1 0 0,0 1-1 0 0,0-1 1 0 0,0 0-1 0 0,-1 0 1 0 0,1 0 0 0 0,0 0-1 0 0,0 0 1 0 0,-1 0-1 0 0,1 0 1 0 0,0 0 0 0 0,-1 0-1 0 0,1-1 1 0 0,-1 1-1 0 0,1 0 1 0 0,-1 0-1 0 0,0 0 1 0 0,0-1 0 0 0,1-1-1 0 0,3-13-3753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1.5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1 159 5625 0 0,'54'-13'3618'0'0,"90"-26"-1140"0"0,-130 34-2434 0 0,-1 0 1 0 0,0-1 0 0 0,0 0 0 0 0,0-1-1 0 0,-1-1 1 0 0,0 0 0 0 0,21-19 0 0 0,-31 25-72 0 0,0 1 0 0 0,0-1 0 0 0,-1 0 0 0 0,1 0 0 0 0,-1 0 0 0 0,1 0 1 0 0,-1 0-1 0 0,0 0 0 0 0,0 0 0 0 0,0 0 0 0 0,1-5 0 0 0,-8 1-296 0 0,-14 11 200 0 0,7 1 181 0 0,-1 1 0 0 0,2 0-1 0 0,-1 1 1 0 0,1 0 0 0 0,0 1 0 0 0,1 0-1 0 0,0 1 1 0 0,1 1 0 0 0,0-1-1 0 0,0 1 1 0 0,1 1 0 0 0,1 0-1 0 0,0 0 1 0 0,0 1 0 0 0,1 0-1 0 0,-9 26 1 0 0,12-28 68 0 0,0 0 1 0 0,1 1-1 0 0,0 0 0 0 0,1 0 0 0 0,1 0 1 0 0,0 0-1 0 0,0 0 0 0 0,1 0 0 0 0,1 0 1 0 0,0 0-1 0 0,0 0 0 0 0,1 0 0 0 0,1 0 1 0 0,0 0-1 0 0,1-1 0 0 0,0 1 0 0 0,1-1 1 0 0,0 0-1 0 0,0-1 0 0 0,2 1 0 0 0,6 9 1 0 0,-9-15-88 0 0,-1 0 1 0 0,1-1 0 0 0,0 0-1 0 0,0 1 1 0 0,0-2 0 0 0,1 1 0 0 0,0 0-1 0 0,-1-1 1 0 0,1 0 0 0 0,0 0-1 0 0,1 0 1 0 0,-1-1 0 0 0,0 0 0 0 0,1 0-1 0 0,-1 0 1 0 0,1-1 0 0 0,0 1 0 0 0,0-1-1 0 0,-1-1 1 0 0,1 1 0 0 0,0-1-1 0 0,0 0 1 0 0,0 0 0 0 0,0-1 0 0 0,8-2-1 0 0,9-3-24 0 0,0-1 0 0 0,-1-1-1 0 0,0-1 1 0 0,-1-1 0 0 0,21-14-1 0 0,1 2-813 0 0,-43 22 685 0 0,0-1 0 0 0,1 1 0 0 0,-1 0 0 0 0,0 0-1 0 0,0 0 1 0 0,0 0 0 0 0,1 0 0 0 0,-1 0 0 0 0,0-1 0 0 0,0 1 0 0 0,0 0 0 0 0,0 0 0 0 0,1 0-1 0 0,-1-1 1 0 0,0 1 0 0 0,0 0 0 0 0,0 0 0 0 0,0 0 0 0 0,0-1 0 0 0,0 1 0 0 0,0 0 0 0 0,0 0-1 0 0,1-1 1 0 0,-1 1 0 0 0,0 0 0 0 0,0 0 0 0 0,0-1 0 0 0,0 1 0 0 0,0 0 0 0 0,0 0 0 0 0,0-1-1 0 0,0 1 1 0 0,-1 0 0 0 0,1 0 0 0 0,0 0 0 0 0,0-1 0 0 0,0 1 0 0 0,0 0 0 0 0,0 0 0 0 0,0-1-1 0 0,0 1 1 0 0,0 0 0 0 0,-1 0 0 0 0,1 0 0 0 0,0-1 0 0 0,0 1 0 0 0,0 0 0 0 0,0 0 0 0 0,-1 0-1 0 0,1 0 1 0 0,0 0 0 0 0,0-1 0 0 0,0 1 0 0 0,-1 0 0 0 0,1 0 0 0 0,0 0 0 0 0,0 0 0 0 0,-1 0-1 0 0,1 0 1 0 0,0 0 0 0 0,0 0 0 0 0,-1 0 0 0 0,1 0 0 0 0,-18-8-2900 0 0,16 7 2613 0 0,-10-1-3063 0 0</inkml:trace>
  <inkml:trace contextRef="#ctx0" brushRef="#br0" timeOffset="1">124 383 6161 0 0,'9'0'5731'0'0,"35"-7"-4071"0"0,-12-4-1989 0 0,60-28 0 0 0,-16-9-7684 0 0,-62 39 4516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1.9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88 6337 0 0,'2'-2'1657'0'0,"3"4"-617"0"0,1-2-56 0 0,2-2-136 0 0,4 1-248 0 0,-1-3-271 0 0,5 0-169 0 0,2-3-56 0 0,2 1-24 0 0,3-3-80 0 0,-1 0-208 0 0,1-1-377 0 0,-2 0-527 0 0,-1-1-616 0 0,-5-4-441 0 0,12 17-1695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2.3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3993 0 0,'9'125'9689'0'0,"13"1"-6700"0"0,48 118-2452 0 0,-65-229-1087 0 0,20 51 434 0 0,-14-47-3075 0 0,1-3-3593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4.0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302 1 9218 0 0,'-18'11'841'0'0,"1"0"-1"0"0,0 1 1 0 0,1 1-1 0 0,1 1 1 0 0,0 0 0 0 0,1 1-1 0 0,-17 22 1 0 0,1-3-96 0 0,13-17-772 0 0,2 0 1 0 0,0 1 0 0 0,0 1 0 0 0,2 0 0 0 0,0 1 0 0 0,2 1-1 0 0,-16 36 1 0 0,27-57-46 0 0,-1 1 1 0 0,1-1-1 0 0,0 0 0 0 0,0 0 0 0 0,0 1 0 0 0,-1-1 1 0 0,1 0-1 0 0,0 0 0 0 0,0 0 0 0 0,0 1 1 0 0,0-1-1 0 0,0 0 0 0 0,0 1 0 0 0,0-1 0 0 0,-1 0 1 0 0,1 0-1 0 0,0 1 0 0 0,0-1 0 0 0,0 0 0 0 0,0 0 1 0 0,0 1-1 0 0,0-1 0 0 0,0 0 0 0 0,0 1 1 0 0,1-1-1 0 0,-1 0 0 0 0,0 0 0 0 0,0 1 0 0 0,0-1 1 0 0,0 0-1 0 0,0 0 0 0 0,0 1 0 0 0,0-1 0 0 0,1 0 1 0 0,-1 0-1 0 0,0 1 0 0 0,0-1 0 0 0,0 0 1 0 0,1 0-1 0 0,-1 0 0 0 0,0 1 0 0 0,0-1 0 0 0,0 0 1 0 0,1 0-1 0 0,-1 0 0 0 0,0 0 0 0 0,0 0 0 0 0,1 1 1 0 0,-1-1-1 0 0,0 0 0 0 0,1 0 0 0 0,-1 0 1 0 0,0 0-1 0 0,0 0 0 0 0,1 0 0 0 0,14-11-5155 0 0,-2-4 365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4.4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9554 0 0,'0'14'796'0'0,"0"-1"0"0"0,2 1 0 0 0,-1 0 0 0 0,2-1 1 0 0,0 1-1 0 0,0-1 0 0 0,8 20 0 0 0,-8-27-706 0 0,0 0 0 0 0,0 0 0 0 0,1 0-1 0 0,0 0 1 0 0,0-1 0 0 0,0 0 0 0 0,0 0 0 0 0,1 0 0 0 0,0 0 0 0 0,0-1 0 0 0,0 0 0 0 0,1 0 0 0 0,0 0-1 0 0,-1-1 1 0 0,1 1 0 0 0,0-1 0 0 0,9 3 0 0 0,56 11-462 0 0,-33-16-1675 0 0,-5-10-3278 0 0,-25 7 2353 0 0,1 6-1484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4.8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76 8434 0 0,'0'1'130'0'0,"-1"-1"-1"0"0,1 1 1 0 0,-1 0 0 0 0,1-1 0 0 0,0 1-1 0 0,-1-1 1 0 0,1 1 0 0 0,0 0 0 0 0,-1 0-1 0 0,1-1 1 0 0,0 1 0 0 0,0 0 0 0 0,0-1-1 0 0,0 1 1 0 0,0 0 0 0 0,0 0 0 0 0,0-1 0 0 0,0 1-1 0 0,0 0 1 0 0,0 0 0 0 0,0-1 0 0 0,0 1-1 0 0,0 0 1 0 0,1-1 0 0 0,-1 1 0 0 0,0 0-1 0 0,0-1 1 0 0,1 1 0 0 0,0 1 0 0 0,21 9 1792 0 0,32-5-378 0 0,9-13-1279 0 0,-1-2 1 0 0,0-2-1 0 0,82-27 1 0 0,-67 17-337 0 0,-42 10-187 0 0,-24 7-315 0 0,1 1 0 0 0,0-1 0 0 0,0 2 0 0 0,23-3 1 0 0,-90 39-39 0 0,45-28 866 0 0,0 0-1 0 0,1 0 1 0 0,-1 1 0 0 0,1 0-1 0 0,1 0 1 0 0,-1 1 0 0 0,1 0 0 0 0,-13 18-1 0 0,18-21-214 0 0,0-1 0 0 0,1 1 0 0 0,0-1 0 0 0,0 1 0 0 0,0 0 0 0 0,0 0 0 0 0,1 0 0 0 0,0 0 0 0 0,0 0 0 0 0,0 0 0 0 0,0 0 0 0 0,1 0 0 0 0,0 0 0 0 0,0 0 0 0 0,0 0 0 0 0,1 0 0 0 0,0 0 0 0 0,0 0 0 0 0,0 0 0 0 0,0 0 0 0 0,5 9 0 0 0,1 0-190 0 0,9 23-999 0 0,-15-16-3091 0 0,-10-19-165 0 0,7-2 3530 0 0,-6 0-2961 0 0</inkml:trace>
  <inkml:trace contextRef="#ctx0" brushRef="#br0" timeOffset="1">215 205 5249 0 0,'-6'6'607'0'0,"-1"0"0"0"0,1 1 0 0 0,1 0 0 0 0,-1 0 0 0 0,1 1 0 0 0,1-1 0 0 0,-1 1 0 0 0,1 0 0 0 0,1 0 0 0 0,-1 1 0 0 0,1-1 0 0 0,1 1 0 0 0,0-1 0 0 0,-2 11 0 0 0,4-16-521 0 0,-1 1-1 0 0,1-1 1 0 0,0 1-1 0 0,0-1 1 0 0,1 1-1 0 0,-1-1 0 0 0,1 0 1 0 0,-1 1-1 0 0,1-1 1 0 0,0 0-1 0 0,0 1 1 0 0,1-1-1 0 0,-1 0 0 0 0,1 0 1 0 0,0 0-1 0 0,-1 0 1 0 0,1 0-1 0 0,0 0 1 0 0,1 0-1 0 0,-1-1 1 0 0,0 1-1 0 0,1-1 0 0 0,0 0 1 0 0,-1 0-1 0 0,1 0 1 0 0,0 0-1 0 0,0 0 1 0 0,0 0-1 0 0,0-1 0 0 0,1 0 1 0 0,-1 1-1 0 0,0-1 1 0 0,0 0-1 0 0,1-1 1 0 0,-1 1-1 0 0,1 0 1 0 0,-1-1-1 0 0,5 0 0 0 0,19 1 83 0 0,-1-2 0 0 0,1 0-1 0 0,-1-2 1 0 0,46-10 0 0 0,-21 3-98 0 0,23 1-412 0 0,-3 1-1843 0 0,-4-8-3594 0 0,-40-1 383 0 0,-13 9 1815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5.2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181 10 3721 0 0,'-2'-1'408'0'0,"0"0"1"0"0,0-1-1 0 0,0 1 0 0 0,-1 0 1 0 0,1 1-1 0 0,-1-1 0 0 0,1 0 1 0 0,-1 1-1 0 0,1-1 1 0 0,-1 1-1 0 0,1 0 0 0 0,-1-1 1 0 0,1 1-1 0 0,-1 0 0 0 0,0 1 1 0 0,1-1-1 0 0,-1 0 1 0 0,1 1-1 0 0,-1 0 0 0 0,1-1 1 0 0,-3 2-1 0 0,0 1-116 0 0,1 0 0 0 0,-1 0 0 0 0,1 0-1 0 0,-1 0 1 0 0,1 1 0 0 0,0-1 0 0 0,1 1 0 0 0,-1 0 0 0 0,-5 8-1 0 0,-3 7-102 0 0,1 0 0 0 0,0 1-1 0 0,-14 39 1 0 0,21-47-149 0 0,0 0 0 0 0,0 0-1 0 0,1 1 1 0 0,-1 12 0 0 0,6 14-1581 0 0,-1-36 1080 0 0,-1 0 1 0 0,1-1-1 0 0,0 1 0 0 0,0 0 1 0 0,0-1-1 0 0,1 1 1 0 0,-1-1-1 0 0,1 0 0 0 0,-1 1 1 0 0,1-1-1 0 0,2 2 1 0 0,-4-12-3577 0 0,-1 5 3019 0 0,3-2-2284 0 0</inkml:trace>
  <inkml:trace contextRef="#ctx0" brushRef="#br0" timeOffset="1">43 165 6137 0 0,'-1'1'253'0'0,"0"1"0"0"0,0 0-1 0 0,1-1 1 0 0,-1 1 0 0 0,0 0 0 0 0,1 0-1 0 0,-1-1 1 0 0,1 1 0 0 0,-1 0-1 0 0,1 0 1 0 0,0 0 0 0 0,0 0 0 0 0,0-1-1 0 0,0 1 1 0 0,0 0 0 0 0,0 0-1 0 0,1 0 1 0 0,-1 0 0 0 0,0-1 0 0 0,1 1-1 0 0,0 0 1 0 0,-1 0 0 0 0,1-1-1 0 0,0 1 1 0 0,0 0 0 0 0,0-1-1 0 0,0 1 1 0 0,0-1 0 0 0,0 0 0 0 0,0 1-1 0 0,3 1 1 0 0,-1 2-85 0 0,1-1-1 0 0,0 1 0 0 0,0-1 1 0 0,1 0-1 0 0,0 0 1 0 0,-1 0-1 0 0,1-1 1 0 0,9 5-1 0 0,8 0-200 0 0,0-1-1 0 0,1-1 1 0 0,36 5-1 0 0,-45-9-1226 0 0,1-1-1 0 0,-1-1 1 0 0,28-2 0 0 0,-14-9-3910 0 0,-17 4 1392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5.6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1 229 6137 0 0,'0'0'182'0'0,"0"0"-1"0"0,0 1 1 0 0,0-1 0 0 0,0 0-1 0 0,-1 1 1 0 0,1-1-1 0 0,0 1 1 0 0,0-1-1 0 0,0 0 1 0 0,0 1 0 0 0,0-1-1 0 0,0 1 1 0 0,0-1-1 0 0,0 0 1 0 0,0 1-1 0 0,0-1 1 0 0,0 0-1 0 0,0 1 1 0 0,0-1 0 0 0,1 1-1 0 0,-1-1 1 0 0,0 0-1 0 0,0 1 1 0 0,0-1-1 0 0,0 0 1 0 0,1 1 0 0 0,-1-1-1 0 0,0 0 1 0 0,0 1-1 0 0,1-1 1 0 0,-1 0-1 0 0,0 0 1 0 0,1 1-1 0 0,-1-1 1 0 0,18 6 1744 0 0,19-3-1294 0 0,-10-5-883 0 0,-1-1 0 0 0,1-1 1 0 0,-1-2-1 0 0,0 0 0 0 0,32-13 1 0 0,-38 11-2139 0 0,0-1 1 0 0,0-1-1 0 0,33-22 1 0 0,-36 20-540 0 0</inkml:trace>
  <inkml:trace contextRef="#ctx0" brushRef="#br0" timeOffset="1">322 1 3265 0 0,'-1'9'6218'0'0,"-1"15"-3370"0"0,-12 109 2451 0 0,13-102-5001 0 0,1 0-1 0 0,2 0 0 0 0,1 0 0 0 0,10 47 0 0 0,5-33-1311 0 0,-3-25-2048 0 0,-14-19 2613 0 0,0-1 0 0 0,-1 1 0 0 0,1-1 0 0 0,0 1 0 0 0,0-1 0 0 0,-1 1 0 0 0,1-1 0 0 0,0 1 0 0 0,0-1 0 0 0,0 0 0 0 0,0 1 0 0 0,0-1 0 0 0,0 0 0 0 0,-1 0 0 0 0,1 0 0 0 0,0 1 0 0 0,0-1 0 0 0,2 0 0 0 0,3-1-4028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6.1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55 5913 0 0,'0'0'69'0'0,"-1"0"0"0"0,1 1 0 0 0,0-1 0 0 0,-1 0 0 0 0,1 0 0 0 0,0 1 0 0 0,-1-1 0 0 0,1 0 0 0 0,0 1 0 0 0,0-1 0 0 0,-1 0 0 0 0,1 1 0 0 0,0-1 0 0 0,0 1 0 0 0,0-1 0 0 0,-1 0 0 0 0,1 1 0 0 0,0-1 0 0 0,0 1 0 0 0,0-1 0 0 0,0 0 0 0 0,0 1 0 0 0,0-1 0 0 0,0 1 0 0 0,0-1 0 0 0,0 0 0 0 0,0 1 0 0 0,0-1 0 0 0,0 1 0 0 0,0-1 0 0 0,0 1 0 0 0,1-1 0 0 0,-1 0 0 0 0,0 1 0 0 0,15 6 1588 0 0,21-4-14 0 0,-36-3-1606 0 0,32-1 840 0 0,55-8-1 0 0,-74 7-758 0 0,0 0 0 0 0,0-2 0 0 0,0 0 0 0 0,-1 0 0 0 0,1-1 0 0 0,20-11 0 0 0,-32 16-98 0 0,-1-1 0 0 0,1 1 0 0 0,0 0 0 0 0,0-1 0 0 0,-1 1 0 0 0,1 0 0 0 0,0-1 0 0 0,-1 1 0 0 0,1-1-1 0 0,0 1 1 0 0,-1-1 0 0 0,1 0 0 0 0,-1 1 0 0 0,1-1 0 0 0,-1 0 0 0 0,1 1 0 0 0,-1-1 0 0 0,1 0 0 0 0,-1 1-1 0 0,0-1 1 0 0,1 0 0 0 0,-1 0 0 0 0,0 1 0 0 0,0-1 0 0 0,0 0 0 0 0,1 0 0 0 0,-1-1 0 0 0,-1 1 2 0 0,0 0 1 0 0,1 0 0 0 0,-1 1 0 0 0,0-1-1 0 0,0 0 1 0 0,0 1 0 0 0,0-1 0 0 0,0 1-1 0 0,0-1 1 0 0,1 1 0 0 0,-1-1-1 0 0,0 1 1 0 0,0-1 0 0 0,-1 1 0 0 0,1 0-1 0 0,0 0 1 0 0,-1-1 0 0 0,-51-2 233 0 0,46 4-212 0 0,-1 0-1 0 0,0 1 1 0 0,0-1-1 0 0,1 1 0 0 0,-1 1 1 0 0,1 0-1 0 0,0 0 1 0 0,0 0-1 0 0,0 1 0 0 0,0 0 1 0 0,0 0-1 0 0,1 1 1 0 0,0 0-1 0 0,0 0 1 0 0,0 0-1 0 0,0 1 0 0 0,1 0 1 0 0,0 0-1 0 0,1 0 1 0 0,-1 1-1 0 0,1-1 0 0 0,0 1 1 0 0,1 0-1 0 0,-1 1 1 0 0,-1 7-1 0 0,3-9 32 0 0,0 1-1 0 0,0 0 0 0 0,1 0 1 0 0,0 0-1 0 0,0 0 0 0 0,1 0 1 0 0,0 1-1 0 0,1-1 1 0 0,-1 0-1 0 0,1 0 0 0 0,0 0 1 0 0,1 0-1 0 0,0 0 0 0 0,0-1 1 0 0,0 1-1 0 0,1 0 1 0 0,0-1-1 0 0,0 0 0 0 0,1 1 1 0 0,0-1-1 0 0,0-1 0 0 0,0 1 1 0 0,1 0-1 0 0,0-1 1 0 0,0 0-1 0 0,0 0 0 0 0,11 7 1 0 0,-11-9-25 0 0,0 0 0 0 0,0 0 0 0 0,0 0 0 0 0,0-1 1 0 0,0 0-1 0 0,1 0 0 0 0,-1 0 0 0 0,1-1 0 0 0,0 0 0 0 0,0 0 1 0 0,-1 0-1 0 0,1-1 0 0 0,0 0 0 0 0,0 0 0 0 0,-1 0 1 0 0,10-2-1 0 0,6-3-336 0 0,-1 0 0 0 0,0-1 0 0 0,25-12 0 0 0,19-6-4442 0 0,-19 4-3452 0 0,-33 22 4572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6.4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 12 3617 0 0,'0'0'176'0'0,"0"-1"1"0"0,0 1-1 0 0,0-1 0 0 0,0 1 1 0 0,0-1-1 0 0,-1 1 0 0 0,1-1 1 0 0,0 1-1 0 0,0-1 0 0 0,0 1 1 0 0,-1-1-1 0 0,1 1 1 0 0,0-1-1 0 0,-1 1 0 0 0,1 0 1 0 0,0-1-1 0 0,-1 1 0 0 0,1 0 1 0 0,0-1-1 0 0,-1 1 0 0 0,1 0 1 0 0,-1-1-1 0 0,1 1 1 0 0,-1 0-1 0 0,1 0 0 0 0,-1-1 1 0 0,1 1-1 0 0,-1 0 0 0 0,1 0 1 0 0,-1 0-1 0 0,1 0 0 0 0,-1 0 1 0 0,1 0-1 0 0,-1 0 1 0 0,1 0-1 0 0,-1 0 0 0 0,0 0 1 0 0,-9 21 2946 0 0,1 55-1444 0 0,8-62-983 0 0,-2 21-186 0 0,1-1 0 0 0,2 1 0 0 0,5 40 0 0 0,-3-60-631 0 0,1 1 0 0 0,1 0 0 0 0,9 25 0 0 0,-10-33-351 0 0,1 1-1 0 0,0-1 1 0 0,1 0-1 0 0,0 0 1 0 0,0 0-1 0 0,1-1 1 0 0,8 9 0 0 0,-14-16 403 0 0,0 0 0 0 0,0 0 1 0 0,0 0-1 0 0,0 0 0 0 0,0-1 1 0 0,0 1-1 0 0,0 0 0 0 0,0 0 0 0 0,0 0 1 0 0,0 0-1 0 0,0 0 0 0 0,0 0 1 0 0,1 0-1 0 0,-1 0 0 0 0,0 0 1 0 0,0-1-1 0 0,0 1 0 0 0,0 0 1 0 0,0 0-1 0 0,0 0 0 0 0,0 0 1 0 0,0 0-1 0 0,1 0 0 0 0,-1 0 1 0 0,0 0-1 0 0,0 0 0 0 0,0 0 1 0 0,0 0-1 0 0,0 0 0 0 0,0 0 1 0 0,1 0-1 0 0,-1 0 0 0 0,0 0 1 0 0,0 0-1 0 0,0 0 0 0 0,0 0 1 0 0,0 0-1 0 0,0 0 0 0 0,1 0 1 0 0,-1 0-1 0 0,0 0 0 0 0,0 0 1 0 0,0 0-1 0 0,0 0 0 0 0,0 0 1 0 0,0 0-1 0 0,0 1 0 0 0,1-1 1 0 0,-1 0-1 0 0,0 0 0 0 0,0 0 0 0 0,0 0 1 0 0,0 0-1 0 0,0 0 0 0 0,0 0 1 0 0,0 0-1 0 0,0 1 0 0 0,0-1 1 0 0,0 0-1 0 0,0 0 0 0 0,0 0 1 0 0,0 0-1 0 0,0 0 0 0 0,0 0 1 0 0,0 0-1 0 0,0 1 0 0 0,0-1 1 0 0,0 0-1 0 0,0 0 0 0 0,-1-8-3401 0 0,-1-1-198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6.8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2 200 4153 0 0,'-1'5'7143'0'0,"1"-5"-6955"0"0,18 5 688 0 0,8-8-1199 0 0,0-1 1 0 0,37-10-1 0 0,-45 9-827 0 0,-1-1-1 0 0,0 0 1 0 0,0-2-1 0 0,23-13 1 0 0,-38 19 1041 0 0,1 0 0 0 0,-1 0 0 0 0,0 0 0 0 0,0 0 0 0 0,0 0-1 0 0,0-1 1 0 0,0 1 0 0 0,0-1 0 0 0,-1 0 0 0 0,1 1 0 0 0,-1-1 0 0 0,1 0 0 0 0,-1 0 0 0 0,0 0 0 0 0,0 0 0 0 0,-1 0 0 0 0,1 0 0 0 0,-1 0-1 0 0,1 0 1 0 0,-1 0 0 0 0,0 0 0 0 0,0 0 0 0 0,0 0 0 0 0,-1-1 0 0 0,1 1 0 0 0,-1 0 0 0 0,0 0 0 0 0,-1-5 0 0 0,0 4 371 0 0,1 0 1 0 0,-1 1-1 0 0,0-1 1 0 0,0 1 0 0 0,0-1-1 0 0,0 1 1 0 0,0 0-1 0 0,-1 0 1 0 0,0 0-1 0 0,-3-3 1 0 0,4 4 156 0 0,-1 0 0 0 0,1 0 0 0 0,-1 1 0 0 0,1-1 0 0 0,-1 1 0 0 0,0-1 0 0 0,0 1 0 0 0,1 0-1 0 0,-1 0 1 0 0,0 1 0 0 0,0-1 0 0 0,0 1 0 0 0,0-1 0 0 0,-4 1 0 0 0,5 0-246 0 0,1 1 0 0 0,-1-1-1 0 0,0 1 1 0 0,0 0 0 0 0,1 0-1 0 0,-1 0 1 0 0,1 0 0 0 0,-1 0-1 0 0,1 0 1 0 0,-1 0 0 0 0,1 0-1 0 0,0 0 1 0 0,-1 1 0 0 0,1-1-1 0 0,0 0 1 0 0,0 1 0 0 0,0 0-1 0 0,0-1 1 0 0,0 1 0 0 0,0-1 0 0 0,1 1-1 0 0,-1 0 1 0 0,0 0 0 0 0,1-1-1 0 0,-1 1 1 0 0,1 3 0 0 0,-10 55 1265 0 0,9-54-1153 0 0,-1 17-111 0 0,0-1 1 0 0,2 1 0 0 0,0-1 0 0 0,2 1 0 0 0,0-1 0 0 0,2 0-1 0 0,0 1 1 0 0,1-2 0 0 0,15 38 0 0 0,9-29-2442 0 0,-29-30 2116 0 0,0 1-1 0 0,1-1 1 0 0,-1 1 0 0 0,1-1-1 0 0,-1 0 1 0 0,0 1-1 0 0,1-1 1 0 0,-1 1-1 0 0,1-1 1 0 0,-1 0 0 0 0,1 1-1 0 0,-1-1 1 0 0,1 0-1 0 0,-1 0 1 0 0,1 0-1 0 0,0 1 1 0 0,-1-1-1 0 0,1 0 1 0 0,-1 0 0 0 0,1 0-1 0 0,0 0 1 0 0,-1 0-1 0 0,1 0 1 0 0,-1 0-1 0 0,1 0 1 0 0,-1 0 0 0 0,1 0-1 0 0,0 0 1 0 0,-1 0-1 0 0,1-1 1 0 0,-1 1-1 0 0,1 0 1 0 0,-1 0 0 0 0,1-1-1 0 0,-1 1 1 0 0,1 0-1 0 0,-1 0 1 0 0,1-1-1 0 0,-1 1 1 0 0,1-1-1 0 0,-1 1 1 0 0,1 0 0 0 0,-1-1-1 0 0,0 1 1 0 0,1-1-1 0 0,-1 1 1 0 0,0-1-1 0 0,1 1 1 0 0,-1-1 0 0 0,0 0-1 0 0,0 1 1 0 0,0-1-1 0 0,1 1 1 0 0,-1-1-1 0 0,0 1 1 0 0,0-1 0 0 0,0 0-1 0 0,0 1 1 0 0,0-1-1 0 0,0 1 1 0 0,0-1-1 0 0,0 1 1 0 0,0-1-1 0 0,0 0 1 0 0,-1 0 0 0 0,-1-16-3155 0 0,5 2-14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7.2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8162 0 0,'26'11'4619'0'0,"62"12"-1148"0"0,6 2-3019 0 0,-85-21-957 0 0,0-1-1 0 0,0 1 1 0 0,-1 1-1 0 0,0 0 1 0 0,0 0-1 0 0,0 0 1 0 0,14 14-1 0 0,-21-19 308 0 0,0 1-1 0 0,-1-1 1 0 0,1 1 0 0 0,0-1-1 0 0,0 1 1 0 0,-1-1-1 0 0,1 1 1 0 0,0 0 0 0 0,-1 0-1 0 0,1-1 1 0 0,0 1 0 0 0,-1 0-1 0 0,1 0 1 0 0,-1 0-1 0 0,0 0 1 0 0,1-1 0 0 0,-1 1-1 0 0,0 0 1 0 0,1 0 0 0 0,-1 0-1 0 0,0 0 1 0 0,0 0-1 0 0,0 0 1 0 0,0 0 0 0 0,0 0-1 0 0,0 0 1 0 0,0 0 0 0 0,0 0-1 0 0,0 0 1 0 0,0 0-1 0 0,-1 0 1 0 0,1 0 0 0 0,0-1-1 0 0,-1 1 1 0 0,1 0 0 0 0,0 0-1 0 0,-1 0 1 0 0,1 0-1 0 0,-2 1 1 0 0,-7 5-3087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27.67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101 0 4689 0 0,'0'1'158'0'0,"-1"0"0"0"0,0 0 0 0 0,0 0 0 0 0,0 0 0 0 0,1 0-1 0 0,-1 0 1 0 0,0 0 0 0 0,1 0 0 0 0,-1 0 0 0 0,1 1 0 0 0,-1-1 0 0 0,1 0 0 0 0,0 0 0 0 0,-1 0 0 0 0,1 1 0 0 0,0-1 0 0 0,0 0-1 0 0,0 0 1 0 0,0 1 0 0 0,0-1 0 0 0,0 0 0 0 0,0 0 0 0 0,0 1 0 0 0,1-1 0 0 0,-1 0 0 0 0,0 0 0 0 0,1 2 0 0 0,1-2 12 0 0,-1 1 0 0 0,1-1 0 0 0,-1 0 1 0 0,1 1-1 0 0,-1-1 0 0 0,1 0 0 0 0,0 0 1 0 0,0 0-1 0 0,-1 0 0 0 0,1-1 1 0 0,0 1-1 0 0,0 0 0 0 0,0-1 0 0 0,4 1 1 0 0,6 1 166 0 0,1 0 0 0 0,-1-2 0 0 0,1 0 0 0 0,14-1 0 0 0,-6 0-10 0 0,-1-1 0 0 0,1-1 0 0 0,-1-1 0 0 0,0-1 0 0 0,0-1 0 0 0,28-12 0 0 0,-47 18-299 0 0,-1 0 0 0 0,0 0 0 0 0,0 0 0 0 0,1 0-1 0 0,-1 0 1 0 0,0 0 0 0 0,1 0 0 0 0,-1 0 0 0 0,0 0 0 0 0,0 0-1 0 0,1 0 1 0 0,-1 0 0 0 0,0 0 0 0 0,0 0 0 0 0,1 0 0 0 0,-1 0-1 0 0,0 0 1 0 0,0-1 0 0 0,1 1 0 0 0,-1 0 0 0 0,0 0 0 0 0,0 0-1 0 0,0 0 1 0 0,1-1 0 0 0,-1 1 0 0 0,0 0 0 0 0,0 0 0 0 0,0 0-1 0 0,0-1 1 0 0,1 1 0 0 0,-1 0 0 0 0,0 0 0 0 0,0-1 0 0 0,0 1-1 0 0,0 0 1 0 0,0-1 0 0 0,0 1 0 0 0,0 0 0 0 0,0 0 0 0 0,0-1-1 0 0,0 1 1 0 0,0 0 0 0 0,0 0 0 0 0,0-1 0 0 0,0 1 0 0 0,0 0-1 0 0,0-1 1 0 0,0 1 0 0 0,0 0 0 0 0,0 0 0 0 0,0-1-1 0 0,0 1 1 0 0,-1 0 0 0 0,1-1 0 0 0,-21-1 482 0 0,-28 5-344 0 0,28 1-153 0 0,1 1-1 0 0,0 0 0 0 0,0 2 0 0 0,0 0 0 0 0,-34 20 0 0 0,47-23-21 0 0,0 0-1 0 0,0 0 0 0 0,0 0 0 0 0,1 1 0 0 0,0 0 0 0 0,0 1 0 0 0,0-1 0 0 0,1 1 1 0 0,0 1-1 0 0,0-1 0 0 0,0 0 0 0 0,1 1 0 0 0,0 0 0 0 0,0 0 0 0 0,1 0 0 0 0,-1 1 1 0 0,2-1-1 0 0,-3 11 0 0 0,4-15 6 0 0,1-1 1 0 0,-1 0-1 0 0,1 0 1 0 0,0 1-1 0 0,0-1 0 0 0,0 0 1 0 0,0 1-1 0 0,0-1 1 0 0,1 0-1 0 0,-1 0 1 0 0,1 1-1 0 0,-1-1 0 0 0,1 0 1 0 0,0 0-1 0 0,0 0 1 0 0,0 0-1 0 0,0 0 1 0 0,0 0-1 0 0,1 0 0 0 0,-1 0 1 0 0,0 0-1 0 0,1-1 1 0 0,2 3-1 0 0,-1-2 3 0 0,1 1 0 0 0,-1-1-1 0 0,1 0 1 0 0,0-1 0 0 0,0 1 0 0 0,0-1-1 0 0,0 0 1 0 0,0 0 0 0 0,0 0-1 0 0,1 0 1 0 0,6 0 0 0 0,7-1 13 0 0,1 0 0 0 0,-1-2 0 0 0,0 0 0 0 0,30-8-1 0 0,-31 5 14 0 0,34-6 43 0 0,-50 11-45 0 0,1 0 0 0 0,-1-1 0 0 0,0 1 0 0 0,0 0 0 0 0,0 1 1 0 0,0-1-1 0 0,0 0 0 0 0,0 0 0 0 0,0 0 0 0 0,0 1 0 0 0,0-1 0 0 0,0 0 0 0 0,0 1 0 0 0,0-1 0 0 0,0 1 0 0 0,0-1 0 0 0,0 1 0 0 0,0 0 0 0 0,0-1 0 0 0,0 1 0 0 0,0 0 0 0 0,0 0 0 0 0,-1 0 0 0 0,1-1 0 0 0,0 1 0 0 0,-1 0 0 0 0,1 0 0 0 0,-1 0 0 0 0,1 0 0 0 0,-1 0 0 0 0,1 0 0 0 0,-1 0 0 0 0,0 0 0 0 0,1 0 1 0 0,-1 1-1 0 0,0-1 0 0 0,0 2 0 0 0,16 171 1057 0 0,-16-172-1198 0 0,0 1 0 0 0,0-1-1 0 0,0 1 1 0 0,0 0 0 0 0,0-1 0 0 0,-1 1 0 0 0,1 0-1 0 0,-1-1 1 0 0,0 1 0 0 0,1-1 0 0 0,-1 1 0 0 0,-1-1 0 0 0,1 0-1 0 0,0 1 1 0 0,0-1 0 0 0,-1 0 0 0 0,0 0 0 0 0,1 0 0 0 0,-1 0-1 0 0,0 0 1 0 0,-4 3 0 0 0,2-2-93 0 0,-1 0 1 0 0,0-1-1 0 0,0 1 0 0 0,0-1 1 0 0,0 0-1 0 0,0-1 1 0 0,-1 1-1 0 0,1-1 0 0 0,-1 0 1 0 0,-5 0-1 0 0,-13 0-92 0 0,0-1-1 0 0,1-2 1 0 0,-44-7-1 0 0,38 3 492 0 0,22 3-29 0 0,1 1 0 0 0,-1 0 0 0 0,1 1 0 0 0,-1-1 0 0 0,0 1 0 0 0,1 1-1 0 0,-1-1 1 0 0,0 1 0 0 0,0 1 0 0 0,0-1 0 0 0,1 1 0 0 0,-1 0 0 0 0,-11 3 0 0 0,18-3-131 0 0,0-1 0 0 0,0 1 0 0 0,0-1 0 0 0,-1 1-1 0 0,1-1 1 0 0,0 1 0 0 0,0-1 0 0 0,0 1 0 0 0,0 0 0 0 0,0-1 0 0 0,0 1 0 0 0,0-1 0 0 0,0 1 0 0 0,0-1 0 0 0,0 1 0 0 0,0-1 0 0 0,0 1 0 0 0,1-1 0 0 0,-1 1 0 0 0,0-1 0 0 0,0 1 0 0 0,1-1 0 0 0,-1 1-1 0 0,0-1 1 0 0,0 1 0 0 0,1-1 0 0 0,-1 0 0 0 0,0 1 0 0 0,1-1 0 0 0,-1 1 0 0 0,1-1 0 0 0,-1 0 0 0 0,1 1 0 0 0,-1-1 0 0 0,0 0 0 0 0,1 0 0 0 0,-1 1 0 0 0,1-1 0 0 0,-1 0 0 0 0,1 0 0 0 0,-1 0 0 0 0,1 0-1 0 0,1 1 1 0 0,24 13 709 0 0,-6-8-502 0 0,0 0 0 0 0,1-2 0 0 0,0 0 0 0 0,0-1 1 0 0,0-1-1 0 0,23-1 0 0 0,131-12 904 0 0,-127 7-835 0 0,23-3-74 0 0,95-23-1 0 0,-68 2-6315 0 0,-98 28 5951 0 0,0 0 1 0 0,0 0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4:47.2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78 2144 0 0,'-18'23'6658'0'0,"16"-14"-4884"0"0,15-10-353 0 0,-7-2-1119 0 0,-2 1-161 0 0,1 0 0 0 0,-1 1 0 0 0,0-1 0 0 0,1 1 0 0 0,-1 0 0 0 0,1 1 0 0 0,-1-1 0 0 0,1 1 0 0 0,-1-1 0 0 0,5 2 0 0 0,27-5 101 0 0,-31 3-203 0 0,-1 0 0 0 0,1 0 0 0 0,-1 1 0 0 0,1-1 0 0 0,-1 1 0 0 0,1 0 0 0 0,-1 1 0 0 0,1-1 1 0 0,-1 1-1 0 0,1-1 0 0 0,-1 1 0 0 0,0 1 0 0 0,1-1 0 0 0,-1 0 0 0 0,0 1 0 0 0,0 0 0 0 0,7 4 0 0 0,-7-3-16 0 0,1 0 1 0 0,-1 0-1 0 0,1-1 0 0 0,0 1 0 0 0,-1-1 1 0 0,1-1-1 0 0,0 1 0 0 0,0-1 0 0 0,0 1 1 0 0,1-1-1 0 0,-1-1 0 0 0,0 1 0 0 0,0-1 1 0 0,0 0-1 0 0,1 0 0 0 0,-1 0 0 0 0,0-1 1 0 0,7-1-1 0 0,46 0 101 0 0,-35 3-94 0 0,-1-1 0 0 0,1 0 0 0 0,-1-2 0 0 0,0-1 0 0 0,0 0 0 0 0,27-8 0 0 0,-32 8 15 0 0,1 1 0 0 0,-1 0-1 0 0,34 3 1 0 0,-33 0 14 0 0,0-1 1 0 0,0-1 0 0 0,35-5 0 0 0,-18 0 60 0 0,1 2 1 0 0,0 1 0 0 0,50 3-1 0 0,25-1 107 0 0,105-4 135 0 0,-105 2-196 0 0,-70 3-75 0 0,1-2 0 0 0,-1-1-1 0 0,58-12 1 0 0,-66 8-72 0 0,1 2-1 0 0,47-1 1 0 0,33-4 85 0 0,-87 7-91 0 0,1 2-1 0 0,-1 0 0 0 0,54 7 1 0 0,-45-2-25 0 0,56-2 1 0 0,-47-3 30 0 0,51 6 0 0 0,9 0 45 0 0,-8-6 56 0 0,95 2 3 0 0,172 9 85 0 0,-332-9-170 0 0,48-6-1 0 0,-52 3 21 0 0,-1 0 0 0 0,53 5 1 0 0,-14 3 70 0 0,1-4 0 0 0,103-9 1 0 0,-107 3-97 0 0,55 1 22 0 0,61-5 2 0 0,12 2-37 0 0,-135 8-4 0 0,110-13 0 0 0,-91 3 106 0 0,149 5 0 0 0,-128 4-63 0 0,-70-3-2 0 0,-21 0-47 0 0,1 1 0 0 0,-1 1 0 0 0,1-1 0 0 0,-1 1 0 0 0,0 0 0 0 0,1 0 0 0 0,-1 1 0 0 0,8 1 0 0 0,-23 0-6836 0 0,-14 0 1602 0 0,6-1-284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03.2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31 2040 0 0,'0'0'177'0'0,"0"0"-1"0"0,-1-1 1 0 0,1 1-1 0 0,0 0 1 0 0,-1 0-1 0 0,1-1 1 0 0,0 1-1 0 0,-1 0 1 0 0,1 0-1 0 0,-1-1 0 0 0,1 1 1 0 0,0 0-1 0 0,-1 0 1 0 0,1 0-1 0 0,-1 0 1 0 0,1 0-1 0 0,0 0 1 0 0,-1 0-1 0 0,1 0 1 0 0,-1-1-1 0 0,1 1 0 0 0,-1 1 1 0 0,1-1-1 0 0,0 0 1 0 0,-1 0-1 0 0,1 0 1 0 0,-1 0-1 0 0,1 0 1 0 0,-1 0-1 0 0,1 0 1 0 0,0 1-1 0 0,-1-1 1 0 0,1 0-1 0 0,0 0 0 0 0,-1 0 1 0 0,1 1-1 0 0,0-1 1 0 0,-1 0-1 0 0,1 1 1 0 0,0-1-1 0 0,-1 0 1 0 0,1 1-1 0 0,0-1 1 0 0,0 0-1 0 0,-1 1 0 0 0,1-1 1 0 0,0 0-1 0 0,0 1 1 0 0,0-1-1 0 0,0 1 1 0 0,0-1-1 0 0,-1 1 1 0 0,1-1-1 0 0,0 0 1 0 0,0 1-1 0 0,7 10 2761 0 0,12-6-3578 0 0,108-11 1650 0 0,-79 2-921 0 0,0 2 0 0 0,69 7 0 0 0,-85-3-31 0 0,1-2 1 0 0,-1 0-1 0 0,0-3 0 0 0,43-8 0 0 0,-45 6 15 0 0,2 1 0 0 0,-1 1 1 0 0,0 1-1 0 0,56 5 0 0 0,-47 3 29 0 0,0-2 1 0 0,77-4-1 0 0,-103 0-53 0 0,0 1 0 0 0,-1 0-1 0 0,1 1 1 0 0,0 0 0 0 0,-1 1-1 0 0,16 5 1 0 0,17 4 81 0 0,-27-9-95 0 0,0-2 0 0 0,0-1 0 0 0,0 0-1 0 0,0-1 1 0 0,31-6 0 0 0,1 0 31 0 0,-2 2-6 0 0,-11 1-30 0 0,0 1-1 0 0,0 1 1 0 0,73 8-1 0 0,-80-3-5 0 0,60-2 0 0 0,13 1 49 0 0,-41 1 42 0 0,124-12 1 0 0,-185 9-110 0 0,62-6 33 0 0,129-6 67 0 0,-163 11-2 0 0,55-11 0 0 0,-63 8-78 0 0,0 0 1 0 0,0 2-1 0 0,1 1 0 0 0,40 2 0 0 0,38 8 58 0 0,-54-6 9 0 0,-1 2-1 0 0,69 17 1 0 0,-90-16-60 0 0,-1-2 0 0 0,1-1 0 0 0,0-1 0 0 0,44-2 1 0 0,-34 0-2 0 0,18 3-22 0 0,27-1 24 0 0,-58-3-20 0 0,1 1-1 0 0,-1 1 0 0 0,34 6 1 0 0,-36-3 5 0 0,0-2 1 0 0,0 0-1 0 0,0-2 0 0 0,35-2 1 0 0,-19-1-6 0 0,-1 1-1 0 0,0 2 1 0 0,51 6 0 0 0,28 1 80 0 0,-65-7-85 0 0,297 7 166 0 0,-296-4-104 0 0,0-1-1 0 0,1-3 0 0 0,66-10 1 0 0,-41 3 40 0 0,-1 2 1 0 0,81 6-1 0 0,-72 1 162 0 0,13 3-137 0 0,-54-1-27 0 0,58-3 1 0 0,218-7-24 0 0,-288 7-66 0 0,0 1-1 0 0,1 2 1 0 0,57 12 0 0 0,-14-2 29 0 0,-13-3 38 0 0,-1-3-1 0 0,120-2 1 0 0,362-25 117 0 0,-224 15 17 0 0,-225 5-185 0 0,139-3 113 0 0,240 6 333 0 0,5-4-104 0 0,-12-30-150 0 0,-362 25-169 0 0,201-16 180 0 0,4-4 40 0 0,-215 20-261 0 0,-3 2 27 0 0,-97 4-659 0 0,-15 1-2665 0 0,5 6-7943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0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79 3121 0 0,'-17'15'1710'0'0,"0"1"0"0"0,-28 34 0 0 0,40-44-1559 0 0,0 1 0 0 0,1-1 0 0 0,0 1 0 0 0,0-1 0 0 0,1 1 0 0 0,0 0 0 0 0,0 0 0 0 0,1 1 0 0 0,0-1 0 0 0,0 1 0 0 0,1-1 0 0 0,-2 14 0 0 0,3-20-141 0 0,0 1 0 0 0,0-1 0 0 0,0 1-1 0 0,0 0 1 0 0,0-1 0 0 0,1 1 0 0 0,-1-1-1 0 0,0 1 1 0 0,1-1 0 0 0,-1 1 0 0 0,1-1 0 0 0,0 0-1 0 0,-1 1 1 0 0,1-1 0 0 0,0 0 0 0 0,0 1 0 0 0,0-1-1 0 0,0 0 1 0 0,0 0 0 0 0,0 0 0 0 0,0 0-1 0 0,0 0 1 0 0,1 0 0 0 0,-1 0 0 0 0,2 1 0 0 0,0-1 0 0 0,0 0 0 0 0,0 0 1 0 0,0 0-1 0 0,0-1 1 0 0,0 1-1 0 0,0-1 0 0 0,0 0 1 0 0,0 0-1 0 0,0 0 1 0 0,1 0-1 0 0,4-2 1 0 0,4 0 5 0 0,0-2 1 0 0,0 1-1 0 0,0-2 1 0 0,-1 1-1 0 0,15-9 1 0 0,-8 2 57 0 0,-1 0 0 0 0,-1-2 0 0 0,0 1 0 0 0,23-26-1 0 0,-34 34 10 0 0,-2 0 0 0 0,1 0 0 0 0,0 0 0 0 0,-1-1 0 0 0,0 1 0 0 0,0-1 0 0 0,0 0 0 0 0,0 0 0 0 0,-1 0 0 0 0,0 0 0 0 0,0-1 0 0 0,0 1-1 0 0,-1 0 1 0 0,0-1 0 0 0,0 1 0 0 0,0-1 0 0 0,0 0 0 0 0,-1 1 0 0 0,0-1 0 0 0,-1 1 0 0 0,-1-11 0 0 0,1 12-44 0 0,0 1 0 0 0,-1-1 1 0 0,1 1-1 0 0,-1 0 0 0 0,0-1 0 0 0,0 1 1 0 0,0 0-1 0 0,0 0 0 0 0,-1 0 1 0 0,1 1-1 0 0,-1-1 0 0 0,0 0 0 0 0,0 1 1 0 0,0 0-1 0 0,0 0 0 0 0,0 0 0 0 0,0 0 1 0 0,0 0-1 0 0,-5-1 0 0 0,1 1 23 0 0,1 0 0 0 0,-1 0-1 0 0,1 1 1 0 0,-1 0 0 0 0,0 1 0 0 0,0-1-1 0 0,1 1 1 0 0,-1 1 0 0 0,0-1-1 0 0,-9 2 1 0 0,7 0-217 0 0,-1 1 0 0 0,1-1 0 0 0,0 2 0 0 0,0-1 0 0 0,0 1 0 0 0,0 0 0 0 0,-9 7 0 0 0,14-8-227 0 0,0 0 0 0 0,-1 0-1 0 0,1 0 1 0 0,0 1-1 0 0,0 0 1 0 0,1 0 0 0 0,-1 0-1 0 0,1 0 1 0 0,0 0 0 0 0,0 1-1 0 0,0-1 1 0 0,-2 8-1 0 0,2-1-2056 0 0,3 0-1422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0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5033 0 0,'-3'13'1568'0'0,"0"6"-359"0"0,-1 7 79 0 0,1 3-160 0 0,2 1-264 0 0,1 1-280 0 0,0 1-119 0 0,1 2-177 0 0,1 1-152 0 0,3-3-96 0 0,0 1-48 0 0,0-2-104 0 0,-1-4-272 0 0,1 1-449 0 0,0-2-591 0 0,0-3-656 0 0,-3-5-537 0 0,4 1-1184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1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6 144 5089 0 0,'0'0'114'0'0,"-1"1"1"0"0,1-1-1 0 0,-1 1 0 0 0,1 0 0 0 0,-1-1 0 0 0,1 1 1 0 0,0-1-1 0 0,-1 1 0 0 0,1 0 0 0 0,0 0 0 0 0,0-1 1 0 0,-1 1-1 0 0,1 0 0 0 0,0-1 0 0 0,0 1 0 0 0,0 0 1 0 0,0 0-1 0 0,0-1 0 0 0,0 1 0 0 0,0 0 0 0 0,0 0 1 0 0,0-1-1 0 0,0 1 0 0 0,0 0 0 0 0,1 0 1 0 0,-1-1-1 0 0,0 1 0 0 0,1 0 0 0 0,-1-1 0 0 0,0 1 1 0 0,1 0-1 0 0,0 0 0 0 0,0 0-21 0 0,1-1-1 0 0,0 0 1 0 0,-1 0 0 0 0,1 1 0 0 0,-1-1-1 0 0,1 0 1 0 0,0-1 0 0 0,-1 1-1 0 0,1 0 1 0 0,-1 0 0 0 0,1-1 0 0 0,-1 1-1 0 0,1-1 1 0 0,1 0 0 0 0,59-28 138 0 0,-59 28-150 0 0,68-42-38 0 0,-52 30 3 0 0,1 0 0 0 0,1 1 0 0 0,0 1 0 0 0,0 1 0 0 0,1 1 0 0 0,1 0 0 0 0,26-5 0 0 0,-48 14-31 0 0,-1 0-1 0 0,1-1 1 0 0,-1 1 0 0 0,1 0 0 0 0,0 0 0 0 0,-1 0 0 0 0,1 0-1 0 0,0 0 1 0 0,-1 0 0 0 0,1 0 0 0 0,-1 0 0 0 0,1 0 0 0 0,0 1-1 0 0,-1-1 1 0 0,1 0 0 0 0,-1 0 0 0 0,1 0 0 0 0,-1 1 0 0 0,1-1-1 0 0,-1 0 1 0 0,1 1 0 0 0,-1-1 0 0 0,1 0 0 0 0,-1 1 0 0 0,1-1 0 0 0,-1 1-1 0 0,1-1 1 0 0,-1 1 0 0 0,0-1 0 0 0,1 1 0 0 0,-1-1 0 0 0,0 1-1 0 0,1-1 1 0 0,-1 1 0 0 0,1 1 0 0 0,-5 26 781 0 0,-21 30 621 0 0,24-57-1373 0 0,-21 36 822 0 0,-15 29 214 0 0,34-61-997 0 0,1 1 0 0 0,0-1-1 0 0,0 1 1 0 0,0-1-1 0 0,1 1 1 0 0,0 0 0 0 0,0 0-1 0 0,0 0 1 0 0,1 8 0 0 0,0-13-77 0 0,0 0 0 0 0,0 0 1 0 0,1 0-1 0 0,-1 0 0 0 0,1-1 1 0 0,-1 1-1 0 0,1 0 1 0 0,-1 0-1 0 0,1-1 0 0 0,-1 1 1 0 0,1 0-1 0 0,-1-1 1 0 0,1 1-1 0 0,0 0 0 0 0,-1-1 1 0 0,1 1-1 0 0,0-1 1 0 0,0 1-1 0 0,-1-1 0 0 0,1 0 1 0 0,0 1-1 0 0,0-1 1 0 0,0 0-1 0 0,0 1 0 0 0,0-1 1 0 0,-1 0-1 0 0,1 0 1 0 0,0 0-1 0 0,0 0 0 0 0,0 0 1 0 0,0 0-1 0 0,0 0 0 0 0,0 0 1 0 0,0 0-1 0 0,-1 0 1 0 0,1-1-1 0 0,0 1 0 0 0,1-1 1 0 0,35-9-27 0 0,22-19-178 0 0,31-25-738 0 0,-1-13-2742 0 0,-82 61 2763 0 0,-1 0 0 0 0,0 0 1 0 0,0 0-1 0 0,-1-1 0 0 0,0 0 0 0 0,4-8 0 0 0,1-3-2922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1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5393 0 0,'1'-2'322'0'0,"0"0"1"0"0,-1 0-1 0 0,1 0 0 0 0,0 0 0 0 0,0-1 0 0 0,0 2 1 0 0,0-1-1 0 0,0 0 0 0 0,1 0 0 0 0,-1 0 0 0 0,1 0 1 0 0,-1 1-1 0 0,1-1 0 0 0,0 1 0 0 0,-1-1 0 0 0,1 1 1 0 0,0 0-1 0 0,0 0 0 0 0,0-1 0 0 0,0 1 1 0 0,0 1-1 0 0,4-3 0 0 0,53-16 1410 0 0,-53 17-1456 0 0,10-2-76 0 0,0 1 0 0 0,0 0-1 0 0,0 2 1 0 0,1-1 0 0 0,18 2-1 0 0,-29 0-277 0 0,-1 1 0 0 0,1-1-1 0 0,-1 1 1 0 0,1 0 0 0 0,0 0 0 0 0,-1 1-1 0 0,0-1 1 0 0,1 1 0 0 0,-1 0-1 0 0,0 1 1 0 0,0-1 0 0 0,0 1 0 0 0,0 0-1 0 0,0 1 1 0 0,-1-1 0 0 0,0 1 0 0 0,1 0-1 0 0,5 6 1 0 0,-9-7-227 0 0,0-1-1 0 0,0 1 1 0 0,0-1 0 0 0,0 1-1 0 0,0 0 1 0 0,0-1 0 0 0,-1 1-1 0 0,1 0 1 0 0,-1 0 0 0 0,0-1-1 0 0,0 1 1 0 0,0 0 0 0 0,0 0-1 0 0,0-1 1 0 0,0 1 0 0 0,-1 0-1 0 0,0 0 1 0 0,1-1 0 0 0,-1 1-1 0 0,0 0 1 0 0,0-1 0 0 0,0 1-1 0 0,-1-1 1 0 0,1 0 0 0 0,-1 1-1 0 0,1-1 1 0 0,-1 0 0 0 0,0 0-1 0 0,0 0 1 0 0,0 0 0 0 0,0 0-1 0 0,0 0 1 0 0,0 0 0 0 0,-1-1-1 0 0,1 1 1 0 0,0-1 0 0 0,-1 0-1 0 0,1 0 1 0 0,-5 2 0 0 0,-6 4-1685 0 0</inkml:trace>
  <inkml:trace contextRef="#ctx0" brushRef="#br0" timeOffset="1">171 148 3641 0 0,'-2'11'929'0'0,"0"1"0"0"0,0-1 1 0 0,1 0-1 0 0,1 1 0 0 0,1 21 1 0 0,15 54 580 0 0,-2-12-1663 0 0,-13-74 47 0 0,-1 1 0 0 0,0-1 0 0 0,0 1 0 0 0,1-1-1 0 0,-1 1 1 0 0,0-1 0 0 0,0 0 0 0 0,0 1 0 0 0,0-1-1 0 0,-1 1 1 0 0,1-1 0 0 0,0 1 0 0 0,0-1 0 0 0,-1 0 0 0 0,1 1-1 0 0,-1-1 1 0 0,0 0 0 0 0,1 1 0 0 0,-1-1 0 0 0,0 0-1 0 0,0 0 1 0 0,1 1 0 0 0,-1-1 0 0 0,0 0 0 0 0,0 0-1 0 0,0 0 1 0 0,-1 0 0 0 0,1 0 0 0 0,0-1 0 0 0,0 1 0 0 0,0 0-1 0 0,-1 0 1 0 0,1-1 0 0 0,0 1 0 0 0,-1-1 0 0 0,1 1-1 0 0,-1-1 1 0 0,1 0 0 0 0,0 1 0 0 0,-1-1 0 0 0,1 0 0 0 0,-1 0-1 0 0,-1 0 1 0 0,-9-1-58 0 0,-1 0-1 0 0,1 0 1 0 0,0-2 0 0 0,-19-5-1 0 0,-12-1 3878 0 0,37 12-522 0 0,12 1-1581 0 0,15 3-357 0 0,-4-9-1093 0 0,0 1-1 0 0,0-2 1 0 0,-1 0-1 0 0,1-1 1 0 0,24-10-1 0 0,76-36-3991 0 0,-108 46 2791 0 0,0 0 0 0 0,0-1-1 0 0,-1 0 1 0 0,0 0 0 0 0,0-1 0 0 0,10-8 0 0 0,-2-2-2419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2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5377 0 0,'-3'17'5556'0'0,"10"20"-3583"0"0,-4-24-1175 0 0,35 176 1575 0 0,3-68-8507 0 0,-36-111 3178 0 0,7 7-1446 0 0</inkml:trace>
  <inkml:trace contextRef="#ctx0" brushRef="#br0" timeOffset="1">64 206 4641 0 0,'-1'0'3249'0'0,"1"5"-1761"0"0,0 0-408 0 0,1 0 8 0 0,4 1-143 0 0,0-3-329 0 0,3 2-256 0 0,0-3-192 0 0,5 0-96 0 0,0-2-104 0 0,2 0-232 0 0,1-2-376 0 0,-1 0-457 0 0,0-1-479 0 0,-2 0-488 0 0,-5-2-305 0 0,2 3-1664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2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29 623 4641 0 0,'-3'2'355'0'0,"1"1"1"0"0,-1 0-1 0 0,1 0 0 0 0,-1 0 1 0 0,1 0-1 0 0,0 0 0 0 0,0 1 1 0 0,1-1-1 0 0,-1 1 0 0 0,1-1 1 0 0,-1 1-1 0 0,1 0 0 0 0,0-1 1 0 0,0 1-1 0 0,0 4 0 0 0,2-7-300 0 0,-1 0 0 0 0,1 0 0 0 0,-1-1 0 0 0,1 1 0 0 0,0 0 0 0 0,-1-1 0 0 0,1 1 0 0 0,0 0 0 0 0,-1-1 0 0 0,1 1 0 0 0,0-1 0 0 0,0 1-1 0 0,0-1 1 0 0,-1 0 0 0 0,1 1 0 0 0,0-1 0 0 0,0 0 0 0 0,0 1 0 0 0,0-1 0 0 0,0 0 0 0 0,-1 0 0 0 0,1 0 0 0 0,0 0 0 0 0,0 0 0 0 0,0 0 0 0 0,0 0 0 0 0,0 0 0 0 0,0 0 0 0 0,0-1-1 0 0,0 1 1 0 0,-1 0 0 0 0,3-1 0 0 0,32-9 265 0 0,-34 10-298 0 0,24-10 117 0 0,47-27 0 0 0,-52 25-56 0 0,2 1 0 0 0,-1 1 0 0 0,28-8 0 0 0,-49 18-64 0 0,0-1 0 0 0,1 1 1 0 0,-1 0-1 0 0,0 0 0 0 0,1 0 0 0 0,-1 0 1 0 0,0-1-1 0 0,1 1 0 0 0,-1 0 1 0 0,1 0-1 0 0,-1 0 0 0 0,0 0 0 0 0,1 0 1 0 0,-1 0-1 0 0,0 0 0 0 0,1 0 1 0 0,-1 0-1 0 0,1 0 0 0 0,-1 0 0 0 0,0 0 1 0 0,1 0-1 0 0,-1 1 0 0 0,0-1 1 0 0,1 0-1 0 0,-1 0 0 0 0,0 0 0 0 0,1 0 1 0 0,-1 1-1 0 0,0-1 0 0 0,1 0 1 0 0,-1 0-1 0 0,0 1 0 0 0,0-1 0 0 0,1 0 1 0 0,-1 0-1 0 0,0 1 0 0 0,0-1 0 0 0,0 0 1 0 0,1 1-1 0 0,-1-1 0 0 0,0 0 1 0 0,0 1-1 0 0,0-1 0 0 0,0 1 0 0 0,0-1 1 0 0,0 0-1 0 0,1 1 0 0 0,-9 26 903 0 0,-21 26 377 0 0,28-52-1273 0 0,-8 13 313 0 0,-20 34 426 0 0,28-45-720 0 0,-1 0-1 0 0,1 1 0 0 0,-1-1 1 0 0,1 0-1 0 0,0 0 0 0 0,0 1 1 0 0,1-1-1 0 0,-1 1 0 0 0,1-1 1 0 0,-1 0-1 0 0,1 1 0 0 0,1 5 1 0 0,-1-8-37 0 0,1 0 0 0 0,-1 0 0 0 0,1 0 0 0 0,0 0 0 0 0,-1 0 0 0 0,1 0 0 0 0,0 0 0 0 0,0 0 0 0 0,0-1 0 0 0,0 1 0 0 0,-1 0 0 0 0,1 0 0 0 0,0-1 0 0 0,1 1 0 0 0,-1-1 0 0 0,0 1 0 0 0,0-1 0 0 0,0 1 0 0 0,0-1 0 0 0,0 1 0 0 0,0-1 0 0 0,1 0 0 0 0,-1 0 0 0 0,0 0-1 0 0,0 0 1 0 0,1 0 0 0 0,-1 0 0 0 0,0 0 0 0 0,0 0 0 0 0,0 0 0 0 0,1 0 0 0 0,-1-1 0 0 0,2 1 0 0 0,43-13 20 0 0,-42 12-18 0 0,46-18-849 0 0,61-30 0 0 0,-82 33-2338 0 0,41-28 0 0 0,-38 14-1473 0 0,-17 13 831 0 0</inkml:trace>
  <inkml:trace contextRef="#ctx0" brushRef="#br0" timeOffset="1">612 1 6657 0 0,'-3'6'2073'0'0,"1"9"-561"0"0,0 3-240 0 0,2 3-255 0 0,2 0-345 0 0,0 0-240 0 0,1 2-120 0 0,0-2-120 0 0,2 2-88 0 0,0-2-104 0 0,0 0-216 0 0,0 1-392 0 0,-1-3-552 0 0,1-3-721 0 0,-1-3-711 0 0,5 9-2625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2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6401 0 0,'3'1'391'0'0,"1"0"0"0"0,-1 0 0 0 0,0 0-1 0 0,1-1 1 0 0,-1 1 0 0 0,0-1 0 0 0,1 0 0 0 0,-1 0-1 0 0,0 0 1 0 0,1-1 0 0 0,-1 1 0 0 0,0-1 0 0 0,1 1-1 0 0,-1-1 1 0 0,6-3 0 0 0,52-24 150 0 0,-42 18-92 0 0,7-4-240 0 0,-13 6-135 0 0,1 1-1 0 0,0 0 1 0 0,0 1-1 0 0,1 1 0 0 0,-1 0 1 0 0,25-5-1 0 0,-39 10-71 0 0,1 0 1 0 0,0 0-1 0 0,-1 0 1 0 0,1 0-1 0 0,0 0 0 0 0,0 0 1 0 0,-1 0-1 0 0,1 0 0 0 0,0 0 1 0 0,-1 0-1 0 0,1 0 0 0 0,0 1 1 0 0,-1-1-1 0 0,1 0 1 0 0,0 0-1 0 0,-1 1 0 0 0,1-1 1 0 0,-1 0-1 0 0,1 1 0 0 0,0-1 1 0 0,-1 1-1 0 0,1-1 0 0 0,-1 1 1 0 0,1-1-1 0 0,-1 1 1 0 0,1-1-1 0 0,-1 1 0 0 0,0-1 1 0 0,1 1-1 0 0,-1 0 0 0 0,0-1 1 0 0,1 1-1 0 0,-1-1 1 0 0,0 1-1 0 0,0 0 0 0 0,1-1 1 0 0,-1 1-1 0 0,0 0 0 0 0,0 0 1 0 0,0-1-1 0 0,0 1 0 0 0,0 0 1 0 0,0-1-1 0 0,0 1 1 0 0,0 0-1 0 0,-1-1 0 0 0,1 1 1 0 0,0 0-1 0 0,0-1 0 0 0,0 1 1 0 0,-1 0-1 0 0,1-1 0 0 0,0 1 1 0 0,-1 0-1 0 0,1-1 1 0 0,0 1-1 0 0,-2 0 0 0 0,-23 42 63 0 0,22-39-55 0 0,-40 46 65 0 0,35-42-107 0 0,0 0 1 0 0,0 1-1 0 0,1 0 1 0 0,0 0 0 0 0,1 1-1 0 0,-7 13 1 0 0,70-23-661 0 0,-43 5 803 0 0,0 0 1 0 0,0 1 0 0 0,-1 0-1 0 0,1 1 1 0 0,-1 0 0 0 0,-1 1-1 0 0,0 1 1 0 0,22 19 0 0 0,-21-17-332 0 0,0 0 0 0 0,0-1 0 0 0,1-1 0 0 0,0-1 0 0 0,0 0 0 0 0,28 11 0 0 0,-27-17-2354 0 0,-15-2 2426 0 0,0-1 0 0 0,1 1 1 0 0,-1 0-1 0 0,0 0 0 0 0,1-1 0 0 0,-1 1 0 0 0,0 0 1 0 0,0 0-1 0 0,1-1 0 0 0,-1 1 0 0 0,0 0 0 0 0,0 0 1 0 0,0-1-1 0 0,0 1 0 0 0,1 0 0 0 0,-1-1 0 0 0,0 1 1 0 0,0 0-1 0 0,0-1 0 0 0,0 1 0 0 0,0 0 0 0 0,0-1 1 0 0,0 1-1 0 0,0 0 0 0 0,0-1 0 0 0,0 1 0 0 0,0-1 1 0 0,0 1-1 0 0,0 0 0 0 0,0-1 0 0 0,0 1 0 0 0,0 0 1 0 0,-1-1-1 0 0,1-7-3724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0 243 4793 0 0,'7'-2'1784'0'0,"3"1"-495"0"0,3-3-353 0 0,5-2-40 0 0,3-1-376 0 0,2-1-352 0 0,3-2-160 0 0,0 1-120 0 0,0-3-296 0 0,0 1-448 0 0,-3-1-648 0 0,-4-1-633 0 0,10 12-1608 0 0</inkml:trace>
  <inkml:trace contextRef="#ctx0" brushRef="#br0" timeOffset="1">285 0 4033 0 0,'11'169'10322'0'0,"-2"-110"-9681"0"0,2 1 0 0 0,23 68 0 0 0,-11-76-1686 0 0,1-24-3055 0 0,-24-28 4027 0 0,0 0-1 0 0,0-1 1 0 0,0 1 0 0 0,1 0-1 0 0,-1 0 1 0 0,0 0 0 0 0,0 0-1 0 0,0 0 1 0 0,0-1 0 0 0,0 1-1 0 0,0 0 1 0 0,0 0-1 0 0,0 0 1 0 0,0 0 0 0 0,1 0-1 0 0,-1 0 1 0 0,0-1 0 0 0,0 1-1 0 0,0 0 1 0 0,0 0 0 0 0,0 0-1 0 0,0 0 1 0 0,1 0 0 0 0,-1 0-1 0 0,0 0 1 0 0,0 0 0 0 0,0 0-1 0 0,0 0 1 0 0,1 0-1 0 0,-1 0 1 0 0,0 0 0 0 0,0 0-1 0 0,0 0 1 0 0,0 0 0 0 0,1 0-1 0 0,-1 0 1 0 0,0 0 0 0 0,0 0-1 0 0,0 0 1 0 0,0 0 0 0 0,0 0-1 0 0,1 0 1 0 0,-1 0 0 0 0,0 0-1 0 0,0 0 1 0 0,0 0-1 0 0,0 0 1 0 0,0 1 0 0 0,1-1-1 0 0,-1 0 1 0 0,0 0 0 0 0,0 0-1 0 0,0 0 1 0 0,0 0 0 0 0,0 0-1 0 0,0 1 1 0 0,0-1 0 0 0,0 0-1 0 0,0 0 1 0 0,0 0 0 0 0,1 0-1 0 0,-1 0 1 0 0,0 1-1 0 0,0-1 1 0 0,0 0 0 0 0,0-2-1051 0 0,4-3-2700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3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0 248 3993 0 0,'78'-35'5663'0'0,"-63"27"-5497"0"0,0 0-1 0 0,0 1 0 0 0,1 1 0 0 0,0 1 0 0 0,20-5 1 0 0,-34 10-155 0 0,-1-1 1 0 0,0 1 0 0 0,1 0 0 0 0,-1 0-1 0 0,1 0 1 0 0,-1 0 0 0 0,0 0-1 0 0,1 0 1 0 0,-1 0 0 0 0,1 0 0 0 0,-1 1-1 0 0,0-1 1 0 0,1 0 0 0 0,-1 1 0 0 0,0 0-1 0 0,1-1 1 0 0,-1 1 0 0 0,0 0-1 0 0,0-1 1 0 0,0 1 0 0 0,0 0 0 0 0,1 0-1 0 0,-1 0 1 0 0,1 2 0 0 0,0-1 44 0 0,-1 1 1 0 0,0-1 0 0 0,0 1-1 0 0,0-1 1 0 0,0 1-1 0 0,-1-1 1 0 0,1 1-1 0 0,-1 0 1 0 0,1-1-1 0 0,-1 1 1 0 0,0 0 0 0 0,0 2-1 0 0,-1 8 349 0 0,0 1-1 0 0,-1-1 1 0 0,-1 0-1 0 0,-4 14 1 0 0,-23 52 1310 0 0,22-62-1426 0 0,0 2 0 0 0,1-1-1 0 0,1 1 1 0 0,1 0 0 0 0,1 0-1 0 0,1 0 1 0 0,-2 32 0 0 0,5-49-278 0 0,0 0 0 0 0,0 0 1 0 0,0 0-1 0 0,0 0 0 0 0,0 0 1 0 0,1 0-1 0 0,-1 0 0 0 0,1 0 1 0 0,0 0-1 0 0,-1 0 0 0 0,1-1 1 0 0,0 1-1 0 0,0 0 0 0 0,0-1 1 0 0,0 1-1 0 0,1 0 0 0 0,-1-1 1 0 0,0 1-1 0 0,1-1 0 0 0,-1 0 1 0 0,1 0-1 0 0,-1 1 0 0 0,1-1 1 0 0,2 1-1 0 0,0-1-51 0 0,-1 1 0 0 0,1-1 0 0 0,0 0 0 0 0,0-1 0 0 0,0 1 0 0 0,0-1-1 0 0,0 0 1 0 0,0 0 0 0 0,0 0 0 0 0,0 0 0 0 0,6-2 0 0 0,10-3-940 0 0,0 0-1 0 0,0-2 0 0 0,29-13 1 0 0,-46 19 754 0 0,10-4-810 0 0,-1-1 1 0 0,1 0-1 0 0,-1 0 1 0 0,0-2-1 0 0,-1 1 1 0 0,1-1 0 0 0,-1-1-1 0 0,-1 0 1 0 0,17-19-1 0 0,-6 5-1451 0 0</inkml:trace>
  <inkml:trace contextRef="#ctx0" brushRef="#br0" timeOffset="1">581 0 5761 0 0,'-3'32'4298'0'0,"0"60"1"0"0,15 37-1328 0 0,0-62-2523 0 0,35 111 0 0 0,-45-172-642 0 0,23 61 197 0 0,-6-35-2177 0 0,3-11-4159 0 0,-15-18 223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5881 0 0,'-9'10'822'0'0,"0"1"0"0"0,1 0 0 0 0,1 1 0 0 0,0-1 0 0 0,0 1 0 0 0,1 1-1 0 0,1-1 1 0 0,-8 25 0 0 0,-20 113-628 0 0,27-115 13 0 0,1 27-1812 0 0,11-21-5189 0 0,-3-31 3066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0 180 6369 0 0,'9'8'1609'0'0,"-1"5"-385"0"0,3 3-104 0 0,-1 1-344 0 0,0-6-376 0 0,3 2-232 0 0,0-2-31 0 0,3 1-81 0 0,4-2-48 0 0,-1 1-160 0 0,5-1-361 0 0,2-2-567 0 0,2-2-760 0 0,-3-2-601 0 0,1-1-1704 0 0</inkml:trace>
  <inkml:trace contextRef="#ctx0" brushRef="#br0" timeOffset="1">332 1 3705 0 0,'-4'16'3304'0'0,"0"13"-1439"0"0,3 9-425 0 0,1 6-112 0 0,3-2-367 0 0,0 2-321 0 0,4 2-288 0 0,1-6-96 0 0,2 1-96 0 0,-1-7-80 0 0,1-3 0 0 0,0-5-144 0 0,1-3-336 0 0,2-5-568 0 0,-1-5-617 0 0,1-7-743 0 0,-8-11-825 0 0,4 1-984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5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 6169 0 0,'-7'23'3177'0'0,"1"9"-1729"0"0,-4 12-207 0 0,5-2-185 0 0,2-4-344 0 0,0-2-304 0 0,3-4-240 0 0,0-3-96 0 0,3-3-112 0 0,2-4-200 0 0,1-4-400 0 0,2-4-568 0 0,1-4-545 0 0,-1-5-583 0 0,-3-8-545 0 0,1-2-1016 0 0</inkml:trace>
  <inkml:trace contextRef="#ctx0" brushRef="#br0" timeOffset="1">41 59 3161 0 0,'0'3'546'0'0,"-1"0"0"0"0,1 0 1 0 0,-1 0-1 0 0,1 0 0 0 0,0 0 1 0 0,0 0-1 0 0,1-1 0 0 0,-1 1 1 0 0,0 0-1 0 0,1 0 0 0 0,0 0 0 0 0,0 0 1 0 0,-1 0-1 0 0,4 4 0 0 0,-2-3-244 0 0,1 1 0 0 0,0-1 0 0 0,0 0 0 0 0,0 0 0 0 0,1-1 0 0 0,-1 1 0 0 0,1-1 0 0 0,4 4 0 0 0,1 0-227 0 0,1-1 0 0 0,0 0 0 0 0,0-1 1 0 0,1 0-1 0 0,-1-1 0 0 0,20 6 0 0 0,-9-6-514 0 0,0 0 1 0 0,29 1-1 0 0,12-3-4090 0 0,-28-1-428 0 0,-19 1 1752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5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9 170 6425 0 0,'0'0'152'0'0,"-1"1"0"0"0,0 0 0 0 0,0-1 0 0 0,1 1-1 0 0,-1 0 1 0 0,1-1 0 0 0,-1 1 0 0 0,1 0-1 0 0,-1 0 1 0 0,1 0 0 0 0,-1-1 0 0 0,1 1 0 0 0,0 0-1 0 0,-1 0 1 0 0,1 0 0 0 0,0 0 0 0 0,0 0-1 0 0,0 0 1 0 0,-1 0 0 0 0,1 0 0 0 0,0 0 0 0 0,0-1-1 0 0,1 1 1 0 0,-1 0 0 0 0,0 0 0 0 0,0 0 0 0 0,0 0-1 0 0,0 0 1 0 0,1 0 0 0 0,-1 0 0 0 0,1 0-1 0 0,-1-1 1 0 0,0 1 0 0 0,1 0 0 0 0,-1 0 0 0 0,1 0-1 0 0,0-1 1 0 0,-1 1 0 0 0,1 0 0 0 0,0-1-1 0 0,-1 1 1 0 0,1 0 0 0 0,0-1 0 0 0,0 1 0 0 0,-1-1-1 0 0,1 0 1 0 0,0 1 0 0 0,0-1 0 0 0,0 1 0 0 0,0-1-1 0 0,0 0 1 0 0,0 0 0 0 0,1 1 0 0 0,3 0 9 0 0,0 0 0 0 0,0 0 0 0 0,0-1 0 0 0,0 0 0 0 0,0 0 0 0 0,-1 0 0 0 0,1 0 0 0 0,10-2 0 0 0,36-14 22 0 0,0-2-1 0 0,73-36 1 0 0,-81 31-3364 0 0,52-36 0 0 0,-45 32-3315 0 0,-32 15 3351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5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0 130 5753 0 0,'97'-33'5325'0'0,"-53"16"-4816"0"0,54-29 0 0 0,-92 43-573 0 0,-1 0-274 0 0,0 1 0 0 0,1-2 0 0 0,-1 1-1 0 0,0-1 1 0 0,0 1 0 0 0,7-9 0 0 0,-79 35-865 0 0,44-14 1248 0 0,8-4 114 0 0,1 1 1 0 0,0 0 0 0 0,0 1 0 0 0,0 0-1 0 0,-12 10 1 0 0,22-13-65 0 0,-1-1 0 0 0,1 1 0 0 0,1 0 0 0 0,-1 0 0 0 0,1 1 0 0 0,0-1 1 0 0,0 1-1 0 0,0 0 0 0 0,0 0 0 0 0,1 0 0 0 0,0 0 0 0 0,0 0 0 0 0,0 0 0 0 0,1 1 0 0 0,-1-1 0 0 0,1 1 1 0 0,1-1-1 0 0,-1 7 0 0 0,1 8 183 0 0,1 1 1 0 0,1-1 0 0 0,1 1 0 0 0,1-1-1 0 0,1 0 1 0 0,0 0 0 0 0,2 0 0 0 0,0-1-1 0 0,1 0 1 0 0,1 0 0 0 0,1-1-1 0 0,19 29 1 0 0,-25-43-239 0 0,-1 1 0 0 0,1-1 0 0 0,-1 0 0 0 0,1 0 0 0 0,1 0 0 0 0,-1 0 0 0 0,0-1 0 0 0,1 1 0 0 0,0-1 0 0 0,0 0 0 0 0,0-1 0 0 0,0 1 0 0 0,0-1 0 0 0,0 0 0 0 0,1 0 0 0 0,-1-1 0 0 0,1 0 0 0 0,-1 0 0 0 0,7 1 0 0 0,-3-3-2 0 0,-1 1-1 0 0,1-1 1 0 0,0-1 0 0 0,-1 0-1 0 0,1 0 1 0 0,-1-1-1 0 0,1 0 1 0 0,-1 0-1 0 0,0-1 1 0 0,-1 0 0 0 0,13-8-1 0 0,8-5-383 0 0,7-4-1652 0 0,-2-3-3310 0 0,-28 13 1314 0 0,-2 8 814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6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1 301 5985 0 0,'1'0'2017'0'0,"2"0"-585"0"0,4 0-224 0 0,1 0-200 0 0,2-3-215 0 0,3-2-241 0 0,3 0-128 0 0,2-1-176 0 0,2-3-136 0 0,1 1-56 0 0,2 0-200 0 0,-1-2-328 0 0,3 1-520 0 0,-2-4-585 0 0,-2 0-647 0 0,-3-2-465 0 0,1 4-1416 0 0</inkml:trace>
  <inkml:trace contextRef="#ctx0" brushRef="#br0" timeOffset="1">277 116 4921 0 0,'4'-5'401'0'0,"-1"1"1"0"0,1 0-1 0 0,0 0 0 0 0,0 0 1 0 0,1 1-1 0 0,-1-1 0 0 0,6-2 1 0 0,12-11-335 0 0,-8 3 31 0 0,-10 9-30 0 0,0 0-1 0 0,0 1 0 0 0,1 0 0 0 0,-1-1 0 0 0,1 2 1 0 0,0-1-1 0 0,0 0 0 0 0,0 1 0 0 0,0 0 1 0 0,1 0-1 0 0,-1 1 0 0 0,10-4 0 0 0,-14 6 56 0 0,0 1-1 0 0,-1-1 1 0 0,1 1-1 0 0,-1-1 0 0 0,1 1 1 0 0,-1-1-1 0 0,1 1 1 0 0,-1-1-1 0 0,1 1 0 0 0,-1-1 1 0 0,0 1-1 0 0,1 0 1 0 0,-1-1-1 0 0,0 1 0 0 0,1 0 1 0 0,-1-1-1 0 0,0 1 1 0 0,0 0-1 0 0,0-1 0 0 0,0 1 1 0 0,0 0-1 0 0,0 0 1 0 0,0-1-1 0 0,0 1 1 0 0,0 0-1 0 0,0-1 0 0 0,0 2 1 0 0,-2 28 1307 0 0,2-24-991 0 0,-1 12 49 0 0,1 1-1 0 0,1-1 0 0 0,4 20 0 0 0,-4-32-607 0 0,0 0 0 0 0,0 0-1 0 0,1-1 1 0 0,-1 1 0 0 0,1-1-1 0 0,1 1 1 0 0,-1-1 0 0 0,1 0-1 0 0,0 0 1 0 0,0 0-1 0 0,0 0 1 0 0,1 0 0 0 0,7 7-1 0 0,-10-11-145 0 0,0-1 0 0 0,-1 1 0 0 0,1 0-1 0 0,0-1 1 0 0,0 1 0 0 0,0-1-1 0 0,0 1 1 0 0,-1-1 0 0 0,1 1-1 0 0,0-1 1 0 0,0 0 0 0 0,0 1 0 0 0,0-1-1 0 0,0 0 1 0 0,0 0 0 0 0,0 0-1 0 0,0 0 1 0 0,0 0 0 0 0,0 0-1 0 0,0 0 1 0 0,0 0 0 0 0,0 0-1 0 0,0 0 1 0 0,0 0 0 0 0,0-1 0 0 0,0 1-1 0 0,0 0 1 0 0,0-1 0 0 0,0 1-1 0 0,0-1 1 0 0,0 1 0 0 0,0-1-1 0 0,-1 1 1 0 0,3-2 0 0 0,5-3-3634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0 5345 0 0,'-2'7'1172'0'0,"0"0"0"0"0,1 0 1 0 0,0 1-1 0 0,0-1 0 0 0,1 10 0 0 0,5 41 1620 0 0,24 52-1636 0 0,-28-108-1096 0 0,9 25-238 0 0,1 0-1 0 0,22 38 0 0 0,1 0-8955 0 0,-30-53 4610 0 0</inkml:trace>
  <inkml:trace contextRef="#ctx0" brushRef="#br0" timeOffset="1">12 528 7890 0 0,'-4'11'2896'0'0,"-1"5"-1551"0"0,2 5-105 0 0,3-1-96 0 0,0-5-336 0 0,3 1-352 0 0,2-3-200 0 0,2 0-120 0 0,-1-3-72 0 0,4-1-16 0 0,0 0-160 0 0,1-3-288 0 0,1-1-424 0 0,-1-2-640 0 0,-1-1-545 0 0,-2-1-551 0 0,-5-5-441 0 0,2 2-1240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6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92 5337 0 0,'-8'-6'8395'0'0,"22"2"-5302"0"0,1 1-2838 0 0,72-30 1389 0 0,-58 21-1152 0 0,49-14 0 0 0,-70 24-432 0 0,1 0 0 0 0,-1 0 1 0 0,1 1-1 0 0,0 1 0 0 0,-1-1 0 0 0,1 2 0 0 0,0-1 0 0 0,-1 1 0 0 0,1 0 1 0 0,12 4-1 0 0,-19-4-101 0 0,0-1-1 0 0,-1 1 1 0 0,1 1 0 0 0,0-1 0 0 0,-1 0 0 0 0,1 0-1 0 0,-1 1 1 0 0,1-1 0 0 0,-1 1 0 0 0,0-1 0 0 0,0 1 0 0 0,1-1-1 0 0,-1 1 1 0 0,0 0 0 0 0,0 0 0 0 0,-1 0 0 0 0,1-1 0 0 0,0 1-1 0 0,-1 0 1 0 0,1 0 0 0 0,-1 0 0 0 0,1 0 0 0 0,-1 0 0 0 0,0 0-1 0 0,0 0 1 0 0,0 0 0 0 0,0 0 0 0 0,0 0 0 0 0,-1 2 0 0 0,1 0-508 0 0,0-1 1 0 0,-1 1 0 0 0,1-1-1 0 0,-1 0 1 0 0,0 1-1 0 0,0-1 1 0 0,0 0 0 0 0,0 1-1 0 0,-1-1 1 0 0,1 0 0 0 0,-1 0-1 0 0,0 0 1 0 0,0 0 0 0 0,0-1-1 0 0,0 1 1 0 0,-4 3 0 0 0,-10 3-2964 0 0,1 2-917 0 0</inkml:trace>
  <inkml:trace contextRef="#ctx0" brushRef="#br0" timeOffset="1">94 263 6953 0 0,'-9'2'5553'0'0,"12"2"-2438"0"0,20 0-1363 0 0,12-11-1477 0 0,0-1-1 0 0,43-16 0 0 0,-31 3-3075 0 0,-6-5-3731 0 0,-22 11 598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1 2545 0 0,'-112'93'7593'0'0,"70"-55"-6643"0"0,-74 50-1 0 0,86-71-665 0 0,12-7-53 0 0,1 1-1 0 0,-25 19 1 0 0,39-27-195 0 0,0-1 0 0 0,0 1 0 0 0,0-1 0 0 0,1 1 0 0 0,-1 0 0 0 0,1 0 0 0 0,-1 0 0 0 0,1 1 0 0 0,0-1 1 0 0,1 0-1 0 0,-1 1 0 0 0,0-1 0 0 0,1 1 0 0 0,0 0 0 0 0,0-1 0 0 0,0 1 0 0 0,0 0 0 0 0,0 0 0 0 0,1 5 0 0 0,1-5 13 0 0,0 0 0 0 0,0 0 1 0 0,1 0-1 0 0,-1 1 0 0 0,1-1 1 0 0,0-1-1 0 0,0 1 1 0 0,0 0-1 0 0,1 0 0 0 0,0-1 1 0 0,-1 1-1 0 0,1-1 0 0 0,0 0 1 0 0,0 0-1 0 0,1 0 0 0 0,5 4 1 0 0,64 38 393 0 0,-68-42-412 0 0,285 136 297 0 0,-260-128-1362 0 0,-29-10 758 0 0,1-1 0 0 0,-1 1-1 0 0,0-1 1 0 0,0 1 0 0 0,0-1 0 0 0,0 0 0 0 0,1 0-1 0 0,-1 1 1 0 0,0-1 0 0 0,0 0 0 0 0,1 0 0 0 0,-1 0-1 0 0,0 0 1 0 0,0 0 0 0 0,1 0 0 0 0,-1-1-1 0 0,0 1 1 0 0,0 0 0 0 0,0-1 0 0 0,1 1 0 0 0,0-1-1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5:38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0 576 5065 0 0,'3'-3'5450'0'0,"-3"3"-5356"0"0,18-4 1467 0 0,24-2-944 0 0,82-7 77 0 0,133-33 1 0 0,121-47 12 0 0,-292 71-440 0 0,19-6 122 0 0,381-91-495 0 0,-156 63 2942 0 0,-329 56-2845 0 0,-1 0-1 0 0,0 0 0 0 0,0 0 0 0 0,0 0 1 0 0,0 0-1 0 0,0 0 0 0 0,1 0 1 0 0,-1 0-1 0 0,0 0 0 0 0,0 0 0 0 0,0 0 1 0 0,0 0-1 0 0,0 0 0 0 0,1 0 1 0 0,-1 0-1 0 0,0 0 0 0 0,0 0 0 0 0,0 0 1 0 0,0 0-1 0 0,0 0 0 0 0,0-1 1 0 0,1 1-1 0 0,-1 0 0 0 0,0 0 0 0 0,0 0 1 0 0,0 0-1 0 0,0 0 0 0 0,0 0 1 0 0,0 0-1 0 0,0 0 0 0 0,0-1 0 0 0,0 1 1 0 0,1 0-1 0 0,-1 0 0 0 0,0 0 1 0 0,0 0-1 0 0,0 0 0 0 0,0-1 0 0 0,0 1 1 0 0,0 0-1 0 0,0 0 0 0 0,0 0 1 0 0,0 0-1 0 0,0 0 0 0 0,0-1 0 0 0,0 1 1 0 0,0 0-1 0 0,0 0 0 0 0,0 0 1 0 0,0 0-1 0 0,0 0 0 0 0,0 0 0 0 0,0-1 1 0 0,-1 1-1 0 0,1 0 0 0 0,0 0 1 0 0,0 0-1 0 0,0 0 0 0 0,0 0 0 0 0,0 0 1 0 0,0-1-1 0 0,0 1 0 0 0,0 0 1 0 0,0 0-1 0 0,-1 0 0 0 0,1 0 1 0 0,-16-12-2115 0 0,-43-20-3798 0 0,24 13 2718 0 0,30 16 2918 0 0,0-1-1 0 0,1 0 1 0 0,-1 0-1 0 0,1 0 1 0 0,0 0-1 0 0,0-1 0 0 0,1 0 1 0 0,-1 0-1 0 0,-5-10 1 0 0,-16-21 544 0 0,23 34 100 0 0,0-1 0 0 0,-1 1 0 0 0,0 0 0 0 0,1 0 0 0 0,-1 0 0 0 0,0 0-1 0 0,0 0 1 0 0,0 0 0 0 0,0 1 0 0 0,0-1 0 0 0,0 1 0 0 0,0 0 0 0 0,-1 0 0 0 0,1 0 0 0 0,0 1-1 0 0,-1-1 1 0 0,1 1 0 0 0,-1 0 0 0 0,1 0 0 0 0,0 0 0 0 0,-1 0 0 0 0,1 0 0 0 0,-1 1 0 0 0,1-1 0 0 0,0 1-1 0 0,-1 0 1 0 0,1 0 0 0 0,0 1 0 0 0,0-1 0 0 0,0 1 0 0 0,0-1 0 0 0,-4 4 0 0 0,6-5-329 0 0,1 1 0 0 0,0-1 0 0 0,0 0 0 0 0,0 1 0 0 0,0-1 1 0 0,0 0-1 0 0,0 1 0 0 0,0-1 0 0 0,0 0 0 0 0,0 1 0 0 0,0-1 0 0 0,0 0 1 0 0,0 1-1 0 0,0-1 0 0 0,0 0 0 0 0,0 0 0 0 0,0 1 0 0 0,0-1 1 0 0,0 0-1 0 0,1 1 0 0 0,-1-1 0 0 0,0 0 0 0 0,0 1 0 0 0,0-1 0 0 0,0 0 1 0 0,1 0-1 0 0,-1 1 0 0 0,0-1 0 0 0,0 0 0 0 0,1 0 0 0 0,-1 0 1 0 0,0 1-1 0 0,0-1 0 0 0,1 0 0 0 0,-1 0 0 0 0,0 0 0 0 0,1 0 0 0 0,-1 1 1 0 0,0-1-1 0 0,0 0 0 0 0,1 0 0 0 0,-1 0 0 0 0,0 0 0 0 0,1 0 0 0 0,-1 0 1 0 0,0 0-1 0 0,1 0 0 0 0,-1 0 0 0 0,0 0 0 0 0,1 0 0 0 0,0 0 1 0 0,24 7 21 0 0,-22-6 39 0 0,28 6-49 0 0,132 41 29 0 0,-138-40 70 0 0,0 2 0 0 0,-1 1 0 0 0,0 1 0 0 0,28 20 0 0 0,-49-30 1 0 0,0 0 0 0 0,0 1 0 0 0,0-1 0 0 0,-1 1 0 0 0,1-1 0 0 0,-1 1-1 0 0,0 0 1 0 0,0 0 0 0 0,0 0 0 0 0,0 0 0 0 0,0 1 0 0 0,-1-1 0 0 0,1 0 0 0 0,-1 1 0 0 0,0-1 0 0 0,0 1-1 0 0,1 5 1 0 0,-2-2-2 0 0,0 0-1 0 0,0 0 0 0 0,0 0 0 0 0,-1 0 0 0 0,0 0 1 0 0,0 0-1 0 0,-1-1 0 0 0,-4 13 0 0 0,-2 0-43 0 0,0 0 1 0 0,-2-1-1 0 0,-1 0 0 0 0,0 0 0 0 0,-19 22 1 0 0,8-14-963 0 0,-42 39-1 0 0,-2-15-8973 0 0,49-40 3073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25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1998 1236 3305 0 0,'0'5'497'0'0,"-1"-1"0"0"0,1 0 0 0 0,-1 0 0 0 0,0 0 0 0 0,0 1 0 0 0,0-1-1 0 0,-1 0 1 0 0,1 0 0 0 0,-1 0 0 0 0,0-1 0 0 0,0 1 0 0 0,-4 5 0 0 0,0-2-200 0 0,1-1 0 0 0,-1 1 0 0 0,-1-1-1 0 0,1 0 1 0 0,-13 8 0 0 0,0-2-128 0 0,1-2 0 0 0,-2 0 0 0 0,1-1 0 0 0,-25 7 0 0 0,2-4 418 0 0,0-1 0 0 0,0-3 0 0 0,-73 6 0 0 0,-134-9 834 0 0,135-5-1121 0 0,-132 8 113 0 0,-65 0 111 0 0,220-10-319 0 0,-126-18-1 0 0,191 16-118 0 0,-1-1 0 0 0,1-1 0 0 0,0-2 0 0 0,0 0 0 0 0,1-2-1 0 0,-28-14 1 0 0,44 19-56 0 0,0-1-1 0 0,0 0 0 0 0,0 0 0 0 0,1 0 1 0 0,0-1-1 0 0,1-1 0 0 0,0 1 1 0 0,0-1-1 0 0,0 0 0 0 0,1-1 1 0 0,0 1-1 0 0,1-1 0 0 0,0-1 1 0 0,0 1-1 0 0,1-1 0 0 0,0 1 0 0 0,1-1 1 0 0,-4-19-1 0 0,4 7-39 0 0,1 0-1 0 0,1-1 1 0 0,1 1-1 0 0,2 0 1 0 0,0 0 0 0 0,1 0-1 0 0,1 0 1 0 0,1 0-1 0 0,1 1 1 0 0,1 0 0 0 0,0 0-1 0 0,15-26 1 0 0,-1 7-15 0 0,1 2 1 0 0,2 0-1 0 0,2 2 0 0 0,1 0 1 0 0,38-37-1 0 0,-9 18-1 0 0,3 2-1 0 0,3 4 0 0 0,1 1 1 0 0,83-46-1 0 0,-37 35-125 0 0,225-90 0 0 0,-245 116 73 0 0,0 5 0 0 0,116-21-1 0 0,-164 42 104 0 0,0 1 0 0 0,0 3 0 0 0,1 1 0 0 0,-1 2 0 0 0,0 2 1 0 0,1 1-1 0 0,64 15 0 0 0,-88-13 18 0 0,0 1 0 0 0,0 1 1 0 0,0 0-1 0 0,-1 1 0 0 0,0 1 1 0 0,-1 1-1 0 0,0 0 0 0 0,0 1 1 0 0,-1 1-1 0 0,0 0 0 0 0,-1 1 1 0 0,-1 1-1 0 0,0 0 1 0 0,-1 1-1 0 0,0 0 0 0 0,-2 1 1 0 0,1 0-1 0 0,-2 0 0 0 0,0 1 1 0 0,6 20-1 0 0,-5-10-9 0 0,-1 1 1 0 0,-1 1-1 0 0,-2-1 1 0 0,-1 1-1 0 0,-2 0 1 0 0,0 0-1 0 0,-2 0 1 0 0,-1 0-1 0 0,-1 1 0 0 0,-2-1 1 0 0,-1 0-1 0 0,-11 42 1 0 0,-2-18-12 0 0,-2 0 1 0 0,-2 0 0 0 0,-2-2-1 0 0,-3-1 1 0 0,-49 72 0 0 0,25-52-1683 0 0,-4-1 1 0 0,-115 114-1 0 0,153-168-452 0 0,-1-1 0 0 0,-26 18-1 0 0,8-10-3445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1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7930 0 0,'-9'1'2308'0'0,"7"-1"-2002"0"0,0 0 0 0 0,0 0 0 0 0,0 0 0 0 0,0 1 0 0 0,0-1 0 0 0,0 0 0 0 0,0 1 0 0 0,1-1 0 0 0,-1 1 0 0 0,0 0 1 0 0,0-1-1 0 0,1 1 0 0 0,-1 0 0 0 0,0 0 0 0 0,1 0 0 0 0,-1 0 0 0 0,1 1 0 0 0,-1-1 0 0 0,1 0 0 0 0,0 1 1 0 0,-2 1-1 0 0,3-2-250 0 0,0 0 0 0 0,0-1 0 0 0,0 1 0 0 0,1-1 0 0 0,-1 1 0 0 0,0-1 0 0 0,1 1 0 0 0,-1-1 0 0 0,0 1 0 0 0,1-1 0 0 0,-1 1 0 0 0,1-1 0 0 0,-1 1 0 0 0,1-1 0 0 0,-1 1 0 0 0,1-1 0 0 0,-1 0 0 0 0,1 1 0 0 0,-1-1 0 0 0,1 0 0 0 0,0 0 0 0 0,-1 1 0 0 0,1-1 0 0 0,-1 0 0 0 0,1 0 0 0 0,0 0 1 0 0,-1 0-1 0 0,1 0 0 0 0,0 0 0 0 0,-1 0 0 0 0,2 0 0 0 0,26 4 71 0 0,-25-4-55 0 0,92 3-853 0 0,-4-1-4739 0 0,-75-3 1066 0 0,-13 0 1685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2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8434 0 0,'0'2'2336'0'0,"5"1"-1143"0"0,3 0-73 0 0,5-3-88 0 0,4-3-344 0 0,4-2-264 0 0,5-3-216 0 0,1-2-96 0 0,6 0-128 0 0,0 1-192 0 0,-1-1-320 0 0,1 0-400 0 0,-2 2-592 0 0,-2 0-657 0 0,-1-2-703 0 0,1 4-2130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2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38 355 8170 0 0,'-4'4'398'0'0,"1"-1"0"0"0,0 1 0 0 0,-1-1 0 0 0,1 1 1 0 0,1 0-1 0 0,-1 0 0 0 0,1 1 0 0 0,-1-1 0 0 0,1 0 0 0 0,0 1 1 0 0,1 0-1 0 0,-1-1 0 0 0,1 1 0 0 0,0 0 0 0 0,-1 8 0 0 0,2-11-334 0 0,0 0-1 0 0,1-1 1 0 0,-1 1-1 0 0,0 0 0 0 0,1 0 1 0 0,-1 0-1 0 0,1-1 1 0 0,0 1-1 0 0,-1 0 0 0 0,1-1 1 0 0,0 1-1 0 0,0-1 0 0 0,0 1 1 0 0,0-1-1 0 0,1 1 1 0 0,-1-1-1 0 0,2 2 0 0 0,0-1-45 0 0,-1 0 1 0 0,2 0-1 0 0,-1 0 0 0 0,0-1 0 0 0,0 1 0 0 0,0-1 0 0 0,1 0 0 0 0,-1 0 0 0 0,0 0 0 0 0,1 0 0 0 0,6 0 0 0 0,1-1 2 0 0,1 0-1 0 0,-1-1 1 0 0,1-1 0 0 0,-1 0-1 0 0,1 0 1 0 0,-1-1-1 0 0,0 0 1 0 0,0-1 0 0 0,0 0-1 0 0,18-11 1 0 0,-24 12 2 0 0,0 0 1 0 0,0-1 0 0 0,0 1-1 0 0,0-1 1 0 0,-1 0-1 0 0,1 0 1 0 0,-1-1-1 0 0,0 1 1 0 0,-1-1-1 0 0,5-7 1 0 0,-6 10 13 0 0,-1-1 0 0 0,0 0 0 0 0,0 0 0 0 0,0 0 0 0 0,0 0 0 0 0,0 0 0 0 0,-1 0 0 0 0,0 0 0 0 0,1 0 0 0 0,-1-1 0 0 0,0 1 0 0 0,0 0 0 0 0,-1 0 0 0 0,1 0 0 0 0,-1 0 0 0 0,1 0 0 0 0,-1 0 0 0 0,0 0 0 0 0,0 0 0 0 0,-2-4 0 0 0,0 2 33 0 0,0 0-1 0 0,-1 1 0 0 0,1-1 1 0 0,-1 1-1 0 0,0 0 1 0 0,0 0-1 0 0,0 0 0 0 0,0 1 1 0 0,-1-1-1 0 0,1 1 0 0 0,-1 0 1 0 0,0 0-1 0 0,0 1 1 0 0,0 0-1 0 0,-1 0 0 0 0,1 0 1 0 0,0 0-1 0 0,-1 1 1 0 0,1 0-1 0 0,-1 0 0 0 0,-10-1 1 0 0,-1 1-188 0 0,0 1 0 0 0,-1 0 0 0 0,1 1 0 0 0,-1 1 0 0 0,-29 7 0 0 0,47-8 33 0 0,-1-1 0 0 0,1 0-1 0 0,0 0 1 0 0,0 0 0 0 0,0 1 0 0 0,-1-1 0 0 0,1 0-1 0 0,0 0 1 0 0,0 0 0 0 0,0 0 0 0 0,-1 0-1 0 0,1 0 1 0 0,0 1 0 0 0,0-1 0 0 0,-1 0 0 0 0,1 0-1 0 0,0 0 1 0 0,0 0 0 0 0,-1 0 0 0 0,1 0-1 0 0,0 0 1 0 0,0 0 0 0 0,-1 0 0 0 0,1 0 0 0 0,0 0-1 0 0,0 0 1 0 0,-1 0 0 0 0,1 0 0 0 0,0-1-1 0 0,0 1 1 0 0,-1 0 0 0 0,1 0 0 0 0,0 0-1 0 0,0 0 1 0 0,-1 0 0 0 0,1 0 0 0 0,0-1 0 0 0,0 1-1 0 0,0 0 1 0 0,0 0 0 0 0,-1 0 0 0 0,1-1-1 0 0,0 1 1 0 0,0 0 0 0 0,0 0 0 0 0,0 0 0 0 0,0-1-1 0 0,-1 1 1 0 0,1 0 0 0 0,0 0 0 0 0,0-1-1 0 0,0 1 1 0 0,0 0 0 0 0,0 0 0 0 0,0-1 0 0 0,0 1-1 0 0,0 0 1 0 0,0 0 0 0 0,0-1 0 0 0,0 1-1 0 0,0 0 1 0 0,0 0 0 0 0,0-1 0 0 0,0 1-1 0 0,0 0 1 0 0,1-1 0 0 0,11-17-6757 0 0,-10 14 6399 0 0,13-10-3297 0 0</inkml:trace>
  <inkml:trace contextRef="#ctx0" brushRef="#br0" timeOffset="1">422 1 8738 0 0,'-14'83'8174'0'0,"8"-2"-4559"0"0,12 1-4451 0 0,-3-65-890 0 0,1 0 0 0 0,11 30-1 0 0,-8-23-5077 0 0,-6-16 1521 0 0</inkml:trace>
  <inkml:trace contextRef="#ctx0" brushRef="#br0" timeOffset="2">396 224 6065 0 0,'-3'1'5898'0'0,"3"1"-4546"0"0,5-1-160 0 0,3-2-304 0 0,1-1-248 0 0,4-1-191 0 0,5 0-129 0 0,2-2-168 0 0,1 2-120 0 0,3-2-192 0 0,1 1-377 0 0,-1 1-439 0 0,-3 2-592 0 0,-1 1-785 0 0,-7 0-999 0 0,0 1-2177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3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8258 0 0,'-2'7'460'0'0,"1"-1"-1"0"0,0 1 1 0 0,0 0 0 0 0,1 0 0 0 0,0-1-1 0 0,0 1 1 0 0,0 0 0 0 0,1 0 0 0 0,0-1-1 0 0,1 1 1 0 0,-1 0 0 0 0,1-1 0 0 0,0 0-1 0 0,1 1 1 0 0,0-1 0 0 0,6 11 0 0 0,-5-12-327 0 0,0 0 1 0 0,1-1 0 0 0,-1 1 0 0 0,1-1 0 0 0,0 0 0 0 0,0-1-1 0 0,1 1 1 0 0,-1-1 0 0 0,1 0 0 0 0,-1 0 0 0 0,1-1-1 0 0,0 1 1 0 0,0-1 0 0 0,0-1 0 0 0,0 1 0 0 0,1-1-1 0 0,-1 0 1 0 0,8 0 0 0 0,2-1-61 0 0,0 0 1 0 0,0 0-1 0 0,0-2 0 0 0,-1 0 1 0 0,1-1-1 0 0,0 0 1 0 0,-1-1-1 0 0,0-1 0 0 0,16-7 1 0 0,-15 4-1326 0 0,1-1 1 0 0,-1 0-1 0 0,0 0 1 0 0,18-16-1 0 0,-33 24 889 0 0,1 0 0 0 0,-1-1-1 0 0,0 1 1 0 0,0 0 0 0 0,0 0 0 0 0,0-1 0 0 0,0 1-1 0 0,-1-1 1 0 0,1 1 0 0 0,0 0 0 0 0,-1-1-1 0 0,1 0 1 0 0,-1 1 0 0 0,1-2 0 0 0,1-4-1480 0 0,5-3-2590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3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7890 0 0,'-16'20'6274'0'0,"8"9"-3499"0"0,6 32-1440 0 0,2-50-770 0 0,0 23-221 0 0,2 0 0 0 0,8 48 0 0 0,-7-68-1278 0 0,1 0 0 0 0,0 1 0 0 0,1-2 1 0 0,11 24-1 0 0,-8-25-2126 0 0</inkml:trace>
  <inkml:trace contextRef="#ctx0" brushRef="#br0" timeOffset="1">17 21 5065 0 0,'3'-6'7855'0'0,"-3"6"-7688"0"0,15-1 3036 0 0,15 7-1054 0 0,-24-4-2034 0 0,-1 0 1 0 0,1 0 0 0 0,-1 1 0 0 0,1-1-1 0 0,-1 1 1 0 0,0 1 0 0 0,0-1-1 0 0,0 1 1 0 0,0-1 0 0 0,-1 1 0 0 0,1 1-1 0 0,-1-1 1 0 0,0 1 0 0 0,0-1 0 0 0,-1 1-1 0 0,0 0 1 0 0,0 1 0 0 0,0-1 0 0 0,0 0-1 0 0,-1 1 1 0 0,1 0 0 0 0,-2-1-1 0 0,1 1 1 0 0,-1 0 0 0 0,1 0 0 0 0,-2 0-1 0 0,1 0 1 0 0,-1 0 0 0 0,0 0 0 0 0,0 0-1 0 0,0 0 1 0 0,-1 0 0 0 0,0 0 0 0 0,0 0-1 0 0,-1 0 1 0 0,1 0 0 0 0,-1 0-1 0 0,-1-1 1 0 0,1 1 0 0 0,-4 5 0 0 0,-2 4-330 0 0,-24 40 365 0 0,6-28-5324 0 0,14-50-7389 0 0,10 11 8368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3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9730 0 0,'14'-13'6656'0'0,"9"4"-3549"0"0,28-1-2043 0 0,-36 8-607 0 0,83-11-361 0 0,-34 17-4677 0 0,-64-4 4473 0 0,1-1 0 0 0,-1 1 0 0 0,0 0 0 0 0,0 0 0 0 0,0 0 0 0 0,0 0 0 0 0,1 0 0 0 0,-1 0 0 0 0,0 0 0 0 0,0 0 0 0 0,0 0 0 0 0,1 0 0 0 0,-1 0 0 0 0,0 0 0 0 0,0 1 0 0 0,0-1 1 0 0,0 0-1 0 0,1 0 0 0 0,-1 0 0 0 0,0 0 0 0 0,0 0 0 0 0,0 0 0 0 0,0 0 0 0 0,0 0 0 0 0,1 0 0 0 0,-1 1 0 0 0,0-1 0 0 0,0 0 0 0 0,0 0 0 0 0,0 0 0 0 0,0 0 0 0 0,0 0 0 0 0,0 1 0 0 0,1-1 0 0 0,-1 0 0 0 0,0 0 0 0 0,0 0 0 0 0,0 1 0 0 0,0-1 0 0 0,0 0 0 0 0,0 0 1 0 0,0 0-1 0 0,0 0 0 0 0,0 1 0 0 0,0-1 0 0 0,0 0 0 0 0,0 0 0 0 0,0 0 0 0 0,0 0 0 0 0,0 1 0 0 0,0-1 0 0 0,-12 8-3131 0 0,-18 5 295 0 0,29-12 2736 0 0,-101 40-488 0 0,77-29 4324 0 0,-45 29 0 0 0,69-40-3522 0 0,0-1 0 0 0,0 0 1 0 0,1 0-1 0 0,-1 1 0 0 0,0-1 1 0 0,1 1-1 0 0,-1-1 1 0 0,0 0-1 0 0,1 1 0 0 0,-1-1 1 0 0,1 1-1 0 0,-1-1 0 0 0,0 1 1 0 0,1 0-1 0 0,-1-1 0 0 0,1 1 1 0 0,0 0-1 0 0,-1-1 0 0 0,1 1 1 0 0,0 0-1 0 0,-1-1 0 0 0,1 1 1 0 0,0 0-1 0 0,0 0 1 0 0,-1-1-1 0 0,1 1 0 0 0,0 0 1 0 0,0 0-1 0 0,0-1 0 0 0,0 1 1 0 0,0 0-1 0 0,0 0 0 0 0,0 0 1 0 0,1 1-1 0 0,0-1 0 0 0,1 0 0 0 0,-1 1 0 0 0,1-1 0 0 0,-1 0 0 0 0,1 0 1 0 0,0 0-1 0 0,0 0 0 0 0,-1-1 0 0 0,1 1 0 0 0,0 0 0 0 0,0-1 0 0 0,0 1 0 0 0,2-1 0 0 0,64 8 420 0 0,-67-8-511 0 0,29 1-272 0 0,70 0-1184 0 0,-90-2-271 0 0,1 0 1 0 0,-1-1-1 0 0,0 0 1 0 0,11-4-1 0 0,-10 2-2816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4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0 8874 0 0,'-2'3'569'0'0,"0"-1"0"0"0,0 0 0 0 0,0 1 0 0 0,1-1 0 0 0,-1 1 0 0 0,1 0 0 0 0,-1 0 0 0 0,1-1 0 0 0,0 1 0 0 0,0 0 0 0 0,0 0 0 0 0,0 0 0 0 0,0 0 0 0 0,0 6-1 0 0,-3 48 1109 0 0,4-52-1330 0 0,-1 30 52 0 0,2-1 0 0 0,10 61 0 0 0,2-40-3626 0 0,4-5-4988 0 0,-8-34 2221 0 0</inkml:trace>
  <inkml:trace contextRef="#ctx0" brushRef="#br0" timeOffset="1">31 477 6033 0 0,'-3'4'566'0'0,"-1"0"0"0"0,1 0 1 0 0,1 1-1 0 0,-1-1 0 0 0,0 1 0 0 0,1 0 0 0 0,0-1 0 0 0,0 1 0 0 0,1 0 0 0 0,-1 0 0 0 0,1 0 0 0 0,0 0 0 0 0,0 1 1 0 0,0 6-1 0 0,1-9-497 0 0,1-1 0 0 0,-1 1 0 0 0,1 0 0 0 0,0 0 0 0 0,-1-1 0 0 0,1 1 0 0 0,0-1 0 0 0,0 1 0 0 0,1 0 0 0 0,-1-1 0 0 0,1 0 0 0 0,-1 1 0 0 0,1-1 0 0 0,0 0 0 0 0,-1 0 0 0 0,1 0 0 0 0,0 0 0 0 0,1 0 0 0 0,-1 0 0 0 0,0-1 0 0 0,0 1 0 0 0,1-1 0 0 0,-1 0 0 0 0,1 1 0 0 0,-1-1 0 0 0,1 0 0 0 0,5 1 0 0 0,4 1 4 0 0,0-1 0 0 0,0 0 0 0 0,0-1-1 0 0,0 0 1 0 0,0-1 0 0 0,0 0 0 0 0,23-4 0 0 0,-28 4-3 0 0,0-1-1 0 0,0-1 1 0 0,-1 1-1 0 0,1-1 1 0 0,-1 0-1 0 0,1-1 1 0 0,-1 0-1 0 0,0 0 0 0 0,0 0 1 0 0,0 0-1 0 0,0-1 1 0 0,-1 0-1 0 0,0 0 1 0 0,0-1-1 0 0,8-8 1 0 0,-12 12-33 0 0,0 0 1 0 0,0 0-1 0 0,0-1 1 0 0,-1 1-1 0 0,1 0 1 0 0,0-1-1 0 0,-1 1 1 0 0,1-1-1 0 0,-1 1 0 0 0,1-1 1 0 0,-1 1-1 0 0,0-1 1 0 0,0 1-1 0 0,0-1 1 0 0,0 1-1 0 0,0-1 1 0 0,0 1-1 0 0,0-1 1 0 0,0 1-1 0 0,0-1 0 0 0,-1 1 1 0 0,1-1-1 0 0,-1 1 1 0 0,1-1-1 0 0,-1 1 1 0 0,-1-3-1 0 0,0 1 0 0 0,-1 0-1 0 0,1 0 0 0 0,-1 0 1 0 0,0 1-1 0 0,0-1 0 0 0,0 1 1 0 0,0 0-1 0 0,0 0 0 0 0,-1 0 1 0 0,-4-3-1 0 0,-6-1 69 0 0,-1 1 0 0 0,1 0-1 0 0,-1 1 1 0 0,-23-3 0 0 0,-64-6-141 0 0,109 12-1362 0 0,0 0-1 0 0,0 0 1 0 0,0-1-1 0 0,0 0 1 0 0,0 0 0 0 0,11-5-1 0 0,0 0-1955 0 0,11-2-1506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41 10378 0 0,'-5'2'736'0'0,"-1"0"0"0"0,1 1 0 0 0,0-1 0 0 0,0 1 0 0 0,0 0 0 0 0,1 0 0 0 0,-1 1 0 0 0,1-1 0 0 0,-7 8 0 0 0,8-7-478 0 0,-1 0 1 0 0,2 0-1 0 0,-1 0 1 0 0,0 0-1 0 0,1 0 0 0 0,0 0 1 0 0,0 1-1 0 0,0-1 1 0 0,0 1-1 0 0,-1 7 0 0 0,3-9-244 0 0,-1 0-1 0 0,1 1 1 0 0,0-1-1 0 0,0 1 1 0 0,0-1-1 0 0,1 0 1 0 0,-1 1-1 0 0,1-1 0 0 0,0 0 1 0 0,0 1-1 0 0,0-1 1 0 0,0 0-1 0 0,0 0 1 0 0,1 0-1 0 0,-1 0 1 0 0,1 0-1 0 0,0 0 0 0 0,0 0 1 0 0,0-1-1 0 0,0 1 1 0 0,1-1-1 0 0,-1 1 1 0 0,0-1-1 0 0,1 0 1 0 0,0 0-1 0 0,0 0 0 0 0,0 0 1 0 0,-1-1-1 0 0,2 1 1 0 0,-1-1-1 0 0,0 0 1 0 0,0 0-1 0 0,0 0 1 0 0,0 0-1 0 0,5 0 1 0 0,-4 1-7 0 0,1-2 1 0 0,-1 1 0 0 0,1 0 0 0 0,0-1-1 0 0,-1 0 1 0 0,1 0 0 0 0,-1-1 0 0 0,1 1 0 0 0,0-1-1 0 0,-1 0 1 0 0,1 0 0 0 0,-1 0 0 0 0,1-1-1 0 0,-1 0 1 0 0,0 1 0 0 0,0-2 0 0 0,0 1 0 0 0,0 0-1 0 0,0-1 1 0 0,0 0 0 0 0,-1 0 0 0 0,1 0 0 0 0,-1 0-1 0 0,0 0 1 0 0,0-1 0 0 0,0 0 0 0 0,0 1-1 0 0,3-8 1 0 0,-4 8 4 0 0,0 0 0 0 0,0-1 0 0 0,-1 0 0 0 0,1 1-1 0 0,-1-1 1 0 0,0 0 0 0 0,0 0 0 0 0,0 1 0 0 0,-1-1 0 0 0,1 0-1 0 0,-1 0 1 0 0,0 0 0 0 0,0 0 0 0 0,-1 0 0 0 0,1 0 0 0 0,-1 1 0 0 0,0-1-1 0 0,0 0 1 0 0,0 0 0 0 0,0 1 0 0 0,0-1 0 0 0,-1 0 0 0 0,0 1-1 0 0,0 0 1 0 0,0-1 0 0 0,0 1 0 0 0,0 0 0 0 0,-1 0 0 0 0,1 0-1 0 0,-1 0 1 0 0,0 1 0 0 0,0-1 0 0 0,0 1 0 0 0,-5-4 0 0 0,-2 0-22 0 0,-1 1 0 0 0,0-1 0 0 0,0 2 0 0 0,0-1 0 0 0,-14-2 0 0 0,-10-2-2686 0 0,30 8 1999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4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11522 0 0,'7'23'3314'0'0,"-2"0"0"0"0,5 30-1 0 0,1 105-977 0 0,-7-70-1527 0 0,-1-30-792 0 0,7 59-136 0 0,-8-104-827 0 0,1 0 0 0 0,0 0 1 0 0,9 20-1 0 0,-6-21-3434 0 0,-5-22-2546 0 0,-2-1 422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42 3409 0 0,'-3'-2'484'0'0,"0"1"0"0"0,0 0 0 0 0,0 0 0 0 0,0 0 0 0 0,-1 0 0 0 0,1 0 0 0 0,0 0 0 0 0,0 1 0 0 0,0 0 0 0 0,-1-1 0 0 0,1 1 0 0 0,0 1 0 0 0,-1-1 0 0 0,1 0 0 0 0,0 1 0 0 0,0-1 0 0 0,0 1 0 0 0,-4 2 0 0 0,4-1-320 0 0,0 0 0 0 0,0 0 1 0 0,0 0-1 0 0,0 1 0 0 0,1-1 0 0 0,0 1 0 0 0,-1 0 1 0 0,1 0-1 0 0,0 0 0 0 0,0 0 0 0 0,1 0 1 0 0,-1 0-1 0 0,0 1 0 0 0,1-1 0 0 0,0 0 0 0 0,-1 7 1 0 0,-3 9 101 0 0,1 0 1 0 0,1 1-1 0 0,0-1 1 0 0,2 1-1 0 0,0 0 1 0 0,1 0-1 0 0,2 0 1 0 0,5 30-1 0 0,-5-38-227 0 0,1 0 0 0 0,0-1 0 0 0,1 1 0 0 0,1-1 0 0 0,0 0 0 0 0,11 19 0 0 0,-12-25-27 0 0,0 1 1 0 0,0-1-1 0 0,1 0 1 0 0,-1 0-1 0 0,1 0 0 0 0,0-1 1 0 0,1 0-1 0 0,-1 0 1 0 0,1 0-1 0 0,-1 0 0 0 0,1-1 1 0 0,11 5-1 0 0,-14-7 7 0 0,-1-1-1 0 0,1 1 1 0 0,-1 0-1 0 0,1-1 1 0 0,-1 1-1 0 0,1-1 0 0 0,-1 0 1 0 0,1 0-1 0 0,-1 0 1 0 0,1 0-1 0 0,-1 0 1 0 0,1 0-1 0 0,-1-1 1 0 0,1 1-1 0 0,-1-1 1 0 0,1 0-1 0 0,-1 0 0 0 0,0 0 1 0 0,1 0-1 0 0,-1 0 1 0 0,2-1-1 0 0,0-1 29 0 0,-1 0 0 0 0,0 0 0 0 0,0-1 0 0 0,0 1 0 0 0,0-1 0 0 0,0 1 0 0 0,-1-1 0 0 0,0 0 0 0 0,0 0 0 0 0,0 0 0 0 0,2-5 0 0 0,0-2 49 0 0,-1 0 0 0 0,0 0 0 0 0,-1 0 0 0 0,0 0 0 0 0,0-1 0 0 0,-1 1 0 0 0,-1-1 0 0 0,-1-18 0 0 0,-4 0-67 0 0,-2 0 1 0 0,-1 0-1 0 0,-20-49 1 0 0,22 64-594 0 0,-1 0 0 0 0,-1 1 1 0 0,-1 0-1 0 0,0 0 0 0 0,-11-12 0 0 0,19 24 63 0 0,-1 0-1 0 0,0 1 0 0 0,1-1 1 0 0,-1 0-1 0 0,0 1 1 0 0,0 0-1 0 0,0 0 0 0 0,0-1 1 0 0,0 1-1 0 0,0 0 1 0 0,-1 0-1 0 0,1 1 0 0 0,0-1 1 0 0,0 0-1 0 0,-1 1 1 0 0,-1-1-1 0 0,-7 2-5048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5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10442 0 0,'5'0'6201'0'0,"21"-2"-3599"0"0,44-21-864 0 0,34-9-1716 0 0,-95 30-744 0 0,0 0 0 0 0,-1 1-1 0 0,1 0 1 0 0,0 1-1 0 0,0 0 1 0 0,-1 0 0 0 0,1 1-1 0 0,0 0 1 0 0,13 3 0 0 0,-21-4 599 0 0,-1 0 0 0 0,0 0 0 0 0,0 0 0 0 0,1 0 0 0 0,-1 0 0 0 0,0 0 0 0 0,0 0 0 0 0,1 0 0 0 0,-1 0 0 0 0,0 0 0 0 0,0 0 0 0 0,1 0 0 0 0,-1 0 0 0 0,0 0 0 0 0,0 0 0 0 0,1 0 0 0 0,-1 1 0 0 0,0-1 0 0 0,0 0 1 0 0,1 0-1 0 0,-1 0 0 0 0,0 0 0 0 0,0 0 0 0 0,0 1 0 0 0,0-1 0 0 0,1 0 0 0 0,-1 0 0 0 0,0 0 0 0 0,0 0 0 0 0,0 1 0 0 0,0-1 0 0 0,1 0 0 0 0,-1 0 0 0 0,0 1 0 0 0,0-1 0 0 0,0 0 0 0 0,0 0 0 0 0,0 1 0 0 0,0-1 0 0 0,0 0 0 0 0,0 0 0 0 0,0 1 1 0 0,0-1-1 0 0,0 0 0 0 0,0 0 0 0 0,0 1 0 0 0,0-1 0 0 0,0 0 0 0 0,0 0 0 0 0,0 1 0 0 0,0-1 0 0 0,0 0 0 0 0,0 0 0 0 0,0 0 0 0 0,-1 1 0 0 0,0 6-4733 0 0</inkml:trace>
  <inkml:trace contextRef="#ctx0" brushRef="#br0" timeOffset="1">89 233 5905 0 0,'-2'1'405'0'0,"1"0"0"0"0,0 0 0 0 0,-1 1 0 0 0,1-1 0 0 0,0 0 0 0 0,0 0 0 0 0,0 1 0 0 0,0-1 0 0 0,0 0 0 0 0,0 1 0 0 0,0-1 0 0 0,1 1 0 0 0,-1 0 0 0 0,0-1 0 0 0,1 1 0 0 0,-1-1 0 0 0,1 1 0 0 0,0 0 0 0 0,0-1 0 0 0,-1 4 0 0 0,2-4-271 0 0,-1 0-1 0 0,1-1 1 0 0,0 1 0 0 0,-1 0 0 0 0,1 0 0 0 0,0-1-1 0 0,0 1 1 0 0,0 0 0 0 0,-1-1 0 0 0,1 1 0 0 0,0 0-1 0 0,0-1 1 0 0,0 0 0 0 0,0 1 0 0 0,0-1 0 0 0,0 1-1 0 0,0-1 1 0 0,0 0 0 0 0,0 0 0 0 0,0 0 0 0 0,0 1 0 0 0,0-1-1 0 0,2 0 1 0 0,8 0-46 0 0,0 0 0 0 0,0-1 0 0 0,-1 0 0 0 0,22-4 0 0 0,-7-1-508 0 0,41-12-2516 0 0,-61 16 1976 0 0,-1 0 0 0 0,0 0 0 0 0,0 0 0 0 0,0 0 0 0 0,-1 0 0 0 0,1-1 0 0 0,4-3 0 0 0,1-3-3841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6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7322 0 0,'-12'23'6742'0'0,"7"6"-3729"0"0,9 33-1547 0 0,-2-46-554 0 0,1 25-502 0 0,19 134 1781 0 0,2-90-3424 0 0,-19-73 270 0 0,1 0-1 0 0,0 0 1 0 0,1-1 0 0 0,10 15-1 0 0,-15-24 409 0 0,8 6-6095 0 0</inkml:trace>
  <inkml:trace contextRef="#ctx0" brushRef="#br0" timeOffset="1">131 158 9642 0 0,'46'-16'7248'0'0,"7"11"-5612"0"0,-51 5-1641 0 0,0 0-1 0 0,0 0 1 0 0,1 0-1 0 0,-1 0 1 0 0,0 1-1 0 0,0-1 1 0 0,0 1 0 0 0,0-1-1 0 0,1 1 1 0 0,-1 0-1 0 0,0-1 1 0 0,0 1-1 0 0,-1 0 1 0 0,1 1-1 0 0,0-1 1 0 0,0 0-1 0 0,0 0 1 0 0,-1 1 0 0 0,1-1-1 0 0,0 1 1 0 0,-1 0-1 0 0,0-1 1 0 0,1 1-1 0 0,-1 0 1 0 0,0 0-1 0 0,0 0 1 0 0,0 0 0 0 0,0 0-1 0 0,0 0 1 0 0,0 0-1 0 0,-1 0 1 0 0,1 0-1 0 0,-1 0 1 0 0,1 0-1 0 0,-1 0 1 0 0,0 1 0 0 0,0-1-1 0 0,0 0 1 0 0,0 0-1 0 0,0 0 1 0 0,-1 4-1 0 0,-3 12 135 0 0,-1 0-1 0 0,0 0 1 0 0,-1-1 0 0 0,-14 27-1 0 0,14-32 86 0 0,-1 1 0 0 0,2 0-1 0 0,0 1 1 0 0,1-1 0 0 0,0 1-1 0 0,1 0 1 0 0,0 0-1 0 0,-1 25 1 0 0,4-36-199 0 0,1 1-1 0 0,-1-1 1 0 0,0 0 0 0 0,1 0 0 0 0,0 0-1 0 0,0 0 1 0 0,0 0 0 0 0,0 0-1 0 0,0 0 1 0 0,0 0 0 0 0,1-1-1 0 0,0 1 1 0 0,-1 0 0 0 0,1-1-1 0 0,0 1 1 0 0,0-1 0 0 0,0 0-1 0 0,5 4 1 0 0,-3-3 12 0 0,1 0 1 0 0,0-1-1 0 0,-1 1 1 0 0,1-1-1 0 0,0 0 1 0 0,0-1-1 0 0,0 1 1 0 0,0-1 0 0 0,0 0-1 0 0,8 0 1 0 0,3 0-282 0 0,0-1 0 0 0,0-1 0 0 0,0 0 0 0 0,-1-1 1 0 0,1-1-1 0 0,24-7 0 0 0,-35 9-214 0 0,0-1 1 0 0,0 0-1 0 0,-1-1 0 0 0,1 1 0 0 0,0-1 0 0 0,-1 0 1 0 0,5-3-1 0 0,-7 4-165 0 0,0 0 0 0 0,1-1 0 0 0,-1 1 0 0 0,0 0 0 0 0,0-1 0 0 0,0 0 0 0 0,-1 1 0 0 0,1-1 0 0 0,-1 0 0 0 0,1 0 0 0 0,-1 0 1 0 0,2-5-1 0 0,0-10-4504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6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16 181 5761 0 0,'-1'0'311'0'0,"0"1"-1"0"0,0-1 0 0 0,0 0 0 0 0,0 1 1 0 0,0-1-1 0 0,1 1 0 0 0,-1 0 1 0 0,0-1-1 0 0,0 1 0 0 0,1 0 1 0 0,-1-1-1 0 0,0 1 0 0 0,1 0 1 0 0,-1 0-1 0 0,1-1 0 0 0,-1 1 1 0 0,1 0-1 0 0,-1 0 0 0 0,1 0 1 0 0,0 0-1 0 0,-1 0 0 0 0,1 0 1 0 0,0-1-1 0 0,0 1 0 0 0,0 0 0 0 0,0 0 1 0 0,0 2-1 0 0,0-3-167 0 0,1 1 0 0 0,0 0 0 0 0,0-1 0 0 0,1 1 0 0 0,-1 0 0 0 0,0-1 0 0 0,0 1 0 0 0,0-1 0 0 0,0 0 0 0 0,0 1 0 0 0,1-1 0 0 0,-1 0 0 0 0,0 0 0 0 0,0 0 0 0 0,0 1 0 0 0,1-1 0 0 0,0-1 0 0 0,61-5-133 0 0,-38 0-346 0 0,59-17-1153 0 0,-78 21 562 0 0,1-1 1 0 0,-1 1 0 0 0,1-1-1 0 0,-1-1 1 0 0,0 1 0 0 0,0-1-1 0 0,-1 0 1 0 0,1-1 0 0 0,6-6-1 0 0,-2 0-3330 0 0</inkml:trace>
  <inkml:trace contextRef="#ctx0" brushRef="#br0" timeOffset="1">261 0 9394 0 0,'-4'19'2174'0'0,"0"0"0"0"0,1 0 0 0 0,-1 30 0 0 0,3-17-797 0 0,7 48 0 0 0,37 135-1390 0 0,-40-203-381 0 0,1 1 1 0 0,0-1-1 0 0,1 0 0 0 0,8 14 1 0 0,-10-21-217 0 0,-1-1 1 0 0,2 1-1 0 0,-1-1 1 0 0,0 0-1 0 0,1 0 1 0 0,0 0-1 0 0,7 6 1 0 0,-10-10 402 0 0,-1 0 0 0 0,0 1-1 0 0,1-1 1 0 0,-1 1 0 0 0,0-1 0 0 0,1 0 0 0 0,-1 1 0 0 0,1-1-1 0 0,-1 0 1 0 0,1 0 0 0 0,-1 1 0 0 0,1-1 0 0 0,-1 0 0 0 0,1 0-1 0 0,-1 0 1 0 0,1 0 0 0 0,-1 1 0 0 0,1-1 0 0 0,0 0 0 0 0,-1 0-1 0 0,1 0 1 0 0,-1 0 0 0 0,1 0 0 0 0,-1 0 0 0 0,1-1 0 0 0,-1 1-1 0 0,1 0 1 0 0,-1 0 0 0 0,1 0 0 0 0,-1 0 0 0 0,1-1 0 0 0,-1 1-1 0 0,1 0 1 0 0,-1-1 0 0 0,1 1 0 0 0,-1 0 0 0 0,1-1 0 0 0,8-4-4428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6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6 102 6905 0 0,'0'0'169'0'0,"0"0"-1"0"0,-1 0 1 0 0,1 0-1 0 0,0-1 1 0 0,0 1-1 0 0,-1 0 0 0 0,1 0 1 0 0,0 0-1 0 0,0 0 1 0 0,-1 0-1 0 0,1 0 1 0 0,0-1-1 0 0,0 1 169 0 0,-1 0-169 0 0,1 0 1 0 0,0-1-1 0 0,0 1 1 0 0,0 0-1 0 0,0 0 0 0 0,-1 0 1 0 0,1-1-1 0 0,0 1 1 0 0,0 0-1 0 0,0 0 1 0 0,0-1-1 0 0,0 1 0 0 0,0 0 1 0 0,0 0-1 0 0,0-1 1 0 0,0 1-1 0 0,0 0 1 0 0,0-1-1 0 0,0 1 0 0 0,0 0 1 0 0,0 0-1 0 0,0-1 1 0 0,0 1-1 0 0,0 0 0 0 0,0 0 1 0 0,0-1-1 0 0,0 1 1 0 0,0 0-1 0 0,1 0 1 0 0,-1-1-1 0 0,0 1 0 0 0,0 0 1 0 0,15-16 1686 0 0,22-9-1780 0 0,-19 15 64 0 0,1 1 0 0 0,1 1-1 0 0,19-7 1 0 0,-33 13-58 0 0,-1 1-1 0 0,1-1 0 0 0,-1 1 0 0 0,1 0 0 0 0,0 0 1 0 0,-1 1-1 0 0,1-1 0 0 0,0 1 0 0 0,0 1 0 0 0,-1-1 1 0 0,1 1-1 0 0,0 0 0 0 0,-1 0 0 0 0,1 1 0 0 0,10 3 1 0 0,-12-2 45 0 0,-1 0 1 0 0,1 0-1 0 0,-1 1 1 0 0,1-1-1 0 0,-1 1 1 0 0,0-1-1 0 0,-1 1 1 0 0,1 0-1 0 0,-1 0 1 0 0,1 0-1 0 0,-1 1 1 0 0,0-1-1 0 0,-1 0 1 0 0,1 1-1 0 0,-1-1 1 0 0,0 1-1 0 0,0-1 1 0 0,0 9-1 0 0,2 9 272 0 0,-2 0 0 0 0,-3 35 0 0 0,1-46-289 0 0,-3 29-35 0 0,2-21 45 0 0,0 1-1 0 0,2 34 1 0 0,0-50-442 0 0,0 0 1 0 0,1 0-1 0 0,0 0 0 0 0,0 0 0 0 0,0 0 1 0 0,0 0-1 0 0,0 0 0 0 0,1 0 1 0 0,-1-1-1 0 0,1 1 0 0 0,0 0 1 0 0,1-1-1 0 0,-1 1 0 0 0,0-1 0 0 0,1 0 1 0 0,0 0-1 0 0,0 0 0 0 0,4 4 1 0 0,-6-6 22 0 0,0-1 0 0 0,0 1 0 0 0,0-1 0 0 0,0 1 0 0 0,0-1 0 0 0,0 1 1 0 0,0-1-1 0 0,1 1 0 0 0,-1-1 0 0 0,0 0 0 0 0,0 0 0 0 0,0 1 0 0 0,0-1 0 0 0,0 0 1 0 0,1 0-1 0 0,-1 0 0 0 0,0 0 0 0 0,0-1 0 0 0,0 1 0 0 0,0 0 0 0 0,0 0 1 0 0,0-1-1 0 0,1 1 0 0 0,-1 0 0 0 0,0-1 0 0 0,0 1 0 0 0,0-1 0 0 0,0 0 1 0 0,0 1-1 0 0,0-1 0 0 0,-1 0 0 0 0,1 0 0 0 0,0 1 0 0 0,0-1 0 0 0,0 0 0 0 0,-1 0 1 0 0,1 0-1 0 0,0 0 0 0 0,0-1 0 0 0,9-11-3405 0 0</inkml:trace>
  <inkml:trace contextRef="#ctx0" brushRef="#br0" timeOffset="1">460 29 6177 0 0,'0'2'4524'0'0,"0"13"-2241"0"0,0-2-1616 0 0,6 207 6069 0 0,9-111-7701 0 0,13-1-3524 0 0,-37-140-6575 0 0,5 13 8155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7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38 1816 0 0,'-15'-20'11180'0'0,"22"30"-9150"0"0,-5-7-1915 0 0,0-1 0 0 0,0 0-1 0 0,0 1 1 0 0,1-1 0 0 0,-1 0 0 0 0,1 0 0 0 0,-1 0-1 0 0,1-1 1 0 0,0 1 0 0 0,-1-1 0 0 0,1 1 0 0 0,0-1 0 0 0,0 0-1 0 0,0 0 1 0 0,0 0 0 0 0,0-1 0 0 0,1 1 0 0 0,-1-1-1 0 0,0 1 1 0 0,0-1 0 0 0,0 0 0 0 0,0-1 0 0 0,1 1 0 0 0,-1 0-1 0 0,0-1 1 0 0,0 0 0 0 0,0 1 0 0 0,3-3 0 0 0,7-1-284 0 0,-1-1 0 0 0,0-1 1 0 0,-1 0-1 0 0,20-14 0 0 0,-15 10 135 0 0,-10 10 639 0 0,-11 37-284 0 0,1-1 0 0 0,3 1 0 0 0,1-1 0 0 0,1 1 0 0 0,2 0 0 0 0,2-1 0 0 0,1 0 0 0 0,13 40 0 0 0,-18-72-520 0 0,1-1-1 0 0,-1 1 1 0 0,1 0-1 0 0,0-1 1 0 0,-1 0-1 0 0,2 1 1 0 0,-1-1-1 0 0,0 0 1 0 0,1 0-1 0 0,3 3 0 0 0,-6-6 29 0 0,1 1-1 0 0,-1-1 0 0 0,1 0 0 0 0,-1 1 0 0 0,1-1 1 0 0,0 1-1 0 0,-1-1 0 0 0,1 0 0 0 0,0 0 0 0 0,-1 0 1 0 0,1 1-1 0 0,0-1 0 0 0,-1 0 0 0 0,1 0 0 0 0,0 0 0 0 0,0 0 1 0 0,-1 0-1 0 0,1 0 0 0 0,0 0 0 0 0,-1 0 0 0 0,1 0 1 0 0,1-1-1 0 0,-1 0-211 0 0,1 0 0 0 0,-1 0 1 0 0,0 1-1 0 0,0-1 0 0 0,0-1 1 0 0,0 1-1 0 0,0 0 0 0 0,0 0 1 0 0,0 0-1 0 0,0-1 1 0 0,0 1-1 0 0,0 0 0 0 0,-1-1 1 0 0,1 1-1 0 0,0-2 0 0 0,7-16-5375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7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54 8322 0 0,'-6'5'1124'0'0,"-1"-1"0"0"0,1 2 0 0 0,-1-1 1 0 0,1 1-1 0 0,1 0 0 0 0,-1 0 0 0 0,1 0 0 0 0,-6 12 1 0 0,6-11-747 0 0,1 1 1 0 0,0 0 0 0 0,1 1-1 0 0,0-1 1 0 0,0 0 0 0 0,1 1-1 0 0,-3 16 1 0 0,4-20-377 0 0,0 1 0 0 0,1-1 0 0 0,0 1 0 0 0,0 0 0 0 0,1-1 0 0 0,-1 1 0 0 0,1 0 0 0 0,0-1 0 0 0,1 1 0 0 0,-1-1 0 0 0,1 0 1 0 0,0 1-1 0 0,0-1 0 0 0,1 0 0 0 0,0 0 0 0 0,0 0 0 0 0,0-1 0 0 0,0 1 0 0 0,1-1 0 0 0,-1 0 0 0 0,1 0 0 0 0,0 0 0 0 0,1 0 0 0 0,-1 0 0 0 0,1-1 0 0 0,-1 0 0 0 0,1 0 1 0 0,8 3-1 0 0,-8-4-21 0 0,-1 0 0 0 0,1 0 0 0 0,0-1 0 0 0,0 0 0 0 0,0 0 0 0 0,0 0 1 0 0,0-1-1 0 0,0 0 0 0 0,0 0 0 0 0,0 0 0 0 0,0 0 0 0 0,0-1 0 0 0,0 0 0 0 0,0 0 1 0 0,0 0-1 0 0,0 0 0 0 0,0-1 0 0 0,-1 0 0 0 0,1 0 0 0 0,-1 0 0 0 0,1-1 1 0 0,-1 1-1 0 0,0-1 0 0 0,0 0 0 0 0,0-1 0 0 0,0 1 0 0 0,-1 0 0 0 0,6-7 1 0 0,-5 5 41 0 0,0 0 1 0 0,0 0 0 0 0,0-1-1 0 0,0 0 1 0 0,-1 0 0 0 0,0 0-1 0 0,0 0 1 0 0,-1-1 0 0 0,0 1 0 0 0,0-1-1 0 0,0 1 1 0 0,-1-1 0 0 0,0 0-1 0 0,0 1 1 0 0,-1-1 0 0 0,0 0-1 0 0,0 0 1 0 0,0 0 0 0 0,-1 1 0 0 0,-2-12-1 0 0,1 12 33 0 0,0 0 1 0 0,0 0-1 0 0,-1 0 0 0 0,1 1 0 0 0,-1-1 0 0 0,-1 1 0 0 0,1-1 0 0 0,-1 1 1 0 0,0 0-1 0 0,0 0 0 0 0,0 1 0 0 0,-1-1 0 0 0,1 1 0 0 0,-10-6 0 0 0,11 8-106 0 0,0 1-1 0 0,0 0 1 0 0,0-1-1 0 0,0 1 0 0 0,-1 0 1 0 0,1 1-1 0 0,0-1 1 0 0,-1 1-1 0 0,1-1 0 0 0,0 1 1 0 0,-1 0-1 0 0,1 0 1 0 0,-1 0-1 0 0,1 1 0 0 0,0-1 1 0 0,-1 1-1 0 0,1 0 1 0 0,0 0-1 0 0,-1 0 0 0 0,1 0 1 0 0,0 1-1 0 0,0-1 0 0 0,0 1 1 0 0,0 0-1 0 0,0 0 1 0 0,1 0-1 0 0,-1 0 0 0 0,-3 4 1 0 0,-2 2-1052 0 0,1 0 0 0 0,1 0 1 0 0,-1 0-1 0 0,1 1 0 0 0,1 0 1 0 0,0 1-1 0 0,-7 16 0 0 0,-3 3-4567 0 0,7-10 1058 0 0</inkml:trace>
  <inkml:trace contextRef="#ctx0" brushRef="#br0" timeOffset="1">0 423 4297 0 0,'0'4'573'0'0,"0"-1"-1"0"0,1 0 1 0 0,-1 1 0 0 0,0-1 0 0 0,1 0-1 0 0,0 0 1 0 0,0 1 0 0 0,0-1 0 0 0,0 0-1 0 0,0 0 1 0 0,1 0 0 0 0,0 0 0 0 0,-1-1 0 0 0,1 1-1 0 0,0 0 1 0 0,0-1 0 0 0,0 1 0 0 0,4 2-1 0 0,-1-1-237 0 0,0 0-1 0 0,0-1 1 0 0,0 0-1 0 0,0-1 1 0 0,1 1 0 0 0,-1-1-1 0 0,1 0 1 0 0,0 0-1 0 0,8 1 1 0 0,9 1-286 0 0,0-2 0 0 0,0-1 0 0 0,0 0-1 0 0,27-4 1 0 0,-21 1-710 0 0,0-2 0 0 0,33-8 0 0 0,-4-10-2919 0 0,-54 20 2770 0 0,1-1 0 0 0,-1 0 1 0 0,0 0-1 0 0,0 0 0 0 0,0 0 1 0 0,-1-1-1 0 0,1 1 0 0 0,5-9 1 0 0,3-5-3470 0 0</inkml:trace>
  <inkml:trace contextRef="#ctx0" brushRef="#br0" timeOffset="2">428 0 6753 0 0,'-4'8'1294'0'0,"1"0"-1"0"0,-1 0 0 0 0,1 0 1 0 0,1 0-1 0 0,-3 12 0 0 0,-1 48 2129 0 0,17 68-1256 0 0,-9-121-1703 0 0,-1-2-574 0 0,30 183 1836 0 0,-2-102-3427 0 0,-22-77-823 0 0,1 1-1 0 0,20 31 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8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10402 0 0,'0'1'199'0'0,"1"0"0"0"0,-1 0 0 0 0,0 0 0 0 0,1 0 1 0 0,-1 0-1 0 0,0 0 0 0 0,1 0 0 0 0,0 0 0 0 0,-1 0 0 0 0,1 0 0 0 0,-1-1 0 0 0,1 1 0 0 0,0 0 0 0 0,0 0 0 0 0,-1-1 0 0 0,1 1 0 0 0,0 0 0 0 0,0-1 0 0 0,0 1 0 0 0,0-1 0 0 0,0 1 1 0 0,0-1-1 0 0,0 1 0 0 0,-1-1 0 0 0,1 0 0 0 0,1 0 0 0 0,-1 1 0 0 0,0-1 0 0 0,0 0 0 0 0,0 0 0 0 0,0 0 0 0 0,1 0 0 0 0,42 0 518 0 0,-35 0-262 0 0,36-3-268 0 0,84-16 1 0 0,-17-10-7024 0 0,-95 20 654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8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1944 0 0,'-5'6'1011'0'0,"-1"1"-1"0"0,1-1 0 0 0,1 1 0 0 0,-1 0 0 0 0,1 1 0 0 0,0-1 0 0 0,-4 12 0 0 0,5-9-330 0 0,-1 1 1 0 0,1 0-1 0 0,1 0 0 0 0,0 0 0 0 0,-1 19 1 0 0,3-24-675 0 0,0 0 0 0 0,-1 0 0 0 0,2 0 0 0 0,-1 0 0 0 0,1 1 0 0 0,0-1 1 0 0,0 0-1 0 0,1 0 0 0 0,0 0 0 0 0,0-1 0 0 0,0 1 0 0 0,1 0 1 0 0,0-1-1 0 0,0 1 0 0 0,0-1 0 0 0,0 0 0 0 0,1 0 0 0 0,0 0 0 0 0,0-1 1 0 0,1 1-1 0 0,-1-1 0 0 0,1 0 0 0 0,0-1 0 0 0,8 6 0 0 0,-12-8-265 0 0,0-1-1 0 0,0 1 1 0 0,0-1-1 0 0,0 1 1 0 0,0-1-1 0 0,0 1 1 0 0,0-1-1 0 0,1 0 1 0 0,-1 1-1 0 0,0-1 1 0 0,0 0 0 0 0,0 0-1 0 0,1 0 1 0 0,-1 0-1 0 0,0 0 1 0 0,0 0-1 0 0,0 0 1 0 0,1-1-1 0 0,-1 1 1 0 0,0 0-1 0 0,0-1 1 0 0,0 1-1 0 0,0-1 1 0 0,0 1-1 0 0,0-1 1 0 0,0 1-1 0 0,0-1 1 0 0,0 0-1 0 0,0 0 1 0 0,0 1-1 0 0,0-1 1 0 0,1-2-1 0 0,6-6-3837 0 0</inkml:trace>
  <inkml:trace contextRef="#ctx0" brushRef="#br0" timeOffset="1">168 23 8586 0 0,'-3'8'2784'0'0,"0"5"-783"0"0,0 5-385 0 0,3 2-488 0 0,0-4-319 0 0,3 2-217 0 0,0-4-240 0 0,4 3-104 0 0,-2-3-120 0 0,1-1-152 0 0,2 0-264 0 0,-1-1-424 0 0,-1-1-617 0 0,1-1-743 0 0,-4-2-1097 0 0,-10-10-1592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9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79 10290 0 0,'0'0'189'0'0,"-1"0"0"0"0,1 1 0 0 0,-1-1 0 0 0,1 0 0 0 0,-1 0 0 0 0,1 1 0 0 0,0-1 0 0 0,-1 0 0 0 0,1 1 0 0 0,0-1 0 0 0,-1 0-1 0 0,1 1 1 0 0,0-1 0 0 0,-1 1 0 0 0,1-1 0 0 0,0 1 0 0 0,0-1 0 0 0,-1 1 0 0 0,1-1 0 0 0,0 0 0 0 0,0 1 0 0 0,0-1 0 0 0,0 1 0 0 0,0-1 0 0 0,0 1 0 0 0,-1 0 0 0 0,1-1-1 0 0,0 1 1 0 0,1-1 0 0 0,-1 1 0 0 0,0-1 0 0 0,0 1 0 0 0,0-1 0 0 0,0 1 0 0 0,0-1 0 0 0,0 1 0 0 0,1-1 0 0 0,-1 0 0 0 0,1 2 0 0 0,22 2 2070 0 0,33-11-1832 0 0,114-32-775 0 0,-141 30-3293 0 0,49-22 0 0 0,-63 24-296 0 0,-5 0-1917 0 0</inkml:trace>
  <inkml:trace contextRef="#ctx0" brushRef="#br0" timeOffset="1">5 290 11747 0 0,'0'1'149'0'0,"-1"-1"0"0"0,1 1 0 0 0,-1-1 0 0 0,1 1 0 0 0,0-1 0 0 0,-1 1 0 0 0,1-1 0 0 0,0 1 0 0 0,0 0 0 0 0,-1-1 0 0 0,1 1 0 0 0,0-1 0 0 0,0 1 0 0 0,0 0 0 0 0,0-1 0 0 0,0 1 0 0 0,-1 0 0 0 0,1-1 0 0 0,0 1 0 0 0,1-1 0 0 0,-1 1 0 0 0,0 0 0 0 0,0-1 0 0 0,0 1 0 0 0,0 0 0 0 0,0-1 0 0 0,1 1 0 0 0,-1-1 0 0 0,0 1 0 0 0,0-1 0 0 0,1 1 0 0 0,-1-1 0 0 0,0 1 0 0 0,1-1 0 0 0,-1 1 0 0 0,2 0 0 0 0,26 8 1714 0 0,33-11-1076 0 0,124-20-25 0 0,-64 1-4030 0 0,-97 13-441 0 0,-23 8 3228 0 0,0-1 0 0 0,-1 0 0 0 0,1 0 0 0 0,0 1 0 0 0,0-1 0 0 0,0 0 0 0 0,0 0 1 0 0,-1 0-1 0 0,1 0 0 0 0,-1 0 0 0 0,1 0 0 0 0,0 0 0 0 0,-1 0 0 0 0,0 0 0 0 0,1 0 0 0 0,-1 0 0 0 0,1-2 0 0 0,2-7-3653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8762 0 0,'3'-5'619'0'0,"1"1"1"0"0,0 0-1 0 0,0 1 0 0 0,0-1 1 0 0,1 1-1 0 0,-1 0 0 0 0,1 0 1 0 0,6-3-1 0 0,-2 1-143 0 0,1 1 0 0 0,1 0 0 0 0,18-4 1 0 0,-17 5-405 0 0,1 1 0 0 0,-1 1 0 0 0,0 0 0 0 0,1 0 1 0 0,-1 1-1 0 0,1 1 0 0 0,19 3 0 0 0,-31-4-65 0 0,1 0 0 0 0,-1 1 0 0 0,0-1 0 0 0,0 0 0 0 0,0 1 0 0 0,0-1-1 0 0,1 1 1 0 0,-1-1 0 0 0,0 1 0 0 0,0 0 0 0 0,0-1 0 0 0,0 1 0 0 0,0 0 0 0 0,0 0-1 0 0,-1-1 1 0 0,1 1 0 0 0,0 0 0 0 0,0 0 0 0 0,0 0 0 0 0,-1 0 0 0 0,1 0 0 0 0,-1 0 0 0 0,1 1-1 0 0,-1-1 1 0 0,1 2 0 0 0,0-1 13 0 0,-1 1 0 0 0,0-1 0 0 0,0 1 0 0 0,0 0-1 0 0,-1-1 1 0 0,1 1 0 0 0,-1-1 0 0 0,1 1 0 0 0,-1-1 0 0 0,0 0 0 0 0,0 1 0 0 0,-1 1-1 0 0,-6 10 120 0 0,0 0 0 0 0,-1-1 0 0 0,-13 15 0 0 0,16-20-51 0 0,-18 20 164 0 0,-29 41 297 0 0,51-65-517 0 0,-1 0-1 0 0,0 1 1 0 0,1-1-1 0 0,0 1 0 0 0,0 0 1 0 0,0 0-1 0 0,1-1 1 0 0,-1 1-1 0 0,1 0 0 0 0,0 0 1 0 0,1 0-1 0 0,-1 1 1 0 0,1 5-1 0 0,1-8-26 0 0,0-1 1 0 0,0 0-1 0 0,0 1 1 0 0,0-1-1 0 0,0 0 0 0 0,1 0 1 0 0,-1 0-1 0 0,1 1 0 0 0,-1-2 1 0 0,1 1-1 0 0,0 0 0 0 0,0 0 1 0 0,0 0-1 0 0,0-1 1 0 0,0 1-1 0 0,0-1 0 0 0,0 0 1 0 0,1 1-1 0 0,-1-1 0 0 0,0 0 1 0 0,1-1-1 0 0,-1 1 0 0 0,1 0 1 0 0,-1-1-1 0 0,1 1 0 0 0,-1-1 1 0 0,1 1-1 0 0,-1-1 1 0 0,5-1-1 0 0,8 2 3 0 0,-1-1 1 0 0,0 0-1 0 0,27-5 1 0 0,66-25 828 0 0,-106 30-797 0 0,-1 0-1 0 0,1 0 0 0 0,-1 0 1 0 0,0 0-1 0 0,1 1 0 0 0,-1-1 1 0 0,1 0-1 0 0,-1 1 0 0 0,1-1 1 0 0,-1 0-1 0 0,0 1 0 0 0,1-1 1 0 0,-1 0-1 0 0,0 1 1 0 0,0-1-1 0 0,1 0 0 0 0,-1 1 1 0 0,0-1-1 0 0,0 1 0 0 0,1-1 1 0 0,-1 1-1 0 0,0-1 0 0 0,0 1 1 0 0,0-1-1 0 0,0 1 0 0 0,0-1 1 0 0,0 1-1 0 0,0-1 0 0 0,0 1 1 0 0,0-1-1 0 0,0 1 0 0 0,0-1 1 0 0,0 1-1 0 0,0-1 0 0 0,0 1 1 0 0,0-1-1 0 0,0 0 0 0 0,0 1 1 0 0,-1-1-1 0 0,1 1 1 0 0,0-1-1 0 0,0 1 0 0 0,-1 0 1 0 0,-10 34 265 0 0,7-24-224 0 0,-1 12 399 0 0,-6 16-4658 0 0,9-36 3469 0 0,0 0-1 0 0,0 0 1 0 0,0 0-1 0 0,0 0 0 0 0,0 0 1 0 0,-1-1-1 0 0,1 1 1 0 0,-1-1-1 0 0,0 1 0 0 0,0-1 1 0 0,0 0-1 0 0,0 0 1 0 0,0 0-1 0 0,0 0 0 0 0,-7 2 1 0 0,-32 20-4134 0 0,5-3 6057 0 0,33-19 252 0 0,-1-1 0 0 0,1 1-1 0 0,-1-1 1 0 0,1 0-1 0 0,-1 0 1 0 0,1 0 0 0 0,-9-1-1 0 0,84 1 3764 0 0,79-2-2451 0 0,-128 0-4026 0 0,-1-2-1 0 0,1 0 1 0 0,-1-2-1 0 0,38-12 1 0 0,-42 9-5435 0 0,-6 11 147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7:59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83 8386 0 0,'2'-4'599'0'0,"0"1"0"0"0,0-1 1 0 0,0 1-1 0 0,0 0 0 0 0,0 0 1 0 0,1 0-1 0 0,-1 0 0 0 0,1 0 1 0 0,0 1-1 0 0,5-5 0 0 0,-1 2-11 0 0,0 1 0 0 0,0 0 0 0 0,0 1-1 0 0,13-6 1 0 0,-4 5-67 0 0,-1 0 0 0 0,0 0 1 0 0,1 1-1 0 0,26 0 0 0 0,-38 2-434 0 0,1 1 1 0 0,0 0-1 0 0,-1 0 0 0 0,1 0 0 0 0,0 1 0 0 0,-1 0 1 0 0,1 0-1 0 0,-1 0 0 0 0,1 0 0 0 0,-1 1 1 0 0,1-1-1 0 0,-1 1 0 0 0,0 0 0 0 0,0 1 1 0 0,0-1-1 0 0,0 1 0 0 0,0 0 0 0 0,-1 0 1 0 0,1 0-1 0 0,-1 0 0 0 0,1 0 0 0 0,-1 1 1 0 0,3 5-1 0 0,-1 0-71 0 0,-1-1 1 0 0,-1 1 0 0 0,0 0-1 0 0,0 0 1 0 0,0 1-1 0 0,-1-1 1 0 0,-1 1 0 0 0,0-1-1 0 0,0 1 1 0 0,-1 15 0 0 0,3 22-1667 0 0,0-2-3016 0 0,-4-16-3710 0 0,1-17 2693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7 440 10218 0 0,'0'1'205'0'0,"-1"-1"-1"0"0,0 1 1 0 0,1 0-1 0 0,-1-1 1 0 0,1 1-1 0 0,0-1 1 0 0,-1 1-1 0 0,1 0 1 0 0,-1-1-1 0 0,1 1 0 0 0,0 0 1 0 0,0 0-1 0 0,-1-1 1 0 0,1 1-1 0 0,0 0 1 0 0,0 0-1 0 0,0-1 1 0 0,0 1-1 0 0,0 0 1 0 0,0 0-1 0 0,0-1 1 0 0,0 1-1 0 0,0 0 1 0 0,0 0-1 0 0,0 0 1 0 0,1-1-1 0 0,-1 1 1 0 0,0 0-1 0 0,1-1 1 0 0,-1 1-1 0 0,0 0 1 0 0,1-1-1 0 0,-1 1 1 0 0,1 0-1 0 0,0 0 1 0 0,1 0-28 0 0,0 0 0 0 0,0 0 1 0 0,0 0-1 0 0,1 0 0 0 0,-1 0 1 0 0,0-1-1 0 0,0 1 0 0 0,1-1 1 0 0,-1 0-1 0 0,1 1 0 0 0,3-1 1 0 0,73-9-593 0 0,-74 8 754 0 0,23-3-1678 0 0,46-16 0 0 0,-10-8-7255 0 0,-48 19 3059 0 0</inkml:trace>
  <inkml:trace contextRef="#ctx0" brushRef="#br0" timeOffset="1">264 64 7962 0 0,'5'-4'722'0'0,"0"0"-1"0"0,0 0 1 0 0,0 0 0 0 0,1 1 0 0 0,0 0 0 0 0,6-3 0 0 0,43-13 546 0 0,-27 13-1273 0 0,55-4-1 0 0,-78 10 31 0 0,0-1 0 0 0,1 1 0 0 0,-1 0 0 0 0,0 0-1 0 0,1 1 1 0 0,-1 0 0 0 0,0 0 0 0 0,1 0 0 0 0,-1 0 0 0 0,6 3-1 0 0,-10-3 9 0 0,0-1 0 0 0,0 1-1 0 0,0 0 1 0 0,-1-1-1 0 0,1 1 1 0 0,0 0 0 0 0,0 0-1 0 0,0 0 1 0 0,-1 0 0 0 0,1 0-1 0 0,0 0 1 0 0,-1 0-1 0 0,1 0 1 0 0,-1 0 0 0 0,1 0-1 0 0,-1 0 1 0 0,0 0 0 0 0,1 0-1 0 0,-1 2 1 0 0,0 0 67 0 0,0 0 0 0 0,0 0 0 0 0,0-1 0 0 0,0 1 1 0 0,-1 0-1 0 0,1 0 0 0 0,-1 0 0 0 0,0 0 0 0 0,0-1 0 0 0,-3 6 0 0 0,-6 12 745 0 0,-2-1-1 0 0,-1 0 1 0 0,-21 26-1 0 0,21-29-432 0 0,0 0 1 0 0,1 1-1 0 0,1 1 1 0 0,-14 29-1 0 0,24-45-406 0 0,0 1-1 0 0,0-1 0 0 0,0 1 0 0 0,0-1 1 0 0,0 1-1 0 0,1-1 0 0 0,-1 1 0 0 0,1-1 1 0 0,0 1-1 0 0,0 0 0 0 0,0-1 0 0 0,0 1 1 0 0,0-1-1 0 0,0 1 0 0 0,1 0 0 0 0,-1-1 1 0 0,1 1-1 0 0,0-1 0 0 0,0 1 0 0 0,0-1 1 0 0,2 5-1 0 0,-1-5-45 0 0,1 1 0 0 0,-1-1 0 0 0,1 0 1 0 0,0 0-1 0 0,-1 0 0 0 0,1 0 0 0 0,0 0 0 0 0,0 0 0 0 0,0-1 1 0 0,0 0-1 0 0,1 1 0 0 0,-1-1 0 0 0,0 0 0 0 0,5 0 0 0 0,8 2-373 0 0,-1-2 0 0 0,0 0 0 0 0,1-1 1 0 0,-1 0-1 0 0,0-1 0 0 0,17-4 0 0 0,-13 2-689 0 0,0-1 0 0 0,0-1 0 0 0,24-10 0 0 0,-38 13 592 0 0,0-1 0 0 0,0 1 0 0 0,0-1 0 0 0,0 0 0 0 0,0 0 0 0 0,0-1 0 0 0,-1 0 0 0 0,0 0 0 0 0,1 0 0 0 0,-2 0 1 0 0,1 0-1 0 0,0-1 0 0 0,-1 0 0 0 0,0 1 0 0 0,4-10 0 0 0,4-15-2219 0 0,0-2 162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0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22 4097 0 0,'-26'84'9290'0'0,"9"8"-5395"0"0,15-70-4285 0 0,1 0 0 0 0,3 27 0 0 0,-1-35-792 0 0,1-1 1 0 0,0 0 0 0 0,1 1-1 0 0,7 17 1 0 0,-4-21-2057 0 0,8 5-1457 0 0</inkml:trace>
  <inkml:trace contextRef="#ctx0" brushRef="#br0" timeOffset="1">17 203 3361 0 0,'8'-3'7801'0'0,"26"-3"-6304"0"0,-19 4-876 0 0,-5 1-706 0 0,-1-1-1 0 0,0-1 1 0 0,1 0-1 0 0,-1 0 1 0 0,0-1-1 0 0,-1 0 1 0 0,1 0-1 0 0,-1-1 0 0 0,0 0 1 0 0,10-9-1 0 0,-13 10-464 0 0,-1 0-1 0 0,0 0 1 0 0,-1 0-1 0 0,1-1 0 0 0,-1 1 1 0 0,0-1-1 0 0,0 0 0 0 0,0 0 1 0 0,0-1-1 0 0,-1 1 1 0 0,0 0-1 0 0,0-1 0 0 0,-1 1 1 0 0,0-1-1 0 0,0 0 1 0 0,0 1-1 0 0,0-1 0 0 0,-1-6 1 0 0,2-14-1000 0 0,2 13 1329 0 0,-4 13 232 0 0,0 0-1 0 0,0 0 0 0 0,0 0 1 0 0,0 0-1 0 0,0 0 0 0 0,0-1 1 0 0,0 1-1 0 0,0 0 0 0 0,1 0 1 0 0,-1 0-1 0 0,0 0 0 0 0,0 0 1 0 0,0 0-1 0 0,0 0 0 0 0,0-1 1 0 0,0 1-1 0 0,1 0 0 0 0,-1 0 1 0 0,0 0-1 0 0,0 0 0 0 0,0 0 1 0 0,0 0-1 0 0,0 0 0 0 0,1 0 1 0 0,-1 0-1 0 0,0 0 0 0 0,0 0 1 0 0,0 0-1 0 0,0 0 0 0 0,1 0 1 0 0,-1 0-1 0 0,0 0 0 0 0,0 0 1 0 0,0 0-1 0 0,0 0 0 0 0,1 0 1 0 0,-1 0-1 0 0,0 0 0 0 0,0 0 1 0 0,0 1-1 0 0,0-1 0 0 0,0 0 1 0 0,0 0-1 0 0,1 0 0 0 0,-1 0 1 0 0,0 0-1 0 0,0 0 0 0 0,0 0 1 0 0,0 1-1 0 0,1 2 704 0 0,0 0 0 0 0,0 1-1 0 0,-1-1 1 0 0,1 1 0 0 0,-1-1-1 0 0,0 1 1 0 0,0-1 0 0 0,0 0-1 0 0,-1 1 1 0 0,0 4 0 0 0,0 2 772 0 0,-1 108 5120 0 0,1-3-4519 0 0,-9-2-6355 0 0,6-101 256 0 0,-2-3-2561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1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4441 0 0,'-2'10'2961'0'0,"-1"5"-2049"0"0,2 3-256 0 0,2-4 64 0 0,2-2-48 0 0,1-1-144 0 0,1-3-80 0 0,3-1-136 0 0,0-2-344 0 0,3-2-400 0 0,2 0-464 0 0,0-3-520 0 0,-3-2-449 0 0,-7-6-583 0 0,4 3-953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1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1 504 5409 0 0,'7'-9'7627'0'0,"10"3"-4572"0"0,24 0-2487 0 0,-33 5 270 0 0,20-3-238 0 0,56-6 133 0 0,-76 10-689 0 0,0-1 0 0 0,-1 2 0 0 0,1-1-1 0 0,0 1 1 0 0,-1 0 0 0 0,1 1 0 0 0,0 0-1 0 0,8 3 1 0 0,-15-4-51 0 0,-1-1-1 0 0,1 1 1 0 0,0-1 0 0 0,0 1 0 0 0,-1-1-1 0 0,1 1 1 0 0,-1 0 0 0 0,1-1-1 0 0,-1 1 1 0 0,1 0 0 0 0,-1-1-1 0 0,1 1 1 0 0,-1 0 0 0 0,1 0 0 0 0,-1 0-1 0 0,0-1 1 0 0,0 1 0 0 0,1 0-1 0 0,-1 0 1 0 0,0 0 0 0 0,0 0-1 0 0,0 0 1 0 0,0-1 0 0 0,0 1 0 0 0,0 0-1 0 0,0 0 1 0 0,0 0 0 0 0,0 0-1 0 0,-1 0 1 0 0,1-1 0 0 0,0 1-1 0 0,0 0 1 0 0,-1 0 0 0 0,1 0 0 0 0,-1-1-1 0 0,1 1 1 0 0,-1 0 0 0 0,1 0-1 0 0,-1-1 1 0 0,1 1 0 0 0,-1 0-1 0 0,1-1 1 0 0,-1 1 0 0 0,0-1 0 0 0,1 1-1 0 0,-2 0 1 0 0,-34 33-351 0 0,33-31 343 0 0,-16 12-102 0 0,-2-1-1 0 0,0 0 1 0 0,-30 13 0 0 0,-19 12 262 0 0,70-39-120 0 0,0-1 0 0 0,0 1 1 0 0,-1 1-1 0 0,1-1 0 0 0,0 0 1 0 0,-1 0-1 0 0,1 0 0 0 0,0 0 0 0 0,0 0 1 0 0,-1 0-1 0 0,1 0 0 0 0,0 0 1 0 0,0 0-1 0 0,-1 0 0 0 0,1 1 0 0 0,0-1 1 0 0,0 0-1 0 0,-1 0 0 0 0,1 0 1 0 0,0 1-1 0 0,0-1 0 0 0,0 0 1 0 0,-1 0-1 0 0,1 0 0 0 0,0 1 0 0 0,0-1 1 0 0,0 0-1 0 0,0 0 0 0 0,0 1 1 0 0,0-1-1 0 0,-1 0 0 0 0,1 1 0 0 0,0-1 1 0 0,0 0-1 0 0,0 0 0 0 0,0 1 1 0 0,0-1-1 0 0,0 0 0 0 0,0 1 0 0 0,0-1 1 0 0,0 0-1 0 0,0 0 0 0 0,0 1 1 0 0,0-1-1 0 0,1 0 0 0 0,-1 1 0 0 0,17 0 642 0 0,24-6-208 0 0,-18 0-461 0 0,69-17-1468 0 0,-38-4-5295 0 0,-37 18 3161 0 0,7 12-1412 0 0</inkml:trace>
  <inkml:trace contextRef="#ctx0" brushRef="#br0" timeOffset="1">474 67 7850 0 0,'-3'-4'1032'0'0,"-2"-3"38"0"0,0-1 0 0 0,0 1-1 0 0,-1 1 1 0 0,0-1 0 0 0,-1 1 0 0 0,-8-7 0 0 0,14 12-1015 0 0,-1 0 0 0 0,1 0 0 0 0,-1 1 1 0 0,0-1-1 0 0,1 0 0 0 0,-1 1 1 0 0,0-1-1 0 0,0 1 0 0 0,1-1 1 0 0,-1 1-1 0 0,0 0 0 0 0,0 0 0 0 0,0 0 1 0 0,1 0-1 0 0,-1 0 0 0 0,0 0 1 0 0,0 1-1 0 0,1-1 0 0 0,-1 1 1 0 0,0-1-1 0 0,0 1 0 0 0,1-1 0 0 0,-1 1 1 0 0,0 0-1 0 0,1 0 0 0 0,-1 0 1 0 0,1 0-1 0 0,-1 0 0 0 0,1 0 1 0 0,0 0-1 0 0,-1 1 0 0 0,1-1 0 0 0,0 0 1 0 0,0 1-1 0 0,0-1 0 0 0,0 1 1 0 0,-1 1-1 0 0,0-1-51 0 0,1-1-1 0 0,-1 1 1 0 0,1-1 0 0 0,0 1 0 0 0,-1 0-1 0 0,1 0 1 0 0,0 0 0 0 0,0-1 0 0 0,0 1-1 0 0,0 0 1 0 0,1 0 0 0 0,-1 0-1 0 0,1 0 1 0 0,-1 0 0 0 0,1 1 0 0 0,-1-1-1 0 0,1 0 1 0 0,0 0 0 0 0,0 0-1 0 0,0 0 1 0 0,0 0 0 0 0,1 0 0 0 0,-1 1-1 0 0,0-1 1 0 0,1 0 0 0 0,0 0 0 0 0,-1 0-1 0 0,1 0 1 0 0,0 0 0 0 0,0 0-1 0 0,0-1 1 0 0,0 1 0 0 0,0 0 0 0 0,1 0-1 0 0,-1-1 1 0 0,0 1 0 0 0,1-1 0 0 0,-1 1-1 0 0,1-1 1 0 0,0 1 0 0 0,-1-1-1 0 0,1 0 1 0 0,0 0 0 0 0,3 2 0 0 0,3 0 6 0 0,-1 0 0 0 0,1 0 1 0 0,0 0-1 0 0,-1-1 0 0 0,1 0 1 0 0,0-1-1 0 0,1 1 0 0 0,-1-2 1 0 0,0 1-1 0 0,14-2 0 0 0,-9 0 176 0 0,1-1-1 0 0,0-1 0 0 0,21-7 0 0 0,-30 8-121 0 0,-1 1-1 0 0,0-1 1 0 0,0 0-1 0 0,0 0 1 0 0,0-1-1 0 0,0 1 0 0 0,0-1 1 0 0,-1 1-1 0 0,1-1 1 0 0,-1-1-1 0 0,0 1 0 0 0,0 0 1 0 0,0-1-1 0 0,5-7 1 0 0,-7 10-23 0 0,-1-1 1 0 0,1 1 0 0 0,-1-1-1 0 0,1 1 1 0 0,-1-1 0 0 0,0 0 0 0 0,1 1-1 0 0,-1-1 1 0 0,0 1 0 0 0,0-1-1 0 0,0 0 1 0 0,0 1 0 0 0,-1-1-1 0 0,1 1 1 0 0,0-1 0 0 0,-1 0 0 0 0,1 1-1 0 0,-1-1 1 0 0,1 1 0 0 0,-1-1-1 0 0,0 1 1 0 0,0 0 0 0 0,0-1-1 0 0,1 1 1 0 0,-1 0 0 0 0,-1 0-1 0 0,1-1 1 0 0,0 1 0 0 0,0 0 0 0 0,0 0-1 0 0,0 0 1 0 0,-1 0 0 0 0,1 0-1 0 0,-1 1 1 0 0,1-1 0 0 0,0 0-1 0 0,-1 1 1 0 0,1-1 0 0 0,-1 0 0 0 0,-3 1-1 0 0,-1-3-48 0 0,0 1-1 0 0,-1 0 1 0 0,0 1 0 0 0,1-1-1 0 0,-1 2 1 0 0,0-1 0 0 0,0 1-1 0 0,-9 0 1 0 0,11 1-286 0 0,-1 0-1 0 0,0 1 1 0 0,1 0 0 0 0,0 0 0 0 0,-1 0 0 0 0,1 0 0 0 0,0 1 0 0 0,-7 4-1 0 0,-19 17-4709 0 0,5-4-3312 0 0,16-8 3663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1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21 5273 0 0,'-12'7'8400'0'0,"12"1"-3979"0"0,1-7-4227 0 0,0 0 0 0 0,0 0 1 0 0,1 0-1 0 0,-1-1 0 0 0,0 1 0 0 0,0 0 1 0 0,1-1-1 0 0,-1 1 0 0 0,0-1 0 0 0,1 1 1 0 0,-1-1-1 0 0,1 1 0 0 0,-1-1 0 0 0,1 0 1 0 0,1 0-1 0 0,33 0 282 0 0,0-2 0 0 0,-1-2 0 0 0,62-14 0 0 0,0 0-1632 0 0,-23 16-2738 0 0,-61 2-453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2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6025 0 0,'-1'1'299'0'0,"-1"-1"-1"0"0,0 1 1 0 0,1 0-1 0 0,-1 0 1 0 0,1 1-1 0 0,-1-1 1 0 0,1 0-1 0 0,0 0 1 0 0,-1 1-1 0 0,1-1 1 0 0,0 1-1 0 0,0-1 1 0 0,0 1-1 0 0,-1 1 1 0 0,2-2-195 0 0,0-1 1 0 0,0 1 0 0 0,0-1 0 0 0,0 1 0 0 0,0-1 0 0 0,0 1 0 0 0,0-1 0 0 0,0 1 0 0 0,0-1 0 0 0,1 1 0 0 0,-1-1 0 0 0,0 1 0 0 0,0-1 0 0 0,0 1-1 0 0,1-1 1 0 0,-1 1 0 0 0,0-1 0 0 0,1 1 0 0 0,-1-1 0 0 0,0 0 0 0 0,1 1 0 0 0,-1-1 0 0 0,0 1 0 0 0,1-1 0 0 0,-1 0 0 0 0,1 0 0 0 0,-1 1-1 0 0,1-1 1 0 0,-1 0 0 0 0,1 1 0 0 0,4 0 94 0 0,0 1 0 0 0,-1-1-1 0 0,1 0 1 0 0,0 0 0 0 0,0 0-1 0 0,0 0 1 0 0,0-1 0 0 0,9 0-1 0 0,155-26 353 0 0,-168 26-544 0 0,-1 0 1 0 0,0 0-1 0 0,1 0 0 0 0,-1 0 1 0 0,0 0-1 0 0,1-1 0 0 0,-1 1 0 0 0,1 0 1 0 0,-1 0-1 0 0,1 0 0 0 0,-1 0 1 0 0,0 0-1 0 0,1 0 0 0 0,-1 1 0 0 0,1-1 1 0 0,-1 0-1 0 0,0 0 0 0 0,1 0 1 0 0,-1 0-1 0 0,1 0 0 0 0,-1 1 1 0 0,0-1-1 0 0,1 0 0 0 0,-1 0 0 0 0,0 0 1 0 0,1 1-1 0 0,-1-1 0 0 0,0 0 1 0 0,1 1-1 0 0,-1-1 0 0 0,0 0 0 0 0,0 1 1 0 0,1-1-1 0 0,-1 0 0 0 0,0 1 1 0 0,0-1-1 0 0,1 1 0 0 0,-11 15 281 0 0,-26 18 358 0 0,34-33-571 0 0,-20 17 403 0 0,-39 34 285 0 0,56-47-755 0 0,1 0 0 0 0,0 0 0 0 0,-1 0 1 0 0,2 0-1 0 0,-1 1 0 0 0,1-1 0 0 0,-1 1 0 0 0,1 0 0 0 0,-2 9 1 0 0,4-14 7 0 0,2 1 0 0 0,-1-1 0 0 0,0 0 0 0 0,0 1 0 0 0,0-1 0 0 0,0 0 0 0 0,1 0 0 0 0,-1 0 0 0 0,1 1 0 0 0,-1-1 0 0 0,1 0 0 0 0,-1 0 0 0 0,1 0 0 0 0,0 0 0 0 0,-1 0 0 0 0,1 0 0 0 0,0 0 0 0 0,0 0 0 0 0,0 0 0 0 0,0 0 0 0 0,0 0 0 0 0,0-1 0 0 0,0 1 0 0 0,0 0 1 0 0,0-1-1 0 0,0 1 0 0 0,0-1 0 0 0,0 1 0 0 0,1-1 0 0 0,-1 1 0 0 0,0-1 0 0 0,0 0 0 0 0,1 0 0 0 0,-1 1 0 0 0,2-1 0 0 0,55 9 981 0 0,-47-8-718 0 0,13 2 262 0 0,-1 1-1 0 0,38 12 0 0 0,-16 2-2975 0 0,-35-17-4468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3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34 3561 0 0,'-40'5'5641'0'0,"28"-4"-4111"0"0,0 0 1 0 0,0 1 0 0 0,0 1-1 0 0,0 0 1 0 0,-19 8-1 0 0,91-13 873 0 0,-42-1-2258 0 0,64-11 109 0 0,-76 13-229 0 0,-1-1 0 0 0,0 1 0 0 0,1-1 0 0 0,-1-1 0 0 0,0 1-1 0 0,0-1 1 0 0,-1 0 0 0 0,1 0 0 0 0,0 0 0 0 0,-1-1 0 0 0,8-7 0 0 0,-12 11-19 0 0,0 0 0 0 0,0 0-1 0 0,0 0 1 0 0,0 0 0 0 0,0 0 0 0 0,0 0 0 0 0,0 0-1 0 0,0 0 1 0 0,0 0 0 0 0,-1 0 0 0 0,1 0 0 0 0,0 0-1 0 0,0 0 1 0 0,0 0 0 0 0,0 0 0 0 0,0 0 0 0 0,0 0-1 0 0,0 0 1 0 0,0 0 0 0 0,0 0 0 0 0,0 0 0 0 0,-1 0-1 0 0,1 0 1 0 0,0 0 0 0 0,0 0 0 0 0,0 0 0 0 0,0 0-1 0 0,0 0 1 0 0,0 0 0 0 0,0 0 0 0 0,0 0 0 0 0,0 0-1 0 0,0 0 1 0 0,0 0 0 0 0,0 0 0 0 0,-1 0 0 0 0,1 0-1 0 0,0 0 1 0 0,0-1 0 0 0,0 1 0 0 0,0 0 0 0 0,0 0 0 0 0,0 0-1 0 0,0 0 1 0 0,0 0 0 0 0,0 0 0 0 0,0 0 0 0 0,0 0-1 0 0,0 0 1 0 0,0 0 0 0 0,0-1 0 0 0,0 1 0 0 0,0 0-1 0 0,0 0 1 0 0,0 0 0 0 0,0 0 0 0 0,0 0 0 0 0,-15 5 149 0 0,-16 10-51 0 0,-12 12-43 0 0,-52 43 1 0 0,82-59-50 0 0,0 1 0 0 0,1 0 1 0 0,0 1-1 0 0,1 0 0 0 0,1 1 1 0 0,0 0-1 0 0,-14 27 0 0 0,23-40-12 0 0,1 0-1 0 0,-1-1 0 0 0,1 1 1 0 0,-1 0-1 0 0,1-1 0 0 0,0 1 0 0 0,0 0 1 0 0,-1 0-1 0 0,1-1 0 0 0,0 1 1 0 0,0 0-1 0 0,0 0 0 0 0,0 0 0 0 0,0-1 1 0 0,0 1-1 0 0,0 0 0 0 0,0 0 1 0 0,0 0-1 0 0,0-1 0 0 0,0 1 1 0 0,0 0-1 0 0,1 0 0 0 0,-1 0 0 0 0,0-1 1 0 0,1 1-1 0 0,-1 0 0 0 0,0-1 1 0 0,1 1-1 0 0,-1 0 0 0 0,1-1 0 0 0,-1 1 1 0 0,2 1-1 0 0,0-1-4 0 0,0 0 1 0 0,0-1-1 0 0,1 1 1 0 0,-1 0 0 0 0,0-1-1 0 0,0 1 1 0 0,1-1-1 0 0,-1 1 1 0 0,0-1-1 0 0,0 0 1 0 0,5 0-1 0 0,70-13-94 0 0,-69 11 94 0 0,8-2 6 0 0,1 1 0 0 0,0 1 0 0 0,22-1-1 0 0,-36 3 0 0 0,0 0 0 0 0,0-1 0 0 0,0 2 0 0 0,-1-1-1 0 0,1 0 1 0 0,0 0 0 0 0,0 1 0 0 0,0 0-1 0 0,0-1 1 0 0,-1 1 0 0 0,1 0 0 0 0,0 0 0 0 0,-1 1-1 0 0,1-1 1 0 0,-1 0 0 0 0,1 1 0 0 0,-1 0 0 0 0,0-1-1 0 0,1 1 1 0 0,-1 0 0 0 0,0 0 0 0 0,0 0-1 0 0,0 1 1 0 0,-1-1 0 0 0,1 0 0 0 0,0 1 0 0 0,1 4-1 0 0,-2-4-174 0 0,-1 0 0 0 0,1 0 0 0 0,-1 0 0 0 0,0 0 0 0 0,0 0 0 0 0,-1 0 0 0 0,1 0 0 0 0,0 0 0 0 0,-1 0 0 0 0,0 0 0 0 0,0-1 0 0 0,0 1 0 0 0,0 0 0 0 0,0 0-1 0 0,0-1 1 0 0,-1 1 0 0 0,1-1 0 0 0,-1 1 0 0 0,0-1 0 0 0,0 0 0 0 0,0 0 0 0 0,0 1 0 0 0,0-1 0 0 0,0-1 0 0 0,0 1 0 0 0,-1 0 0 0 0,1 0 0 0 0,-1-1 0 0 0,-2 2 0 0 0,-11 6-1415 0 0,1-2 0 0 0,-1 1 0 0 0,-24 7 1 0 0,36-14 1373 0 0,-117 35-1634 0 0,104-33 4395 0 0,0 0 0 0 0,-32 1 0 0 0,191-15 4622 0 0,74-26-7612 0 0,-186 32-370 0 0,9-2-1819 0 0,-14 0-4314 0 0,-35 1-357 0 0,4 7 3343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3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28 7226 0 0,'0'-1'137'0'0,"0"1"0"0"0,-1 0 0 0 0,1 1 0 0 0,0-1 0 0 0,0 0 1 0 0,0 0-1 0 0,-1 0 0 0 0,1 0 0 0 0,0 0 0 0 0,0 0 1 0 0,-1 0-1 0 0,1 0 0 0 0,0 0 0 0 0,0 0 0 0 0,0 1 1 0 0,-1-1-1 0 0,1 0 0 0 0,0 0 0 0 0,0 0 0 0 0,0 0 1 0 0,-1 0-1 0 0,1 1 0 0 0,0-1 0 0 0,0 0 0 0 0,0 0 0 0 0,0 1 1 0 0,0-1-1 0 0,0 0 0 0 0,-1 0 0 0 0,1 0 0 0 0,0 1 1 0 0,0-1-1 0 0,0 0 0 0 0,0 0 0 0 0,0 1 0 0 0,0-1 1 0 0,0 0-1 0 0,0 0 0 0 0,0 1 0 0 0,0-1 0 0 0,0 0 0 0 0,0 0 1 0 0,0 1-1 0 0,0-1 0 0 0,1 0 0 0 0,12 5 2176 0 0,19-3-1338 0 0,219-44 1711 0 0,-251 43-2659 0 0,0-1 1 0 0,0 1-1 0 0,0 0 1 0 0,0 0 0 0 0,0-1-1 0 0,0 1 1 0 0,0 0 0 0 0,0-1-1 0 0,0 1 1 0 0,-1 0 0 0 0,1-1-1 0 0,0 1 1 0 0,0 0-1 0 0,-1-1 1 0 0,1 1 0 0 0,0 0-1 0 0,-1-1 1 0 0,1 1 0 0 0,0-1-1 0 0,-1 1 1 0 0,1-1 0 0 0,-1 1-1 0 0,1-1 1 0 0,-1 1 0 0 0,1-1-1 0 0,-1 1 1 0 0,0-1-1 0 0,0 1 1 0 0,-19 22 324 0 0,-48 37 443 0 0,43-39-427 0 0,1 1 1 0 0,-27 32 0 0 0,50-53-361 0 0,1-1 1 0 0,-1 1-1 0 0,0-1 1 0 0,1 1-1 0 0,-1 0 1 0 0,0-1 0 0 0,1 1-1 0 0,-1 0 1 0 0,1-1-1 0 0,-1 1 1 0 0,1 0-1 0 0,-1 0 1 0 0,1-1 0 0 0,0 1-1 0 0,0 0 1 0 0,-1 0-1 0 0,1 0 1 0 0,0 0 0 0 0,0 0-1 0 0,0-1 1 0 0,0 1-1 0 0,0 0 1 0 0,0 0-1 0 0,0 0 1 0 0,0 0 0 0 0,0 0-1 0 0,0 0 1 0 0,0 0-1 0 0,0-1 1 0 0,1 1-1 0 0,-1 0 1 0 0,0 0 0 0 0,1 0-1 0 0,0 0 1 0 0,0 0-5 0 0,1 0 1 0 0,0 0-1 0 0,0 0 1 0 0,0 0-1 0 0,0-1 1 0 0,0 1-1 0 0,0-1 1 0 0,0 1-1 0 0,1-1 1 0 0,-1 0-1 0 0,0 0 1 0 0,0 0-1 0 0,3 0 1 0 0,70-12-39 0 0,-41 4-233 0 0,-5 2-521 0 0,1-2 1 0 0,28-11 0 0 0,-49 15-583 0 0,0-1 0 0 0,0 1 0 0 0,-1-1 0 0 0,0-1 0 0 0,16-12 0 0 0,-8-7-4473 0 0,-9 9 1506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3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98 5033 0 0,'0'-2'326'0'0,"-1"1"1"0"0,1 0-1 0 0,-1 0 0 0 0,1-1 0 0 0,-1 1 1 0 0,1 0-1 0 0,0-1 0 0 0,0 1 1 0 0,0-1-1 0 0,0 1 0 0 0,0 0 0 0 0,0-1 1 0 0,0 1-1 0 0,0-1 0 0 0,0 1 0 0 0,1 0 1 0 0,-1-1-1 0 0,1 1 0 0 0,-1 0 0 0 0,1 0 1 0 0,-1-1-1 0 0,2-1 0 0 0,0 0-20 0 0,0 0 0 0 0,1 0-1 0 0,-1 1 1 0 0,1-1 0 0 0,0 0-1 0 0,0 1 1 0 0,0 0 0 0 0,4-3-1 0 0,4-1-14 0 0,0 0-1 0 0,0 1 1 0 0,0 0-1 0 0,15-4 1 0 0,-17 7-128 0 0,0 0 0 0 0,1 1 0 0 0,-1-1 0 0 0,1 2 0 0 0,-1-1 0 0 0,14 2 0 0 0,-21-1-120 0 0,-1 0-1 0 0,1 1 1 0 0,0-1-1 0 0,-1 0 1 0 0,1 1-1 0 0,-1-1 1 0 0,1 1-1 0 0,-1 0 1 0 0,1-1-1 0 0,-1 1 1 0 0,1 0-1 0 0,-1 0 1 0 0,0 0-1 0 0,1 0 1 0 0,-1 0-1 0 0,0 0 1 0 0,0 0-1 0 0,1 2 1 0 0,-1-1 20 0 0,-1-1 0 0 0,1 1 1 0 0,-1 0-1 0 0,1-1 0 0 0,-1 1 1 0 0,0 0-1 0 0,0-1 0 0 0,0 1 1 0 0,0 0-1 0 0,0-1 0 0 0,0 1 1 0 0,-1 0-1 0 0,1-1 0 0 0,-1 1 1 0 0,1 0-1 0 0,-1-1 0 0 0,1 1 1 0 0,-1-1-1 0 0,0 1 0 0 0,0-1 1 0 0,-1 3-1 0 0,-7 10 428 0 0,-1-1 0 0 0,0 0 0 0 0,-21 19 0 0 0,16-17-105 0 0,1 1 0 0 0,-14 19 0 0 0,25-30-354 0 0,0-1 1 0 0,0 1-1 0 0,1-1 1 0 0,-1 1-1 0 0,1 0 1 0 0,0 0-1 0 0,1 0 1 0 0,-1 1-1 0 0,1-1 1 0 0,0 0-1 0 0,1 0 1 0 0,-1 1-1 0 0,1 5 1 0 0,0-8-30 0 0,0 0-1 0 0,0 0 1 0 0,1 0 0 0 0,-1 0 0 0 0,1 0 0 0 0,0-1 0 0 0,0 1 0 0 0,0 0 0 0 0,0 0-1 0 0,0-1 1 0 0,1 1 0 0 0,-1-1 0 0 0,1 1 0 0 0,0-1 0 0 0,-1 0 0 0 0,1 1-1 0 0,0-1 1 0 0,0 0 0 0 0,1 0 0 0 0,2 2 0 0 0,0-2 3 0 0,-1 1 1 0 0,1-1-1 0 0,-1-1 1 0 0,1 1-1 0 0,0-1 1 0 0,0 1-1 0 0,0-1 0 0 0,0-1 1 0 0,0 1-1 0 0,0-1 1 0 0,5 0-1 0 0,5 0-493 0 0,-1-2 0 0 0,1 0 0 0 0,-1-1 0 0 0,1 0 0 0 0,-1-1-1 0 0,0 0 1 0 0,15-8 0 0 0,-24 11-223 0 0,-1-1 0 0 0,1 0-1 0 0,-1 0 1 0 0,0 0-1 0 0,0-1 1 0 0,1 1 0 0 0,-2-1-1 0 0,1 0 1 0 0,0 0 0 0 0,-1-1-1 0 0,1 1 1 0 0,-1-1 0 0 0,0 1-1 0 0,0-1 1 0 0,0 0 0 0 0,-1 0-1 0 0,1 0 1 0 0,-1-1 0 0 0,2-5-1 0 0,6-8-3678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4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 8050 0 0,'-7'6'8069'0'0,"6"10"-4851"0"0,7 20-2708 0 0,-4-29 175 0 0,25 87-91 0 0,-3-14-2931 0 0,-16-26-3908 0 0,-9-39 2276 0 0,-2 1-1717 0 0</inkml:trace>
  <inkml:trace contextRef="#ctx0" brushRef="#br0" timeOffset="1">17 447 10066 0 0,'-3'8'854'0'0,"0"1"0"0"0,0-1-1 0 0,1 1 1 0 0,0 0 0 0 0,1 0 0 0 0,0 0 0 0 0,0 0-1 0 0,0 0 1 0 0,2 0 0 0 0,0 13 0 0 0,0-17-938 0 0,-1-1 0 0 0,1 1 0 0 0,-1 0 0 0 0,1-1 0 0 0,1 1 1 0 0,-1-1-1 0 0,1 1 0 0 0,0-1 0 0 0,0 0 0 0 0,0 1 0 0 0,0-1 1 0 0,1 0-1 0 0,0 0 0 0 0,0-1 0 0 0,0 1 0 0 0,0-1 0 0 0,0 1 0 0 0,1-1 1 0 0,-1 0-1 0 0,1 0 0 0 0,6 3 0 0 0,5-3-4067 0 0,-4-13-3476 0 0,-5 5 3496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04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65 3833 0 0,'-1'0'193'0'0,"1"0"-1"0"0,0 1 1 0 0,0-1 0 0 0,-1 0-1 0 0,1 0 1 0 0,0-1 0 0 0,0 1 0 0 0,-1 0-1 0 0,1 0 1 0 0,-4-2 2891 0 0,4 2-2892 0 0,0 0 1 0 0,0-1 0 0 0,0 1-1 0 0,0 0 1 0 0,0 0 0 0 0,0-1 0 0 0,-1 1-1 0 0,1 0 1 0 0,0 0 0 0 0,0-1-1 0 0,0 1 1 0 0,0 0 0 0 0,0 0 0 0 0,0-1-1 0 0,0 1 1 0 0,0 0 0 0 0,0-1 0 0 0,0 1-1 0 0,0 0 1 0 0,0 0 0 0 0,1-1-1 0 0,-1 1 1 0 0,0 0 0 0 0,0 0 0 0 0,0-1-1 0 0,0 1 1 0 0,0 0 0 0 0,1-1 192 0 0,-1 1-192 0 0,21-12 2796 0 0,29-5-2085 0 0,-38 15-589 0 0,97-19 1738 0 0,-99 20-1847 0 0,1 0-1 0 0,0 0 0 0 0,-1 1 1 0 0,1 1-1 0 0,0 0 0 0 0,0 0 1 0 0,-1 1-1 0 0,11 3 1 0 0,-19-4-145 0 0,1 0 1 0 0,-1 0 0 0 0,0 0 0 0 0,0 0-1 0 0,1 0 1 0 0,-1 0 0 0 0,0 0 0 0 0,0 1-1 0 0,0-1 1 0 0,-1 1 0 0 0,1 0 0 0 0,0-1-1 0 0,-1 1 1 0 0,1 0 0 0 0,-1 0 0 0 0,1 0 0 0 0,-1 0-1 0 0,0 0 1 0 0,0 0 0 0 0,0 1 0 0 0,0-1-1 0 0,0 0 1 0 0,0 1 0 0 0,-1-1 0 0 0,1 0-1 0 0,-1 1 1 0 0,0-1 0 0 0,0 1 0 0 0,0 3-1 0 0,-1 5 83 0 0,0 1 0 0 0,-2 0 0 0 0,1-1-1 0 0,-1 1 1 0 0,-6 11 0 0 0,6-14-997 0 0,0 0 1 0 0,0 0-1 0 0,1 1 1 0 0,-2 14 0 0 0,-15-36-13284 0 0,11 5 8699 0 0</inkml:trace>
  <inkml:trace contextRef="#ctx0" brushRef="#br0" timeOffset="1">39 228 8466 0 0,'-1'0'309'0'0,"0"0"0"0"0,0 1 0 0 0,1-1 0 0 0,-1 0 0 0 0,0 0 0 0 0,0 1 0 0 0,1-1 0 0 0,-1 0 0 0 0,0 1 0 0 0,1-1 0 0 0,-1 1 0 0 0,0-1 0 0 0,1 1 0 0 0,-1-1 0 0 0,1 1 0 0 0,-1 0 0 0 0,1-1 1 0 0,-1 1-1 0 0,1-1 0 0 0,-1 1 0 0 0,1 0 0 0 0,0-1 0 0 0,-1 1 0 0 0,1 0 0 0 0,0 0 0 0 0,-1 1 0 0 0,18 5 3164 0 0,33-5-2098 0 0,-1-7-1045 0 0,53-13 0 0 0,-4-5-5055 0 0,-97 22 4233 0 0,1 1 0 0 0,-1 0 0 0 0,0-1-1 0 0,0 1 1 0 0,1-1 0 0 0,-1 1 0 0 0,0-1 0 0 0,0 0-1 0 0,0 1 1 0 0,1-1 0 0 0,-1 0 0 0 0,0 0 0 0 0,0 0-1 0 0,0 0 1 0 0,1-2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4:20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1 2104 0 0,'-2'1'236'0'0,"0"1"0"0"0,1 0-1 0 0,-1-1 1 0 0,1 1 0 0 0,-1 0-1 0 0,1 0 1 0 0,0 0 0 0 0,-1 0-1 0 0,1 0 1 0 0,0 0 0 0 0,1 0-1 0 0,-1 0 1 0 0,0 0-1 0 0,0 1 1 0 0,1-1 0 0 0,-1 0-1 0 0,1 1 1 0 0,0-1 0 0 0,0 5-1 0 0,1 52 984 0 0,0-49-873 0 0,1 37 250 0 0,2 0 1 0 0,2-1 0 0 0,2 0-1 0 0,17 57 1 0 0,-24-100-575 0 0,0 0 0 0 0,0 0 0 0 0,0 0-1 0 0,0 0 1 0 0,1 0 0 0 0,-1 0 0 0 0,1 0 0 0 0,0-1-1 0 0,-1 1 1 0 0,1-1 0 0 0,1 1 0 0 0,-1-1 0 0 0,0 0 0 0 0,0 0-1 0 0,1 0 1 0 0,0 0 0 0 0,-1 0 0 0 0,1-1 0 0 0,0 1-1 0 0,0-1 1 0 0,-1 0 0 0 0,1 1 0 0 0,4-1 0 0 0,-4 0 14 0 0,0-2 0 0 0,0 1 0 0 0,0 0 0 0 0,0-1 0 0 0,0 1 0 0 0,0-1 0 0 0,0 0-1 0 0,0 0 1 0 0,-1 0 0 0 0,1 0 0 0 0,0-1 0 0 0,-1 1 0 0 0,1-1 0 0 0,0 1 0 0 0,-1-1 0 0 0,0 0 0 0 0,1 0 0 0 0,-1 0 0 0 0,0-1 0 0 0,0 1 0 0 0,0 0 0 0 0,0-1 0 0 0,2-4 0 0 0,2-3 45 0 0,-1-1 0 0 0,0 0-1 0 0,-1 0 1 0 0,0 0 0 0 0,0-1 0 0 0,-1 1 0 0 0,-1-1-1 0 0,0 0 1 0 0,-1 0 0 0 0,0 1 0 0 0,-1-1 0 0 0,0 0-1 0 0,0 0 1 0 0,-5-20 0 0 0,4 25-47 0 0,0-1-1 0 0,-1 0 1 0 0,1 0 0 0 0,-2 1-1 0 0,1-1 1 0 0,-1 1 0 0 0,0 0 0 0 0,-1-1-1 0 0,0 1 1 0 0,0 1 0 0 0,0-1-1 0 0,-1 1 1 0 0,0 0 0 0 0,0 0 0 0 0,-1 0-1 0 0,1 0 1 0 0,-1 1 0 0 0,0 0-1 0 0,-1 1 1 0 0,1-1 0 0 0,-1 1-1 0 0,-12-5 1 0 0,14 7-141 0 0,0 1 0 0 0,0 1 0 0 0,0-1 0 0 0,0 1 0 0 0,0 0 0 0 0,-1 0 0 0 0,1 0 0 0 0,0 1 0 0 0,0-1 0 0 0,0 1 0 0 0,0 1 0 0 0,0-1 0 0 0,0 1 0 0 0,1 0 0 0 0,-1 0 0 0 0,0 0 0 0 0,1 0 0 0 0,-1 1 0 0 0,-5 5 0 0 0,-25 10-3185 0 0,34-17 3134 0 0,1-1 0 0 0,-1 0 0 0 0,0 0 0 0 0,1 0 0 0 0,-1 0 0 0 0,1 0 0 0 0,-1 0 0 0 0,0 0 0 0 0,1 0 0 0 0,-1 0 0 0 0,0 0 0 0 0,1 0 0 0 0,-1 0 0 0 0,0 0 0 0 0,1 0 0 0 0,-1 0 0 0 0,0-1 0 0 0,1 1 0 0 0,-1 0 0 0 0,1-1 0 0 0,-1 1 0 0 0,0 0 0 0 0,1-1 0 0 0,-1 1-1 0 0,1-1 1 0 0,-1 1 0 0 0,1 0 0 0 0,0-1 0 0 0,-1 1 0 0 0,1-1 0 0 0,-1 0 0 0 0,1 1 0 0 0,0-1 0 0 0,-1 1 0 0 0,1-1 0 0 0,0 0 0 0 0,0 1 0 0 0,-1-1 0 0 0,1 1 0 0 0,0-1 0 0 0,0-1 0 0 0,1-4-1920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4:20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93 4353 0 0,'-1'2'231'0'0,"0"-1"1"0"0,0 1-1 0 0,1-1 0 0 0,-1 1 1 0 0,1 0-1 0 0,-1-1 0 0 0,1 1 1 0 0,0-1-1 0 0,-1 1 1 0 0,1 0-1 0 0,0-1 0 0 0,0 1 1 0 0,0 0-1 0 0,0-1 0 0 0,1 1 1 0 0,-1 0-1 0 0,0-1 0 0 0,1 1 1 0 0,-1 0-1 0 0,1-1 0 0 0,0 1 1 0 0,-1-1-1 0 0,1 1 1 0 0,0-1-1 0 0,0 0 0 0 0,0 1 1 0 0,0-1-1 0 0,0 0 0 0 0,0 1 1 0 0,0-1-1 0 0,0 0 0 0 0,1 0 1 0 0,-1 0-1 0 0,0 0 1 0 0,4 1-1 0 0,-2-1-150 0 0,1 0 0 0 0,-1 0 0 0 0,1 0 0 0 0,-1-1 0 0 0,1 0 0 0 0,-1 0 0 0 0,1 0 0 0 0,-1 0 0 0 0,1 0 1 0 0,-1-1-1 0 0,1 1 0 0 0,-1-1 0 0 0,1 0 0 0 0,-1 0 0 0 0,6-3 0 0 0,17-9 49 0 0,-1-1 1 0 0,26-21-1 0 0,-35 23-755 0 0,1 1 1 0 0,-1 0-1 0 0,2 1 0 0 0,-1 1 0 0 0,1 1 1 0 0,33-10-1 0 0,-33 17-2051 0 0,-17 11-1507 0 0,1 2 1925 0 0</inkml:trace>
  <inkml:trace contextRef="#ctx0" brushRef="#br0" timeOffset="1">168 256 1768 0 0,'14'5'3887'0'0,"-13"-4"-3725"0"0,1 0 0 0 0,-1 0 0 0 0,0 0-1 0 0,1-1 1 0 0,-1 1 0 0 0,0 0-1 0 0,1-1 1 0 0,-1 0 0 0 0,1 1 0 0 0,-1-1-1 0 0,1 0 1 0 0,-1 0 0 0 0,1 1 0 0 0,-1-1-1 0 0,2-1 1 0 0,16-3 346 0 0,0-1 0 0 0,0-1 0 0 0,-1-1 0 0 0,31-16 0 0 0,67-44-2897 0 0,-64 19-2896 0 0,-34 44 3200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4:20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3793 0 0,'27'120'7305'0'0,"26"58"-4401"0"0,-15-58-2304 0 0,-34-105-670 0 0,-1-1-223 0 0,1-1 1 0 0,0 1-1 0 0,1-1 1 0 0,0 0-1 0 0,1-1 0 0 0,0 1 1 0 0,1-1-1 0 0,17 22 1 0 0,-12-26-2037 0 0,-8-13-348 0 0,-4-17-439 0 0,-1 6 443 0 0</inkml:trace>
  <inkml:trace contextRef="#ctx0" brushRef="#br0" timeOffset="1">116 230 3977 0 0,'0'0'154'0'0,"1"0"-1"0"0,0 1 1 0 0,-1-1 0 0 0,1 0 0 0 0,-1 0-1 0 0,1 0 1 0 0,-1 0 0 0 0,1 0 0 0 0,-1 0-1 0 0,1 0 1 0 0,0 0 0 0 0,-1 0 0 0 0,1 0-1 0 0,-1 0 1 0 0,1 0 0 0 0,-1-1-1 0 0,1 1 1 0 0,0 0 0 0 0,-1 0 0 0 0,1-1-1 0 0,-1 1 1 0 0,1 0 0 0 0,-1 0 0 0 0,0-1-1 0 0,1 1 1 0 0,-1-1 0 0 0,1 1 0 0 0,-1 0-1 0 0,1-1 1 0 0,18-12 695 0 0,21-24 292 0 0,-28 25-919 0 0,-1 1 0 0 0,2 1 0 0 0,-1 0 0 0 0,2 0 1 0 0,19-11-1 0 0,-32 21-179 0 0,0 0-1 0 0,-1-1 1 0 0,1 1 0 0 0,0 0 0 0 0,-1 0 0 0 0,1-1-1 0 0,0 1 1 0 0,0 0 0 0 0,-1 0 0 0 0,1 0-1 0 0,0 0 1 0 0,0 0 0 0 0,-1 0 0 0 0,1 0 0 0 0,0 0-1 0 0,0 0 1 0 0,-1 0 0 0 0,1 0 0 0 0,0 1 0 0 0,-1-1-1 0 0,1 0 1 0 0,0 1 0 0 0,0-1 0 0 0,-1 0-1 0 0,1 1 1 0 0,-1-1 0 0 0,1 0 0 0 0,1 2 0 0 0,8 22 882 0 0,-6 38 362 0 0,-4-55-1077 0 0,-2 22 584 0 0,-10 52 0 0 0,8-64-713 0 0,1 0 1 0 0,1 1 0 0 0,0-1 0 0 0,1 0-1 0 0,0 1 1 0 0,2-1 0 0 0,0 1 0 0 0,6 26-1 0 0,-7-43-84 0 0,0 1-1 0 0,1-1 0 0 0,-1 0 0 0 0,0 0 1 0 0,1 1-1 0 0,-1-1 0 0 0,1 0 0 0 0,0 0 0 0 0,-1 0 1 0 0,1 0-1 0 0,0 0 0 0 0,0 0 0 0 0,-1 0 1 0 0,1 0-1 0 0,0 0 0 0 0,0 0 0 0 0,0 0 0 0 0,0 0 1 0 0,0 0-1 0 0,1-1 0 0 0,-1 1 0 0 0,0-1 1 0 0,0 1-1 0 0,0-1 0 0 0,1 1 0 0 0,-1-1 0 0 0,0 1 1 0 0,2-1-1 0 0,0 0-28 0 0,0-1 0 0 0,-1 1 0 0 0,1-1 0 0 0,0 0 0 0 0,-1 1 0 0 0,1-1 0 0 0,-1 0 0 0 0,1-1 0 0 0,-1 1 0 0 0,1 0 0 0 0,-1-1 1 0 0,4-2-1 0 0,7-8-255 0 0,0 1 1 0 0,-1-2-1 0 0,13-16 0 0 0,-14 16-356 0 0,0 0-1 0 0,-1-2 1 0 0,0 1-1 0 0,-1-1 1 0 0,10-23-1 0 0,-18 33 264 0 0,1 1 1 0 0,-1 0-1 0 0,0 0 0 0 0,0-1 0 0 0,0 1 1 0 0,0-1-1 0 0,-1 1 0 0 0,0 0 0 0 0,0-1 1 0 0,0 1-1 0 0,-1-1 0 0 0,1 1 0 0 0,-1-1 0 0 0,0 1 1 0 0,0 0-1 0 0,-1 0 0 0 0,1-1 0 0 0,-1 1 1 0 0,0 0-1 0 0,0 0 0 0 0,0 0 0 0 0,0 1 1 0 0,-1-1-1 0 0,0 0 0 0 0,0 1 0 0 0,-3-4 0 0 0,-6-3-1372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4:21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2601 0 0,'3'0'521'0'0,"0"0"0"0"0,-1 0 1 0 0,1-1-1 0 0,0 0 1 0 0,0 1-1 0 0,0-1 0 0 0,-1 0 1 0 0,1 0-1 0 0,0-1 1 0 0,-1 1-1 0 0,1-1 1 0 0,-1 1-1 0 0,0-1 0 0 0,1 0 1 0 0,-1 0-1 0 0,3-2 1 0 0,32-45 1728 0 0,-34 43-2154 0 0,1 0 0 0 0,0 0 0 0 0,0 0 0 0 0,0 0 0 0 0,1 1 1 0 0,-1 0-1 0 0,1 0 0 0 0,1 0 0 0 0,-1 1 0 0 0,1-1 0 0 0,-1 1 0 0 0,1 1 0 0 0,0-1 0 0 0,9-3 1 0 0,-14 7-46 0 0,-1 0 1 0 0,1 0-1 0 0,0 0 1 0 0,0 0-1 0 0,0 0 1 0 0,-1 0 0 0 0,1 1-1 0 0,0-1 1 0 0,0 0-1 0 0,0 0 1 0 0,-1 1-1 0 0,1-1 1 0 0,0 0 0 0 0,-1 1-1 0 0,1-1 1 0 0,0 1-1 0 0,-1-1 1 0 0,1 1-1 0 0,0-1 1 0 0,-1 1 0 0 0,1-1-1 0 0,-1 1 1 0 0,1 0-1 0 0,-1-1 1 0 0,1 1-1 0 0,-1 0 1 0 0,1-1 0 0 0,-1 1-1 0 0,0 0 1 0 0,0 0-1 0 0,1-1 1 0 0,-1 1-1 0 0,0 0 1 0 0,0 0 0 0 0,0-1-1 0 0,0 3 1 0 0,5 35 1032 0 0,-5-32-921 0 0,3 62 509 0 0,-3-41-908 0 0,1 0-1 0 0,1 0 1 0 0,2 0 0 0 0,0-1 0 0 0,2 1 0 0 0,16 45-1 0 0,-22-71-19 0 0,1 0-1 0 0,-1 0 1 0 0,1 1-1 0 0,-1-1 1 0 0,1 0-1 0 0,-1 0 1 0 0,1 0-1 0 0,0 0 1 0 0,0 0-1 0 0,-1 0 1 0 0,1 0-1 0 0,0 0 1 0 0,0 0-1 0 0,0 0 1 0 0,0 0-1 0 0,0 0 0 0 0,0-1 1 0 0,0 1-1 0 0,1 0 1 0 0,-1-1-1 0 0,0 1 1 0 0,0-1-1 0 0,1 0 1 0 0,-1 1-1 0 0,0-1 1 0 0,0 0-1 0 0,1 1 1 0 0,-1-1-1 0 0,0 0 1 0 0,1 0-1 0 0,-1 0 1 0 0,0 0-1 0 0,0-1 1 0 0,1 1-1 0 0,-1 0 1 0 0,3-1-1 0 0,6-2-2126 0 0,6 12-1185 0 0</inkml:trace>
  <inkml:trace contextRef="#ctx0" brushRef="#br0" timeOffset="1">515 141 4209 0 0,'0'0'156'0'0,"-1"0"0"0"0,1 1 1 0 0,-1-1-1 0 0,1 0 0 0 0,-1 0 1 0 0,0 0-1 0 0,1 0 0 0 0,-1 0 0 0 0,1 0 1 0 0,-1 0-1 0 0,1 0 0 0 0,-1 0 0 0 0,1 0 1 0 0,-1 0-1 0 0,1-1 0 0 0,-1 1 0 0 0,1 0 1 0 0,-1 0-1 0 0,1 0 0 0 0,-1-1 1 0 0,1 1-1 0 0,-1 0 0 0 0,1-1 0 0 0,0 1 1 0 0,-1 0-1 0 0,1-1 0 0 0,-1 1 0 0 0,1 0 1 0 0,0-1-1 0 0,-1 1 0 0 0,1-1 1 0 0,0 1-1 0 0,0-1 0 0 0,-1 1 0 0 0,1-1 1 0 0,0 1-1 0 0,0-1 0 0 0,0 1 0 0 0,0-1 1 0 0,-1 1-1 0 0,1-1 0 0 0,12-26 601 0 0,-12 26-708 0 0,7-11 477 0 0,0 0 0 0 0,1 0-1 0 0,18-21 1 0 0,-23 30-395 0 0,-1 1 0 0 0,1-1-1 0 0,0 0 1 0 0,-1 1 0 0 0,1 0 0 0 0,0-1 0 0 0,1 1-1 0 0,-1 0 1 0 0,0 0 0 0 0,1 1 0 0 0,-1-1-1 0 0,1 1 1 0 0,-1 0 0 0 0,1 0 0 0 0,0 0 0 0 0,-1 0-1 0 0,1 1 1 0 0,0-1 0 0 0,6 1 0 0 0,-7 1-27 0 0,-1 0 0 0 0,1 0 1 0 0,-1 0-1 0 0,1 0 0 0 0,-1 1 1 0 0,0-1-1 0 0,0 1 0 0 0,0 0 1 0 0,0-1-1 0 0,0 1 0 0 0,0 0 1 0 0,0 0-1 0 0,0 0 0 0 0,-1 0 1 0 0,1 1-1 0 0,-1-1 0 0 0,1 0 1 0 0,-1 1-1 0 0,0-1 0 0 0,0 1 1 0 0,0-1-1 0 0,-1 1 0 0 0,2 5 0 0 0,9 63 969 0 0,-11-69-1058 0 0,3 80 377 0 0,-4-59-726 0 0,1 1-1 0 0,1-1 0 0 0,2 1 0 0 0,0-1 1 0 0,7 24-1 0 0,-10-46 198 0 0,0 0 0 0 0,0 0 0 0 0,0-1 0 0 0,0 1 0 0 0,1 0 0 0 0,-1 0 0 0 0,0 0 0 0 0,0-1 0 0 0,1 1 0 0 0,-1 0 0 0 0,1 0 0 0 0,-1-1 0 0 0,0 1 0 0 0,1 0 0 0 0,-1-1 1 0 0,1 1-1 0 0,0 0 0 0 0,-1-1 0 0 0,1 1 0 0 0,-1-1 0 0 0,1 1 0 0 0,0-1 0 0 0,-1 1 0 0 0,1-1 0 0 0,0 0 0 0 0,0 1 0 0 0,-1-1 0 0 0,1 0 0 0 0,0 1 0 0 0,0-1 0 0 0,1 0 0 0 0,-1-1-117 0 0,1 1-1 0 0,-1-1 1 0 0,0 0-1 0 0,1 0 1 0 0,-1 0 0 0 0,0 0-1 0 0,0 0 1 0 0,0 0-1 0 0,0 0 1 0 0,0-1-1 0 0,0 1 1 0 0,0 0-1 0 0,0-1 1 0 0,1-2 0 0 0,20-55-4247 0 0,-16 2 1990 0 0,-4 26 354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4:21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3225 0 0,'7'4'4987'0'0,"7"14"-2731"0"0,-5 6-1148 0 0,-1 1 1 0 0,-2 0 0 0 0,-1 0 0 0 0,4 43-1 0 0,-6-41-1567 0 0,1 1 0 0 0,1-1 0 0 0,17 50 0 0 0,-22-96-3540 0 0,4-32 2450 0 0,-2 24 1096 0 0,-1 5 622 0 0,2 0 0 0 0,0-1 0 0 0,2 2-1 0 0,0-1 1 0 0,10-24 0 0 0,-12 38 105 0 0,1 0-1 0 0,0 0 0 0 0,0 0 1 0 0,0 0-1 0 0,1 0 1 0 0,0 1-1 0 0,1 0 0 0 0,-1 0 1 0 0,2 0-1 0 0,-1 1 1 0 0,0 0-1 0 0,1 0 0 0 0,1 1 1 0 0,-1 0-1 0 0,13-7 1 0 0,-19 12-184 0 0,0-1 0 0 0,0 1 0 0 0,0 0 0 0 0,0 0 0 0 0,0 0 0 0 0,0 0 0 0 0,0 0 0 0 0,0 0 0 0 0,-1 0 0 0 0,1 0 0 0 0,0 0 0 0 0,0 1 0 0 0,0-1 0 0 0,0 0 0 0 0,0 1 0 0 0,0-1 0 0 0,0 0 0 0 0,0 1 0 0 0,0-1 0 0 0,0 1 0 0 0,-1 0 0 0 0,1-1 0 0 0,0 1 0 0 0,0 0 0 0 0,-1-1 0 0 0,1 1 0 0 0,0 0 0 0 0,-1 0 0 0 0,1-1 0 0 0,-1 1 0 0 0,1 0 0 0 0,-1 0 0 0 0,1 0 0 0 0,-1 0 0 0 0,0 0 0 0 0,1 0 0 0 0,-1 0 0 0 0,0 0 0 0 0,0 0 0 0 0,0 0 0 0 0,0 0 0 0 0,0 0 0 0 0,0 1 0 0 0,8 59 1100 0 0,-7-45-939 0 0,44 252 310 0 0,-11-155-9716 0 0,-32-106 5687 0 0,0-1-1233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11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3539 1093 1352 0 0,'-12'1'6790'0'0,"-40"-10"-3528"0"0,9 2-2393 0 0,0 3 0 0 0,-1 1 0 0 0,-46 3 0 0 0,-22-2-370 0 0,29-1 135 0 0,-119 12 1 0 0,-52 6-86 0 0,-9 1-70 0 0,-222 9 91 0 0,384-22-423 0 0,-44 5-6 0 0,59-2-33 0 0,-126-7-1 0 0,-132-17 301 0 0,225 13-264 0 0,45 0 26 0 0,0-3-1 0 0,1-3 0 0 0,-131-38 0 0 0,168 37-211 0 0,-7 0 122 0 0,1-2 0 0 0,0-2 0 0 0,2-1 0 0 0,-56-33 0 0 0,87 44-33 0 0,0 0 0 0 0,0 0 1 0 0,1-1-1 0 0,-1-1 0 0 0,1 1 1 0 0,1-1-1 0 0,0 0 0 0 0,0-1 0 0 0,0 0 1 0 0,1 0-1 0 0,1 0 0 0 0,-1-1 1 0 0,2 0-1 0 0,-1 0 0 0 0,1 0 1 0 0,1-1-1 0 0,0 1 0 0 0,0-1 1 0 0,1 0-1 0 0,0 0 0 0 0,1 1 1 0 0,1-1-1 0 0,0-16 0 0 0,1-2 51 0 0,2 0 0 0 0,1 0 0 0 0,1 0 0 0 0,11-33 0 0 0,-12 51-83 0 0,1 0 1 0 0,-1-1-1 0 0,2 2 1 0 0,-1-1 0 0 0,2 0-1 0 0,-1 1 1 0 0,2 0-1 0 0,-1 1 1 0 0,1 0 0 0 0,0 0-1 0 0,1 0 1 0 0,17-11-1 0 0,22-12 21 0 0,2 3-1 0 0,2 1 0 0 0,0 3 0 0 0,69-22 0 0 0,228-50 135 0 0,236 6-98 0 0,-477 77-60 0 0,47 2 118 0 0,291 15 1 0 0,-147 6-85 0 0,71 7 262 0 0,-203-6-212 0 0,-66-2-45 0 0,-1 6 1 0 0,0 3 0 0 0,-2 5 0 0 0,0 4 0 0 0,100 41-1 0 0,-155-47-13 0 0,0 1-1 0 0,-2 1 0 0 0,0 3 1 0 0,-2 2-1 0 0,-1 1 0 0 0,-1 1 1 0 0,39 42-1 0 0,-70-65-18 0 0,0 0-1 0 0,0 1 1 0 0,-1-1-1 0 0,0 1 1 0 0,0 1-1 0 0,-1-1 0 0 0,0 1 1 0 0,0-1-1 0 0,-1 1 1 0 0,0 0-1 0 0,0 1 1 0 0,-1-1-1 0 0,0 0 1 0 0,0 1-1 0 0,-1-1 1 0 0,1 11-1 0 0,-3-7 19 0 0,0 0-1 0 0,0-1 1 0 0,-1 1-1 0 0,-1-1 1 0 0,0 0-1 0 0,-1 1 1 0 0,0-1-1 0 0,0-1 1 0 0,-1 1-1 0 0,0-1 1 0 0,-10 14-1 0 0,-5 6-61 0 0,-1-2-1 0 0,-1 0 1 0 0,-2-2 0 0 0,0-1-1 0 0,-2 0 1 0 0,0-2-1 0 0,-2-1 1 0 0,-1-1-1 0 0,0-2 1 0 0,-1 0 0 0 0,-2-3-1 0 0,1 0 1 0 0,-37 11-1 0 0,-184 65-4123 0 0,171-63 987 0 0,49-20-738 0 0,-56 11 1 0 0,67-17 2252 0 0,-49 14-3969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19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80 7154 0 0,'-21'14'7279'0'0,"31"-11"-3770"0"0,40-14-2690 0 0,72-38-1300 0 0,-43 13-7151 0 0,-98 44 1459 0 0,0-1 3874 0 0,-28 11 1903 0 0,18-2 563 0 0,16-10 1160 0 0,0 1 0 0 0,1 0 0 0 0,0 0 0 0 0,-13 13 0 0 0,21-17-876 0 0,1 1 0 0 0,-1-1 0 0 0,1 1 0 0 0,0 0 0 0 0,0 1 0 0 0,1-1 0 0 0,-1 0 0 0 0,1 1 0 0 0,0-1 0 0 0,0 1 0 0 0,0 0 0 0 0,1 0 0 0 0,0 0 0 0 0,0-1 0 0 0,-1 11 0 0 0,1 1 79 0 0,1-1 0 0 0,1 1 1 0 0,0 0-1 0 0,1-1 0 0 0,1 1 0 0 0,6 18 1 0 0,-8-29-483 0 0,0 0 1 0 0,0-1 0 0 0,1 1 0 0 0,0-1-1 0 0,0 1 1 0 0,0-1 0 0 0,0 0 0 0 0,1 0-1 0 0,-1 0 1 0 0,1 0 0 0 0,0 0 0 0 0,0 0-1 0 0,0-1 1 0 0,1 0 0 0 0,0 1 0 0 0,-1-1-1 0 0,1-1 1 0 0,0 1 0 0 0,0 0 0 0 0,0-1-1 0 0,1 0 1 0 0,-1 0 0 0 0,1 0 0 0 0,5 1-1 0 0,-5-3-71 0 0,0 0 0 0 0,-1 0-1 0 0,1-1 1 0 0,0 0-1 0 0,-1 0 1 0 0,1 0 0 0 0,0 0-1 0 0,-1-1 1 0 0,1 0-1 0 0,-1 0 1 0 0,0 0 0 0 0,0 0-1 0 0,7-6 1 0 0,55-45-1564 0 0,-38 27-87 0 0,-21 21 737 0 0,-1 0-1 0 0,0-1 1 0 0,0 1 0 0 0,0-1 0 0 0,0-1 0 0 0,-1 1 0 0 0,0-1 0 0 0,-1 0 0 0 0,0 0-1 0 0,0 0 1 0 0,0-1 0 0 0,2-8 0 0 0,2-1-2652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19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5481 0 0,'-5'5'10689'0'0,"5"-5"-10525"0"0,-2 28 3107 0 0,5 36-1849 0 0,1-13-693 0 0,1 5 668 0 0,20 100 0 0 0,-20-137-1642 0 0,1 0 0 0 0,1 0 1 0 0,12 22-1 0 0,-13-30-375 0 0,0 0-1 0 0,1 0 1 0 0,1-1-1 0 0,0 0 1 0 0,0 0 0 0 0,11 9-1 0 0,-6-10-2799 0 0,-13-9 3258 0 0,1 0 0 0 0,-1 0-1 0 0,0 0 1 0 0,1 0 0 0 0,-1 0 0 0 0,0 0 0 0 0,0 0 0 0 0,1 0 0 0 0,-1 0 0 0 0,0 0 0 0 0,1 0 0 0 0,-1 0 0 0 0,0 0 0 0 0,0 0-1 0 0,1 0 1 0 0,-1 0 0 0 0,0 0 0 0 0,1 0 0 0 0,-1 0 0 0 0,0 0 0 0 0,0-1 0 0 0,1 1 0 0 0,-1 0 0 0 0,0 0 0 0 0,0 0 0 0 0,0 0-1 0 0,1-1 1 0 0,-1 1 0 0 0,0 0 0 0 0,0 0 0 0 0,0-1 0 0 0,1 1 0 0 0,-1 0 0 0 0,0 0 0 0 0,0 0 0 0 0,0-1 0 0 0,0 1 0 0 0,0 0 0 0 0,0-1-1 0 0,1 1 1 0 0,-1 0 0 0 0,0 0 0 0 0,0-1 0 0 0,0 1 0 0 0,0 0 0 0 0,0-1 0 0 0,0 1 0 0 0,0-1 0 0 0,0-8-5143 0 0</inkml:trace>
  <inkml:trace contextRef="#ctx0" brushRef="#br0" timeOffset="1">33 269 4697 0 0,'-22'9'7503'0'0,"21"-9"-7375"0"0,1 1 1 0 0,0-1 0 0 0,0 0-1 0 0,-1 1 1 0 0,1-1 0 0 0,0 0-1 0 0,-1 1 1 0 0,1-1 0 0 0,0 1-1 0 0,0-1 1 0 0,0 0-1 0 0,0 1 1 0 0,-1-1 0 0 0,1 1-1 0 0,0-1 1 0 0,0 1 0 0 0,0-1-1 0 0,0 0 1 0 0,0 1 0 0 0,0-1-1 0 0,0 1 1 0 0,0-1 0 0 0,0 1-1 0 0,0-1 1 0 0,0 0 0 0 0,0 1-1 0 0,1-1 1 0 0,-1 1 0 0 0,1 0-66 0 0,0 1 1 0 0,0-1-1 0 0,0 0 1 0 0,1 0 0 0 0,-1 0-1 0 0,0 0 1 0 0,1-1-1 0 0,-1 1 1 0 0,0 0 0 0 0,1 0-1 0 0,-1-1 1 0 0,1 1-1 0 0,-1-1 1 0 0,1 0 0 0 0,0 1-1 0 0,-1-1 1 0 0,1 0-1 0 0,-1 0 1 0 0,1 0 0 0 0,0 0-1 0 0,-1 0 1 0 0,1 0-1 0 0,2-1 1 0 0,19-2-460 0 0,-1-1 0 0 0,1-1 0 0 0,27-10 0 0 0,-35 9-1642 0 0,0 0 0 0 0,27-16 0 0 0,-26 14-1090 0 0,10 6-1167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0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41 5881 0 0,'0'0'174'0'0,"-1"0"0"0"0,1 0-1 0 0,0 0 1 0 0,-1 0 0 0 0,1 0 0 0 0,0 0-1 0 0,-1 0 1 0 0,1 0 0 0 0,0 0-1 0 0,-1 0 1 0 0,1 0 0 0 0,0 0 0 0 0,-1 0-1 0 0,1 0 1 0 0,0 0 0 0 0,-1-1 0 0 0,1 1-1 0 0,0 0 1 0 0,0 0 0 0 0,-1 0-1 0 0,1 0 1 0 0,0-1 0 0 0,0 1 0 0 0,-1 0-1 0 0,1 0 1 0 0,0-1 0 0 0,0 1 0 0 0,0 0-1 0 0,-1-1 1 0 0,1 1 0 0 0,0 0-1 0 0,0 0 1 0 0,0-1 0 0 0,0 1 0 0 0,0 0-1 0 0,0-1 1 0 0,0 1 0 0 0,-1 0-1 0 0,1-1 1 0 0,0 1 0 0 0,0 0 0 0 0,0-1-1 0 0,0 1 1 0 0,1 0 0 0 0,-1-1 0 0 0,0 1-1 0 0,0 0 1 0 0,0-1 0 0 0,0 1-1 0 0,0 0 1 0 0,0-1 0 0 0,22-11 1962 0 0,32-2-1863 0 0,-47 12-154 0 0,0 1 1 0 0,1 1 0 0 0,-1-1-1 0 0,0 1 1 0 0,1 1 0 0 0,-1-1-1 0 0,0 1 1 0 0,1 0-1 0 0,-1 1 1 0 0,9 3 0 0 0,-13-4-80 0 0,-1 0 1 0 0,0 0 0 0 0,0 1 0 0 0,0-1-1 0 0,0 1 1 0 0,0 0 0 0 0,0-1 0 0 0,0 1 0 0 0,0 0-1 0 0,-1 0 1 0 0,1 0 0 0 0,-1 0 0 0 0,1 0-1 0 0,-1 1 1 0 0,0-1 0 0 0,0 0 0 0 0,0 0-1 0 0,0 1 1 0 0,0-1 0 0 0,-1 1 0 0 0,1-1-1 0 0,-1 1 1 0 0,0-1 0 0 0,1 1 0 0 0,-1-1-1 0 0,0 1 1 0 0,-1-1 0 0 0,1 1 0 0 0,0 0 0 0 0,-1-1-1 0 0,1 1 1 0 0,-1-1 0 0 0,-1 3 0 0 0,-3 10 77 0 0,0-1 1 0 0,-1 0 0 0 0,-1 0 0 0 0,0 0-1 0 0,-1-1 1 0 0,-1 0 0 0 0,-14 16 0 0 0,-6 12-272 0 0,49-75-979 0 0,-14 24 1095 0 0,0 0-1 0 0,0 0 1 0 0,1 0 0 0 0,16-17-1 0 0,-20 24 124 0 0,1 1 1 0 0,-1-1-1 0 0,1 0 0 0 0,0 1 1 0 0,0 0-1 0 0,0 0 0 0 0,0 0 1 0 0,0 0-1 0 0,1 1 0 0 0,-1 0 1 0 0,0-1-1 0 0,1 2 0 0 0,-1-1 1 0 0,1 0-1 0 0,-1 1 0 0 0,1 0 1 0 0,6 0-1 0 0,17 2-16 0 0,45 3 52 0 0,-31 8-4587 0 0,-42-13 4324 0 0,-1 0 0 0 0,1 0 0 0 0,0 0 0 0 0,0 0 1 0 0,0 0-1 0 0,-1 1 0 0 0,1-1 0 0 0,0 0 0 0 0,0 0 0 0 0,0 0 0 0 0,-1 0 0 0 0,1 0 1 0 0,0 0-1 0 0,0 0 0 0 0,0 1 0 0 0,-1-1-422 0 0,1 0 422 0 0,0 1 0 0 0,0-1 0 0 0,0 0 0 0 0,0 0 0 0 0,-1 0 0 0 0,1 1 0 0 0,0-1 1 0 0,0 0-1 0 0,0 0 0 0 0,0 0 0 0 0,0 1 0 0 0,0-1 0 0 0,0 0 0 0 0,0 0 0 0 0,0 1 1 0 0,0-1-1 0 0,0 0 0 0 0,0 0 0 0 0,0 0 0 0 0,0 1 0 0 0,0-1 0 0 0,0 0 0 0 0,0 0 1 0 0,1 0-1 0 0,-1 1 0 0 0,0-1 0 0 0,0 0 0 0 0,0 0 0 0 0,0 0 0 0 0,0 1 1 0 0,0-1-1 0 0,1 0-423 0 0,-1 0 423 0 0,0 1 0 0 0,1-1 1 0 0,-1 0-1 0 0,0 0 0 0 0,0 0 0 0 0,0 0 0 0 0,1 0 0 0 0,-1 0 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0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71 4137 0 0,'-17'17'7510'0'0,"32"-17"-3328"0"0,34-17-2097 0 0,-27 7-1545 0 0,88-36 928 0 0,-101 42-1418 0 0,0 2 0 0 0,0-1 0 0 0,1 1 0 0 0,-1 1 0 0 0,1 0 0 0 0,-1 0 0 0 0,1 0 0 0 0,-1 2 0 0 0,18 1 0 0 0,-25-2-36 0 0,0 1-1 0 0,0 0 1 0 0,0-1 0 0 0,0 1 0 0 0,-1 0 0 0 0,1 0-1 0 0,0 0 1 0 0,0 0 0 0 0,-1 0 0 0 0,1 0 0 0 0,-1 0-1 0 0,1 0 1 0 0,-1 1 0 0 0,0-1 0 0 0,1 1 0 0 0,-1-1-1 0 0,0 1 1 0 0,0 0 0 0 0,0-1 0 0 0,0 1 0 0 0,0 0-1 0 0,0 0 1 0 0,-1-1 0 0 0,1 1 0 0 0,0 0 0 0 0,-1 0 0 0 0,0 0-1 0 0,1 0 1 0 0,-1 2 0 0 0,0 7-188 0 0,0 0 0 0 0,0 0 1 0 0,-1-1-1 0 0,-4 16 0 0 0,0 14-5369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0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0 7834 0 0,'-19'13'2987'0'0,"1"0"0"0"0,-34 31 0 0 0,47-39-2700 0 0,-1 0 1 0 0,1 1-1 0 0,1 0 1 0 0,-1 0-1 0 0,1 0 0 0 0,0 0 1 0 0,0 0-1 0 0,0 1 0 0 0,1 0 1 0 0,0 0-1 0 0,1 0 1 0 0,-4 13-1 0 0,6-18-271 0 0,0 0 0 0 0,0 1 0 0 0,0-1 0 0 0,0 0-1 0 0,0 0 1 0 0,0 0 0 0 0,0 0 0 0 0,1 0 0 0 0,-1 0 0 0 0,1 0 0 0 0,0 0 0 0 0,0 0-1 0 0,0 0 1 0 0,0 0 0 0 0,0 0 0 0 0,0-1 0 0 0,0 1 0 0 0,0 0 0 0 0,1 0 0 0 0,-1-1-1 0 0,1 1 1 0 0,1 0 0 0 0,1 1-2 0 0,0 0 1 0 0,0-1-1 0 0,1 1 0 0 0,-1-1 0 0 0,1 0 1 0 0,0 0-1 0 0,-1-1 0 0 0,1 0 0 0 0,6 1 1 0 0,4 1 0 0 0,0-2 1 0 0,-1 0 0 0 0,1-1-1 0 0,0 0 1 0 0,22-4 0 0 0,-23 1-3 0 0,-1 0 1 0 0,0-1 0 0 0,0-1 0 0 0,0 0 0 0 0,-1-1 0 0 0,22-13-1 0 0,-30 17 8 0 0,0 0 0 0 0,0-1 0 0 0,-1 1 0 0 0,1-1 0 0 0,-1 0 0 0 0,0 0 0 0 0,0 0 0 0 0,0 0-1 0 0,0-1 1 0 0,0 0 0 0 0,-1 1 0 0 0,0-1 0 0 0,1 0 0 0 0,-1 0 0 0 0,-1 0 0 0 0,1 0 0 0 0,0 0 0 0 0,-1 0-1 0 0,0-1 1 0 0,0 1 0 0 0,-1-1 0 0 0,1 1 0 0 0,-1 0 0 0 0,0-1 0 0 0,0-4 0 0 0,0 6 7 0 0,-1 1 0 0 0,0-1 1 0 0,1 1-1 0 0,-1 0 0 0 0,0-1 1 0 0,0 1-1 0 0,0 0 0 0 0,0-1 1 0 0,-1 1-1 0 0,1 0 0 0 0,0 0 1 0 0,-1 0-1 0 0,0 0 0 0 0,1 1 1 0 0,-1-1-1 0 0,0 0 0 0 0,0 1 1 0 0,0-1-1 0 0,0 1 0 0 0,0-1 1 0 0,-3 0-1 0 0,0 0 20 0 0,-1 0 0 0 0,1 0 0 0 0,-1 1 0 0 0,0 0 0 0 0,0 0 0 0 0,1 0 0 0 0,-1 1 0 0 0,-11 0 0 0 0,-5 2-364 0 0,0 1 0 0 0,-1 1-1 0 0,-33 11 1 0 0,48-13 374 0 0,7-1-430 0 0,1-1 0 0 0,-1 1 1 0 0,0-1-1 0 0,1 1 0 0 0,-1-1 0 0 0,0 1 1 0 0,0-1-1 0 0,0 0 0 0 0,1 0 1 0 0,-1 1-1 0 0,0-1 0 0 0,0 0 0 0 0,0 0 1 0 0,0 0-1 0 0,0 0 0 0 0,0 0 1 0 0,1 0-1 0 0,-1 0 0 0 0,0 0 0 0 0,0 0 1 0 0,0-1-1 0 0,0 1 0 0 0,0 0 0 0 0,1 0 1 0 0,-1-1-1 0 0,0 1 0 0 0,0 0 1 0 0,1-1-1 0 0,-1 1 0 0 0,0-1 0 0 0,0 1 1 0 0,0-2-1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1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93 9890 0 0,'-12'6'4116'0'0,"13"0"-839"0"0,1-6-3107 0 0,-1 1 0 0 0,0 0 0 0 0,1-1 1 0 0,-1 1-1 0 0,1-1 0 0 0,-1 1 1 0 0,1-1-1 0 0,-1 0 0 0 0,1 1 1 0 0,-1-1-1 0 0,1 0 0 0 0,-1 0 1 0 0,3-1-1 0 0,41-5 416 0 0,-1-3 0 0 0,71-23 0 0 0,18-14-2477 0 0,-91 31 186 0 0,-75 25-8744 0 0,-29 10 4930 0 0,-7 11 7298 0 0,62-28-1206 0 0,0 1 0 0 0,1 1 1 0 0,-1-1-1 0 0,1 1 0 0 0,0 0 1 0 0,0 0-1 0 0,0 1 0 0 0,1 0 0 0 0,0 0 1 0 0,0 0-1 0 0,0 1 0 0 0,1-1 1 0 0,0 1-1 0 0,0 0 0 0 0,1 1 0 0 0,0-1 1 0 0,-3 9-1 0 0,4-5-199 0 0,1-1 0 0 0,0 1 0 0 0,0 0 0 0 0,1 0 0 0 0,0 0 0 0 0,1 0 0 0 0,0-1 0 0 0,1 1 0 0 0,0 0 0 0 0,0-1 0 0 0,1 1 1 0 0,9 18-1 0 0,-9-22-409 0 0,1 0 0 0 0,0 0 0 0 0,1 0 0 0 0,-1 0 0 0 0,1-1 0 0 0,1 0 0 0 0,10 11 1 0 0,-11-13-330 0 0,0-1 1 0 0,0 1-1 0 0,0-1 0 0 0,1 0 1 0 0,-1 0-1 0 0,1 0 1 0 0,0-1-1 0 0,-1 0 1 0 0,1 0-1 0 0,0-1 1 0 0,7 2-1 0 0,-12-3 63 0 0,-1 0 1 0 0,1 0-1 0 0,0 0 0 0 0,0 0 0 0 0,0 0 0 0 0,-1 0 0 0 0,1 0 0 0 0,0 0 0 0 0,0 0 0 0 0,0-1 1 0 0,-1 1-1 0 0,1 0 0 0 0,0 0 0 0 0,0-1 0 0 0,-1 1 0 0 0,1 0 0 0 0,0-1 0 0 0,-1 1 0 0 0,1-1 1 0 0,1 0-1 0 0,4-5-4936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1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9850 0 0,'-2'6'2457'0'0,"0"9"-713"0"0,1 3-96 0 0,1 0-287 0 0,3 1-401 0 0,-1 1-360 0 0,4-1-304 0 0,2 1-120 0 0,0-2-120 0 0,2-2-64 0 0,0 0-200 0 0,1-1-288 0 0,-1 0-440 0 0,-2-4-505 0 0,0-1-607 0 0,-4-4-865 0 0,-13-6-1384 0 0</inkml:trace>
  <inkml:trace contextRef="#ctx0" brushRef="#br0" timeOffset="1">19 395 7498 0 0,'-1'0'401'0'0,"0"1"1"0"0,0 0-1 0 0,0-1 1 0 0,-1 1-1 0 0,1 0 1 0 0,0 0 0 0 0,0-1-1 0 0,0 1 1 0 0,0 0-1 0 0,0 0 1 0 0,1 0 0 0 0,-1 1-1 0 0,0-1 1 0 0,0 0-1 0 0,1 0 1 0 0,-1 0-1 0 0,1 0 1 0 0,-1 1 0 0 0,1-1-1 0 0,-1 2 1 0 0,1-2-307 0 0,1 0 0 0 0,-1-1 1 0 0,1 1-1 0 0,-1-1 0 0 0,1 1 0 0 0,-1 0 1 0 0,1-1-1 0 0,-1 0 0 0 0,1 1 1 0 0,0-1-1 0 0,-1 1 0 0 0,1-1 0 0 0,0 0 1 0 0,0 1-1 0 0,-1-1 0 0 0,1 0 1 0 0,0 0-1 0 0,0 1 0 0 0,-1-1 0 0 0,1 0 1 0 0,0 0-1 0 0,0 0 0 0 0,-1 0 0 0 0,1 0 1 0 0,0 0-1 0 0,0 0 0 0 0,-1-1 1 0 0,1 1-1 0 0,0 0 0 0 0,0 0 0 0 0,-1 0 1 0 0,1-1-1 0 0,0 1 0 0 0,-1 0 1 0 0,1-1-1 0 0,1 0 0 0 0,73-23 762 0 0,114-53 0 0 0,-119 47-1183 0 0,-41 15-390 0 0,27-10-1849 0 0,-20 18-5243 0 0,-25 8 1726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2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10 137 12467 0 0,'0'0'166'0'0,"-1"1"0"0"0,1-1 0 0 0,-1 0 1 0 0,1 0-1 0 0,-1 1 0 0 0,1-1 0 0 0,-1 0 0 0 0,1 1 1 0 0,-1-1-1 0 0,1 1 0 0 0,-1-1 0 0 0,1 1 1 0 0,0-1-1 0 0,-1 0 0 0 0,1 1 0 0 0,0 0 0 0 0,-1-1 1 0 0,1 1-1 0 0,0-1 0 0 0,0 1 0 0 0,-1-1 0 0 0,1 1 1 0 0,0-1-1 0 0,0 1 0 0 0,0 0 0 0 0,0-1 1 0 0,0 1-1 0 0,0-1 0 0 0,0 1 0 0 0,0 0 0 0 0,0-1 1 0 0,0 1-1 0 0,0-1 0 0 0,0 1 0 0 0,1-1 1 0 0,-1 1-1 0 0,0 0 0 0 0,0-1 0 0 0,0 1 0 0 0,1-1 1 0 0,-1 1-1 0 0,0-1 0 0 0,1 1 0 0 0,2 0 23 0 0,-1 0 0 0 0,1 0 0 0 0,0 0 0 0 0,-1-1-1 0 0,1 1 1 0 0,0-1 0 0 0,-1 0 0 0 0,1 0 0 0 0,0 0-1 0 0,2 0 1 0 0,69-11 68 0 0,-9-5-563 0 0,72-27-1 0 0,-108 31-2034 0 0,-1 0 0 0 0,39-25 0 0 0,-44 16-4169 0 0,-14 9 1183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2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1 120 9018 0 0,'0'-1'418'0'0,"0"-1"-1"0"0,1 1 1 0 0,-1 0-1 0 0,1-1 1 0 0,-1 1 0 0 0,1-1-1 0 0,0 1 1 0 0,-1 0-1 0 0,1 0 1 0 0,0-1 0 0 0,0 1-1 0 0,0 0 1 0 0,0 0-1 0 0,0 0 1 0 0,1-1 0 0 0,37-27 1082 0 0,-29 22-966 0 0,7-5-205 0 0,1 1-1 0 0,25-12 0 0 0,-38 20-305 0 0,-1 1 0 0 0,1 0 0 0 0,1 0-1 0 0,-1 0 1 0 0,0 1 0 0 0,0-1 0 0 0,1 1 0 0 0,-1 1 0 0 0,0-1 0 0 0,1 1 0 0 0,-1 0 0 0 0,1 0 0 0 0,-1 1 0 0 0,9 1 0 0 0,-14-2-1 0 0,1 0 0 0 0,0 1 0 0 0,0-1 0 0 0,0 1 0 0 0,0-1 0 0 0,-1 1 0 0 0,1-1-1 0 0,0 1 1 0 0,0-1 0 0 0,-1 1 0 0 0,1 0 0 0 0,0-1 0 0 0,-1 1 0 0 0,1 0 0 0 0,-1 0 0 0 0,1 0 0 0 0,-1-1 0 0 0,1 1 0 0 0,-1 0 0 0 0,0 0 0 0 0,1 0 0 0 0,-1 0 0 0 0,0 0 0 0 0,0 0 0 0 0,1 1 0 0 0,-5 29 550 0 0,-22 24 344 0 0,-1-13-250 0 0,18-31-534 0 0,1 0 0 0 0,1 1 0 0 0,0-1 0 0 0,1 1 1 0 0,0 1-1 0 0,1-1 0 0 0,-6 22 0 0 0,11-34-132 0 0,0 1 0 0 0,0 0 0 0 0,0 0 1 0 0,0 0-1 0 0,-1 0 0 0 0,1-1 0 0 0,1 1 0 0 0,-1 0 1 0 0,0 0-1 0 0,0 0 0 0 0,0 0 0 0 0,0-1 0 0 0,0 1 1 0 0,1 0-1 0 0,-1 0 0 0 0,0-1 0 0 0,1 1 0 0 0,-1 0 1 0 0,1 0-1 0 0,-1-1 0 0 0,1 1 0 0 0,-1 0 0 0 0,1-1 1 0 0,-1 1-1 0 0,1-1 0 0 0,0 1 0 0 0,0 0 0 0 0,26 3-43 0 0,41-19-71 0 0,-52 10 99 0 0,-2 1 18 0 0,0 1 0 0 0,-1 1 0 0 0,2 0-1 0 0,-1 1 1 0 0,0 0 0 0 0,0 1 0 0 0,0 1 0 0 0,0 0-1 0 0,16 4 1 0 0,-29-5 16 0 0,0 0 0 0 0,-1 0-1 0 0,1 1 1 0 0,0-1 0 0 0,0 0 0 0 0,0 1 0 0 0,0-1-1 0 0,0 1 1 0 0,-1-1 0 0 0,1 1 0 0 0,0-1-1 0 0,0 1 1 0 0,-1-1 0 0 0,1 1 0 0 0,0 0 0 0 0,-1 0-1 0 0,1-1 1 0 0,-1 1 0 0 0,1 0 0 0 0,-1 0-1 0 0,1-1 1 0 0,-1 1 0 0 0,0 0 0 0 0,1 0-1 0 0,-1 0 1 0 0,0 0 0 0 0,0 0 0 0 0,1 0 0 0 0,-1 1-1 0 0,0 1 25 0 0,-1 0 0 0 0,1 0 0 0 0,-1 0 0 0 0,0 0 0 0 0,1 0 0 0 0,-1-1 0 0 0,-1 1 0 0 0,1 0 0 0 0,-3 4 0 0 0,-39 48 96 0 0,29-41-895 0 0,-1-1-1 0 0,-1-1 1 0 0,0 0-1 0 0,-23 12 0 0 0,-30 21-25 0 0,60-37 629 0 0,-8 7 1721 0 0,21-13-531 0 0,14-5-423 0 0,198-60 1953 0 0,-41 11-4441 0 0,-157 48 360 0 0,15-4-2974 0 0,-19-3-3781 0 0,-10 4 2389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95 9082 0 0,'-1'0'135'0'0,"1"0"0"0"0,0 0 0 0 0,0 0 0 0 0,-1 0 0 0 0,1 0-1 0 0,0-1 1 0 0,0 1 0 0 0,0 0 0 0 0,-1 0 0 0 0,1 0 0 0 0,0-1 0 0 0,0 1 0 0 0,0 0 0 0 0,0 0 0 0 0,-1-1 0 0 0,1 1 0 0 0,0 0 0 0 0,0 0-1 0 0,0-1 1 0 0,0 1 0 0 0,0 0 0 0 0,0 0 0 0 0,0-1 0 0 0,0 1 0 0 0,0 0 0 0 0,0-1 0 0 0,0 1 0 0 0,0 0 0 0 0,0 0 0 0 0,0-1 0 0 0,0 1-1 0 0,0 0 1 0 0,0 0 0 0 0,0-1 0 0 0,0 1 0 0 0,0 0 0 0 0,1-1 0 0 0,-1 1 0 0 0,0 0 0 0 0,0 0 0 0 0,0 0 0 0 0,0-1 0 0 0,1 1 0 0 0,-1 0 0 0 0,0 0-1 0 0,0-1 1 0 0,18-14 1575 0 0,21-8-1267 0 0,-17 14-6 0 0,0 0 1 0 0,1 1-1 0 0,22-5 1 0 0,-40 11-324 0 0,0 1 1 0 0,1 0-1 0 0,-1 0 0 0 0,0 0 1 0 0,0 1-1 0 0,0 0 1 0 0,1 0-1 0 0,-1 0 1 0 0,0 0-1 0 0,0 1 0 0 0,0 0 1 0 0,0 0-1 0 0,1 0 1 0 0,-2 1-1 0 0,1 0 1 0 0,0 0-1 0 0,0 0 0 0 0,0 0 1 0 0,-1 1-1 0 0,5 3 1 0 0,-5-1 30 0 0,0 1-1 0 0,-1 0 1 0 0,0 0 0 0 0,0 0 0 0 0,0 0 0 0 0,-1 0 0 0 0,0 0 0 0 0,0 1-1 0 0,-1-1 1 0 0,1 1 0 0 0,-1-1 0 0 0,-1 1 0 0 0,1 0 0 0 0,-2 11 0 0 0,1-8-495 0 0,0-1 1 0 0,1 0 0 0 0,0 1-1 0 0,1-1 1 0 0,0 0 0 0 0,0 0-1 0 0,5 11 1 0 0,0-7-1448 0 0,2 3-1958 0 0,-8-6-3565 0 0,1-2 1494 0 0</inkml:trace>
  <inkml:trace contextRef="#ctx0" brushRef="#br0" timeOffset="1">164 439 9090 0 0,'0'0'288'0'0,"-1"1"0"0"0,1-1 1 0 0,-1 0-1 0 0,1 1 0 0 0,0-1 0 0 0,-1 0 1 0 0,1 1-1 0 0,0-1 0 0 0,-1 1 0 0 0,1-1 1 0 0,0 1-1 0 0,0-1 0 0 0,-1 1 0 0 0,1-1 0 0 0,0 1 1 0 0,0-1-1 0 0,0 1 0 0 0,0-1 0 0 0,0 1 1 0 0,0-1-1 0 0,-1 1 0 0 0,1-1 0 0 0,1 1 1 0 0,-1 0-1 0 0,0-1 0 0 0,0 1 0 0 0,0-1 1 0 0,0 1-1 0 0,0-1 0 0 0,0 1 0 0 0,1-1 0 0 0,-1 1 1 0 0,0-1-1 0 0,0 1 0 0 0,1-1 0 0 0,-1 1 1 0 0,0-1-1 0 0,1 1 0 0 0,25 0 2972 0 0,39-21-4067 0 0,-59 18 1513 0 0,122-52-1587 0 0,-9 3-7554 0 0,-117 50 7850 0 0,0 0 1 0 0,0 0 0 0 0,1 0-1 0 0,-1 0 1 0 0,0-1 0 0 0,0 1 0 0 0,0-1-1 0 0,0 1 1 0 0,-1-1 0 0 0,1 0-1 0 0,0 1 1 0 0,2-4 0 0 0,-4 4 261 0 0,13-8-4364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3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76 10610 0 0,'-1'0'226'0'0,"1"-1"-1"0"0,0 1 1 0 0,0-1 0 0 0,0 1-1 0 0,0-1 1 0 0,0 1-1 0 0,0-1 1 0 0,0 1-1 0 0,0-1 1 0 0,0 1-1 0 0,0-1 1 0 0,0 1 0 0 0,0-1-1 0 0,1 1 1 0 0,-1-1-1 0 0,0 1 1 0 0,0-1-1 0 0,0 1 1 0 0,1-1-1 0 0,-1 1 1 0 0,0-1 0 0 0,1 1-1 0 0,-1-1 1 0 0,0 1-1 0 0,1 0 1 0 0,0-1-1 0 0,18-14 1528 0 0,26-7-2122 0 0,-40 19 885 0 0,2 0-432 0 0,1-1 0 0 0,0 1 0 0 0,0 1 0 0 0,0-1 0 0 0,0 2 0 0 0,0-1 1 0 0,1 1-1 0 0,15-1 0 0 0,-22 3-48 0 0,0-1 1 0 0,1 0-1 0 0,-1 1 1 0 0,0-1 0 0 0,0 1-1 0 0,0 0 1 0 0,0-1 0 0 0,0 1-1 0 0,0 0 1 0 0,0 0-1 0 0,0 1 1 0 0,0-1 0 0 0,0 0-1 0 0,-1 0 1 0 0,1 1-1 0 0,0 0 1 0 0,-1-1 0 0 0,1 1-1 0 0,-1 0 1 0 0,0-1-1 0 0,0 1 1 0 0,1 0 0 0 0,-1 0-1 0 0,0 0 1 0 0,-1 0 0 0 0,1 0-1 0 0,0 0 1 0 0,0 0-1 0 0,-1 1 1 0 0,0-1 0 0 0,1 0-1 0 0,-1 0 1 0 0,0 0-1 0 0,0 1 1 0 0,0-1 0 0 0,0 0-1 0 0,0 0 1 0 0,-1 4-1 0 0,-1 10 157 0 0,-1-1 1 0 0,-1 1-1 0 0,0 0 0 0 0,-1-1 0 0 0,0 0 0 0 0,-1 0 0 0 0,-11 19 0 0 0,10-22-40 0 0,0 1 0 0 0,1 1 1 0 0,1-1-1 0 0,0 1 0 0 0,1-1 0 0 0,0 1 0 0 0,1 1 1 0 0,1-1-1 0 0,-1 20 0 0 0,3-31-185 0 0,0 0 0 0 0,0 0 0 0 0,0 0 0 0 0,1 1 0 0 0,-1-1-1 0 0,1 0 1 0 0,0 0 0 0 0,0 0 0 0 0,0 0 0 0 0,0-1 0 0 0,1 1 0 0 0,-1 0 0 0 0,1 0 0 0 0,0-1 0 0 0,-1 1-1 0 0,1-1 1 0 0,0 1 0 0 0,0-1 0 0 0,1 0 0 0 0,-1 0 0 0 0,5 4 0 0 0,-2-4-91 0 0,-1 0-1 0 0,1-1 1 0 0,0 1 0 0 0,-1-1-1 0 0,1 0 1 0 0,0 0 0 0 0,0 0-1 0 0,0-1 1 0 0,-1 1 0 0 0,1-1 0 0 0,0-1-1 0 0,9 0 1 0 0,-1-1-157 0 0,0-1 0 0 0,0 0 0 0 0,-1-1-1 0 0,1-1 1 0 0,-1 0 0 0 0,0 0 0 0 0,-1-1 0 0 0,1-1 0 0 0,17-12 0 0 0,-21 11-325 0 0,-1 0-1 0 0,1-1 1 0 0,-2 0 0 0 0,1 0 0 0 0,-1 0 0 0 0,0-1 0 0 0,-1 0 0 0 0,0 0-1 0 0,-1-1 1 0 0,0 1 0 0 0,-1-1 0 0 0,0 0 0 0 0,0 0 0 0 0,-1 0 0 0 0,1-17 0 0 0,-1 1-719 0 0,-3-48 1 0 0,-13-27 8289 0 0,13 130-4046 0 0,4 43-355 0 0,4-21-1665 0 0,17 64-1 0 0,-18-95-1799 0 0,0-1 0 0 0,1 0 1 0 0,16 28-1 0 0,-29-112-13361 0 0,-3 9 20971 0 0,9 54-6326 0 0,0 0 0 0 0,0 0 1 0 0,1 0-1 0 0,-1 0 0 0 0,1 0 0 0 0,-1 0 0 0 0,1 0 1 0 0,0 0-1 0 0,0 0 0 0 0,0 0 0 0 0,1 0 0 0 0,-1 1 1 0 0,1-1-1 0 0,-1 1 0 0 0,1-1 0 0 0,0 1 0 0 0,0-1 1 0 0,0 1-1 0 0,4-3 0 0 0,4-4-107 0 0,1 1 0 0 0,0 1 0 0 0,18-9 0 0 0,-19 10-303 0 0,1 0-1 0 0,-1 0 0 0 0,0-1 1 0 0,10-9-1 0 0,-17 14 9 0 0,-1 0-1 0 0,0 0 1 0 0,0-1 0 0 0,0 1-1 0 0,0 0 1 0 0,0-1-1 0 0,0 0 1 0 0,0 1 0 0 0,-1-1-1 0 0,0 0 1 0 0,1 0 0 0 0,-1 0-1 0 0,0 0 1 0 0,0 0-1 0 0,-1 0 1 0 0,1 0 0 0 0,-1 0-1 0 0,1 0 1 0 0,-1 0-1 0 0,0 0 1 0 0,0 0 0 0 0,-1-1-1 0 0,0-4 1 0 0,3 76 3737 0 0,-1-65-3681 0 0,28 159 1983 0 0,-23-139-2523 0 0,0-1 0 0 0,2-1 0 0 0,0 1 0 0 0,2-1 0 0 0,13 23 0 0 0,-8-28-2053 0 0,-14-15 2399 0 0,-1-1-1 0 0,1 0 0 0 0,-1 0 0 0 0,0 0 1 0 0,1 0-1 0 0,-1 0 0 0 0,1 0 0 0 0,-1 0 1 0 0,0 0-1 0 0,1 0 0 0 0,-1 0 1 0 0,1 0-1 0 0,-1 0 0 0 0,1 0 0 0 0,-1 0 1 0 0,0 0-1 0 0,1 0 0 0 0,-1-1 0 0 0,0 1 1 0 0,1 0-1 0 0,-1 0 0 0 0,1 0 1 0 0,-1-1-1 0 0,0 1 0 0 0,1 0 0 0 0,-1 0 1 0 0,0-1-1 0 0,1 1 0 0 0,1-3-919 0 0,-1 0-1 0 0,1 0 0 0 0,-1 0 1 0 0,1-1-1 0 0,-1 1 1 0 0,0 0-1 0 0,0 0 0 0 0,1-7 1 0 0,2-9-2049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3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8178 0 0,'-4'7'6525'0'0,"4"14"-3909"0"0,4 16-662 0 0,1-16-1546 0 0,1-1-1 0 0,1 0 0 0 0,0-1 0 0 0,1 0 1 0 0,19 31-1 0 0,31 39-3965 0 0,-61-95 1930 0 0,1 1 0 0 0,-1-1 0 0 0,1 1 0 0 0,-1-1 0 0 0,-1-11 0 0 0,-8-50 407 0 0,9 40 3874 0 0,2 0-1 0 0,3-52 0 0 0,-2 77-2500 0 0,0 0 0 0 0,1 0 0 0 0,-1 0 1 0 0,1 0-1 0 0,0 0 0 0 0,-1 0 0 0 0,1 0 0 0 0,0 0 0 0 0,0 0 0 0 0,0 0 0 0 0,0 1 0 0 0,1-1 0 0 0,-1 0 0 0 0,0 1 0 0 0,1-1 1 0 0,-1 1-1 0 0,1 0 0 0 0,0-1 0 0 0,-1 1 0 0 0,1 0 0 0 0,0 0 0 0 0,2-1 0 0 0,1 0 6 0 0,0 0 0 0 0,0 1-1 0 0,0 0 1 0 0,0 0 0 0 0,0 0 0 0 0,0 0-1 0 0,0 1 1 0 0,0 0 0 0 0,6 0-1 0 0,-1 1-39 0 0,-1 0-1 0 0,0 0 0 0 0,1 1 0 0 0,-1 1 0 0 0,0-1 0 0 0,0 1 1 0 0,0 1-1 0 0,-1 0 0 0 0,1 0 0 0 0,7 5 0 0 0,-13-7-82 0 0,-1-1 0 0 0,1 1 0 0 0,-1 0 0 0 0,0 0 0 0 0,0 0 1 0 0,1 1-1 0 0,-1-1 0 0 0,-1 0 0 0 0,1 1 0 0 0,0-1 0 0 0,0 1 0 0 0,-1 0 0 0 0,0-1 0 0 0,1 1 0 0 0,-1 0 0 0 0,0 0 0 0 0,0 0 0 0 0,-1 0 0 0 0,1 0 0 0 0,-1 0 0 0 0,1 0 0 0 0,-1 0 0 0 0,0 0 0 0 0,0 0 0 0 0,0 0 0 0 0,-1 0 0 0 0,1 0 0 0 0,-1 0 1 0 0,0 0-1 0 0,1 0 0 0 0,-1 0 0 0 0,-1 0 0 0 0,1-1 0 0 0,-3 6 0 0 0,-5 5 114 0 0,0-1 1 0 0,-1 0-1 0 0,-1 0 0 0 0,0-1 1 0 0,-21 16-1 0 0,-14 16-1266 0 0,46-39-2265 0 0,11-5 945 0 0,12-10-2233 0 0,-10-2 372 0 0,4-2-1059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4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0 10786 0 0,'-18'104'9991'0'0,"13"-42"-9514"0"0,2 1 0 0 0,6 63-1 0 0,5-81-1787 0 0,1 15-3065 0 0,-13-29-4804 0 0,3-22 3904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4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7009 0 0,'-4'5'577'0'0,"1"0"0"0"0,0 0 0 0 0,0 0 0 0 0,0 1 0 0 0,1 0 0 0 0,-1-1 0 0 0,2 1 0 0 0,-1 0 0 0 0,0 0 0 0 0,1 0 0 0 0,0 0 0 0 0,0 9 0 0 0,1-5-236 0 0,0 0 0 0 0,1-1 1 0 0,0 1-1 0 0,0 0 0 0 0,1-1 1 0 0,0 1-1 0 0,7 17 0 0 0,-6-21-301 0 0,-1 0 0 0 0,1-1 0 0 0,0 1 0 0 0,0-1 0 0 0,1 1 0 0 0,-1-1 0 0 0,1-1 0 0 0,1 1 0 0 0,-1 0 0 0 0,0-1 0 0 0,1 0 0 0 0,7 5 0 0 0,-8-7 3 0 0,-1 0 1 0 0,1 0-1 0 0,0-1 0 0 0,0 1 1 0 0,0-1-1 0 0,0 0 0 0 0,0 0 1 0 0,0 0-1 0 0,0-1 0 0 0,0 1 1 0 0,1-1-1 0 0,-1 0 0 0 0,0 0 1 0 0,0-1-1 0 0,0 1 0 0 0,0-1 1 0 0,1 0-1 0 0,-1 0 0 0 0,7-3 1 0 0,-9 3-4 0 0,1 0 1 0 0,0 0 0 0 0,-1 0 0 0 0,1 0-1 0 0,-1 0 1 0 0,1 0 0 0 0,-1-1 0 0 0,0 1-1 0 0,0-1 1 0 0,1 0 0 0 0,-1 0-1 0 0,0 0 1 0 0,-1 0 0 0 0,1 0 0 0 0,0 0-1 0 0,-1 0 1 0 0,1 0 0 0 0,-1-1 0 0 0,1 1-1 0 0,-1-1 1 0 0,0 1 0 0 0,0-1 0 0 0,0 1-1 0 0,-1-1 1 0 0,1 0 0 0 0,0 1 0 0 0,-1-1-1 0 0,0 0 1 0 0,0 0 0 0 0,0 1-1 0 0,0-1 1 0 0,0 0 0 0 0,0 0 0 0 0,-1 1-1 0 0,1-1 1 0 0,-2-5 0 0 0,0 4 16 0 0,0 1 0 0 0,0-1 0 0 0,0 0 0 0 0,0 0 1 0 0,-1 1-1 0 0,1-1 0 0 0,-1 1 0 0 0,0 0 0 0 0,0 0 0 0 0,0 0 0 0 0,-1 0 0 0 0,1 0 0 0 0,-1 1 1 0 0,1-1-1 0 0,-1 1 0 0 0,0 0 0 0 0,0 0 0 0 0,0 1 0 0 0,0-1 0 0 0,0 1 0 0 0,0 0 0 0 0,0 0 1 0 0,-6-1-1 0 0,-1 2-190 0 0,0 0 0 0 0,1 1 0 0 0,-1 0 1 0 0,0 0-1 0 0,1 1 0 0 0,-1 1 0 0 0,1 0 1 0 0,-1 0-1 0 0,1 1 0 0 0,0 0 1 0 0,1 1-1 0 0,-1 0 0 0 0,1 1 0 0 0,0 0 1 0 0,0 0-1 0 0,-10 10 0 0 0,19-16-3 0 0,-1 1 0 0 0,1-1 0 0 0,-1 0 0 0 0,1 0 0 0 0,0 1 1 0 0,-1-1-1 0 0,1 0 0 0 0,0 1 0 0 0,-1-1 0 0 0,1 1 0 0 0,0-1 0 0 0,-1 0 0 0 0,1 1 0 0 0,0-1 0 0 0,0 1 0 0 0,0-1 0 0 0,-1 1 0 0 0,1-1 0 0 0,0 1 1 0 0,0-1-1 0 0,0 1 0 0 0,0-1 0 0 0,0 1 0 0 0,0-1 0 0 0,0 1 0 0 0,0-1 0 0 0,0 1 0 0 0,0-1 0 0 0,0 1 0 0 0,0-1 0 0 0,0 1 0 0 0,0-1 1 0 0,1 1-1 0 0,-1-1 0 0 0,0 0 0 0 0,0 1 0 0 0,0-1 0 0 0,1 1 0 0 0,-1-1 0 0 0,1 1 0 0 0,22 4-8006 0 0,-3-7 3817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5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4441 0 0,'-5'2'539'0'0,"0"1"1"0"0,1 0-1 0 0,-1 0 1 0 0,1 0 0 0 0,0 1-1 0 0,0 0 1 0 0,0-1-1 0 0,1 1 1 0 0,-1 0-1 0 0,1 1 1 0 0,0-1-1 0 0,0 1 1 0 0,0-1-1 0 0,1 1 1 0 0,-1 0-1 0 0,-1 6 1 0 0,2-4-284 0 0,0 0 0 0 0,1 1 0 0 0,-1-1 0 0 0,2 0 0 0 0,-1 0 0 0 0,1 1 0 0 0,0-1 0 0 0,0 0 0 0 0,1 0 0 0 0,0 1 0 0 0,3 8 0 0 0,-3-10-213 0 0,1 0-1 0 0,0 0 1 0 0,0 0 0 0 0,0-1-1 0 0,1 1 1 0 0,-1-1 0 0 0,2 1-1 0 0,-1-1 1 0 0,0 0-1 0 0,1 0 1 0 0,0-1 0 0 0,0 1-1 0 0,0-1 1 0 0,1 0 0 0 0,-1 0-1 0 0,1 0 1 0 0,0-1-1 0 0,0 1 1 0 0,1-1 0 0 0,-1-1-1 0 0,0 1 1 0 0,1-1 0 0 0,0 0-1 0 0,0 0 1 0 0,-1 0-1 0 0,1-1 1 0 0,0 0 0 0 0,0 0-1 0 0,0 0 1 0 0,8-1 0 0 0,-7-1 65 0 0,0 0 0 0 0,0 0 0 0 0,0-1 0 0 0,0 0 0 0 0,0 0 0 0 0,-1 0 0 0 0,1-1 0 0 0,-1 0 0 0 0,1-1 0 0 0,-1 1 0 0 0,0-1 0 0 0,0 0 0 0 0,-1-1 0 0 0,1 1 0 0 0,6-9 0 0 0,-10 11-50 0 0,0-1 0 0 0,0 1 0 0 0,0-1-1 0 0,-1 1 1 0 0,0-1 0 0 0,1 0 0 0 0,-1 0 0 0 0,0 1 0 0 0,0-1 0 0 0,0 0 0 0 0,-1 0 0 0 0,1 0 0 0 0,-1 0 0 0 0,0 0 0 0 0,1 0 0 0 0,-1 0 0 0 0,-1 0 0 0 0,1 0-1 0 0,0 0 1 0 0,-1 0 0 0 0,1 0 0 0 0,-1 0 0 0 0,0 0 0 0 0,0 0 0 0 0,0 1 0 0 0,0-1 0 0 0,-1 0 0 0 0,1 1 0 0 0,-1-1 0 0 0,0 1 0 0 0,0-1 0 0 0,1 1-1 0 0,-1 0 1 0 0,-1-1 0 0 0,1 1 0 0 0,0 1 0 0 0,-1-1 0 0 0,-2-2 0 0 0,-1 0-46 0 0,0-1 1 0 0,1 2-1 0 0,-2-1 1 0 0,1 1-1 0 0,0 0 1 0 0,-1 0-1 0 0,0 0 0 0 0,1 1 1 0 0,-1 0-1 0 0,0 1 1 0 0,0-1-1 0 0,0 2 1 0 0,0-1-1 0 0,0 1 0 0 0,-10 0 1 0 0,12 0-214 0 0,-1 1 1 0 0,1 0 0 0 0,-1 0-1 0 0,1 1 1 0 0,-1-1 0 0 0,1 1-1 0 0,0 0 1 0 0,-8 5 0 0 0,9-4-270 0 0,0-1 1 0 0,0 1 0 0 0,0 0 0 0 0,1 0 0 0 0,0 1-1 0 0,-1-1 1 0 0,1 1 0 0 0,0-1 0 0 0,1 1 0 0 0,-1 0-1 0 0,-2 5 1 0 0,-12 17-7060 0 0,10-10 2379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5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1 513 9346 0 0,'0'1'245'0'0,"-1"1"1"0"0,1 0-1 0 0,0-1 1 0 0,0 1-1 0 0,0-1 0 0 0,0 1 1 0 0,0 0-1 0 0,1-1 0 0 0,-1 1 1 0 0,0 0-1 0 0,1-1 1 0 0,-1 1-1 0 0,1-1 0 0 0,0 1 1 0 0,-1-1-1 0 0,1 1 0 0 0,0-1 1 0 0,0 0-1 0 0,0 1 1 0 0,0-1-1 0 0,0 0 0 0 0,0 0 1 0 0,0 1-1 0 0,1-1 1 0 0,-1 0-1 0 0,0 0 0 0 0,1 0 1 0 0,-1-1-1 0 0,0 1 0 0 0,1 0 1 0 0,-1 0-1 0 0,1-1 1 0 0,-1 1-1 0 0,1-1 0 0 0,2 1 1 0 0,3-1-60 0 0,0 0 0 0 0,-1-1-1 0 0,1 0 1 0 0,0 0 0 0 0,0 0 0 0 0,0-1 0 0 0,9-3 0 0 0,241-101-1076 0 0,-155 61-4867 0 0,-78 36 2402 0 0,3 8-1861 0 0</inkml:trace>
  <inkml:trace contextRef="#ctx0" brushRef="#br0" timeOffset="1">403 0 9242 0 0,'-1'0'242'0'0,"0"1"0"0"0,0-1 0 0 0,1 0 0 0 0,-1 1 0 0 0,0-1 1 0 0,0 1-1 0 0,0-1 0 0 0,1 1 0 0 0,-1-1 0 0 0,0 1 0 0 0,1-1 0 0 0,-1 1 0 0 0,0 0 0 0 0,1-1 0 0 0,-1 1 0 0 0,1 0 1 0 0,-1 0-1 0 0,1-1 0 0 0,-1 1 0 0 0,1 0 0 0 0,0 0 0 0 0,-1 0 0 0 0,1 0 0 0 0,0 0 0 0 0,0-1 0 0 0,0 1 1 0 0,-1 0-1 0 0,1 0 0 0 0,0 0 0 0 0,0 0 0 0 0,0 0 0 0 0,1 1 0 0 0,0 35 1003 0 0,-1-34-906 0 0,6 45 642 0 0,3 0 1 0 0,23 77 0 0 0,44 89-975 0 0,-65-193-775 0 0,7 17-1611 0 0,-15-21-6238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5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4665 0 0,'-5'1'587'0'0,"1"1"0"0"0,0 0 0 0 0,0 0 0 0 0,0 0-1 0 0,0 0 1 0 0,1 1 0 0 0,-1-1 0 0 0,1 1 0 0 0,-1 0 0 0 0,1 0 0 0 0,0 0 0 0 0,-4 6 0 0 0,2-2-138 0 0,0 0 0 0 0,0 1 0 0 0,1 0 0 0 0,0 0 0 0 0,1 0 0 0 0,-3 9 0 0 0,2-5-288 0 0,1-1 0 0 0,0 1 0 0 0,1 0 0 0 0,1 0-1 0 0,0 0 1 0 0,1 0 0 0 0,0 0 0 0 0,0 0 0 0 0,4 16-1 0 0,-4-24-148 0 0,1 0-1 0 0,1 0 0 0 0,-1 0 0 0 0,0 0 0 0 0,1 0 1 0 0,0-1-1 0 0,0 1 0 0 0,0-1 0 0 0,0 1 0 0 0,1-1 1 0 0,-1 0-1 0 0,1 0 0 0 0,0 0 0 0 0,0 0 0 0 0,0-1 1 0 0,0 1-1 0 0,0-1 0 0 0,0 1 0 0 0,1-1 0 0 0,0 0 1 0 0,6 2-1 0 0,-4-2-15 0 0,0 0 0 0 0,1-1 0 0 0,-1 0-1 0 0,0 0 1 0 0,1-1 0 0 0,-1 0 0 0 0,1 0 0 0 0,-1 0 0 0 0,0-1 0 0 0,1 0 0 0 0,-1 0 0 0 0,0-1 0 0 0,7-2 0 0 0,-5 2 46 0 0,0-1 0 0 0,-1-1 1 0 0,1 0-1 0 0,-1 0 0 0 0,1 0 1 0 0,-1-1-1 0 0,-1 0 0 0 0,1 0 1 0 0,-1-1-1 0 0,7-7 1 0 0,-9 9 57 0 0,-1 0 1 0 0,0 0 0 0 0,-1 0 0 0 0,1 0 0 0 0,-1 0 0 0 0,1-1 0 0 0,-1 1 0 0 0,0-1 0 0 0,-1 0-1 0 0,1 0 1 0 0,-1 1 0 0 0,0-1 0 0 0,0 0 0 0 0,-1 0 0 0 0,1 0 0 0 0,-1 0 0 0 0,-1-8 0 0 0,-1 6-11 0 0,0 0 1 0 0,0 1 0 0 0,-1-1 0 0 0,0 0 0 0 0,0 1 0 0 0,0 0 0 0 0,-1-1 0 0 0,0 2 0 0 0,-1-1 0 0 0,1 0 0 0 0,-1 1 0 0 0,0 0 0 0 0,0 0 0 0 0,-1 0-1 0 0,-7-5 1 0 0,10 7-221 0 0,0 1 0 0 0,-1 0 0 0 0,1-1-1 0 0,0 1 1 0 0,-1 1 0 0 0,1-1 0 0 0,-1 0-1 0 0,1 1 1 0 0,-1 0 0 0 0,0 0 0 0 0,0 0-1 0 0,0 0 1 0 0,1 0 0 0 0,-1 1 0 0 0,0 0-1 0 0,0 0 1 0 0,0 0 0 0 0,0 0 0 0 0,0 1-1 0 0,0-1 1 0 0,0 1 0 0 0,1 0 0 0 0,-1 0-1 0 0,0 0 1 0 0,0 1 0 0 0,1-1 0 0 0,-1 1-1 0 0,1 0 1 0 0,-5 4 0 0 0,3-1-1917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6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 6281 0 0,'-6'10'2050'0'0,"2"0"1"0"0,-1 1-1 0 0,1-1 0 0 0,-4 20 0 0 0,5-16-1166 0 0,0 0 0 0 0,2 1 0 0 0,-1 17 0 0 0,3-11-1842 0 0,1 0-1 0 0,0 0 0 0 0,2 0 0 0 0,0-1 0 0 0,9 26 0 0 0,-13-46 787 0 0,1 0 1 0 0,-1 1-1 0 0,0-1 1 0 0,0 1-1 0 0,1-1 0 0 0,-1 1 1 0 0,0-1-1 0 0,0 1 0 0 0,0-1 1 0 0,0 1-1 0 0,0-1 0 0 0,0 0 1 0 0,0 1-1 0 0,0-1 1 0 0,0 1-1 0 0,0-1 0 0 0,0 1 1 0 0,0-1-1 0 0,0 1 0 0 0,0-1 1 0 0,0 1-1 0 0,0-1 0 0 0,0 1 1 0 0,-1-1-1 0 0,1 1 0 0 0,0-1 1 0 0,0 1-1 0 0,-1-1 1 0 0,1 0-1 0 0,0 1 0 0 0,-1 0 1 0 0,-1 1-1639 0 0,0 7-3203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6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6769 0 0,'15'-4'7520'0'0,"46"-19"-6879"0"0,-20 6-239 0 0,-25 9-273 0 0,1 1 1 0 0,-1 0-1 0 0,1 1 0 0 0,1 1 0 0 0,-1 1 1 0 0,1 0-1 0 0,-1 1 0 0 0,23 0 1 0 0,-40 3-106 0 0,1 0 0 0 0,-1 0 0 0 0,1 0 0 0 0,-1 0 0 0 0,1 0 0 0 0,-1 0 0 0 0,1 0 0 0 0,-1 0 0 0 0,1 0 0 0 0,0 1 0 0 0,-1-1 0 0 0,1 0 0 0 0,-1 0 0 0 0,1 1 0 0 0,-1-1 0 0 0,0 0 0 0 0,1 0 0 0 0,-1 1 0 0 0,1-1 0 0 0,-1 1 0 0 0,1-1 0 0 0,-1 0 0 0 0,0 1 0 0 0,1-1 0 0 0,-1 1 0 0 0,0-1 0 0 0,0 1 0 0 0,1-1 0 0 0,-1 1 0 0 0,0-1 0 0 0,0 1 0 0 0,1 0 0 0 0,-7 20 725 0 0,-23 22 459 0 0,25-39-1060 0 0,-31 37 718 0 0,25-32-708 0 0,1 1 0 0 0,0 0-1 0 0,1 1 1 0 0,0 0 0 0 0,1 0-1 0 0,0 1 1 0 0,-11 24 0 0 0,18-35-156 0 0,0 1 0 0 0,0-1 0 0 0,0 1-1 0 0,0-1 1 0 0,0 1 0 0 0,0-1 0 0 0,0 1 0 0 0,0-1 0 0 0,0 1 0 0 0,1-1 0 0 0,-1 1 0 0 0,1-1 0 0 0,-1 1 0 0 0,1-1 0 0 0,0 1 0 0 0,-1-1 0 0 0,1 0 0 0 0,0 0 0 0 0,0 1 0 0 0,0-1 0 0 0,0 0 0 0 0,0 0 0 0 0,0 0 0 0 0,0 0 0 0 0,1 0 0 0 0,-1 0 0 0 0,0 0 0 0 0,0-1 0 0 0,1 1 0 0 0,-1 0 0 0 0,1-1-1 0 0,-1 1 1 0 0,0-1 0 0 0,1 1 0 0 0,-1-1 0 0 0,1 0 0 0 0,-1 1 0 0 0,1-1 0 0 0,-1 0 0 0 0,3 0 0 0 0,10 2-7 0 0,0-1-1 0 0,0-1 1 0 0,18 0 0 0 0,-25-1 11 0 0,2 1-125 0 0,-1 0-1 0 0,0-1 1 0 0,1 0-1 0 0,-1-1 1 0 0,0 0-1 0 0,0 0 1 0 0,0 0 0 0 0,0-1-1 0 0,0-1 1 0 0,0 1-1 0 0,12-9 1 0 0,-16 9-336 0 0,0 0 1 0 0,-1 0-1 0 0,0-1 0 0 0,1 1 0 0 0,-1-1 1 0 0,-1 0-1 0 0,1 0 0 0 0,0 0 0 0 0,2-5 1 0 0,-3 4-552 0 0,0-1 0 0 0,0 0 0 0 0,-1 0 0 0 0,1 0 1 0 0,-1 0-1 0 0,0 0 0 0 0,-1 0 0 0 0,1-7 0 0 0,0-10-3779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7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72 8506 0 0,'-1'-1'261'0'0,"1"1"1"0"0,0-1 0 0 0,0 0-1 0 0,0 0 1 0 0,0 1 0 0 0,-1-1-1 0 0,1 0 1 0 0,0 0 0 0 0,0 1-1 0 0,0-1 1 0 0,0 0-1 0 0,1 0 1 0 0,-1 0 0 0 0,0 1-1 0 0,0-1 1 0 0,0 0 0 0 0,1 0-1 0 0,-1 1 1 0 0,0-1 0 0 0,1 0-1 0 0,-1 1 1 0 0,1-1-1 0 0,-1 0 1 0 0,1 0 0 0 0,19-17 1757 0 0,25-6-1089 0 0,-41 22-838 0 0,-1 0 1 0 0,1 1 0 0 0,0-1-1 0 0,0 1 1 0 0,0 0-1 0 0,0 0 1 0 0,0 1-1 0 0,0-1 1 0 0,0 1 0 0 0,0 0-1 0 0,0 0 1 0 0,1 1-1 0 0,-1-1 1 0 0,0 1-1 0 0,0-1 1 0 0,4 3 0 0 0,-6-2-43 0 0,0 0 1 0 0,0 0 0 0 0,0 1-1 0 0,0-1 1 0 0,-1 1 0 0 0,1 0-1 0 0,0-1 1 0 0,-1 1 0 0 0,1 0-1 0 0,-1 0 1 0 0,1 0 0 0 0,-1 0-1 0 0,0 0 1 0 0,0 0 0 0 0,0 0-1 0 0,0 1 1 0 0,0-1 0 0 0,-1 0-1 0 0,1 1 1 0 0,-1-1 0 0 0,1 0-1 0 0,-1 1 1 0 0,0-1 0 0 0,0 0-1 0 0,0 1 1 0 0,0-1 0 0 0,0 1-1 0 0,-2 2 1 0 0,-1 16-49 0 0,-1 0 1 0 0,-1-1-1 0 0,0 0 0 0 0,-2 0 0 0 0,-16 33 1 0 0,4-7-3188 0 0,29-69-5450 0 0,3-4 6612 0 0,2-15 3732 0 0,-5 31 5396 0 0,7 9-3596 0 0,29 13-2537 0 0,-14-3-805 0 0,-7-3-693 0 0,28 3-2610 0 0,-26-10-6035 0 0</inkml:trace>
  <inkml:trace contextRef="#ctx0" brushRef="#br0" timeOffset="1">269 165 5369 0 0,'-7'41'6751'0'0,"3"2"-3610"0"0,4-27-3354 0 0,-2 1 1 0 0,0-1-1 0 0,-8 33 1 0 0,10-48-106 0 0,0-1-1 0 0,-1 1 1 0 0,1 0 0 0 0,0 0-1 0 0,-1-1 1 0 0,1 1-1 0 0,0-1 1 0 0,-1 1 0 0 0,1 0-1 0 0,-1-1 1 0 0,1 1-1 0 0,-1-1 1 0 0,1 1 0 0 0,-1-1-1 0 0,0 1 1 0 0,1-1 0 0 0,-1 1-1 0 0,0-1 1 0 0,1 0-1 0 0,-1 1 1 0 0,0-1 0 0 0,1 0-1 0 0,-1 1 1 0 0,0-1-1 0 0,0 0 1 0 0,1 0 0 0 0,-1 0-1 0 0,-1 0 1 0 0,0 1-468 0 0,-5 1-2686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7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39 117 6177 0 0,'-25'15'7019'0'0,"24"-15"-6844"0"0,0 0-1 0 0,1 0 1 0 0,-1 1 0 0 0,0-1-1 0 0,1 0 1 0 0,-1 0-1 0 0,0 1 1 0 0,1-1-1 0 0,-1 0 1 0 0,1 1-1 0 0,-1-1 1 0 0,1 1-1 0 0,-1-1 1 0 0,1 1-1 0 0,-1-1 1 0 0,1 1-1 0 0,-1-1 1 0 0,1 1 0 0 0,0 0-1 0 0,-1-1 1 0 0,1 1-1 0 0,0-1 1 0 0,-1 1-1 0 0,1 0 1 0 0,0-1-1 0 0,0 1 1 0 0,0 0-1 0 0,-1 0 1 0 0,1-1-1 0 0,0 1 1 0 0,0 0 0 0 0,0 0-1 0 0,4-1 11 0 0,0 0 1 0 0,-1 0-1 0 0,1-1 0 0 0,-1 1 1 0 0,0-1-1 0 0,1 0 0 0 0,-1 0 1 0 0,1 0-1 0 0,-1-1 0 0 0,6-3 1 0 0,0 1 22 0 0,101-42 363 0 0,46-17-670 0 0,-134 56-939 0 0,1 2 1 0 0,39-6 0 0 0,-43 11-690 0 0,-18 0 1322 0 0,0 0 0 0 0,0 0 0 0 0,0 0 1 0 0,0 0-1 0 0,0 1 0 0 0,0-1 0 0 0,0 0 0 0 0,0 1 0 0 0,-1-1 0 0 0,1 0 0 0 0,0 1 1 0 0,0 0-1 0 0,0-1 0 0 0,0 1 0 0 0,-1-1 0 0 0,1 1 0 0 0,0 0 0 0 0,0 0 0 0 0,-1-1 1 0 0,1 1-1 0 0,-1 0 0 0 0,1 0 0 0 0,-1 0 0 0 0,1 0 0 0 0,-1-1 0 0 0,1 1 0 0 0,-1 0 1 0 0,0 0-1 0 0,1 0 0 0 0,-1 1 0 0 0,2 4-3224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7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6089 0 0,'-5'3'491'0'0,"1"0"0"0"0,0 0 1 0 0,0 1-1 0 0,0-1 0 0 0,0 1 0 0 0,1 0 0 0 0,0 0 0 0 0,-1 1 0 0 0,1-1 0 0 0,1 0 0 0 0,-1 1 0 0 0,1 0 0 0 0,0 0 0 0 0,0 0 0 0 0,0 0 0 0 0,0 0 0 0 0,0 6 1 0 0,2-7-395 0 0,0 1 1 0 0,0-1-1 0 0,0 0 1 0 0,1 0-1 0 0,0 1 1 0 0,0-1-1 0 0,0 0 1 0 0,0 0-1 0 0,0 0 1 0 0,1 0-1 0 0,0 0 1 0 0,0 0-1 0 0,0-1 1 0 0,0 1-1 0 0,1-1 1 0 0,-1 1 0 0 0,1-1-1 0 0,0 0 1 0 0,0 0-1 0 0,0 0 1 0 0,0 0-1 0 0,5 2 1 0 0,-3-1 14 0 0,1-1 1 0 0,0 0 0 0 0,0 0-1 0 0,0-1 1 0 0,0 0-1 0 0,0 0 1 0 0,0 0 0 0 0,0-1-1 0 0,1 1 1 0 0,-1-2-1 0 0,1 1 1 0 0,-1-1 0 0 0,1 0-1 0 0,-1 0 1 0 0,1-1-1 0 0,-1 1 1 0 0,0-2 0 0 0,1 1-1 0 0,10-4 1 0 0,-14 4-47 0 0,1 0 0 0 0,-1-1 1 0 0,1 1-1 0 0,-1-1 0 0 0,0 0 1 0 0,0 1-1 0 0,0-1 0 0 0,0-1 1 0 0,0 1-1 0 0,0 0 0 0 0,-1-1 1 0 0,1 1-1 0 0,-1-1 0 0 0,1 0 1 0 0,-1 0-1 0 0,0 0 0 0 0,0 0 1 0 0,0 0-1 0 0,-1-1 0 0 0,1 1 1 0 0,-1 0-1 0 0,0-1 0 0 0,0 1 1 0 0,0-1-1 0 0,0 1 0 0 0,0-1 0 0 0,-1 0 1 0 0,0 1-1 0 0,0-1 0 0 0,0 0 1 0 0,0 1-1 0 0,0-1 0 0 0,-1 0 1 0 0,0 1-1 0 0,-2-8 0 0 0,2 7-38 0 0,0 0-1 0 0,-1 0 1 0 0,0 0 0 0 0,0 0-1 0 0,-1 0 1 0 0,1 0-1 0 0,-1 0 1 0 0,1 1-1 0 0,-1 0 1 0 0,0-1-1 0 0,0 1 1 0 0,-1 0 0 0 0,1 0-1 0 0,-1 1 1 0 0,0-1-1 0 0,1 1 1 0 0,-1-1-1 0 0,0 1 1 0 0,0 0 0 0 0,0 1-1 0 0,-1-1 1 0 0,1 1-1 0 0,0 0 1 0 0,-1 0-1 0 0,1 0 1 0 0,-1 1-1 0 0,1-1 1 0 0,-1 1 0 0 0,-8 1-1 0 0,4-1-537 0 0,0 1-1 0 0,0 0 0 0 0,-1 1 1 0 0,1 0-1 0 0,-17 7 1 0 0,18-6-1273 0 0,0 0 1 0 0,1 1-1 0 0,-1 0 1 0 0,1 1-1 0 0,0 0 1 0 0,-7 6 0 0 0,4-3-3620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29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0 5433 0 0,'-9'2'648'0'0,"0"0"-1"0"0,1 1 1 0 0,-1 0-1 0 0,1 0 0 0 0,-1 1 1 0 0,1 0-1 0 0,0 0 1 0 0,1 1-1 0 0,-1 0 1 0 0,1 1-1 0 0,0-1 1 0 0,0 1-1 0 0,-11 13 0 0 0,11-8-401 0 0,-1-1 0 0 0,1 1-1 0 0,1 0 1 0 0,0 1-1 0 0,1 0 1 0 0,0-1 0 0 0,0 2-1 0 0,1-1 1 0 0,-2 13-1 0 0,2-3-209 0 0,2 1-1 0 0,0-1 1 0 0,1 0-1 0 0,1 0 0 0 0,0 1 1 0 0,2-1-1 0 0,1 0 1 0 0,1 0-1 0 0,1 0 1 0 0,1-1-1 0 0,9 23 0 0 0,-10-32-35 0 0,2 0 0 0 0,0 0 0 0 0,0-1 0 0 0,1-1 0 0 0,0 1 0 0 0,1-1 0 0 0,0 0 0 0 0,1-1 0 0 0,0 0 0 0 0,0-1 0 0 0,1 0 0 0 0,0 0 0 0 0,1-1 0 0 0,-1-1 0 0 0,1 0 0 0 0,0-1 0 0 0,1 0 0 0 0,-1 0 0 0 0,17 2 0 0 0,-3-1-19 0 0,1-1-1 0 0,-1-1 1 0 0,1-1 0 0 0,0-1 0 0 0,0-2 0 0 0,0-1-1 0 0,0-1 1 0 0,44-9 0 0 0,-58 8 21 0 0,0 0 0 0 0,0-1 0 0 0,0-1 0 0 0,0 0 0 0 0,-1 0 0 0 0,0-1 0 0 0,0-1 0 0 0,-1 0 0 0 0,1-1 0 0 0,-2 0 0 0 0,16-15 0 0 0,-21 18 4 0 0,-1 0 0 0 0,0-1 1 0 0,0 1-1 0 0,0-1 0 0 0,-1 0 0 0 0,1 1 1 0 0,-2-2-1 0 0,1 1 0 0 0,-1 0 0 0 0,1 0 1 0 0,-2-1-1 0 0,1 1 0 0 0,-1-1 1 0 0,0 0-1 0 0,0 1 0 0 0,-1-1 0 0 0,0 0 1 0 0,0 0-1 0 0,-1 1 0 0 0,1-1 0 0 0,-2 0 1 0 0,1 1-1 0 0,-1-1 0 0 0,0 1 0 0 0,-3-7 1 0 0,3 7-16 0 0,0 0 0 0 0,-1 0 0 0 0,0 0 0 0 0,0 1 0 0 0,-1-1 0 0 0,1 1 0 0 0,-1 0 0 0 0,0 0 0 0 0,-1 0 0 0 0,1 1 0 0 0,-1-1 0 0 0,-10-6 0 0 0,12 9 21 0 0,0 1-1 0 0,0-1 1 0 0,0 1-1 0 0,0 0 1 0 0,0 0 0 0 0,0 0-1 0 0,-1 0 1 0 0,1 1-1 0 0,0-1 1 0 0,0 1 0 0 0,-1 0-1 0 0,1 0 1 0 0,0 0-1 0 0,-1 1 1 0 0,1-1-1 0 0,0 1 1 0 0,-1-1 0 0 0,1 1-1 0 0,0 0 1 0 0,0 0-1 0 0,0 1 1 0 0,0-1-1 0 0,0 1 1 0 0,0-1 0 0 0,0 1-1 0 0,-4 3 1 0 0,-4 5 184 0 0,-1-1 0 0 0,1 2 0 0 0,1-1 1 0 0,0 1-1 0 0,0 1 0 0 0,1 0 0 0 0,1 0 1 0 0,0 1-1 0 0,1 0 0 0 0,0 1 0 0 0,-8 21 1 0 0,12-27-156 0 0,0 0 0 0 0,1 1 0 0 0,0-1 0 0 0,0 0 1 0 0,1 1-1 0 0,0-1 0 0 0,1 1 0 0 0,-1-1 1 0 0,2 1-1 0 0,-1 0 0 0 0,1-1 0 0 0,0 1 1 0 0,1-1-1 0 0,0 0 0 0 0,1 0 0 0 0,-1 1 1 0 0,2-1-1 0 0,-1-1 0 0 0,1 1 0 0 0,0 0 1 0 0,8 9-1 0 0,4 2-54 0 0,1-1 0 0 0,2-1 0 0 0,-1 0 0 0 0,2-2 0 0 0,0 0 0 0 0,27 14 0 0 0,4-1-4 0 0,84 33-1 0 0,-108-50 26 0 0,1-2 0 0 0,-1-1 0 0 0,42 7 0 0 0,-61-14 3 0 0,0 0 0 0 0,0 0 1 0 0,0 0-1 0 0,0-1 0 0 0,-1 0 1 0 0,1-1-1 0 0,0 0 0 0 0,0 0 0 0 0,0 0 1 0 0,-1-1-1 0 0,1 0 0 0 0,-1-1 1 0 0,1 0-1 0 0,-1 0 0 0 0,0 0 1 0 0,0-1-1 0 0,10-7 0 0 0,-15 10 13 0 0,-1-1-1 0 0,0 1 1 0 0,1 0 0 0 0,-1-1-1 0 0,0 1 1 0 0,0-1-1 0 0,0 1 1 0 0,0-1 0 0 0,0 0-1 0 0,0 0 1 0 0,-1 1-1 0 0,1-1 1 0 0,0 0 0 0 0,-1 0-1 0 0,0 1 1 0 0,1-1-1 0 0,-1 0 1 0 0,0 0-1 0 0,0 0 1 0 0,0 0 0 0 0,0 0-1 0 0,0 0 1 0 0,0 0-1 0 0,-1 1 1 0 0,1-1 0 0 0,0 0-1 0 0,-1 0 1 0 0,0 0-1 0 0,1 1 1 0 0,-1-1 0 0 0,0 0-1 0 0,0 1 1 0 0,-2-3-1 0 0,-4-6 101 0 0,0 0-1 0 0,-1 1 1 0 0,0 0 0 0 0,-14-11-1 0 0,-4-5-107 0 0,12 9 46 0 0,-54-58 0 0 0,61 68-3 0 0,0 1 1 0 0,1-1 0 0 0,-2 1-1 0 0,1 0 1 0 0,-1 1 0 0 0,1 0 0 0 0,-1 0-1 0 0,-1 0 1 0 0,-7-1 0 0 0,15 4-49 0 0,1 1 0 0 0,0 0 0 0 0,0 0 0 0 0,-1 0 0 0 0,1 0 0 0 0,0-1 1 0 0,0 1-1 0 0,-1 0 0 0 0,1 0 0 0 0,0 0 0 0 0,0 0 0 0 0,-1 0 0 0 0,1 0 1 0 0,0 0-1 0 0,-1 0 0 0 0,1 0 0 0 0,0 0 0 0 0,0 0 0 0 0,-1 0 0 0 0,1 0 1 0 0,0 0-1 0 0,0 0 0 0 0,-1 0 0 0 0,1 0 0 0 0,0 0 0 0 0,-1 0 0 0 0,1 1 0 0 0,0-1 1 0 0,0 0-1 0 0,0 0 0 0 0,-1 0 0 0 0,1 0 0 0 0,0 1 0 0 0,0-1 0 0 0,-1 0 1 0 0,1 0-1 0 0,0 0 0 0 0,0 1 0 0 0,0-1 0 0 0,0 0 0 0 0,0 0 0 0 0,-1 1 1 0 0,1-1-1 0 0,0 1 0 0 0,7 13 292 0 0,17 12-99 0 0,-6-16-196 0 0,0-1 1 0 0,1-1 0 0 0,0 0-1 0 0,0-2 1 0 0,1 0 0 0 0,-1-1-1 0 0,1-1 1 0 0,38 2 0 0 0,39 10 264 0 0,-95-17-235 0 0,-1 2 1 0 0,0-1 0 0 0,1 0-1 0 0,-1 0 1 0 0,1 0 0 0 0,-1 1 0 0 0,0-1-1 0 0,1 0 1 0 0,-1 1 0 0 0,0 0-1 0 0,1-1 1 0 0,-1 1 0 0 0,0 0 0 0 0,0-1-1 0 0,1 1 1 0 0,-1 0 0 0 0,0 0-1 0 0,0 0 1 0 0,0 0 0 0 0,0 0-1 0 0,0 0 1 0 0,-1 0 0 0 0,1 1 0 0 0,0-1-1 0 0,0 0 1 0 0,-1 0 0 0 0,1 1-1 0 0,-1-1 1 0 0,1 0 0 0 0,-1 1 0 0 0,1-1-1 0 0,-1 0 1 0 0,0 1 0 0 0,0-1-1 0 0,0 1 1 0 0,0-1 0 0 0,0 1 0 0 0,0-1-1 0 0,0 0 1 0 0,0 1 0 0 0,0-1-1 0 0,-1 1 1 0 0,1-1 0 0 0,-1 0 0 0 0,1 1-1 0 0,-2 1 1 0 0,-3 7 189 0 0,-1 1 0 0 0,-1-1 0 0 0,1-1 0 0 0,-16 17 0 0 0,9-11-236 0 0,-26 31-199 0 0,20-25 465 0 0,2 0 0 0 0,-29 45-1 0 0,42-56-623 0 0,-1-1 0 0 0,1 0 0 0 0,1 1-1 0 0,-4 14 1 0 0,5-15-513 0 0,1 0-1 0 0,0 0 1 0 0,0 0-1 0 0,1-1 1 0 0,2 19-1 0 0,-5-10-4904 0 0,2-2-6147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8:4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42 3041 0 0,'-1'0'339'0'0,"0"0"1"0"0,1 0-1 0 0,-1 0 1 0 0,0 0-1 0 0,0-1 1 0 0,0 2-1 0 0,0-1 1 0 0,0 0-1 0 0,0 0 1 0 0,0 0-1 0 0,0 0 1 0 0,0 0-1 0 0,0 1 1 0 0,0-1-1 0 0,1 0 1 0 0,-1 1-1 0 0,0-1 1 0 0,0 1-1 0 0,0-1 1 0 0,0 1-1 0 0,1-1 1 0 0,-1 1-1 0 0,0 0 1 0 0,0 1-1 0 0,1-2-167 0 0,1 1-1 0 0,-1 0 1 0 0,1-1 0 0 0,0 1-1 0 0,0-1 1 0 0,-1 1-1 0 0,1-1 1 0 0,0 1 0 0 0,0-1-1 0 0,-1 1 1 0 0,1-1-1 0 0,0 1 1 0 0,0-1 0 0 0,0 0-1 0 0,0 0 1 0 0,0 0 0 0 0,-1 1-1 0 0,1-1 1 0 0,0 0-1 0 0,0 0 1 0 0,0 0 0 0 0,0 0-1 0 0,0 0 1 0 0,0-1-1 0 0,1 1 1 0 0,65 5 2076 0 0,-50-3-2063 0 0,1 0 0 0 0,-1-2 0 0 0,27-1 1 0 0,127-6 223 0 0,-145 8-358 0 0,29-2 80 0 0,-23-1-55 0 0,0 3 0 0 0,49 5 0 0 0,-33-1 64 0 0,0-3 0 0 0,0-1 1 0 0,86-11-1 0 0,-47 2-37 0 0,-13 5 207 0 0,103 10 0 0 0,-116-5-274 0 0,-33-1-10 0 0,-1 0 0 0 0,35 8 1 0 0,8-2 1 0 0,39-12 65 0 0,-14 0-44 0 0,314-3 197 0 0,-269 12-164 0 0,65-2-47 0 0,119-7-11 0 0,-162-5-44 0 0,-103 4 44 0 0,85 2 0 0 0,313 9 23 0 0,-273-6-53 0 0,-17 6-54 0 0,78-2 122 0 0,-62-3-29 0 0,4-1-30 0 0,228-11-58 0 0,-257 9 42 0 0,52-4 57 0 0,82 2-15 0 0,-73 4-10 0 0,122 1-25 0 0,-5-1 1 0 0,-93 6 46 0 0,-67 0-15 0 0,479-13 323 0 0,-480 13-330 0 0,68-1 5 0 0,33-6 47 0 0,97-5 44 0 0,-92 3 143 0 0,-260 3-118 0 0,-14 1-100 0 0,0 0 1 0 0,0 0 0 0 0,0-1 0 0 0,0 0 0 0 0,0 0 0 0 0,0-1 0 0 0,0 0 0 0 0,0 0 0 0 0,6-3 0 0 0,-9 0-1939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0.8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0 9066 0 0,'-1'0'186'0'0,"1"0"1"0"0,-1 0-1 0 0,1 0 1 0 0,-1 0-1 0 0,1 1 1 0 0,-1-1-1 0 0,1 0 1 0 0,-1 0-1 0 0,1 0 1 0 0,0 1-1 0 0,-1-1 1 0 0,1 0 0 0 0,0 0-1 0 0,-1 1 1 0 0,1-1-1 0 0,-1 0 1 0 0,1 1-1 0 0,0-1 1 0 0,0 0-1 0 0,-1 1 1 0 0,1-1-1 0 0,0 0 1 0 0,0 1-1 0 0,-1-1 1 0 0,1 1-1 0 0,0-1 1 0 0,0 1-1 0 0,0-1 1 0 0,0 0-1 0 0,-1 1 1 0 0,1-1-1 0 0,0 1 1 0 0,0-1-1 0 0,0 1 1 0 0,0-1-1 0 0,0 1 1 0 0,1 0-1 0 0,12 16 2246 0 0,26 7-1997 0 0,-22-18-820 0 0,-1 0 0 0 0,35 7 0 0 0,-42-11-944 0 0,0-1 0 0 0,0 0 0 0 0,0-1 0 0 0,13-1 0 0 0,-22 1 1235 0 0,1 0-1 0 0,-1 0 1 0 0,0 0 0 0 0,0 0 0 0 0,0 0 0 0 0,0 0 0 0 0,1 0 0 0 0,-1 0 0 0 0,0 0-1 0 0,0 0 1 0 0,0 0 0 0 0,0 0 0 0 0,0 0 0 0 0,1 0 0 0 0,-1 0 0 0 0,0 0-1 0 0,0 0 1 0 0,0 0 0 0 0,0 0 0 0 0,1-1 0 0 0,-1 1 0 0 0,0 0 0 0 0,0 0 0 0 0,0 0-1 0 0,0 0 1 0 0,0 0 0 0 0,0 0 0 0 0,0 0 0 0 0,1 0 0 0 0,-1-1 0 0 0,0 1 0 0 0,0 0-1 0 0,0 0 1 0 0,0 0 0 0 0,0 0 0 0 0,0 0 0 0 0,0-1 0 0 0,0 1 0 0 0,0 0-1 0 0,0 0 1 0 0,0 0 0 0 0,0 0 0 0 0,0-1 0 0 0,0 1 0 0 0,0 0 0 0 0,0 0 0 0 0,0 0-1 0 0,0 0 1 0 0,0-1 0 0 0,0 1 0 0 0,0 0 0 0 0,0 0 0 0 0,0 0 0 0 0,0 0 0 0 0,0 0-1 0 0,0-1 1 0 0,0 1 0 0 0,0 0 0 0 0,-1 0 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1.23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66 5057 0 0,'-1'0'219'0'0,"1"0"1"0"0,-1 0-1 0 0,1 1 0 0 0,-1-1 1 0 0,1 0-1 0 0,-1 1 0 0 0,0-1 0 0 0,1 0 1 0 0,-1 1-1 0 0,1-1 0 0 0,0 1 1 0 0,-1-1-1 0 0,1 1 0 0 0,-1-1 1 0 0,1 1-1 0 0,0-1 0 0 0,-1 1 0 0 0,1-1 1 0 0,0 1-1 0 0,0-1 0 0 0,-1 1 1 0 0,1 0-1 0 0,0-1 0 0 0,0 1 0 0 0,0 0 1 0 0,0-1-1 0 0,0 1 0 0 0,0-1 1 0 0,0 1-1 0 0,0 0 0 0 0,0-1 1 0 0,0 1-1 0 0,0 0 0 0 0,0-1 0 0 0,0 1 1 0 0,1 0-1 0 0,24-2 2535 0 0,42-22-2387 0 0,-65 23-193 0 0,57-22 3 0 0,71-15 0 0 0,-129 37-175 0 0,-1 0 1 0 0,0 0-1 0 0,1 0 1 0 0,-1-1-1 0 0,1 1 1 0 0,-1 0-1 0 0,0 0 1 0 0,1 0-1 0 0,-1 0 1 0 0,1 0-1 0 0,-1 0 1 0 0,1 0-1 0 0,-1 0 1 0 0,1 0-1 0 0,-1 0 1 0 0,0 0-1 0 0,1 0 1 0 0,-1 0-1 0 0,1 0 1 0 0,-1 0-1 0 0,1 0 1 0 0,-1 0-1 0 0,0 0 1 0 0,1 1-1 0 0,-1-1 1 0 0,1 0-1 0 0,-1 0 1 0 0,0 1-1 0 0,1-1 1 0 0,-1 0-1 0 0,0 0 1 0 0,1 1-1 0 0,-1-1 1 0 0,1 1-1 0 0,-8 15 104 0 0,-22 17 129 0 0,28-32-218 0 0,-38 34 203 0 0,17-16 140 0 0,-30 34 0 0 0,48-48-327 0 0,-1 0 0 0 0,1 0 0 0 0,1 1 0 0 0,-1-1 0 0 0,1 1 0 0 0,0 0 0 0 0,0 0 0 0 0,1 0 0 0 0,0 0 0 0 0,0 1-1 0 0,0-1 1 0 0,-1 9 0 0 0,3-13-32 0 0,0-1 0 0 0,0 1 0 0 0,0-1 0 0 0,0 1 0 0 0,0-1 0 0 0,0 1-1 0 0,1-1 1 0 0,-1 1 0 0 0,0-1 0 0 0,1 1 0 0 0,-1-1 0 0 0,1 0 0 0 0,-1 1 0 0 0,1-1 0 0 0,0 0-1 0 0,0 1 1 0 0,-1-1 0 0 0,1 0 0 0 0,0 0 0 0 0,0 1 0 0 0,0-1 0 0 0,0 0 0 0 0,1 0 0 0 0,-1 0-1 0 0,0-1 1 0 0,3 3 0 0 0,-1-2 4 0 0,1 0 0 0 0,0 1 0 0 0,0-1 0 0 0,0-1 1 0 0,0 1-1 0 0,0-1 0 0 0,-1 1 0 0 0,1-1 0 0 0,0 0 0 0 0,5-1 0 0 0,10-2 23 0 0,0-1 1 0 0,0 0-1 0 0,21-9 1 0 0,10-8 120 0 0,-47 19-128 0 0,0 0 0 0 0,0 1 0 0 0,0-1 0 0 0,-1 0 0 0 0,1 0 0 0 0,-1-1-1 0 0,1 1 1 0 0,-1 0 0 0 0,0-1 0 0 0,1 0 0 0 0,-1 1 0 0 0,-1-1 0 0 0,1 0 0 0 0,1-3-1 0 0,-3 5-9 0 0,0 0-1 0 0,0 0 0 0 0,0 0 1 0 0,0 0-1 0 0,-1 0 0 0 0,1 1 1 0 0,0-1-1 0 0,-1 0 0 0 0,1 0 1 0 0,0 0-1 0 0,-1 1 0 0 0,1-1 1 0 0,-1 0-1 0 0,1 1 0 0 0,-1-1 1 0 0,0 0-1 0 0,1 1 0 0 0,-1-1 1 0 0,0 1-1 0 0,1-1 0 0 0,-1 1 1 0 0,0-1-1 0 0,0 1 0 0 0,1-1 1 0 0,-1 1-1 0 0,0 0 0 0 0,0-1 0 0 0,0 1 1 0 0,0 0-1 0 0,1 0 0 0 0,-1 0 1 0 0,0 0-1 0 0,0 0 0 0 0,-1 0 1 0 0,-36-7 0 0 0,34 7-18 0 0,-29-2-208 0 0,24 2-182 0 0,0 0 1 0 0,0-1 0 0 0,0 0-1 0 0,0 0 1 0 0,1-1 0 0 0,-1 0 0 0 0,0 0-1 0 0,1-1 1 0 0,-11-5 0 0 0,18 6-209 0 0,-1 0 0 0 0,1 0 0 0 0,-1 0 0 0 0,1-1 0 0 0,0 1 1 0 0,0 0-1 0 0,0-1 0 0 0,0 1 0 0 0,1-1 0 0 0,-1 1 0 0 0,1-1 1 0 0,-1 1-1 0 0,1-1 0 0 0,0 1 0 0 0,0-1 0 0 0,0 1 1 0 0,0-1-1 0 0,1-2 0 0 0,6-13-2740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1.5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1 7842 0 0,'-9'19'8036'0'0,"4"21"-6654"0"0,4-27-530 0 0,-1 11-504 0 0,0 1 1 0 0,2-1 0 0 0,1 1-1 0 0,1-1 1 0 0,0 0 0 0 0,8 25-1 0 0,-6-32-1423 0 0,1 0 0 0 0,1 0-1 0 0,1-1 1 0 0,0 1 0 0 0,13 19-1 0 0,-16-28-3053 0 0</inkml:trace>
  <inkml:trace contextRef="#ctx0" brushRef="#br0" timeOffset="1">30 338 4425 0 0,'0'0'2497'0'0,"7"4"1982"0"0,11 0-3256 0 0,12-9-925 0 0,54-16 1 0 0,-14-7-4698 0 0,-53 13-1186 0 0,-12 9 2844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1.9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 4697 0 0,'-2'2'520'0'0,"1"1"0"0"0,0-1 0 0 0,0 1 0 0 0,0-1 0 0 0,0 1 0 0 0,0 0 0 0 0,1 0 0 0 0,-1-1 0 0 0,1 1 0 0 0,0 0 0 0 0,0 0 0 0 0,0 0 0 0 0,0-1 0 0 0,0 1 0 0 0,0 0 0 0 0,1 0 0 0 0,1 4 0 0 0,-1-4-274 0 0,1 0-1 0 0,-1-1 1 0 0,1 1 0 0 0,0 0-1 0 0,0-1 1 0 0,0 0 0 0 0,0 1 0 0 0,0-1-1 0 0,0 0 1 0 0,1 0 0 0 0,-1 0-1 0 0,1 0 1 0 0,4 2 0 0 0,1 0-145 0 0,0 0 1 0 0,1-1 0 0 0,-1 0-1 0 0,1-1 1 0 0,0 1 0 0 0,0-2-1 0 0,0 1 1 0 0,0-1 0 0 0,14 0-1 0 0,9-3-526 0 0,-1-1-1 0 0,45-10 1 0 0,-61 10-705 0 0,-1-1 0 0 0,0 0 0 0 0,0-1 1 0 0,0-1-1 0 0,-1 0 0 0 0,0-1 1 0 0,18-12-1 0 0,-12 6-1572 0 0,8 7-1131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2.34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1 10834 0 0,'-2'1'315'0'0,"1"-1"-1"0"0,0 1 1 0 0,0 0-1 0 0,0 0 1 0 0,1 0-1 0 0,-1 1 1 0 0,0-1-1 0 0,0 0 1 0 0,1 0-1 0 0,-1 0 1 0 0,0 1-1 0 0,1-1 0 0 0,-1 0 1 0 0,1 0-1 0 0,0 1 1 0 0,-1-1-1 0 0,1 0 1 0 0,0 1-1 0 0,0-1 1 0 0,0 1-1 0 0,0 1 1 0 0,-3 36 681 0 0,3-38-861 0 0,-1 14-193 0 0,1 0-1 0 0,1 0 1 0 0,1 0 0 0 0,0 0-1 0 0,1-1 1 0 0,9 28 0 0 0,-9-34-1024 0 0,0 0 1 0 0,1 0 0 0 0,1 0-1 0 0,-1 0 1 0 0,1-1 0 0 0,0 0-1 0 0,11 13 1 0 0,-15-20 917 0 0,-1 0 0 0 0,0 1 0 0 0,0-1 1 0 0,1 0-1 0 0,-1 1 0 0 0,0-1 0 0 0,0 0 0 0 0,1 1 1 0 0,-1-1-1 0 0,0 0 0 0 0,1 0 0 0 0,-1 0 0 0 0,1 1 1 0 0,-1-1-1 0 0,0 0 0 0 0,1 0 0 0 0,-1 0 0 0 0,1 0 1 0 0,-1 1-1 0 0,0-1 0 0 0,1 0 0 0 0,-1 0 0 0 0,1 0 1 0 0,-1 0-1 0 0,1 0 0 0 0,-1 0 0 0 0,0 0 0 0 0,1 0 1 0 0,-1 0-1 0 0,1-1 0 0 0,-1 1 0 0 0,0 0 1 0 0,1 0-1 0 0,-1 0 0 0 0,1 0 0 0 0,-1-1 0 0 0,0 1 1 0 0,1 0-1 0 0,4-1-2057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2.7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152 0 4497 0 0,'-2'14'6750'0'0,"6"18"-3731"0"0,-1-19-1560 0 0,1 23 513 0 0,-1-8-1297 0 0,0 0 0 0 0,-2 43 0 0 0,-1-65-701 0 0,-1 0 0 0 0,1 0 0 0 0,-1-1 0 0 0,0 1 0 0 0,0 0 0 0 0,-1 0 0 0 0,0-1 0 0 0,0 1 0 0 0,0-1 0 0 0,-1 0 0 0 0,0 1 0 0 0,0-1 0 0 0,0 0 0 0 0,0-1 0 0 0,-1 1-1 0 0,0-1 1 0 0,-8 9 0 0 0,6-10 1 0 0,0 0 0 0 0,0-1-1 0 0,0 1 1 0 0,0-1-1 0 0,0 0 1 0 0,0-1 0 0 0,-1 0-1 0 0,1 0 1 0 0,-1 0 0 0 0,-6 0-1 0 0,11-1 35 0 0,-1 0 0 0 0,1 0-1 0 0,-1 0 1 0 0,1-1 0 0 0,-1 1 0 0 0,1-1-1 0 0,0 1 1 0 0,-1-1 0 0 0,1 0 0 0 0,0 0 0 0 0,0 0-1 0 0,0 0 1 0 0,-3-2 0 0 0,4 2 11 0 0,0 0 0 0 0,0 0 0 0 0,0 0 0 0 0,0 0 0 0 0,1 0 1 0 0,-1-1-1 0 0,0 1 0 0 0,1 0 0 0 0,-1 0 0 0 0,1-1 0 0 0,-1 1 0 0 0,1 0 1 0 0,-1-1-1 0 0,1 1 0 0 0,0 0 0 0 0,0-1 0 0 0,0 1 0 0 0,0-1 0 0 0,0 1 1 0 0,0 0-1 0 0,0-1 0 0 0,0 1 0 0 0,0-1 0 0 0,2-1 0 0 0,-1 0 65 0 0,0 0 0 0 0,0 1 0 0 0,0-1 0 0 0,1 1 0 0 0,-1-1 0 0 0,1 1 0 0 0,0-1 0 0 0,0 1 0 0 0,0 0 0 0 0,0 0 0 0 0,0 0 0 0 0,0 0 0 0 0,1 0 0 0 0,-1 1 0 0 0,1-1 0 0 0,4-1 0 0 0,49-21 312 0 0,-40 18-320 0 0,52-18-271 0 0,53-22-4601 0 0,-109 40 2643 0 0,-1 0-1 0 0,0-1 1 0 0,0 0-1 0 0,12-11 1 0 0,-22 17 1970 0 0,1 0 1 0 0,-1-1-1 0 0,1 1 1 0 0,-1 0-1 0 0,0-1 1 0 0,0 0-1 0 0,0 1 1 0 0,0-1-1 0 0,0 1 0 0 0,0-1 1 0 0,0 0-1 0 0,-1 0 1 0 0,1 0-1 0 0,-1 1 1 0 0,1-1-1 0 0,-1 0 1 0 0,0 0-1 0 0,1-2 0 0 0,-9-10 3001 0 0,-12 9 3680 0 0,17 17-1383 0 0,7 25-3412 0 0,-2-25-1100 0 0,4 49 252 0 0,5 41-449 0 0,-1-33-7092 0 0,-10-69 6576 0 0,0 0 1 0 0,0 0-1 0 0,0 1 1 0 0,1-1-1 0 0,-1 0 1 0 0,0 0 0 0 0,0 1-1 0 0,0-1 1 0 0,0 0-1 0 0,0 0 1 0 0,0 1-1 0 0,0-1 1 0 0,0 0 0 0 0,-1 0-1 0 0,1 0 1 0 0,0 1-1 0 0,0-1 1 0 0,0 0-1 0 0,0 0 1 0 0,0 0 0 0 0,0 1-1 0 0,0-1 1 0 0,0 0-1 0 0,-1 0 1 0 0,1 0-1 0 0,0 1 1 0 0,0-1 0 0 0,0 0-1 0 0,0 0 1 0 0,-1 0-1 0 0,1 0 1 0 0,0 0-1 0 0,0 1 1 0 0,0-1-1 0 0,-1 0 1 0 0,1 0 0 0 0,0 0-1 0 0,0 0 1 0 0,0 0-1 0 0,-1 0 1 0 0,1 0-1 0 0,0 0 1 0 0,0 0 0 0 0,-1 0-1 0 0,1 0 1 0 0,0 0-1 0 0,0 0 1 0 0,0 0-1 0 0,-1 0 1 0 0,1 0 0 0 0,0 0-1 0 0,0 0 1 0 0,-1 0-1 0 0,1 0 1 0 0,0 0-1 0 0,-1-1 1 0 0,-1 1-1272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3.0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36 10170 0 0,'-1'4'271'0'0,"0"-1"1"0"0,1 1-1 0 0,0 0 0 0 0,0-1 1 0 0,0 1-1 0 0,0 0 0 0 0,0-1 1 0 0,1 1-1 0 0,-1 0 0 0 0,1-1 1 0 0,0 1-1 0 0,0-1 0 0 0,0 1 1 0 0,1-1-1 0 0,-1 1 0 0 0,1-1 1 0 0,0 0-1 0 0,0 0 0 0 0,0 0 1 0 0,0 0-1 0 0,4 3 0 0 0,-2-3-151 0 0,0 0 0 0 0,1 0-1 0 0,-1 0 1 0 0,1-1 0 0 0,0 0 0 0 0,-1 0-1 0 0,1 0 1 0 0,0 0 0 0 0,0-1 0 0 0,0 0-1 0 0,0 0 1 0 0,1 0 0 0 0,7-1 0 0 0,2 1-680 0 0,-1-2-1 0 0,1 0 1 0 0,0-1 0 0 0,0 0 0 0 0,-1-1 0 0 0,1-1 0 0 0,-1-1 0 0 0,0 1 0 0 0,25-14 0 0 0,-31 13-488 0 0,0-1 1 0 0,0 0-1 0 0,-1 0 1 0 0,0-1-1 0 0,0 0 1 0 0,0 0 0 0 0,-1 0-1 0 0,0-1 1 0 0,8-15-1 0 0,1 3-524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3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82 4585 0 0,'0'-1'348'0'0,"-1"1"0"0"0,0 0 1 0 0,1 0-1 0 0,-1 0 0 0 0,0 0 0 0 0,1 0 1 0 0,-1-1-1 0 0,0 1 0 0 0,0 0 0 0 0,1 0 1 0 0,-1 1-1 0 0,0-1 0 0 0,1 0 0 0 0,-1 0 1 0 0,0 0-1 0 0,1 0 0 0 0,-1 1 0 0 0,0-1 0 0 0,1 0 1 0 0,-1 1-1 0 0,0-1 0 0 0,0 1 0 0 0,-16 15 3060 0 0,-11 28-1719 0 0,24-37-773 0 0,-1 1-678 0 0,0 1 0 0 0,0 0 0 0 0,1 1 0 0 0,0-1 0 0 0,0 1 0 0 0,1 0 0 0 0,-2 13 0 0 0,5-21-234 0 0,0 0 0 0 0,-1 0 0 0 0,1 0 0 0 0,1 0 0 0 0,-1-1 0 0 0,0 1 0 0 0,0 0 1 0 0,1 0-1 0 0,-1 0 0 0 0,1 0 0 0 0,-1 0 0 0 0,1-1 0 0 0,0 1 0 0 0,0 0 0 0 0,0 0 0 0 0,0-1 1 0 0,0 1-1 0 0,2 1 0 0 0,-1-1-7 0 0,1 0 0 0 0,-1-1 0 0 0,1 1 0 0 0,-1-1 1 0 0,1 0-1 0 0,-1 1 0 0 0,1-1 0 0 0,0 0 0 0 0,0-1 0 0 0,0 1 0 0 0,0 0 0 0 0,-1-1 1 0 0,1 0-1 0 0,0 0 0 0 0,6 0 0 0 0,8 0-51 0 0,0-1 0 0 0,27-5 0 0 0,-41 6 51 0 0,0-1 0 0 0,0 1 1 0 0,0-1-1 0 0,0 1 0 0 0,0-1 0 0 0,-1 0 1 0 0,1 0-1 0 0,0 0 0 0 0,0-1 0 0 0,-1 1 1 0 0,1 0-1 0 0,-1-1 0 0 0,1 0 0 0 0,-1 0 1 0 0,0 0-1 0 0,0 0 0 0 0,0 0 0 0 0,0 0 1 0 0,0 0-1 0 0,0-1 0 0 0,0 1 0 0 0,-1-1 1 0 0,3-3-1 0 0,-4 3 11 0 0,0-1 1 0 0,0 1-1 0 0,0 0 1 0 0,-1 0-1 0 0,1 0 0 0 0,-1 0 1 0 0,1 0-1 0 0,-1-1 1 0 0,0 1-1 0 0,0 0 0 0 0,-1 1 1 0 0,1-1-1 0 0,-1 0 1 0 0,1 0-1 0 0,-1 0 1 0 0,-2-2-1 0 0,-41-46 53 0 0,21 26-12 0 0,23 24-48 0 0,0 0 0 0 0,0 1 0 0 0,0-1 0 0 0,1 0 0 0 0,-1 0 0 0 0,0 0 0 0 0,0 0-1 0 0,1 0 1 0 0,-1 0 0 0 0,1 0 0 0 0,-1-1 0 0 0,1 1 0 0 0,-1 0 0 0 0,1 0 0 0 0,-1 0-1 0 0,1 0 1 0 0,0-1 0 0 0,0 1 0 0 0,0 0 0 0 0,0 0 0 0 0,0-1 0 0 0,0 1 0 0 0,0 0-1 0 0,0 0 1 0 0,0-1 0 0 0,1 1 0 0 0,-1 0 0 0 0,0 0 0 0 0,1 0 0 0 0,-1 0 0 0 0,1-1 0 0 0,-1 1-1 0 0,1 0 1 0 0,1-1 0 0 0,2-2-10 0 0,0 1 0 0 0,1 0 0 0 0,-1 0 0 0 0,1 0 0 0 0,0 0 1 0 0,10-3-1 0 0,-14 6 7 0 0,9-5 13 0 0,5-2 33 0 0,0 0 1 0 0,1 1 0 0 0,-1 0 0 0 0,1 1 0 0 0,1 1-1 0 0,29-4 1 0 0,-44 9 7 0 0,-1-1-1 0 0,0 0 1 0 0,0 1 0 0 0,0-1-1 0 0,0 1 1 0 0,0-1-1 0 0,0 1 1 0 0,0-1 0 0 0,0 1-1 0 0,0 0 1 0 0,0-1 0 0 0,0 1-1 0 0,0 0 1 0 0,0 0-1 0 0,-1 0 1 0 0,1 0 0 0 0,0 0-1 0 0,-1 0 1 0 0,1 0-1 0 0,0 0 1 0 0,-1 0 0 0 0,1 0-1 0 0,-1 0 1 0 0,0 0 0 0 0,1 0-1 0 0,-1 0 1 0 0,0 0-1 0 0,0 1 1 0 0,1-1 0 0 0,-1 0-1 0 0,0 0 1 0 0,0 0-1 0 0,-1 2 1 0 0,0 47 1081 0 0,0-41-942 0 0,0 3-137 0 0,-1 23 474 0 0,3 65 0 0 0,-1-91-812 0 0,1 1 1 0 0,1-1-1 0 0,0 0 0 0 0,0 0 0 0 0,0-1 0 0 0,1 1 0 0 0,1 0 0 0 0,0-1 0 0 0,0 0 1 0 0,0 0-1 0 0,1 0 0 0 0,8 11 0 0 0,-12-19 90 0 0,-1 1 1 0 0,1 0-1 0 0,0 0 1 0 0,-1-1-1 0 0,1 1 1 0 0,0 0-1 0 0,0 0 1 0 0,-1-1-1 0 0,1 1 1 0 0,0-1-1 0 0,0 1 1 0 0,0-1-1 0 0,0 1 1 0 0,-1-1-1 0 0,1 0 0 0 0,0 1 1 0 0,0-1-1 0 0,0 0 1 0 0,0 0-1 0 0,0 1 1 0 0,0-1-1 0 0,0 0 1 0 0,0 0-1 0 0,0 0 1 0 0,0 0-1 0 0,0 0 1 0 0,0-1-1 0 0,0 1 1 0 0,2-1-1 0 0,-1 0-199 0 0,0 0-1 0 0,-1-1 0 0 0,1 1 1 0 0,0-1-1 0 0,-1 0 0 0 0,1 1 1 0 0,-1-1-1 0 0,0 0 0 0 0,1 0 1 0 0,-1 0-1 0 0,0 0 1 0 0,1-3-1 0 0,3-8-1232 0 0,0-1 0 0 0,-1 1 0 0 0,2-16 1 0 0,0 4-191 0 0,1-2 20 0 0</inkml:trace>
  <inkml:trace contextRef="#ctx0" brushRef="#br0" timeOffset="1">523 13 4017 0 0,'-8'-5'12686'0'0,"0"40"-8350"0"0,0 54-2755 0 0,8-67-1285 0 0,1 0 0 0 0,1-1 1 0 0,8 32-1 0 0,10 3-2192 0 0,-17-49 438 0 0,1-1 0 0 0,0 1 0 0 0,0-1 0 0 0,1 0 0 0 0,7 8 0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3.8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0 10722 0 0,'-3'2'1585'0'0,"1"1"-633"0"0,0 2-152 0 0,4 1-64 0 0,1 2-184 0 0,1 1-200 0 0,2 0-184 0 0,4 0-88 0 0,3 0-56 0 0,1-1-208 0 0,1 2-280 0 0,1-2-320 0 0,-1 0-376 0 0,0 1-432 0 0,-2-3-489 0 0,-4-1-551 0 0,-2-5-1057 0 0,-1 3 864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4.2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63 4217 0 0,'-2'1'472'0'0,"1"-1"1"0"0,-1 1-1 0 0,1 0 0 0 0,-1 0 0 0 0,1 0 1 0 0,-1 0-1 0 0,1 0 0 0 0,0 0 1 0 0,0 1-1 0 0,-1-1 0 0 0,1 0 1 0 0,0 1-1 0 0,0-1 0 0 0,0 1 0 0 0,-1 2 1 0 0,9 0 1597 0 0,13-7-649 0 0,95-33 1101 0 0,-68 19-2059 0 0,59-12 0 0 0,-106 29-452 0 0,1-1 0 0 0,-1 1 0 0 0,1 0 0 0 0,-1 0 0 0 0,1-1 0 0 0,-1 1 1 0 0,1 0-1 0 0,0 0 0 0 0,-1 0 0 0 0,1 0 0 0 0,-1 0 0 0 0,1 0 0 0 0,-1 0 0 0 0,1 0 0 0 0,-1 0 0 0 0,1 0 0 0 0,0 0 0 0 0,-1 0 0 0 0,1 0 0 0 0,-1 1 0 0 0,1-1 0 0 0,-1 0 0 0 0,1 0 0 0 0,-1 0 0 0 0,1 1 0 0 0,-1-1 0 0 0,1 0 0 0 0,-1 1 0 0 0,1-1 0 0 0,-1 0 0 0 0,1 2 0 0 0,-9 13 352 0 0,-30 21 97 0 0,35-33-450 0 0,-39 30 203 0 0,31-25-178 0 0,-1 1 0 0 0,1 0-1 0 0,0 1 1 0 0,1 0 0 0 0,0 1 0 0 0,0 0 0 0 0,1 0 0 0 0,1 1 0 0 0,-8 13-1 0 0,15-23-33 0 0,0-1 0 0 0,1 1-1 0 0,-1 0 1 0 0,0 0 0 0 0,1 0-1 0 0,-1 0 1 0 0,1 0 0 0 0,-1 0-1 0 0,1 0 1 0 0,0 0 0 0 0,0 0-1 0 0,0 0 1 0 0,0 0 0 0 0,0 0-1 0 0,0 1 1 0 0,1-1 0 0 0,-1 0-1 0 0,1 0 1 0 0,-1-1 0 0 0,1 1-1 0 0,0 0 1 0 0,0 0 0 0 0,0 0-1 0 0,1 2 1 0 0,1-2-1 0 0,-1 1 0 0 0,1-1 0 0 0,0 0 0 0 0,-1 0 0 0 0,1 0 0 0 0,0 0-1 0 0,1 0 1 0 0,-1-1 0 0 0,0 1 0 0 0,0-1 0 0 0,1 0 0 0 0,6 2 0 0 0,3-1 13 0 0,0 0 0 0 0,1-1-1 0 0,-1 0 1 0 0,1-1 0 0 0,-1-1 0 0 0,18-2 0 0 0,-22 1 37 0 0,-1 0 0 0 0,1-1 0 0 0,-1 0 0 0 0,0-1 1 0 0,0 1-1 0 0,0-1 0 0 0,-1-1 0 0 0,1 0 0 0 0,11-10 0 0 0,-17 14-31 0 0,-1-1 0 0 0,1 1 0 0 0,-1-1 0 0 0,1 0 0 0 0,-1 0 0 0 0,1 0 0 0 0,-1 1 0 0 0,0-1 0 0 0,0 0 0 0 0,0-1 0 0 0,0 1 0 0 0,-1 0 0 0 0,1 0 0 0 0,0 0 0 0 0,-1 0 0 0 0,0-1 0 0 0,1-2 0 0 0,-2 2-8 0 0,1 0 0 0 0,-1 1 0 0 0,0-1 0 0 0,0 1 0 0 0,0 0 0 0 0,0-1 0 0 0,0 1 0 0 0,0 0 0 0 0,-1 0 0 0 0,1-1 0 0 0,-1 1 0 0 0,1 0 0 0 0,-1 0 0 0 0,0 1 0 0 0,0-1 0 0 0,0 0 0 0 0,0 1 0 0 0,0-1 0 0 0,-3-1 0 0 0,-3-1-185 0 0,-1-1-1 0 0,1 2 1 0 0,-1-1 0 0 0,1 1 0 0 0,-1 1 0 0 0,0-1 0 0 0,0 1 0 0 0,0 1 0 0 0,0 0 0 0 0,0 0-1 0 0,-1 1 1 0 0,1 0 0 0 0,-15 2 0 0 0,-11-1-2762 0 0,35-1 2785 0 0,0 0-1 0 0,-1-1 1 0 0,1 1-1 0 0,0 0 1 0 0,0 0-1 0 0,-1 0 1 0 0,1 0-1 0 0,0-1 0 0 0,0 1 1 0 0,-1 0-1 0 0,1 0 1 0 0,0 0-1 0 0,0-1 1 0 0,0 1-1 0 0,-1 0 1 0 0,1 0-1 0 0,0-1 0 0 0,0 1 1 0 0,0 0-1 0 0,0-1 1 0 0,0 1-1 0 0,0 0 1 0 0,0 0-1 0 0,0-1 1 0 0,-1 1-1 0 0,1 0 0 0 0,0-1 1 0 0,0 1-1 0 0,0 0 1 0 0,0-1-1 0 0,0 1 1 0 0,1 0-1 0 0,-1-1 0 0 0,0 1 1 0 0,0 0-1 0 0,0 0 1 0 0,0-1-1 0 0,0 1 1 0 0,0 0-1 0 0,0-1 1 0 0,1 1-1 0 0,-1 0 0 0 0,0 0 1 0 0,0-1-1 0 0,0 1 1 0 0,1 0-1 0 0,-1 0 1 0 0,0 0-1 0 0,0-1 1 0 0,1 1-1 0 0,11-19-4192 0 0,-11 17 3901 0 0,11-11-2456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4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5201 0 0,'7'0'7120'0'0,"-7"0"-6968"0"0,5 14 2188 0 0,-1 18-1874 0 0,-3-30-38 0 0,2 39 234 0 0,3 0 0 0 0,20 76 0 0 0,-18-92-2014 0 0,2 0-1 0 0,0 0 0 0 0,16 25 1 0 0,-25-49 647 0 0,0 2-491 0 0</inkml:trace>
  <inkml:trace contextRef="#ctx0" brushRef="#br0" timeOffset="1">49 246 6481 0 0,'29'-6'8376'0'0,"34"-17"-7923"0"0,6-2-3655 0 0,-55 22 2049 0 0,-12 3 722 0 0,0 0-1 0 0,0 0 1 0 0,1-1-1 0 0,-1 1 1 0 0,0 0 0 0 0,0-1-1 0 0,0 0 1 0 0,0 1-1 0 0,0-1 1 0 0,0 0-1 0 0,0 0 1 0 0,0 0 0 0 0,0 0-1 0 0,0-1 1 0 0,0 1-1 0 0,0 0 1 0 0,-1-1-1 0 0,3-2 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4.9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 5969 0 0,'-1'1'337'0'0,"0"-1"-1"0"0,1 1 1 0 0,-1 0 0 0 0,0 0-1 0 0,0 0 1 0 0,1 0-1 0 0,-1 0 1 0 0,1 0-1 0 0,-1 0 1 0 0,1 0-1 0 0,-1 0 1 0 0,1 0 0 0 0,0 0-1 0 0,-1 0 1 0 0,1 0-1 0 0,0 0 1 0 0,0 1-1 0 0,0-1 1 0 0,0 0-1 0 0,0 0 1 0 0,0 0 0 0 0,0 0-1 0 0,0 0 1 0 0,1 1-1 0 0,-1-1 1 0 0,0 0-1 0 0,1 1 1 0 0,1 1 1 0 0,-1 0-1 0 0,1 0 1 0 0,0 0 0 0 0,0-1 0 0 0,0 1-1 0 0,1 0 1 0 0,-1-1 0 0 0,1 0 0 0 0,3 3-1 0 0,8 5 55 0 0,0-1 0 0 0,27 13 0 0 0,-38-21-159 0 0,10 6-307 0 0,1-1 0 0 0,-1-1 0 0 0,1 0 0 0 0,1-1 0 0 0,-1 0 0 0 0,1-1 0 0 0,-1 0 0 0 0,16 0 0 0 0,-23-3-412 0 0,0-1-1 0 0,-1 1 0 0 0,1-1 1 0 0,0-1-1 0 0,-1 1 1 0 0,1-1-1 0 0,-1 0 0 0 0,0-1 1 0 0,1 1-1 0 0,-1-1 0 0 0,0 0 1 0 0,-1-1-1 0 0,1 1 1 0 0,-1-1-1 0 0,1-1 0 0 0,-1 1 1 0 0,0-1-1 0 0,0 1 0 0 0,7-12 1 0 0,13-24-5181 0 0,-10 20 2433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5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40 1 5561 0 0,'-3'3'973'0'0,"-1"1"1"0"0,1 0-1 0 0,0 1 0 0 0,1-1 0 0 0,-1 1 0 0 0,1-1 1 0 0,-1 1-1 0 0,-1 6 0 0 0,-7 47 2394 0 0,9-33-2829 0 0,2 1 0 0 0,4 36 0 0 0,-3-61-550 0 0,12 89 485 0 0,-11-83-732 0 0,-1 0 0 0 0,1 0 0 0 0,1 0 1 0 0,-1 0-1 0 0,1 0 0 0 0,0-1 0 0 0,1 1 0 0 0,0-1 0 0 0,9 12 0 0 0,-13-18 156 0 0,0 1-1 0 0,0-1 1 0 0,0 0 0 0 0,0 1 0 0 0,0-1-1 0 0,1 0 1 0 0,-1 0 0 0 0,0 1-1 0 0,0-1 1 0 0,1 0 0 0 0,-1 0-1 0 0,0 1 1 0 0,0-1 0 0 0,1 0 0 0 0,-1 0-1 0 0,0 0 1 0 0,0 1 0 0 0,1-1-1 0 0,-1 0 1 0 0,0 0 0 0 0,1 0 0 0 0,-1 0-1 0 0,0 0 1 0 0,1 0 0 0 0,-1 0-1 0 0,0 0 1 0 0,1 0 0 0 0,-1 0-1 0 0,0 0 1 0 0,1 0 0 0 0,-1 0 0 0 0,0 0-1 0 0,1 0 1 0 0,-1 0 0 0 0,0 0-1 0 0,1 0 1 0 0,-1 0 0 0 0,0 0 0 0 0,1 0-1 0 0,-1-1 1 0 0,0 1 0 0 0,0 0-1 0 0,1 0 1 0 0,-1 0 0 0 0,0-1-1 0 0,1 1 1 0 0,-1 0 0 0 0,4-16-5346 0 0,-4 11 4198 0 0,6-7-2728 0 0</inkml:trace>
  <inkml:trace contextRef="#ctx0" brushRef="#br0" timeOffset="1">45 72 4209 0 0,'5'1'7630'0'0,"22"4"-5317"0"0,-18-4-2029 0 0,0-1-1 0 0,-1 2 1 0 0,1-1-1 0 0,0 1 1 0 0,0 0-1 0 0,-1 1 1 0 0,1 0-1 0 0,-1 0 1 0 0,11 7-1 0 0,-16-9-203 0 0,-1 1 0 0 0,1 0 0 0 0,-1 0 0 0 0,0 1 1 0 0,0-1-1 0 0,0 0 0 0 0,0 1 0 0 0,0-1 0 0 0,-1 1 0 0 0,1 0 0 0 0,-1-1 0 0 0,1 1 0 0 0,-1 0 0 0 0,0 0 0 0 0,0 0 0 0 0,0 0 0 0 0,-1 0 1 0 0,1 0-1 0 0,-1 0 0 0 0,1 0 0 0 0,-1 0 0 0 0,0 0 0 0 0,0 0 0 0 0,-1 0 0 0 0,1 0 0 0 0,-1 0 0 0 0,1 1 0 0 0,-1-2 0 0 0,0 1 0 0 0,-2 4 0 0 0,-3 9-22 0 0,-1 0 0 0 0,-1-1 0 0 0,-1 0-1 0 0,0 0 1 0 0,-15 17 0 0 0,-2 5-3789 0 0,22-53-9412 0 0,7 3 10545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5.7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5 135 6817 0 0,'12'3'10442'0'0,"35"-1"-9058"0"0,4-7-2369 0 0,67-16 1 0 0,-87 14-1708 0 0,-81 22-4590 0 0,-5 10 3621 0 0,-11 15 2896 0 0,53-30 1431 0 0,-1 1 1 0 0,1 0-1 0 0,1 0 1 0 0,-15 18 0 0 0,26-28-476 0 0,0 0 1 0 0,0 0 0 0 0,0 0 0 0 0,0 0-1 0 0,0 1 1 0 0,0-1 0 0 0,0 0 0 0 0,0 1-1 0 0,0-1 1 0 0,1 0 0 0 0,-1 1-1 0 0,1-1 1 0 0,-1 1 0 0 0,1-1 0 0 0,-1 1-1 0 0,1 0 1 0 0,0-1 0 0 0,0 1 0 0 0,0-1-1 0 0,0 2 1 0 0,0-2-96 0 0,1 0-1 0 0,0-1 1 0 0,-1 1-1 0 0,1-1 1 0 0,0 1-1 0 0,0-1 1 0 0,0 1-1 0 0,-1-1 0 0 0,1 1 1 0 0,0-1-1 0 0,0 0 1 0 0,0 1-1 0 0,0-1 1 0 0,0 0-1 0 0,0 0 1 0 0,-1 0-1 0 0,1 0 1 0 0,0 0-1 0 0,0 0 1 0 0,0 0-1 0 0,0 0 1 0 0,0 0-1 0 0,0 0 1 0 0,1-1-1 0 0,13-2 400 0 0,1 0-1 0 0,24-10 1 0 0,-33 11-497 0 0,101-33 142 0 0,-35 12-4285 0 0,-72 23 3897 0 0,-1 0 0 0 0,1 0 0 0 0,0 0-1 0 0,-1-1 1 0 0,1 1 0 0 0,0 0 0 0 0,-1-1 0 0 0,1 1 0 0 0,-1 0 0 0 0,1-1 0 0 0,0 1 0 0 0,-1 0 0 0 0,1-1 0 0 0,-1 1 0 0 0,1-1 0 0 0,-1 1 0 0 0,1-1 0 0 0,-1 0 0 0 0,1 1 0 0 0,-1-1 0 0 0,0 1 0 0 0,1-1-1 0 0,-1 0 1 0 0,0 1 0 0 0,0-1 0 0 0,1 0 0 0 0,-1 0 0 0 0</inkml:trace>
  <inkml:trace contextRef="#ctx0" brushRef="#br0" timeOffset="1">285 0 4481 0 0,'-4'2'6723'0'0,"2"10"-4749"0"0,0 12-1245 0 0,4 34-224 0 0,9 63 1 0 0,8-3-6297 0 0,-13-74-814 0 0,-5-39 4587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6.1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 1 648 0 0,'-1'1'161'0'0,"-8"11"1324"0"0,1 0 0 0 0,0 0 1 0 0,1 1-1 0 0,0 0 0 0 0,-7 21 0 0 0,13-32-1223 0 0,0 1-1 0 0,1-1 0 0 0,-1 1 0 0 0,1-1 1 0 0,0 1-1 0 0,0-1 0 0 0,0 1 0 0 0,0-1 1 0 0,0 1-1 0 0,0-1 0 0 0,1 1 1 0 0,-1-1-1 0 0,1 1 0 0 0,-1-1 0 0 0,1 1 1 0 0,2 3-1 0 0,-1-4-110 0 0,0 0 0 0 0,0 0 0 0 0,0 1 0 0 0,0-1 0 0 0,0 0 0 0 0,1-1 0 0 0,-1 1 0 0 0,1 0 0 0 0,-1-1 0 0 0,1 0 1 0 0,0 1-1 0 0,-1-1 0 0 0,1 0 0 0 0,0 0 0 0 0,0 0 0 0 0,0-1 0 0 0,5 1 0 0 0,1 1 21 0 0,1-1 1 0 0,0-1-1 0 0,0 1 1 0 0,-1-1-1 0 0,1-1 1 0 0,0 0-1 0 0,-1-1 1 0 0,12-2-1 0 0,-19 3-151 0 0,0 1 0 0 0,0-1 0 0 0,0 1 0 0 0,0-1 0 0 0,0 0 1 0 0,-1 0-1 0 0,1 0 0 0 0,0 0 0 0 0,0 0 0 0 0,-1 0 0 0 0,1 0 0 0 0,-1 0 0 0 0,1-1 0 0 0,-1 1 0 0 0,1-1 0 0 0,-1 1 0 0 0,0-1 0 0 0,0 1 0 0 0,0-1 0 0 0,0 0 0 0 0,0 0 0 0 0,0 1 0 0 0,0-1 0 0 0,0 0 0 0 0,-1 0 0 0 0,1 0 0 0 0,-1 0 0 0 0,0 0 0 0 0,1 0 0 0 0,-1 0 0 0 0,0 0 0 0 0,0 0 0 0 0,0 0 0 0 0,0 0 0 0 0,-1 0 0 0 0,1 0 0 0 0,-1 0 0 0 0,1 0 0 0 0,-1 0 0 0 0,1 0 0 0 0,-1 1 0 0 0,0-1 0 0 0,0 0 0 0 0,0 0 0 0 0,-1-1 0 0 0,-2-3-22 0 0,1 0 1 0 0,-1 1-1 0 0,0 0 0 0 0,0 0 0 0 0,0 0 1 0 0,-1 0-1 0 0,0 1 0 0 0,0-1 0 0 0,0 1 0 0 0,0 0 1 0 0,-1 1-1 0 0,1-1 0 0 0,-1 1 0 0 0,0 1 1 0 0,0-1-1 0 0,-11-3 0 0 0,-23-1-3464 0 0,1 7-5129 0 0,30 5 3306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6.8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12523 0 0,'0'9'5175'0'0,"11"0"-3582"0"0,13 3-1177 0 0,-5-7-510 0 0,0 0 1 0 0,1-1-1 0 0,-1-1 1 0 0,23 0-1 0 0,15 3-2938 0 0,-2 6-4928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7.1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49 5753 0 0,'-1'1'248'0'0,"0"-1"0"0"0,1 0 0 0 0,-1 1 0 0 0,0-1-1 0 0,0 1 1 0 0,1-1 0 0 0,-1 1 0 0 0,0 0 0 0 0,1-1 0 0 0,-1 1-1 0 0,1 0 1 0 0,-1-1 0 0 0,1 1 0 0 0,-1 0 0 0 0,1 0 0 0 0,0-1 0 0 0,-1 1-1 0 0,1 0 1 0 0,0 0 0 0 0,-1 0 0 0 0,1 0 0 0 0,0 0 0 0 0,0-1-1 0 0,0 1 1 0 0,0 0 0 0 0,0 0 0 0 0,0 0 0 0 0,0 1 0 0 0,23-2 2600 0 0,36-20-1680 0 0,-59 20-1151 0 0,36-17 459 0 0,-27 12-438 0 0,-1 1 0 0 0,1 0 0 0 0,0 0 0 0 0,0 0 0 0 0,0 1 1 0 0,1 1-1 0 0,-1 0 0 0 0,1 0 0 0 0,-1 0 0 0 0,20 1 0 0 0,-29 1-36 0 0,1 0 0 0 0,-1 0 0 0 0,1 0 0 0 0,0 0 0 0 0,-1 0 0 0 0,1 1 0 0 0,-1-1 0 0 0,1 0 0 0 0,-1 0 0 0 0,1 1 0 0 0,-1-1 0 0 0,1 0 0 0 0,-1 1 0 0 0,1-1 0 0 0,-1 0 0 0 0,1 1 0 0 0,-1-1 0 0 0,0 1 0 0 0,1-1 0 0 0,-1 0 0 0 0,1 1 0 0 0,-1-1 0 0 0,0 1 0 0 0,0-1 0 0 0,1 1 0 0 0,-1 0 0 0 0,0-1 0 0 0,0 1 0 0 0,0-1 0 0 0,1 1 0 0 0,-1-1 0 0 0,0 2 0 0 0,-7 21 85 0 0,-22 19 120 0 0,-13-1 123 0 0,32-33-276 0 0,1 1 0 0 0,0-1 1 0 0,0 2-1 0 0,1-1 0 0 0,0 1 0 0 0,1 0 1 0 0,0 1-1 0 0,1-1 0 0 0,-10 23 0 0 0,16-32-53 0 0,-1-1-1 0 0,1 1 0 0 0,0 0 0 0 0,-1 0 0 0 0,1 0 0 0 0,0 0 0 0 0,0 0 1 0 0,0 0-1 0 0,0 0 0 0 0,0 0 0 0 0,0 0 0 0 0,0 0 0 0 0,0 0 1 0 0,0 0-1 0 0,0 0 0 0 0,0 0 0 0 0,1-1 0 0 0,-1 1 0 0 0,0 0 0 0 0,1 0 1 0 0,-1 0-1 0 0,1 0 0 0 0,-1 0 0 0 0,1-1 0 0 0,-1 1 0 0 0,1 0 0 0 0,0 0 1 0 0,-1-1-1 0 0,1 1 0 0 0,0 0 0 0 0,0 0 0 0 0,2 0 0 0 0,-1 0 1 0 0,0-1-1 0 0,1 1 0 0 0,-1-1 0 0 0,0 0 1 0 0,1 1-1 0 0,-1-1 0 0 0,1 0 0 0 0,-1 0 0 0 0,1-1 1 0 0,-1 1-1 0 0,3-1 0 0 0,10-2 1 0 0,-1-1-1 0 0,26-11 1 0 0,-23 7 68 0 0,-1 0 0 0 0,-1 0 0 0 0,1-2 0 0 0,24-19 0 0 0,-36 26-49 0 0,0-1 0 0 0,0 1 0 0 0,0-1 0 0 0,0 0-1 0 0,-1 0 1 0 0,1 0 0 0 0,-1 0 0 0 0,0-1 0 0 0,-1 1-1 0 0,1-1 1 0 0,-1 0 0 0 0,1 1 0 0 0,-2-1 0 0 0,1 0-1 0 0,0-1 1 0 0,-1 1 0 0 0,0 0 0 0 0,0 0 0 0 0,-1 0-1 0 0,1-8 1 0 0,-1 11 1 0 0,0 0 0 0 0,-1 0 0 0 0,1 0 0 0 0,-1 0 0 0 0,1 0 0 0 0,-1 0 0 0 0,0 0 0 0 0,0 0 0 0 0,1 0 0 0 0,-1 1 0 0 0,-1-1 0 0 0,1 0 0 0 0,0 1 0 0 0,0-1 0 0 0,-1 1 0 0 0,1-1 0 0 0,0 1 0 0 0,-1-1 0 0 0,0 1 0 0 0,1 0 0 0 0,-1 0 0 0 0,-2-1 0 0 0,1 0-4 0 0,-1 1 0 0 0,0 0 0 0 0,0 0-1 0 0,1 0 1 0 0,-1 1 0 0 0,0 0-1 0 0,0-1 1 0 0,0 1 0 0 0,0 0 0 0 0,1 1-1 0 0,-5 0 1 0 0,-2 0-185 0 0,0 2 0 0 0,0-1-1 0 0,0 1 1 0 0,1 1 0 0 0,-1 0-1 0 0,1 0 1 0 0,0 1 0 0 0,-9 6-1 0 0,-6 18-2339 0 0,43-50-12729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7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7634 0 0,'8'23'7322'0'0,"-9"23"-5043"0"0,-1-25-1266 0 0,10 130 1199 0 0,7-52-7309 0 0,-19-107 545 0 0,-2-1 3486 0 0,-6-14 6078 0 0,12 22-4913 0 0,0 0 1 0 0,1 0-1 0 0,-1 0 1 0 0,0 0-1 0 0,0 0 1 0 0,0 0-1 0 0,1 0 1 0 0,-1 0-1 0 0,0 0 1 0 0,1 1-1 0 0,-1-1 1 0 0,1 0 0 0 0,-1 0-1 0 0,1 0 1 0 0,-1 1-1 0 0,1-1 1 0 0,-1 0-1 0 0,1 1 1 0 0,0-1-1 0 0,0 0 1 0 0,-1 1-1 0 0,1-1 1 0 0,0 1-1 0 0,0-1 1 0 0,0 1-1 0 0,-1 0 1 0 0,1-1-1 0 0,0 1 1 0 0,1-1-1 0 0,119-46-561 0 0,-65 26-3633 0 0,-45 13-1482 0 0,-5 11 642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7.9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35 5553 0 0,'-3'1'868'0'0,"1"1"1"0"0,-1 0-1 0 0,1 0 0 0 0,-1 0 0 0 0,1 0 0 0 0,0 0 0 0 0,-1 1 1 0 0,1-1-1 0 0,1 1 0 0 0,-5 5 0 0 0,6-8-789 0 0,0 1 0 0 0,0-1 0 0 0,0 1 0 0 0,0-1 0 0 0,0 0 0 0 0,0 1 0 0 0,0-1 0 0 0,0 1 1 0 0,0-1-1 0 0,0 1 0 0 0,0-1 0 0 0,0 0 0 0 0,0 1 0 0 0,0-1 0 0 0,0 1 0 0 0,0-1 0 0 0,1 0 0 0 0,-1 1 0 0 0,0-1 0 0 0,0 1 0 0 0,0-1 0 0 0,1 0 0 0 0,-1 1 0 0 0,0-1 0 0 0,0 0 0 0 0,1 1 0 0 0,-1-1 0 0 0,0 0 0 0 0,1 1 0 0 0,23 5 1551 0 0,11-7-1218 0 0,0-2 1 0 0,0-1-1 0 0,-1-2 1 0 0,1-1-1 0 0,49-17 1 0 0,-17 6-3605 0 0,-1 2-4206 0 0,-54 13 538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8.3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 7266 0 0,'-4'7'1438'0'0,"1"1"0"0"0,1-1 0 0 0,-1 1 0 0 0,-1 15 0 0 0,0 37 1185 0 0,5-41-2480 0 0,1-1 0 0 0,1 0-1 0 0,0 0 1 0 0,8 24 0 0 0,-9-36-307 0 0,1 0 0 0 0,-1 0 0 0 0,1 0 0 0 0,1 0 0 0 0,-1 0 0 0 0,1-1 0 0 0,0 1 0 0 0,6 5 0 0 0,-9-10-22 0 0,0 0 1 0 0,0 0 0 0 0,0 0-1 0 0,0-1 1 0 0,0 1 0 0 0,0 0-1 0 0,0-1 1 0 0,0 1 0 0 0,0-1-1 0 0,0 1 1 0 0,0-1 0 0 0,0 0-1 0 0,0 1 1 0 0,1-1 0 0 0,-1 0-1 0 0,0 0 1 0 0,0 0 0 0 0,0 0-1 0 0,0 0 1 0 0,3 0 0 0 0,-3-1-190 0 0,1 1 1 0 0,-1-1-1 0 0,1 0 1 0 0,-1 0-1 0 0,0 0 1 0 0,1 0-1 0 0,-1 0 1 0 0,0-1-1 0 0,0 1 0 0 0,0 0 1 0 0,0 0-1 0 0,0-1 1 0 0,0 1-1 0 0,0-1 1 0 0,0 1-1 0 0,0-1 1 0 0,-1 1-1 0 0,1-1 1 0 0,0-1-1 0 0,8-14-3423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8.72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0 7338 0 0,'-3'7'988'0'0,"1"0"0"0"0,0 0 1 0 0,1 0-1 0 0,-1 0 1 0 0,1 0-1 0 0,1 0 0 0 0,-1 1 1 0 0,1-1-1 0 0,0 0 1 0 0,3 14-1 0 0,2-1-451 0 0,0 0 1 0 0,12 28-1 0 0,-11-34-529 0 0,-1 0 0 0 0,0 0-1 0 0,-1 1 1 0 0,-1-1 0 0 0,0 1 0 0 0,1 20-1 0 0,-4-33-12 0 0,1 1 0 0 0,-1-1 0 0 0,0 0-1 0 0,-1 1 1 0 0,1-1 0 0 0,0 0 0 0 0,-1 0 0 0 0,1 1-1 0 0,-1-1 1 0 0,0 0 0 0 0,1 0 0 0 0,-1 0 0 0 0,0 0-1 0 0,0 0 1 0 0,-1 0 0 0 0,1 0 0 0 0,0 0 0 0 0,-1 0-1 0 0,1 0 1 0 0,-1-1 0 0 0,0 1 0 0 0,1-1 0 0 0,-1 1-1 0 0,0-1 1 0 0,0 1 0 0 0,0-1 0 0 0,0 0 0 0 0,0 0-1 0 0,0 0 1 0 0,0 0 0 0 0,0-1 0 0 0,-1 1-1 0 0,1 0 1 0 0,0-1 0 0 0,0 0 0 0 0,-1 1 0 0 0,1-1-1 0 0,0 0 1 0 0,-1 0 0 0 0,1 0 0 0 0,0-1 0 0 0,0 1-1 0 0,-1-1 1 0 0,1 1 0 0 0,0-1 0 0 0,0 1 0 0 0,0-1-1 0 0,-3-1 1 0 0,3 1 3 0 0,-1 0-1 0 0,0 0 1 0 0,0 0 0 0 0,1-1-1 0 0,-1 1 1 0 0,1-1 0 0 0,0 1-1 0 0,-1-1 1 0 0,1 0 0 0 0,0 0-1 0 0,0 0 1 0 0,0 0 0 0 0,0 0-1 0 0,0 0 1 0 0,1-1-1 0 0,-1 1 1 0 0,0-1 0 0 0,1 1-1 0 0,0-1 1 0 0,0 0 0 0 0,0 1-1 0 0,0-1 1 0 0,0 0 0 0 0,0 0-1 0 0,1 1 1 0 0,-1-1-1 0 0,1 0 1 0 0,0 0 0 0 0,0 0-1 0 0,0 0 1 0 0,0 0 0 0 0,1 0-1 0 0,-1 1 1 0 0,1-1 0 0 0,0 0-1 0 0,-1 0 1 0 0,1 0 0 0 0,0 1-1 0 0,3-6 1 0 0,1 2 105 0 0,-1-1 0 0 0,1 1 0 0 0,0 0 1 0 0,1 1-1 0 0,0-1 0 0 0,0 1 0 0 0,0 0 0 0 0,0 0 1 0 0,1 1-1 0 0,0 0 0 0 0,0 0 0 0 0,0 0 0 0 0,0 1 1 0 0,10-3-1 0 0,18-5-245 0 0,66-12 1 0 0,-49 13-635 0 0,-34 6 209 0 0,-11 3 113 0 0,1 0 0 0 0,-1 0 1 0 0,1-1-1 0 0,-1 0 0 0 0,0-1 1 0 0,0 1-1 0 0,0-1 0 0 0,0-1 1 0 0,0 1-1 0 0,-1-1 0 0 0,1-1 1 0 0,5-4-1 0 0,-11 7 301 0 0,-1 0 1 0 0,0 0-1 0 0,1 0 1 0 0,-1 0-1 0 0,0 0 1 0 0,0 0 0 0 0,0 0-1 0 0,-1 0 1 0 0,1 0-1 0 0,0 0 1 0 0,-1 0-1 0 0,1 0 1 0 0,-1 0-1 0 0,0 0 1 0 0,0 0-1 0 0,1 0 1 0 0,-1 0-1 0 0,-1 1 1 0 0,1-1-1 0 0,0 0 1 0 0,-2-2-1 0 0,2 2 111 0 0,0 0 0 0 0,-1 0 0 0 0,1 1 0 0 0,0-1-1 0 0,-1 0 1 0 0,1 0 0 0 0,-1 1 0 0 0,0-1 0 0 0,1 1-1 0 0,-1-1 1 0 0,0 1 0 0 0,0 0 0 0 0,0 0 0 0 0,0 0 0 0 0,0 0-1 0 0,0 0 1 0 0,0 0 0 0 0,0 0 0 0 0,-3 0 0 0 0,4 2 159 0 0,1 0-1 0 0,-1 0 1 0 0,0-1 0 0 0,1 1 0 0 0,-1 0 0 0 0,1 0 0 0 0,-1 0-1 0 0,1 0 1 0 0,-1 0 0 0 0,1 0 0 0 0,-1-1 0 0 0,1 1 0 0 0,0 0 0 0 0,0 0-1 0 0,-1 0 1 0 0,1 0 0 0 0,0 1 0 0 0,0-1 0 0 0,0 0 0 0 0,0 0-1 0 0,0 1 1 0 0,1 33 2660 0 0,-1-25-1874 0 0,3 35 1173 0 0,9 61 0 0 0,3 14-6820 0 0,-15-118 4292 0 0,0-1 0 0 0,0 1 0 0 0,0 0 0 0 0,0-1 0 0 0,0 1 0 0 0,0-1 0 0 0,-1 1-1 0 0,1 0 1 0 0,0-1 0 0 0,-1 1 0 0 0,1-1 0 0 0,-1 1 0 0 0,0-1 0 0 0,1 1 0 0 0,-1-1 0 0 0,0 1 0 0 0,0-1-1 0 0,0 0 1 0 0,-2 3 0 0 0,-2 2-3949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9.2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47 205 4849 0 0,'-5'5'885'0'0,"1"1"1"0"0,-1-1-1 0 0,1 1 1 0 0,1 0-1 0 0,-1 0 1 0 0,1 0-1 0 0,0 1 1 0 0,0-1-1 0 0,1 1 0 0 0,0 0 1 0 0,-2 10-1 0 0,2-9-505 0 0,1 1 0 0 0,0 0 0 0 0,1 0-1 0 0,0 0 1 0 0,0 1 0 0 0,1-1 0 0 0,0 0-1 0 0,5 15 1 0 0,-5-19-410 0 0,0 0 0 0 0,1 0-1 0 0,0 0 1 0 0,-1 0 0 0 0,2-1-1 0 0,-1 1 1 0 0,1-1 0 0 0,-1 1 0 0 0,1-1-1 0 0,0 0 1 0 0,1 0 0 0 0,-1 0-1 0 0,1 0 1 0 0,0-1 0 0 0,0 0-1 0 0,0 1 1 0 0,0-1 0 0 0,0-1 0 0 0,1 1-1 0 0,-1-1 1 0 0,1 1 0 0 0,0-1-1 0 0,0-1 1 0 0,0 1 0 0 0,0-1-1 0 0,0 1 1 0 0,0-1 0 0 0,0-1 0 0 0,0 1-1 0 0,0-1 1 0 0,0 0 0 0 0,1 0-1 0 0,-1-1 1 0 0,6 0 0 0 0,-1-1-373 0 0,0-1 1 0 0,0 0 0 0 0,-1 0-1 0 0,1-1 1 0 0,-1 0 0 0 0,0 0-1 0 0,0-1 1 0 0,0-1 0 0 0,-1 1-1 0 0,0-1 1 0 0,0-1 0 0 0,0 1-1 0 0,10-13 1 0 0,1-5-1687 0 0,-1 0 0 0 0,-2-2 0 0 0,17-30 0 0 0,-20 31 1155 0 0,2 0 1 0 0,0 1-1 0 0,31-35 0 0 0,-45 57 1062 0 0,1 1 0 0 0,0-1 0 0 0,-1 0-1 0 0,1 0 1 0 0,-1 0 0 0 0,0 0 0 0 0,0 0 0 0 0,0 0 0 0 0,0 0-1 0 0,0 0 1 0 0,0 0 0 0 0,0-3 0 0 0,-1 5 72 0 0,0-1 0 0 0,0 0 0 0 0,0 1 0 0 0,0-1 1 0 0,0 1-1 0 0,0-1 0 0 0,0 0 0 0 0,0 1 0 0 0,0-1 0 0 0,0 1 0 0 0,0-1 1 0 0,-1 0-1 0 0,1 1 0 0 0,0-1 0 0 0,-1 1 0 0 0,1-1 0 0 0,0 1 0 0 0,-1-1 0 0 0,1 1 1 0 0,0-1-1 0 0,-1 1 0 0 0,1 0 0 0 0,-1-1 0 0 0,1 1 0 0 0,-1-1 0 0 0,1 1 1 0 0,-1 0-1 0 0,0-1 0 0 0,0 1 183 0 0,-1-1 0 0 0,1 1 0 0 0,-1-1-1 0 0,1 1 1 0 0,-1 0 0 0 0,0 0 0 0 0,1 0 0 0 0,-1 0 0 0 0,1 0 0 0 0,-1 0 0 0 0,1 0 0 0 0,-1 1-1 0 0,0-1 1 0 0,1 0 0 0 0,-1 1 0 0 0,-1 0 0 0 0,-18 13 314 0 0,13-5-248 0 0,0 0 0 0 0,1 0-1 0 0,1 1 1 0 0,-1 0-1 0 0,2 0 1 0 0,-1 0 0 0 0,2 1-1 0 0,-6 15 1 0 0,8-21-370 0 0,1-1 1 0 0,0 1 0 0 0,0 0-1 0 0,0 0 1 0 0,1 0 0 0 0,0 0-1 0 0,0 0 1 0 0,0 0 0 0 0,0 0-1 0 0,2 5 1 0 0,-2-7-76 0 0,1-1 1 0 0,0 0-1 0 0,0 0 1 0 0,0 1-1 0 0,0-1 1 0 0,0 0-1 0 0,1 0 1 0 0,-1 0-1 0 0,0 0 1 0 0,1-1-1 0 0,0 1 0 0 0,-1 0 1 0 0,1 0-1 0 0,0-1 1 0 0,0 1-1 0 0,0-1 1 0 0,0 0-1 0 0,0 0 1 0 0,0 0-1 0 0,0 0 1 0 0,4 2-1 0 0,-1-2 1 0 0,-1 0-1 0 0,1 0 1 0 0,0 0 0 0 0,-1 0-1 0 0,1-1 1 0 0,0 1 0 0 0,-1-1-1 0 0,1-1 1 0 0,0 1-1 0 0,0-1 1 0 0,-1 1 0 0 0,1-1-1 0 0,-1 0 1 0 0,1-1-1 0 0,-1 1 1 0 0,1-1 0 0 0,-1 0-1 0 0,0 0 1 0 0,0-1-1 0 0,0 1 1 0 0,0-1 0 0 0,0 0-1 0 0,0 0 1 0 0,-1 0 0 0 0,0 0-1 0 0,1-1 1 0 0,-1 1-1 0 0,0-1 1 0 0,-1 0 0 0 0,1 0-1 0 0,-1 0 1 0 0,0 0-1 0 0,0 0 1 0 0,0 0 0 0 0,0-1-1 0 0,-1 1 1 0 0,1-1 0 0 0,-1 0-1 0 0,0 1 1 0 0,-1-1-1 0 0,1 0 1 0 0,-1 1 0 0 0,0-1-1 0 0,0 0 1 0 0,-1 1-1 0 0,1-1 1 0 0,-1 0 0 0 0,0 1-1 0 0,0-1 1 0 0,-1 1-1 0 0,1-1 1 0 0,-1 1 0 0 0,0 0-1 0 0,0-1 1 0 0,0 1 0 0 0,-1 0-1 0 0,1 0 1 0 0,-1 1-1 0 0,0-1 1 0 0,-4-3 0 0 0,-50-29 16 0 0,57 35-23 0 0,0 1 1 0 0,0-1 0 0 0,0 1-1 0 0,0-1 1 0 0,0 1-1 0 0,0-1 1 0 0,1 1-1 0 0,-1-1 1 0 0,0 1-1 0 0,0 0 1 0 0,1-1-1 0 0,-1 1 1 0 0,0-1-1 0 0,0 1 1 0 0,1 0-1 0 0,-1-1 1 0 0,0 1-1 0 0,1 0 1 0 0,-1-1-1 0 0,0 1 1 0 0,1 0 0 0 0,-1-1-1 0 0,1 1 1 0 0,-1 0-1 0 0,1 0 1 0 0,-1 0-1 0 0,0-1 1 0 0,1 1-1 0 0,-1 0 1 0 0,1 0-1 0 0,0 0 1 0 0,21-10-85 0 0,-18 8 60 0 0,24-11-34 0 0,-3 0 247 0 0,1 1 0 0 0,1 1-1 0 0,-1 1 1 0 0,32-6 0 0 0,-57 16-142 0 0,0 0 0 0 0,1 0 0 0 0,-1 0 0 0 0,0 1 1 0 0,1-1-1 0 0,-1 0 0 0 0,0 1 0 0 0,1-1 0 0 0,-1 1 0 0 0,0-1 1 0 0,0 1-1 0 0,0 0 0 0 0,1-1 0 0 0,-1 1 0 0 0,0 0 0 0 0,0 0 0 0 0,0 0 1 0 0,0 0-1 0 0,0 0 0 0 0,0 0 0 0 0,-1 0 0 0 0,1 0 0 0 0,0 0 1 0 0,0 0-1 0 0,-1 1 0 0 0,1-1 0 0 0,-1 0 0 0 0,1 0 0 0 0,-1 1 1 0 0,1-1-1 0 0,-1 0 0 0 0,0 1 0 0 0,0 1 0 0 0,8 59 676 0 0,-6-44-598 0 0,2 22-50 0 0,-2-14-362 0 0,1 0 0 0 0,1-1 1 0 0,2 1-1 0 0,0-1 1 0 0,18 45-1 0 0,-24-69 92 0 0,1 0-1 0 0,-1 1 1 0 0,1-1 0 0 0,-1 0 0 0 0,1 0-1 0 0,0 0 1 0 0,0 0 0 0 0,-1 0 0 0 0,1 1-1 0 0,0-2 1 0 0,0 1 0 0 0,0 0 0 0 0,0 0-1 0 0,0 0 1 0 0,0 0 0 0 0,3 1-1 0 0,-4-2 26 0 0,1 0-1 0 0,-1-1 0 0 0,1 1 1 0 0,-1 0-1 0 0,1 0 0 0 0,-1 0 0 0 0,1 0 1 0 0,-1-1-1 0 0,1 1 0 0 0,-1 0 1 0 0,1-1-1 0 0,-1 1 0 0 0,1 0 0 0 0,-1-1 1 0 0,0 1-1 0 0,1-1 0 0 0,-1 1 0 0 0,0 0 1 0 0,1-1-1 0 0,-1 1 0 0 0,0-1 1 0 0,0 1-1 0 0,1-1 0 0 0,-1 1 0 0 0,0-1 1 0 0,0 1-1 0 0,0-2 0 0 0,10-51-8973 0 0,-8 39 7517 0 0,4-8-632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9.5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9 4113 0 0,'-7'-9'11440'0'0,"3"30"-7732"0"0,0 29-1918 0 0,5-18-1302 0 0,0 0 0 0 0,3 0 1 0 0,9 44-1 0 0,-9-60-1659 0 0,1 0 1 0 0,0 0 0 0 0,1-1 0 0 0,15 28 0 0 0,-11-35-5558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29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143 10 8914 0 0,'-2'-2'301'0'0,"-1"1"0"0"0,1 0 0 0 0,-1 0 0 0 0,1 0 0 0 0,-1 0-1 0 0,0 0 1 0 0,0 0 0 0 0,1 1 0 0 0,-1-1 0 0 0,0 1 0 0 0,0 0 0 0 0,0 0 0 0 0,1 0 0 0 0,-1 0 0 0 0,0 1 0 0 0,0-1 0 0 0,0 1 0 0 0,1 0-1 0 0,-1-1 1 0 0,0 1 0 0 0,1 0 0 0 0,-4 2 0 0 0,2 0-78 0 0,0 0-1 0 0,1 0 1 0 0,-1 1-1 0 0,0-1 0 0 0,1 1 1 0 0,0 0-1 0 0,0 0 1 0 0,0 0-1 0 0,1 0 1 0 0,-1 1-1 0 0,-2 7 1 0 0,-3 8 30 0 0,2 1 0 0 0,0-1 0 0 0,1 2 0 0 0,-3 32 0 0 0,6-38-183 0 0,1 0 1 0 0,1-1-1 0 0,0 1 1 0 0,1 0-1 0 0,3 16 1 0 0,-3-28-79 0 0,-1 0-1 0 0,1-1 1 0 0,0 1 0 0 0,0 0 0 0 0,0-1 0 0 0,0 1 0 0 0,1-1 0 0 0,-1 1 0 0 0,1-1 0 0 0,0 0-1 0 0,0 0 1 0 0,0 0 0 0 0,1 0 0 0 0,-1 0 0 0 0,1 0 0 0 0,-1 0 0 0 0,1-1 0 0 0,0 0 0 0 0,0 1-1 0 0,0-1 1 0 0,0 0 0 0 0,1 0 0 0 0,-1-1 0 0 0,1 1 0 0 0,-1-1 0 0 0,7 2 0 0 0,-7-2-32 0 0,1-1 0 0 0,0 0 1 0 0,0-1-1 0 0,-1 1 1 0 0,1-1-1 0 0,-1 0 1 0 0,1 1-1 0 0,0-1 1 0 0,-1-1-1 0 0,1 1 0 0 0,-1-1 1 0 0,0 1-1 0 0,1-1 1 0 0,-1 0-1 0 0,0 0 1 0 0,0 0-1 0 0,0-1 1 0 0,-1 1-1 0 0,1-1 0 0 0,0 1 1 0 0,-1-1-1 0 0,0 0 1 0 0,0 0-1 0 0,0 0 1 0 0,0 0-1 0 0,0-1 1 0 0,0 1-1 0 0,-1 0 0 0 0,2-5 1 0 0,1-2-37 0 0,0 0 0 0 0,-1-1-1 0 0,0 1 1 0 0,0 0 0 0 0,-1-1 0 0 0,0 0 0 0 0,-1 0-1 0 0,-1-20 1 0 0,-2 6-46 0 0,-2 0-1 0 0,-7-27 0 0 0,9 44 148 0 0,0 0 0 0 0,-1 1 0 0 0,0-1 0 0 0,0 1 0 0 0,-1 0 0 0 0,0 0 0 0 0,0 0 0 0 0,0 0 0 0 0,-1 1 0 0 0,-10-11 0 0 0,7 12 465 0 0,7 7 168 0 0,17 8 12 0 0,5-7-508 0 0,0-1 0 0 0,1 0 1 0 0,-1-2-1 0 0,29-3 1 0 0,-30 1-362 0 0,-1 1 1 0 0,1 1 0 0 0,0 0 0 0 0,0 2-1 0 0,21 4 1 0 0,-40-6 76 0 0,0 0 1 0 0,-1 0-1 0 0,1 0 0 0 0,0 0 0 0 0,-1 0 1 0 0,1 1-1 0 0,0-1 0 0 0,-1 0 0 0 0,1 0 1 0 0,0 1-1 0 0,-1-1 0 0 0,1 0 0 0 0,0 1 1 0 0,-1-1-1 0 0,1 1 0 0 0,-1-1 0 0 0,1 1 1 0 0,-1-1-1 0 0,1 1 0 0 0,-1-1 0 0 0,1 1 1 0 0,-1-1-1 0 0,0 1 0 0 0,1 0 0 0 0,-9 10-4175 0 0,-24 4-2673 0 0,16-10 3137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30.3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15 231 7106 0 0,'-1'1'295'0'0,"0"-1"0"0"0,0 1 1 0 0,0 0-1 0 0,0-1 0 0 0,0 1 1 0 0,0 0-1 0 0,0 0 1 0 0,1 0-1 0 0,-1 0 0 0 0,0 0 1 0 0,0 0-1 0 0,1 0 0 0 0,-1 0 1 0 0,1 0-1 0 0,-1 0 1 0 0,1 0-1 0 0,-1 0 0 0 0,1 0 1 0 0,0 1-1 0 0,-1 1 1 0 0,2-2-153 0 0,-1 0 1 0 0,0 0 0 0 0,0 0 0 0 0,1 0 0 0 0,-1-1 0 0 0,1 1 0 0 0,-1 0 0 0 0,1 0-1 0 0,-1 0 1 0 0,1 0 0 0 0,-1-1 0 0 0,1 1 0 0 0,0 0 0 0 0,-1-1 0 0 0,1 1 0 0 0,0 0 0 0 0,0-1-1 0 0,0 1 1 0 0,1 0 0 0 0,2 1 35 0 0,0 0 0 0 0,1 0 0 0 0,-1 0 0 0 0,1-1-1 0 0,-1 0 1 0 0,1 1 0 0 0,-1-2 0 0 0,10 2 0 0 0,23-5-424 0 0,-1-1 0 0 0,0-2 0 0 0,43-13 0 0 0,-43 11-2339 0 0,-30 6 1810 0 0,-4 2 305 0 0,0 0 1 0 0,-1 0-1 0 0,1-1 1 0 0,0 1-1 0 0,-1-1 1 0 0,1 1-1 0 0,0-1 0 0 0,-1 0 1 0 0,1 1-1 0 0,-1-1 1 0 0,1 0-1 0 0,-1 0 1 0 0,1 0-1 0 0,-1 0 0 0 0,1 0 1 0 0,-1-1-1 0 0,1 0 1 0 0,3-4-3212 0 0</inkml:trace>
  <inkml:trace contextRef="#ctx0" brushRef="#br0" timeOffset="1">298 0 4945 0 0,'-7'5'7633'0'0,"4"7"-4534"0"0,0 15-1999 0 0,3-23-175 0 0,-2 31 129 0 0,3-1 0 0 0,0 0-1 0 0,12 67 1 0 0,-3-57-2202 0 0,2-1-1 0 0,26 66 1 0 0,-27-90-1744 0 0,-11-19 2750 0 0,-1 0-1 0 0,1-1 1 0 0,0 1-1 0 0,0 0 1 0 0,0 0-1 0 0,1 0 1 0 0,-1-1-1 0 0,0 1 0 0 0,0 0 1 0 0,0 0-1 0 0,0-1 1 0 0,0 1-1 0 0,0 0 1 0 0,0 0-1 0 0,0 0 1 0 0,0-1-1 0 0,0 1 1 0 0,1 0-1 0 0,-1 0 0 0 0,0 0 1 0 0,0-1-428 0 0,1 1 427 0 0,-1 0 1 0 0,0 0-1 0 0,0 0 1 0 0,0 0-1 0 0,1 0 1 0 0,-1-1-1 0 0,0 1 0 0 0,0 0 1 0 0,0 0-1 0 0,1 0 1 0 0,-1 0-1 0 0,0 0 1 0 0,0 0-1 0 0,1 0 1 0 0,-1 0-1 0 0,0 0 1 0 0,0 0-1 0 0,0 0 0 0 0,1 0 1 0 0,-1 0-1 0 0,0 0 1 0 0,0 0-1 0 0,1 1 1 0 0,-1-1-1 0 0,0 0 1 0 0,0 0-1 0 0,0 0 1 0 0,1 0-1 0 0,-1 0 1 0 0,0 0-1 0 0,0 0 0 0 0,1 1-427 0 0,-1 0 428 0 0,1-11-4553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30.8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 7202 0 0,'12'-6'6108'0'0,"23"-2"-4201"0"0,-26 6-1234 0 0,15-6-63 0 0,44-9 330 0 0,-64 16-875 0 0,1 1-1 0 0,-1-1 1 0 0,0 1-1 0 0,0 0 1 0 0,1 0-1 0 0,-1 0 1 0 0,0 1-1 0 0,0 0 1 0 0,1-1-1 0 0,-1 1 1 0 0,0 1-1 0 0,8 2 1 0 0,-11-2-2 0 0,1-1 1 0 0,0 1-1 0 0,-1 0 1 0 0,0 0-1 0 0,1-1 1 0 0,-1 1 0 0 0,0 0-1 0 0,0 0 1 0 0,0 0-1 0 0,0 0 1 0 0,0 0 0 0 0,0 0-1 0 0,-1 1 1 0 0,1-1-1 0 0,-1 0 1 0 0,1 0-1 0 0,-1 0 1 0 0,0 1 0 0 0,0-1-1 0 0,0 0 1 0 0,0 0-1 0 0,0 1 1 0 0,-1-1-1 0 0,1 0 1 0 0,0 0 0 0 0,-1 0-1 0 0,0 1 1 0 0,-1 1-1 0 0,-24 61 1428 0 0,6-29-709 0 0,8-15-384 0 0,1-1 0 0 0,-13 36-1 0 0,22-52-392 0 0,1 1-1 0 0,-1-1 0 0 0,1 0 0 0 0,0 0 1 0 0,1 1-1 0 0,-1-1 0 0 0,1 0 0 0 0,0 1 1 0 0,0-1-1 0 0,0 1 0 0 0,0-1 0 0 0,1 0 0 0 0,0 1 1 0 0,-1-1-1 0 0,2 0 0 0 0,-1 0 0 0 0,0 0 1 0 0,1 0-1 0 0,4 7 0 0 0,-3-8-43 0 0,0 0 0 0 0,0 0 1 0 0,0-1-1 0 0,0 0 0 0 0,1 0 0 0 0,-1 0 0 0 0,1 0 0 0 0,0 0 0 0 0,-1-1 1 0 0,1 1-1 0 0,0-1 0 0 0,0 0 0 0 0,0 0 0 0 0,0-1 0 0 0,0 1 1 0 0,0-1-1 0 0,0 0 0 0 0,0 0 0 0 0,0 0 0 0 0,0 0 0 0 0,0-1 1 0 0,6-1-1 0 0,-3 1-193 0 0,-1 0 0 0 0,1-1 0 0 0,-1 1 1 0 0,1-2-1 0 0,-1 1 0 0 0,0-1 0 0 0,0 1 1 0 0,0-2-1 0 0,0 1 0 0 0,0-1 0 0 0,-1 0 1 0 0,11-8-1 0 0,-13 7-432 0 0,0 0 0 0 0,0 0 0 0 0,-1 0 0 0 0,1-1 1 0 0,-1 1-1 0 0,0-1 0 0 0,-1 1 0 0 0,1-1 0 0 0,-1 0 0 0 0,0 1 0 0 0,-1-1 0 0 0,1 0 0 0 0,-1 0 1 0 0,-1-11-1 0 0,1 12 217 0 0,-1 0 0 0 0,1 0 0 0 0,-1 0 0 0 0,0 0-1 0 0,-1 0 1 0 0,1 1 0 0 0,-1-1 0 0 0,0 0 0 0 0,0 1 0 0 0,0-1 0 0 0,-1 1 0 0 0,0-1 0 0 0,0 1 0 0 0,0 0 0 0 0,0 0 0 0 0,0 1 0 0 0,-6-6 0 0 0,7 8 456 0 0,0 0 0 0 0,0 0 0 0 0,0 0 0 0 0,0 0 0 0 0,0 1-1 0 0,-1-1 1 0 0,1 0 0 0 0,0 1 0 0 0,0 0 0 0 0,0-1 0 0 0,-4 1 0 0 0,-25 5 11481 0 0,58-17-9246 0 0,26-16-817 0 0,-38 19-967 0 0,1 0 1 0 0,0 1-1 0 0,1 1 0 0 0,0 0 1 0 0,0 2-1 0 0,23-6 0 0 0,-39 11-413 0 0,-1 0-1 0 0,1 0 0 0 0,-1 1 1 0 0,1-1-1 0 0,-1 0 0 0 0,1 0 0 0 0,-1 0 1 0 0,0 1-1 0 0,1-1 0 0 0,-1 0 1 0 0,1 1-1 0 0,-1-1 0 0 0,0 0 0 0 0,1 1 1 0 0,-1-1-1 0 0,0 0 0 0 0,1 1 1 0 0,-1-1-1 0 0,0 1 0 0 0,0-1 0 0 0,1 1 1 0 0,-1-1-1 0 0,0 0 0 0 0,0 1 1 0 0,0-1-1 0 0,0 1 0 0 0,1-1 1 0 0,-1 1-1 0 0,0-1 0 0 0,0 1 0 0 0,0-1 1 0 0,0 1-1 0 0,0-1 0 0 0,0 1 1 0 0,0-1-1 0 0,-1 1 0 0 0,1-1 0 0 0,0 1 1 0 0,0-1-1 0 0,0 1 0 0 0,0-1 1 0 0,-1 1-1 0 0,-6 28 849 0 0,5-25-701 0 0,-3 22 17 0 0,0-1 0 0 0,2 1 0 0 0,0 0 0 0 0,2 0 0 0 0,1 0 1 0 0,4 33-1 0 0,-2-41-812 0 0,1-1 0 0 0,0 1 0 0 0,2-1 0 0 0,0 0 0 0 0,13 30 1 0 0,-8-36-2987 0 0,-2-10-1987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31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 0 6681 0 0,'-3'3'667'0'0,"1"0"0"0"0,0-1 0 0 0,0 1 0 0 0,0 0 0 0 0,1 0-1 0 0,-1 1 1 0 0,0-1 0 0 0,1 0 0 0 0,0 0 0 0 0,-1 4 0 0 0,-3 41 1966 0 0,14 43-1184 0 0,-2-58-1685 0 0,0-1 1 0 0,3 0 0 0 0,24 58 0 0 0,-25-79-3210 0 0,-9-11 3270 0 0,1 0-1 0 0,-1 0 1 0 0,0 0 0 0 0,0 0-1 0 0,1 0 1 0 0,-1 0 0 0 0,0-1-1 0 0,1 1 1 0 0,-1 0-1 0 0,0 0 1 0 0,0 0 0 0 0,1 0-1 0 0,-1 0 1 0 0,0-1 0 0 0,0 1-1 0 0,0 0 1 0 0,1 0 0 0 0,-1 0-1 0 0,0-1 1 0 0,0 1 0 0 0,0 0-1 0 0,1 0 1 0 0,-1-1-1 0 0,0 1 1 0 0,0 0 0 0 0,0-1-1 0 0,0 1 1 0 0,0 0 0 0 0,0 0-1 0 0,0-1 1 0 0,0 1 0 0 0,0 0-1 0 0,1-1 1 0 0,-1 1 0 0 0,0 0-1 0 0,0-1 1 0 0,-1 1-1 0 0,1 0 1 0 0,0 0 0 0 0,0-1-1 0 0,0 1 1 0 0,1-10-4333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31.6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 5961 0 0,'3'-4'5699'0'0,"12"-1"-3929"0"0,16-2-904 0 0,-25 7-672 0 0,9-1 248 0 0,1 0 0 0 0,-1 1 0 0 0,0 1 1 0 0,0 1-1 0 0,22 4 0 0 0,-35-6-358 0 0,0 1-1 0 0,1 0 1 0 0,-1 0-1 0 0,1 0 1 0 0,-1 0 0 0 0,0 0-1 0 0,0 0 1 0 0,0 1 0 0 0,1-1-1 0 0,-1 1 1 0 0,-1-1 0 0 0,1 1-1 0 0,0 0 1 0 0,0 0-1 0 0,-1 0 1 0 0,1 0 0 0 0,-1 0-1 0 0,1 0 1 0 0,-1 0 0 0 0,0 1-1 0 0,0-1 1 0 0,0 0 0 0 0,0 1-1 0 0,0-1 1 0 0,-1 1-1 0 0,1-1 1 0 0,-1 1 0 0 0,1-1-1 0 0,-1 1 1 0 0,0-1 0 0 0,0 1-1 0 0,0-1 1 0 0,-1 1 0 0 0,1-1-1 0 0,0 1 1 0 0,-1-1-1 0 0,0 1 1 0 0,1-1 0 0 0,-3 5-1 0 0,-3 9 269 0 0,-1 0 0 0 0,-1-1 0 0 0,0 0 0 0 0,-1 0 0 0 0,-17 21 0 0 0,16-22-445 0 0,0-1-1 0 0,1 1 1 0 0,1 0-1 0 0,0 1 1 0 0,1 0 0 0 0,-6 19-1 0 0,13-34 28 0 0,0 0 0 0 0,0 0 0 0 0,0 0 0 0 0,1 0 0 0 0,-1 0 0 0 0,0 0-1 0 0,0 0 1 0 0,0 0 0 0 0,0 0 0 0 0,1 0 0 0 0,-1 0 0 0 0,0 0 0 0 0,0 0 0 0 0,0 0 0 0 0,0 0 0 0 0,0 0 0 0 0,1 0 0 0 0,-1 0 0 0 0,0 0-1 0 0,0 0 1 0 0,0 0 0 0 0,0 0 0 0 0,0 0 0 0 0,0 1 0 0 0,1-1 0 0 0,-1 0 0 0 0,0 0 0 0 0,0 0 0 0 0,0 0 0 0 0,0 0 0 0 0,0 0 0 0 0,0 1-1 0 0,0-1 1 0 0,0 0 0 0 0,0 0 0 0 0,0 0 0 0 0,0 0 0 0 0,0 0 0 0 0,0 1 0 0 0,0-1 0 0 0,0 0 0 0 0,0 0 0 0 0,0 0 0 0 0,0 0 0 0 0,0 1-1 0 0,0-1 1 0 0,0 0 0 0 0,0 0 0 0 0,0 0 0 0 0,0 0 0 0 0,0 0 0 0 0,0 1 0 0 0,0-1 0 0 0,0 0 0 0 0,0 0 0 0 0,0 0 0 0 0,0 0 0 0 0,0 0-1 0 0,0 0 1 0 0,-1 1 0 0 0,1-1 0 0 0,0 0 0 0 0,0 0 0 0 0,14-14-3046 0 0,14-24-1835 0 0,-11-8-649 0 0,-7 21 2422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31.9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17 4217 0 0,'-1'-1'780'0'0,"1"1"-624"0"0,0 0 0 0 0,0 0 0 0 0,0-1 0 0 0,-1 1 0 0 0,1 0 0 0 0,0 0 0 0 0,0 0 0 0 0,0 0 0 0 0,-1 0 0 0 0,1 0 0 0 0,0 0 0 0 0,0 0 0 0 0,-1 0 0 0 0,1 0 0 0 0,0 0 0 0 0,0 0 0 0 0,0 0 0 0 0,-1 0 0 0 0,-2 2 2497 0 0,3-2-2497 0 0,0 0 0 0 0,0 1 0 0 0,0-1 0 0 0,0 0 0 0 0,0 0 0 0 0,0 0 0 0 0,0 1 0 0 0,-1-1 0 0 0,1 0 0 0 0,0 0 0 0 0,0 0 0 0 0,0 1 0 0 0,0-1 0 0 0,0 0 0 0 0,0 1-63 0 0,0 0-1 0 0,0-1 1 0 0,0 1 0 0 0,0 0 0 0 0,0-1-1 0 0,0 1 1 0 0,1-1 0 0 0,-1 1-1 0 0,0 0 1 0 0,0-1 0 0 0,0 1-1 0 0,1 0 1 0 0,-1-1 0 0 0,0 1-1 0 0,1-1 1 0 0,-1 1 0 0 0,0-1-1 0 0,1 1 1 0 0,-1-1 0 0 0,1 1 0 0 0,-1-1-1 0 0,0 1 1 0 0,1-1 0 0 0,0 0-1 0 0,-1 1 1 0 0,1-1 0 0 0,-1 0-1 0 0,2 1 1 0 0,3 1 95 0 0,1 0 1 0 0,0-1-1 0 0,-1 0 0 0 0,1 0 1 0 0,0 0-1 0 0,0-1 0 0 0,0 1 1 0 0,0-2-1 0 0,0 1 0 0 0,0 0 1 0 0,0-1-1 0 0,6-2 0 0 0,72-21 459 0 0,-76 21-576 0 0,4-1-90 0 0,24-5-1185 0 0,-61 37-6031 0 0,-30 7 1946 0 0,-5-8 4447 0 0,9-4 3878 0 0,3 4 3683 0 0,49-27-6683 0 0,-1 0 0 0 0,0 0 0 0 0,0 0 1 0 0,0 0-1 0 0,0 0 0 0 0,0 0 1 0 0,0 0-1 0 0,0 0 0 0 0,0 0 0 0 0,0 0 1 0 0,0 0-1 0 0,1 0 0 0 0,-1 0 1 0 0,0 1-1 0 0,0-1 0 0 0,0 0 0 0 0,0 0 1 0 0,0 0-1 0 0,0 0 0 0 0,0 0 1 0 0,0 0-1 0 0,0 0 0 0 0,0 0 0 0 0,0 0 1 0 0,0 0-1 0 0,1 0 0 0 0,-1 0 0 0 0,0 0 1 0 0,0 1-1 0 0,0-1 0 0 0,0 0 1 0 0,0 0-1 0 0,0 0 0 0 0,0 0 0 0 0,0 0 1 0 0,0 0-1 0 0,0 0 0 0 0,0 0 1 0 0,0 0-1 0 0,0 0 0 0 0,0 1 0 0 0,0-1 1 0 0,0 0-1 0 0,0 0 0 0 0,0 0 1 0 0,0 0-1 0 0,0 0 0 0 0,0 0 0 0 0,0 0 1 0 0,0 0-1 0 0,-1 0 0 0 0,1 1 0 0 0,0-1 1 0 0,0 0-1 0 0,0 0 0 0 0,0 0 1 0 0,0 0-1 0 0,0 0 0 0 0,0 0 0 0 0,0 0 1 0 0,0 0-1 0 0,0 0 0 0 0,0 0 1 0 0,0 0-1 0 0,0 0 0 0 0,-1 0 0 0 0,1 0 1 0 0,13 2 723 0 0,16-3-441 0 0,9-5-390 0 0,82-14 239 0 0,-106 16-1741 0 0,1 0 1 0 0,-1-1-1 0 0,15-7 0 0 0,-19-1-3260 0 0,-9 11 4096 0 0,3-7-3355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09:32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211 1 6065 0 0,'0'0'208'0'0,"-1"0"0"0"0,1-1 0 0 0,0 1 0 0 0,0 0-1 0 0,-1 0 1 0 0,1 0 0 0 0,0 0 0 0 0,-1 0 0 0 0,1 0 0 0 0,0 0-1 0 0,0 0 1 0 0,-1 0 0 0 0,-4 3 4156 0 0,5-2-4156 0 0,-5 13 2695 0 0,1 16-1333 0 0,4-29-1442 0 0,0 47 569 0 0,11 79-1 0 0,-1-4-2057 0 0,-6-93 74 0 0,0 24-2130 0 0,-10-27-3634 0 0</inkml:trace>
  <inkml:trace contextRef="#ctx0" brushRef="#br0" timeOffset="1">113 457 3481 0 0,'-3'2'439'0'0,"-15"13"2157"0"0,1 1 0 0 0,-26 30-1 0 0,40-42-2315 0 0,0 0 0 0 0,-1 0-1 0 0,1 1 1 0 0,1-1 0 0 0,-1 1-1 0 0,1-1 1 0 0,0 1 0 0 0,0 0-1 0 0,0 0 1 0 0,0 0 0 0 0,1 0-1 0 0,0 0 1 0 0,0 1 0 0 0,1-1-1 0 0,-1 0 1 0 0,1 0 0 0 0,0 0-1 0 0,1 8 1 0 0,1-9-219 0 0,-1-1-1 0 0,1 0 1 0 0,-1 0-1 0 0,1 0 1 0 0,0 0-1 0 0,0-1 1 0 0,0 1-1 0 0,1 0 1 0 0,-1-1-1 0 0,1 1 1 0 0,-1-1-1 0 0,1 0 1 0 0,0 0 0 0 0,0 0-1 0 0,0 0 1 0 0,0 0-1 0 0,0-1 1 0 0,0 0-1 0 0,0 1 1 0 0,0-1-1 0 0,1 0 1 0 0,-1 0-1 0 0,1-1 1 0 0,-1 1-1 0 0,0-1 1 0 0,1 0 0 0 0,4 0-1 0 0,3 1 102 0 0,1-1 0 0 0,-1 0-1 0 0,0-1 1 0 0,1 0 0 0 0,-1-1 0 0 0,23-6-1 0 0,-32 8-103 0 0,0-1 1 0 0,0 0-1 0 0,1 1 0 0 0,-1-1 1 0 0,0 0-1 0 0,0 0 0 0 0,0 0 0 0 0,0 0 1 0 0,0-1-1 0 0,0 1 0 0 0,0 0 0 0 0,-1-1 1 0 0,1 1-1 0 0,0-1 0 0 0,-1 0 0 0 0,1 0 1 0 0,-1 0-1 0 0,1 1 0 0 0,-1-1 0 0 0,1-3 1 0 0,-2 3 1 0 0,0 0 1 0 0,0 1-1 0 0,0-1 0 0 0,0 1 1 0 0,0-1-1 0 0,-1 0 1 0 0,1 1-1 0 0,0-1 1 0 0,-1 1-1 0 0,0-1 0 0 0,1 1 1 0 0,-1-1-1 0 0,0 1 1 0 0,0 0-1 0 0,0-1 1 0 0,0 1-1 0 0,0 0 1 0 0,0 0-1 0 0,0 0 0 0 0,0-1 1 0 0,-2 0-1 0 0,-5-4 41 0 0,0 0 0 0 0,0 1 0 0 0,-1 0 0 0 0,1 0 0 0 0,-1 1 0 0 0,0 0 0 0 0,-1 1 0 0 0,-10-3 0 0 0,-24-1-669 0 0,0 1-3662 0 0,20-2-5040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09.9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347 702 6753 0 0,'-31'-46'7574'0'0,"27"40"-7279"0"0,1-1 0 0 0,0 0 1 0 0,0-1-1 0 0,1 1 1 0 0,-1 0-1 0 0,2-1 0 0 0,-1 1 1 0 0,0-13-1 0 0,1-15-206 0 0,1 0 1 0 0,2 0-1 0 0,1 0 0 0 0,9-39 1 0 0,41-138 418 0 0,-28 124-433 0 0,-22 75-78 0 0,14-34-40 0 0,-17 46 41 0 0,0 1 0 0 0,0 0 0 0 0,0 0 0 0 0,0 0 0 0 0,0-1 0 0 0,0 1 0 0 0,0 0-1 0 0,1 0 1 0 0,-1 0 0 0 0,0 0 0 0 0,0-1 0 0 0,0 1 0 0 0,0 0 0 0 0,0 0 0 0 0,1 0 0 0 0,-1 0 0 0 0,0 0 0 0 0,0-1 0 0 0,0 1-1 0 0,0 0 1 0 0,1 0 0 0 0,-1 0 0 0 0,0 0 0 0 0,0 0 0 0 0,0 0 0 0 0,1 0 0 0 0,-1 0 0 0 0,0 0 0 0 0,0 0 0 0 0,0 0 0 0 0,1 0-1 0 0,-1 0 1 0 0,0 0 0 0 0,0 0 0 0 0,0 0 0 0 0,1 0 0 0 0,-1 0 0 0 0,0 0 0 0 0,0 0 0 0 0,0 0 0 0 0,1 0 0 0 0,-1 0 0 0 0,0 0-1 0 0,0 1 1 0 0,0-1 0 0 0,1 0 0 0 0,6 13-59 0 0,1 16 12 0 0,28 185 214 0 0,-25-128 9 0 0,5-1 1 0 0,3 0 0 0 0,33 92 0 0 0,-31-127-5 0 0,-10-26 75 0 0,-1 0 0 0 0,-1 0 0 0 0,-2 2 0 0 0,5 25 0 0 0,-12-51-234 0 0,0 0-1 0 0,0 0 0 0 0,0 0 1 0 0,0 1-1 0 0,0-1 1 0 0,0 0-1 0 0,0 0 0 0 0,0 0 1 0 0,0 0-1 0 0,0 0 1 0 0,0 0-1 0 0,0 1 0 0 0,0-1 1 0 0,0 0-1 0 0,0 0 1 0 0,0 0-1 0 0,0 0 0 0 0,0 0 1 0 0,0 0-1 0 0,-1 0 1 0 0,1 1-1 0 0,0-1 0 0 0,0 0 1 0 0,0 0-1 0 0,0 0 1 0 0,0 0-1 0 0,0 0 0 0 0,0 0 1 0 0,-1 0-1 0 0,1 0 0 0 0,0 0 1 0 0,0 0-1 0 0,0 0 1 0 0,0 0-1 0 0,0 0 0 0 0,0 0 1 0 0,-1 0-1 0 0,1 0 1 0 0,0 0-1 0 0,0 0 0 0 0,0 0 1 0 0,0 0-1 0 0,0 0 1 0 0,0 0-1 0 0,-1 0 0 0 0,1 0 1 0 0,0 0-1 0 0,0 0 1 0 0,0 0-1 0 0,0 0 0 0 0,0 0 1 0 0,0 0-1 0 0,-1 0 1 0 0,1 0-1 0 0,0-1 0 0 0,-13-6 251 0 0,-13-12-65 0 0,-125-131-472 0 0,109 103-139 0 0,-3 2 0 0 0,-100-78 0 0 0,133 114 389 0 0,-1 1 1 0 0,-1 0 0 0 0,1 1 0 0 0,-1 1-1 0 0,0 0 1 0 0,-1 1 0 0 0,0 0 0 0 0,1 1-1 0 0,-1 1 1 0 0,-1 0 0 0 0,1 1 0 0 0,-22 0-1 0 0,46 1-35 0 0,-1 0 0 0 0,1-1-1 0 0,-1 0 1 0 0,0-1-1 0 0,12-5 1 0 0,12-3-3 0 0,82-21 20 0 0,217-33 0 0 0,-331 65 44 0 0,10-1 3 0 0,1 0 0 0 0,-1 0-1 0 0,0 1 1 0 0,0 0 0 0 0,19 4-1 0 0,-27-4 10 0 0,-1 1 0 0 0,1-1 0 0 0,-1 1 0 0 0,0-1 0 0 0,1 1 1 0 0,-1 0-1 0 0,1-1 0 0 0,-1 1 0 0 0,0 0 0 0 0,0 0 0 0 0,1 0 0 0 0,-1 0 0 0 0,0 0 0 0 0,0 0 0 0 0,0 1 0 0 0,0-1 0 0 0,0 0 0 0 0,1 2 0 0 0,-2 0 21 0 0,1-1-1 0 0,-1 0 0 0 0,1 0 1 0 0,-1 1-1 0 0,0-1 0 0 0,0 0 1 0 0,0 1-1 0 0,0-1 0 0 0,0 0 1 0 0,0 1-1 0 0,-1-1 0 0 0,1 0 1 0 0,-1 1-1 0 0,1-1 0 0 0,-1 0 1 0 0,-1 3-1 0 0,-7 13 152 0 0,0 0 0 0 0,0 0 0 0 0,-2 0 0 0 0,0-1 0 0 0,-27 30 0 0 0,-80 70 274 0 0,77-78-331 0 0,-63 50 168 0 0,-13 13-865 0 0,111-93-615 0 0,11-7-1136 0 0,12-10-2170 0 0,-4-7 231 0 0,7-3-1508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0.2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13043 0 0,'-1'0'110'0'0,"1"1"-1"0"0,-1-1 1 0 0,0 0 0 0 0,0 1-1 0 0,1 0 1 0 0,-1-1 0 0 0,1 1 0 0 0,-1-1-1 0 0,1 1 1 0 0,-1 0 0 0 0,1-1 0 0 0,-1 1-1 0 0,1 0 1 0 0,-1 0 0 0 0,1-1 0 0 0,0 1-1 0 0,-1 0 1 0 0,1 0 0 0 0,0-1 0 0 0,0 1-1 0 0,0 0 1 0 0,-1 0 0 0 0,1 0 0 0 0,0 0-1 0 0,0-1 1 0 0,0 1 0 0 0,1 0 0 0 0,-1 0-1 0 0,0 1 1 0 0,1 0 22 0 0,0 0 0 0 0,0 0 0 0 0,0 0-1 0 0,0 0 1 0 0,1 0 0 0 0,-1 0 0 0 0,0 0 0 0 0,1 0 0 0 0,0-1-1 0 0,2 4 1 0 0,1-1-47 0 0,1 0-1 0 0,-1 0 0 0 0,1 0 1 0 0,0-1-1 0 0,0 0 1 0 0,12 5-1 0 0,25-5-413 0 0,-9-1-1500 0 0,-5 7-3832 0 0,-29-9 5389 0 0,0 0-1 0 0,0 1 1 0 0,0-1 0 0 0,0 1 0 0 0,0-1-1 0 0,0 1 1 0 0,0-1 0 0 0,0 0 0 0 0,0 1 0 0 0,-1-1-1 0 0,1 1 1 0 0,0-1 0 0 0,0 1 0 0 0,0-1-1 0 0,-1 0 1 0 0,1 1 0 0 0,0-1 0 0 0,-1 0-1 0 0,1 1 1 0 0,0-1 0 0 0,-1 0 0 0 0,1 1-1 0 0,0-1 1 0 0,-1 0 0 0 0,1 0 0 0 0,0 0-1 0 0,-1 1 1 0 0,0-1 0 0 0,-9 4-2030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0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 0 6297 0 0,'-4'5'813'0'0,"0"0"0"0"0,0 1 0 0 0,0-1 0 0 0,1 1 0 0 0,0-1 0 0 0,0 1 0 0 0,-2 6 0 0 0,5-11-745 0 0,-1 0 1 0 0,1 0 0 0 0,0 0 0 0 0,0 0 0 0 0,0 1 0 0 0,-1-1-1 0 0,1 0 1 0 0,0 0 0 0 0,0 0 0 0 0,0 0 0 0 0,1 0 0 0 0,-1 0-1 0 0,0 0 1 0 0,0 0 0 0 0,0 0 0 0 0,1 0 0 0 0,-1 0 0 0 0,1 0 0 0 0,-1 0-1 0 0,1 0 1 0 0,-1 0 0 0 0,1 0 0 0 0,-1-1 0 0 0,1 1 0 0 0,0 0-1 0 0,-1 0 1 0 0,1-1 0 0 0,0 1 0 0 0,0 0 0 0 0,0-1 0 0 0,-1 1-1 0 0,1 0 1 0 0,0-1 0 0 0,0 1 0 0 0,0-1 0 0 0,0 0 0 0 0,0 1 0 0 0,0-1-1 0 0,0 0 1 0 0,0 0 0 0 0,0 1 0 0 0,0-1 0 0 0,0 0 0 0 0,0 0-1 0 0,0 0 1 0 0,1 0 0 0 0,-1 0 0 0 0,0 0 0 0 0,0-1 0 0 0,1 1-1 0 0,12-2 108 0 0,-1 0 0 0 0,0 0 0 0 0,0-1 0 0 0,0-1-1 0 0,0 0 1 0 0,0 0 0 0 0,-1-2 0 0 0,20-10-1 0 0,40-16 335 0 0,-72 32-503 0 0,1 0 1 0 0,-1-1-1 0 0,1 1 1 0 0,-1 0-1 0 0,1 0 1 0 0,-1-1-1 0 0,1 1 1 0 0,-1 0-1 0 0,1 0 1 0 0,0 0-1 0 0,-1 0 1 0 0,1 0-1 0 0,-1 0 1 0 0,1 0 0 0 0,0 0-1 0 0,-1 0 1 0 0,1 0-1 0 0,-1 0 1 0 0,1 0-1 0 0,-1 0 1 0 0,1 0-1 0 0,0 1 1 0 0,-1-1-1 0 0,1 0 1 0 0,-1 0-1 0 0,1 1 1 0 0,-1-1-1 0 0,1 1 1 0 0,-4 14 116 0 0,-24 25-27 0 0,23-35-82 0 0,-41 51 70 0 0,29-38-136 0 0,1 0 0 0 0,1 1 0 0 0,1 1 1 0 0,0 0-1 0 0,-13 32 0 0 0,28-49-413 0 0,9-9 263 0 0,20-18 211 0 0,-15 12-5 0 0,-8 6 22 0 0,1 1 1 0 0,0 0 0 0 0,0 0 0 0 0,1 0 0 0 0,-1 2 0 0 0,1-1 0 0 0,0 1 0 0 0,0 0 0 0 0,0 1 0 0 0,1 0 0 0 0,-1 1-1 0 0,0 0 1 0 0,1 1 0 0 0,-1 0 0 0 0,0 0 0 0 0,1 1 0 0 0,-1 1 0 0 0,0 0 0 0 0,0 0 0 0 0,0 1 0 0 0,0 0 0 0 0,0 1 0 0 0,0 0-1 0 0,-1 0 1 0 0,0 1 0 0 0,0 0 0 0 0,0 1 0 0 0,15 12 0 0 0,11 16-2139 0 0,1 0-5928 0 0,-34-41 3187 0 0,-2-1 1986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1.0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1 4865 0 0,'-7'131'8389'0'0,"9"-3"-5247"0"0,2-90-3520 0 0,0-1 0 0 0,3 0 0 0 0,1 0 0 0 0,24 67 0 0 0,-25-90-515 0 0,-1-3-4689 0 0,-5-15 2792 0 0,13 8-715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1.3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0 250 5793 0 0,'0'2'218'0'0,"1"0"0"0"0,-1 0 0 0 0,1 1 0 0 0,0-1-1 0 0,0 0 1 0 0,0 0 0 0 0,0 0 0 0 0,0 0 0 0 0,0-1-1 0 0,0 1 1 0 0,0 0 0 0 0,1 0 0 0 0,-1-1 0 0 0,1 1 0 0 0,-1-1-1 0 0,1 1 1 0 0,0-1 0 0 0,0 0 0 0 0,-1 1 0 0 0,1-1 0 0 0,0 0-1 0 0,0 0 1 0 0,0 0 0 0 0,0-1 0 0 0,0 1 0 0 0,4 0-1 0 0,3 2-148 0 0,-1-1 0 0 0,1 0 0 0 0,0 0 0 0 0,0-1 0 0 0,11 0 0 0 0,-10-2-428 0 0,1 0 0 0 0,-1 0 0 0 0,0-1 0 0 0,1-1 0 0 0,-1 0 0 0 0,0 0 0 0 0,-1-1 0 0 0,1 0 0 0 0,-1-1 0 0 0,16-10 0 0 0,-21 13 133 0 0,-1 0-1 0 0,1-1 0 0 0,-1 1 0 0 0,0-1 1 0 0,1 1-1 0 0,-1-1 0 0 0,-1 0 1 0 0,1-1-1 0 0,0 1 0 0 0,-1 0 0 0 0,0-1 1 0 0,1 1-1 0 0,-1-1 0 0 0,-1 0 0 0 0,1 1 1 0 0,0-1-1 0 0,-1 0 0 0 0,0 0 1 0 0,0 0-1 0 0,0 0 0 0 0,-1-1 0 0 0,1 1 1 0 0,-1 0-1 0 0,0 0 0 0 0,0 0 1 0 0,0 0-1 0 0,-1 0 0 0 0,1-1 0 0 0,-3-6 1 0 0,3 10 242 0 0,-1 0 1 0 0,1 0 0 0 0,0 1 0 0 0,0-1 0 0 0,0 0 0 0 0,-1 1 0 0 0,1-1 0 0 0,0 0-1 0 0,-1 0 1 0 0,1 1 0 0 0,-1-1 0 0 0,1 1 0 0 0,-1-1 0 0 0,1 0 0 0 0,-1 1 0 0 0,1-1-1 0 0,-1 1 1 0 0,0-1 0 0 0,1 1 0 0 0,-1 0 0 0 0,0-1 0 0 0,1 1 0 0 0,-1 0 0 0 0,0-1-1 0 0,1 1 1 0 0,-1 0 0 0 0,0 0 0 0 0,0 0 0 0 0,1-1 0 0 0,-1 1 0 0 0,0 0 0 0 0,0 0-1 0 0,0 0 1 0 0,-1 0 0 0 0,0 1 147 0 0,0 0-1 0 0,-1 0 0 0 0,1 1 1 0 0,0-1-1 0 0,0 0 0 0 0,0 1 1 0 0,-1-1-1 0 0,1 1 1 0 0,1 0-1 0 0,-4 3 0 0 0,-3 4 844 0 0,0 0-1 0 0,1 1 1 0 0,-9 17-1 0 0,8-9-115 0 0,1 0 0 0 0,0 0 0 0 0,2 0 1 0 0,0 1-1 0 0,1 0 0 0 0,-2 26 0 0 0,6-38-696 0 0,0 0 1 0 0,0 0-1 0 0,0-1 0 0 0,1 1 0 0 0,0 0 1 0 0,1 0-1 0 0,-1 0 0 0 0,1-1 0 0 0,4 10 1 0 0,-4-12-151 0 0,0-1 1 0 0,0 0 0 0 0,0 0-1 0 0,0 0 1 0 0,0 0 0 0 0,1-1-1 0 0,-1 1 1 0 0,1-1-1 0 0,0 1 1 0 0,0-1 0 0 0,0 0-1 0 0,0 0 1 0 0,0 0 0 0 0,0 0-1 0 0,1-1 1 0 0,-1 1 0 0 0,1-1-1 0 0,5 2 1 0 0,-3-2 8 0 0,-1 0 0 0 0,1 0 0 0 0,0-1-1 0 0,-1 1 1 0 0,1-1 0 0 0,0-1 0 0 0,-1 1 0 0 0,1-1 0 0 0,0 0 0 0 0,-1 0 0 0 0,1-1 0 0 0,-1 1-1 0 0,0-1 1 0 0,0 0 0 0 0,1-1 0 0 0,-1 1 0 0 0,0-1 0 0 0,-1 0 0 0 0,1 0 0 0 0,0-1 0 0 0,-1 0-1 0 0,0 1 1 0 0,0-1 0 0 0,0-1 0 0 0,0 1 0 0 0,-1 0 0 0 0,0-1 0 0 0,5-8 0 0 0,-4 6-22 0 0,0 0-1 0 0,-1 0 1 0 0,0 0 0 0 0,0-1 0 0 0,-1 1 0 0 0,0-1 0 0 0,0 1 0 0 0,-1-1 0 0 0,0 0 0 0 0,0 0-1 0 0,-1 0 1 0 0,0 1 0 0 0,0-1 0 0 0,-1 0 0 0 0,0 0 0 0 0,0 1 0 0 0,-1-1 0 0 0,0 0 0 0 0,0 1-1 0 0,-5-10 1 0 0,4 11-37 0 0,0 1 0 0 0,0 0 0 0 0,-1 0 0 0 0,1 0 0 0 0,-1 1 0 0 0,0-1 0 0 0,-1 1 0 0 0,1 0 0 0 0,-1 0 0 0 0,0 0 0 0 0,0 1 0 0 0,0 0 0 0 0,0 0 0 0 0,0 0 0 0 0,-1 0 0 0 0,-10-2 0 0 0,11 3-154 0 0,1 1 0 0 0,-1 1-1 0 0,1-1 1 0 0,-1 1-1 0 0,1 0 1 0 0,-1 0 0 0 0,0 0-1 0 0,1 1 1 0 0,-9 1-1 0 0,8-1-329 0 0,1 1 0 0 0,-1 0-1 0 0,1 0 1 0 0,0 0 0 0 0,-1 0-1 0 0,1 1 1 0 0,0 0 0 0 0,0-1 0 0 0,0 1-1 0 0,-4 5 1 0 0</inkml:trace>
  <inkml:trace contextRef="#ctx0" brushRef="#br0" timeOffset="1">500 1 9130 0 0,'10'119'6138'0'0,"8"47"-4299"0"0,-15-149-2032 0 0,1-1-1 0 0,1-1 1 0 0,0 1-1 0 0,0-1 1 0 0,2 0-1 0 0,0 0 1 0 0,17 25-1 0 0,-22-37 67 0 0,10 11-2831 0 0,-12-13 2815 0 0,0-1 1 0 0,0 0-1 0 0,1 0 1 0 0,-1 0-1 0 0,0 0 1 0 0,0 0-1 0 0,1 0 1 0 0,-1 0-1 0 0,0 0 1 0 0,0 0-1 0 0,1 0 1 0 0,-1 0-1 0 0,0 0 1 0 0,1 0-1 0 0,-1 0 1 0 0,0 0-1 0 0,0 0 1 0 0,1 0-1 0 0,-1 0 1 0 0,0 0-1 0 0,0 0 1 0 0,1 0-1 0 0,-1 0 1 0 0,0 0-1 0 0,0 0 1 0 0,1 0-1 0 0,-1-1 1 0 0,0 1-1 0 0,0 0 1 0 0,0 0-1 0 0,1 0 1 0 0,-1 0-1 0 0,0-1 1 0 0,0 1-1 0 0,0 0 1 0 0,0 0-1 0 0,1-1 1 0 0,-1 1-1 0 0,0 0 1 0 0,0 0-1 0 0,0 0 1 0 0,0-1-1 0 0,0 1 1 0 0,0 0-1 0 0,0-1 1 0 0,0 1-1 0 0,0 0 1 0 0,0 0-1 0 0,0-1 1 0 0,0 1-1 0 0,0 0 1 0 0,0 0-1 0 0,0-1 1 0 0,0 1-1 0 0,0 0 1 0 0,0 0-1 0 0,0-1 1 0 0,3-9-3251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1.8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1 101 6257 0 0,'2'-5'464'0'0,"0"1"-1"0"0,1-1 1 0 0,0 1 0 0 0,0 0-1 0 0,0 0 1 0 0,1 0-1 0 0,-1 1 1 0 0,1-1-1 0 0,0 1 1 0 0,0 0-1 0 0,0 0 1 0 0,6-3 0 0 0,54-28 27 0 0,-58 31-362 0 0,-1 1 0 0 0,1 0 0 0 0,-1 0 0 0 0,1 1 1 0 0,0 0-1 0 0,-1 0 0 0 0,1 0 0 0 0,12 0 0 0 0,-18 1-101 0 0,1 0-1 0 0,0 0 0 0 0,0 0 1 0 0,0 0-1 0 0,0 1 0 0 0,-1-1 1 0 0,1 0-1 0 0,0 1 0 0 0,0-1 1 0 0,0 0-1 0 0,-1 1 0 0 0,1-1 1 0 0,0 1-1 0 0,-1-1 1 0 0,1 1-1 0 0,0-1 0 0 0,-1 1 1 0 0,1-1-1 0 0,-1 1 0 0 0,1 0 1 0 0,-1-1-1 0 0,1 1 0 0 0,-1 0 1 0 0,1 0-1 0 0,0 0 1 0 0,-1 1 12 0 0,0 0 1 0 0,0 1-1 0 0,0-1 1 0 0,0 0-1 0 0,0 0 1 0 0,0 0 0 0 0,-1 0-1 0 0,1 0 1 0 0,-1 0-1 0 0,1 0 1 0 0,-1 0 0 0 0,0 0-1 0 0,0 0 1 0 0,0 0-1 0 0,-1 2 1 0 0,-13 23 243 0 0,-2-1-1 0 0,-19 25 1 0 0,21-33-224 0 0,1 2 1 0 0,1 0-1 0 0,0 0 1 0 0,-15 39 0 0 0,27-59-75 0 0,1 1 0 0 0,-1-1 0 0 0,1 1 0 0 0,0-1 0 0 0,0 1 0 0 0,-1-1 0 0 0,1 1 0 0 0,0 0 0 0 0,0-1 0 0 0,0 1 0 0 0,0-1-1 0 0,0 1 1 0 0,0-1 0 0 0,0 1 0 0 0,0 0 0 0 0,0-1 0 0 0,0 1 0 0 0,0-1 0 0 0,0 1 0 0 0,0 0 0 0 0,0-1 0 0 0,0 1 0 0 0,0-1 0 0 0,1 1 0 0 0,-1-1 0 0 0,0 1 0 0 0,0-1 0 0 0,1 1 0 0 0,-1-1 0 0 0,1 2 0 0 0,17-5-421 0 0,18-20 26 0 0,-20 10 211 0 0,-6 3 353 0 0,1 2-1 0 0,0-1 0 0 0,1 1 1 0 0,0 1-1 0 0,0 0 1 0 0,16-6-1 0 0,-26 12-116 0 0,1 0 0 0 0,0 1 0 0 0,0-1 0 0 0,0 1 0 0 0,0-1 0 0 0,0 1-1 0 0,0 0 1 0 0,1 0 0 0 0,-1 1 0 0 0,0-1 0 0 0,0 1 0 0 0,0-1 0 0 0,-1 1 0 0 0,1 0 0 0 0,0 0 0 0 0,0 0 0 0 0,0 1 0 0 0,0-1 0 0 0,-1 1 0 0 0,1-1 0 0 0,-1 1 0 0 0,1 0-1 0 0,-1 0 1 0 0,0 0 0 0 0,0 0 0 0 0,0 0 0 0 0,0 1 0 0 0,0-1 0 0 0,0 0 0 0 0,0 1 0 0 0,-1 0 0 0 0,0-1 0 0 0,1 1 0 0 0,0 4 0 0 0,8 11-705 0 0,12 25-2198 0 0,-11-14-6265 0 0,-10-22 5432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2.2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1 180 4633 0 0,'45'-10'9517'0'0,"12"-16"-9990"0"0,-40 17-1395 0 0,0-1 1 0 0,0 0-1 0 0,-2-1 1 0 0,20-18 0 0 0,-32 26 1583 0 0,0-1 0 0 0,0 0 0 0 0,-1 0 0 0 0,1 0 1 0 0,-1 0-1 0 0,0 0 0 0 0,0-1 0 0 0,3-7 0 0 0,8-18-1134 0 0,-18 38 3538 0 0,1 1 0 0 0,1-1 1 0 0,0 1-1 0 0,-5 16 0 0 0,-3 50 2337 0 0,9-41-3996 0 0,2 1 0 0 0,5 50 0 0 0,7-48-907 0 0,0-2-2616 0 0,-11-15-3749 0 0,-2-11 2274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2.6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75 5153 0 0,'-3'10'993'0'0,"0"0"-1"0"0,0 0 0 0 0,2 0 1 0 0,-1 1-1 0 0,1-1 1 0 0,0 13-1 0 0,1-20-976 0 0,1 0 0 0 0,-1 1 0 0 0,0-1-1 0 0,1 0 1 0 0,-1 0 0 0 0,1 1 0 0 0,0-1 0 0 0,0 0 0 0 0,1 0-1 0 0,-1 0 1 0 0,0 0 0 0 0,1 0 0 0 0,0 0 0 0 0,0 0 0 0 0,0-1-1 0 0,0 1 1 0 0,0-1 0 0 0,0 1 0 0 0,1-1 0 0 0,-1 0 0 0 0,1 0-1 0 0,0 0 1 0 0,3 2 0 0 0,-6-4-41 0 0,0 0 0 0 0,0 1 0 0 0,1-1 0 0 0,-1 0 0 0 0,0 0 0 0 0,0 0 0 0 0,1 0 0 0 0,-1 0 0 0 0,0 0 0 0 0,0 1 0 0 0,1-1 0 0 0,-1 0-1 0 0,0 0 1 0 0,0 0 0 0 0,1 0 0 0 0,-1 0 0 0 0,0 0 0 0 0,1 0 0 0 0,-1 0 0 0 0,0 0 0 0 0,0 0 0 0 0,1-1 0 0 0,-1 1 0 0 0,0 0 0 0 0,0 0 0 0 0,1 0 0 0 0,-1 0 0 0 0,0 0 0 0 0,0 0 0 0 0,1 0 0 0 0,-1-1 0 0 0,0 1 0 0 0,0 0 0 0 0,0 0 0 0 0,1 0 0 0 0,-1-1 0 0 0,0 1-1 0 0,0 0 1 0 0,0-1 0 0 0,2-14-284 0 0,-10-23 577 0 0,7 32-239 0 0,-4-16 267 0 0,3 15-97 0 0,0 0 0 0 0,0 0 0 0 0,0 0 0 0 0,1-1 0 0 0,0 1 1 0 0,1 0-1 0 0,0-1 0 0 0,0 1 0 0 0,0 0 0 0 0,1-1 1 0 0,0 1-1 0 0,4-12 0 0 0,-3 17-122 0 0,0 0 0 0 0,0 0 0 0 0,0 0 0 0 0,1 0-1 0 0,-1 0 1 0 0,1 1 0 0 0,-1-1 0 0 0,1 1 0 0 0,-1-1 0 0 0,1 1 0 0 0,0 0 0 0 0,0 0-1 0 0,0 0 1 0 0,0 1 0 0 0,-1-1 0 0 0,4 0 0 0 0,58-5 854 0 0,-46 4-618 0 0,0 0-65 0 0,52-2 219 0 0,-65 4-449 0 0,-1 0-1 0 0,1 0 1 0 0,0 0-1 0 0,0 1 0 0 0,-1 0 1 0 0,1 0-1 0 0,0 0 1 0 0,-1 1-1 0 0,1 0 1 0 0,-1 0-1 0 0,6 3 0 0 0,-9-5-12 0 0,-1 1-1 0 0,1-1 0 0 0,0 1 0 0 0,-1 0 0 0 0,1-1 0 0 0,0 1 0 0 0,-1 0 0 0 0,1-1 0 0 0,-1 1 1 0 0,1 0-1 0 0,-1 0 0 0 0,1 0 0 0 0,-1-1 0 0 0,1 1 0 0 0,-1 0 0 0 0,0 0 0 0 0,0 0 1 0 0,1 0-1 0 0,-1 0 0 0 0,0 0 0 0 0,0 0 0 0 0,0 0 0 0 0,0 0 0 0 0,0 0 0 0 0,0-1 0 0 0,0 1 1 0 0,-1 1-1 0 0,-15 26-5 0 0,-41 18-139 0 0,49-41 119 0 0,-17 12-41 0 0,-43 19 0 0 0,44-24 28 0 0,0 1 0 0 0,-30 22 0 0 0,54-35 34 0 0,-1 0-1 0 0,1 0 0 0 0,0 0 0 0 0,0 0 0 0 0,0 0 0 0 0,-1 0 1 0 0,1 0-1 0 0,0 0 0 0 0,0 0 0 0 0,0 0 0 0 0,0 0 0 0 0,-1 1 1 0 0,1-1-1 0 0,0 0 0 0 0,0 0 0 0 0,0 0 0 0 0,-1 0 1 0 0,1 0-1 0 0,0 0 0 0 0,0 0 0 0 0,0 0 0 0 0,0 1 0 0 0,0-1 1 0 0,-1 0-1 0 0,1 0 0 0 0,0 0 0 0 0,0 0 0 0 0,0 1 0 0 0,0-1 1 0 0,0 0-1 0 0,0 0 0 0 0,0 0 0 0 0,0 0 0 0 0,0 1 0 0 0,0-1 1 0 0,0 0-1 0 0,-1 0 0 0 0,1 0 0 0 0,0 1 0 0 0,0-1 0 0 0,0 0 1 0 0,0 0-1 0 0,0 0 0 0 0,1 1 0 0 0,-1-1 0 0 0,0 0 0 0 0,0 0 1 0 0,0 0-1 0 0,0 0 0 0 0,0 1 0 0 0,0-1 0 0 0,0 0 1 0 0,0 0-1 0 0,0 0 0 0 0,0 0 0 0 0,1 1 0 0 0,-1-1 0 0 0,0 0 1 0 0,0 0-1 0 0,0 0 0 0 0,0 0 0 0 0,0 0 0 0 0,1 1 0 0 0,-1-1 1 0 0,19-1 40 0 0,27-10 71 0 0,143-47-1842 0 0,-187 57 1252 0 0,1 0 1 0 0,-1 1-1 0 0,1-2 1 0 0,-1 1-1 0 0,0 0 1 0 0,0 0-1 0 0,1-1 1 0 0,-1 1-1 0 0,0-1 1 0 0,0 0-1 0 0,2-2 1 0 0,0 1-1028 0 0,10-6-4438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3.9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528 34 4673 0 0,'-1'-3'126'0'0,"0"1"0"0"0,0 0 0 0 0,0 0 0 0 0,-1 0 0 0 0,1 0 0 0 0,-1 0 0 0 0,0 0 0 0 0,1 1 0 0 0,-1-1 0 0 0,0 1 0 0 0,0-1 0 0 0,0 1 0 0 0,0-1 0 0 0,0 1 0 0 0,-1 0 0 0 0,1 0 0 0 0,0 0 0 0 0,0 0 0 0 0,-1 1 0 0 0,1-1 0 0 0,-1 0 0 0 0,1 1 1 0 0,-3 0-1 0 0,0 0 28 0 0,0 1 1 0 0,1-1 0 0 0,-1 1 0 0 0,1 0-1 0 0,-1 1 1 0 0,1-1 0 0 0,-1 1 0 0 0,1 0-1 0 0,0 0 1 0 0,0 1 0 0 0,-6 3 0 0 0,-8 8 298 0 0,0 1 0 0 0,1 0-1 0 0,-28 34 1 0 0,9-3-94 0 0,1 1 0 0 0,3 2-1 0 0,2 1 1 0 0,3 1 0 0 0,1 2-1 0 0,3 1 1 0 0,2 0-1 0 0,3 2 1 0 0,2 0 0 0 0,-9 59-1 0 0,11-27-288 0 0,4 0 0 0 0,3 1 0 0 0,5-1 0 0 0,3 1 0 0 0,25 170 0 0 0,-14-189-66 0 0,3 0-1 0 0,3-1 0 0 0,2 0 0 0 0,4-2 1 0 0,3-1-1 0 0,45 81 0 0 0,-55-118-6 0 0,1 0 0 0 0,1-1 0 0 0,1-1 0 0 0,2-1 0 0 0,1-1 0 0 0,1-1 0 0 0,0-1-1 0 0,2-2 1 0 0,1 0 0 0 0,1-1 0 0 0,0-2 0 0 0,1-1 0 0 0,1-1 0 0 0,1-2 0 0 0,42 14 0 0 0,-38-17-170 0 0,0-3 1 0 0,0-1 0 0 0,1-1 0 0 0,42 0-1 0 0,-62-5-20 0 0,0-1 0 0 0,0 0 0 0 0,1-2 0 0 0,-1 0 0 0 0,0-1 0 0 0,0 0 0 0 0,-1-1 0 0 0,1-1 0 0 0,-1 0 0 0 0,0-2 0 0 0,23-12 0 0 0,-32 15 149 0 0,-1 1 1 0 0,0-1-1 0 0,0-1 0 0 0,0 1 1 0 0,-1-1-1 0 0,1 0 1 0 0,-1 0-1 0 0,0 0 0 0 0,-1 0 1 0 0,1-1-1 0 0,-1 1 1 0 0,0-1-1 0 0,0 0 1 0 0,-1 0-1 0 0,0 0 0 0 0,3-11 1 0 0,-4 7 32 0 0,0-1 0 0 0,0 1 0 0 0,-1-1 0 0 0,0 1 0 0 0,-1-1 0 0 0,0 1 0 0 0,-1-1 0 0 0,0 1 0 0 0,-6-17 0 0 0,2 8 206 0 0,-2 1 0 0 0,0-1 0 0 0,-1 1 0 0 0,-1 1 0 0 0,-1 0 0 0 0,0 0 0 0 0,-2 1 0 0 0,1 1 0 0 0,-2 0 1 0 0,-21-19-1 0 0,28 29 3 0 0,0 1 1 0 0,0-1-1 0 0,0 2 1 0 0,-1-1-1 0 0,0 1 1 0 0,1 0 0 0 0,-1 0-1 0 0,0 1 1 0 0,0 0-1 0 0,-12-1 1 0 0,15 3-133 0 0,1-1 0 0 0,-1 1 0 0 0,0 0 1 0 0,1 0-1 0 0,-1 0 0 0 0,1 1 0 0 0,-1 0 0 0 0,0-1 0 0 0,1 2 1 0 0,0-1-1 0 0,-1 0 0 0 0,1 1 0 0 0,0 0 0 0 0,-1 0 1 0 0,1 0-1 0 0,1 1 0 0 0,-1-1 0 0 0,0 1 0 0 0,0 0 1 0 0,-3 4-1 0 0,7-7-64 0 0,-1 1 0 0 0,1-1 0 0 0,0 0 1 0 0,0 1-1 0 0,-1-1 0 0 0,1 0 0 0 0,0 1 0 0 0,0-1 1 0 0,0 1-1 0 0,-1-1 0 0 0,1 1 0 0 0,0-1 1 0 0,0 0-1 0 0,0 1 0 0 0,0-1 0 0 0,0 1 0 0 0,0-1 1 0 0,0 1-1 0 0,0-1 0 0 0,0 1 0 0 0,0-1 1 0 0,0 1-1 0 0,0-1 0 0 0,0 0 0 0 0,0 1 0 0 0,0-1 1 0 0,1 1-1 0 0,-1-1 0 0 0,0 1 0 0 0,0-1 1 0 0,0 0-1 0 0,1 1 0 0 0,-1 0 0 0 0,18 10-5 0 0,28 4-51 0 0,-41-13 61 0 0,65 13-2 0 0,-47-11-7 0 0,-1 1 1 0 0,0 0 0 0 0,-1 2 0 0 0,1 0-1 0 0,-1 1 1 0 0,30 18 0 0 0,-48-24 32 0 0,1 1 0 0 0,-1 0 0 0 0,0 0 1 0 0,0 0-1 0 0,-1 1 0 0 0,1-1 0 0 0,-1 1 0 0 0,1-1 0 0 0,-1 1 0 0 0,0 0 0 0 0,-1 0 0 0 0,1 0 1 0 0,0 0-1 0 0,-1 0 0 0 0,0 0 0 0 0,0 0 0 0 0,-1 0 0 0 0,1 1 0 0 0,-1-1 0 0 0,0 0 1 0 0,0 1-1 0 0,0-1 0 0 0,0 0 0 0 0,-1 1 0 0 0,0-1 0 0 0,0 0 0 0 0,-2 8 0 0 0,-5 12 286 0 0,-1 0 0 0 0,-1-1 0 0 0,-19 36 0 0 0,16-36-226 0 0,-16 29-117 0 0,12-21 187 0 0,-23 50 0 0 0,37-73-553 0 0,0 0-1 0 0,1 0 1 0 0,-1 0 0 0 0,2 0-1 0 0,-1 0 1 0 0,1 1-1 0 0,0-1 1 0 0,1 0-1 0 0,0 1 1 0 0,0-1-1 0 0,3 16 1 0 0,5-3-3434 0 0,5-3-3037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4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173 1 8114 0 0,'-4'0'410'0'0,"1"0"0"0"0,-1 0 0 0 0,1 1 0 0 0,-1 0 1 0 0,0 0-1 0 0,1 0 0 0 0,0 0 0 0 0,-1 0 0 0 0,1 1 1 0 0,0-1-1 0 0,-1 1 0 0 0,1 0 0 0 0,0 0 0 0 0,0 0 0 0 0,-3 3 1 0 0,1 0-51 0 0,0 1 1 0 0,0 0 0 0 0,0 0 0 0 0,1 0 0 0 0,0 1-1 0 0,-7 12 1 0 0,0 8-106 0 0,1 0-1 0 0,-12 54 0 0 0,18-62 182 0 0,3-16-471 0 0,-9 38 310 0 0,-7 62 0 0 0,16-89-532 0 0,1-1 0 0 0,0 1 0 0 0,0 0 0 0 0,5 20 0 0 0,-4-27-279 0 0,1 0-1 0 0,0 0 1 0 0,0-1 0 0 0,1 1 0 0 0,6 10 0 0 0,-9-16 439 0 0,0-1 0 0 0,0 0 1 0 0,0 1-1 0 0,0-1 1 0 0,0 0-1 0 0,0 0 0 0 0,0 1 1 0 0,0-1-1 0 0,0 0 1 0 0,0 1-1 0 0,0-1 0 0 0,0 0 1 0 0,0 1-1 0 0,1-1 0 0 0,-1 0 1 0 0,0 0-1 0 0,0 1 1 0 0,0-1-1 0 0,1 0 0 0 0,-1 0 1 0 0,0 1-1 0 0,0-1 1 0 0,0 0-1 0 0,1 0 0 0 0,-1 0 1 0 0,0 1-1 0 0,0-1 0 0 0,1 0 1 0 0,-1 0-1 0 0,0 0 1 0 0,1 0-1 0 0,-1 0 0 0 0,0 0 1 0 0,1 1-1 0 0,-1-1 0 0 0,0 0 1 0 0,0 0-1 0 0,1 0 1 0 0,-1 0-1 0 0,0 0 0 0 0,1 0 1 0 0,-1 0-1 0 0,0 0 1 0 0,1 0-1 0 0,-1-1 0 0 0,0 1 1 0 0,1 0-1 0 0,-1 0 0 0 0,0 0 1 0 0,0 0-1 0 0,1 0 1 0 0,-1 0-1 0 0,0-1 0 0 0,1 1 1 0 0,-1 0-1 0 0,0 0 0 0 0,0 0 1 0 0,0-1-1 0 0,1 1 1 0 0,-1 0-1 0 0,0 0 0 0 0,0-1 1 0 0,0 1-1 0 0,1 0 1 0 0,-1-1-1 0 0,0 1 0 0 0,4-21-4998 0 0,-1 5 2642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4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65 5481 0 0,'2'8'7414'0'0,"20"29"-4808"0"0,-14-28-2411 0 0,-1-1 1 0 0,1 0 0 0 0,1 0-1 0 0,-1 0 1 0 0,1-1 0 0 0,1 0-1 0 0,-1-1 1 0 0,1 0-1 0 0,0-1 1 0 0,15 6 0 0 0,15 4-1291 0 0,61 15 0 0 0,-43-14-2517 0 0,-57-16 3407 0 0,0 1 1 0 0,-1-1 0 0 0,1 1-1 0 0,0-1 1 0 0,-1 0 0 0 0,1 1-1 0 0,0-1 1 0 0,0 0 0 0 0,0 0 0 0 0,-1 1-1 0 0,1-1 1 0 0,0 0 0 0 0,0 0-1 0 0,0 0 1 0 0,-1 0 0 0 0,1 0-1 0 0,0 0 1 0 0,0 0 0 0 0,0 0 0 0 0,-1-1-1 0 0,1 1 1 0 0,0 0 0 0 0,0 0-1 0 0,0-1 1 0 0,-1 1 0 0 0,1 0 0 0 0,0-1-1 0 0,-1 1 1 0 0,1-1 0 0 0,0 1-1 0 0,-1-1 1 0 0,1 1 0 0 0,0-1-1 0 0,-1 1 1 0 0,1-1 0 0 0,-1 0 0 0 0,1 1-1 0 0,-1-1 1 0 0,1 0 0 0 0,-1 1-1 0 0,1-2 1 0 0,0-8-2386 0 0</inkml:trace>
  <inkml:trace contextRef="#ctx0" brushRef="#br0" timeOffset="1">341 2 2320 0 0,'0'0'149'0'0,"-1"-1"0"0"0,1 1 0 0 0,0 0 0 0 0,0 0-1 0 0,-1 0 1 0 0,1 0 0 0 0,0 0 0 0 0,0 0-1 0 0,-1 0 1 0 0,1 0 0 0 0,0 0 0 0 0,-1 0-1 0 0,1 0 1 0 0,0 0 0 0 0,0 0 0 0 0,-1 0-1 0 0,1 0 1 0 0,0 0 0 0 0,0 0 0 0 0,-1 0-1 0 0,1 0 1 0 0,0 0 0 0 0,0 1 0 0 0,-1-1-1 0 0,1 0 1 0 0,0 0 0 0 0,0 0 0 0 0,-1 0 0 0 0,1 1-1 0 0,0-1 1 0 0,0 0 0 0 0,0 0 0 0 0,-1 0-1 0 0,1 1 1 0 0,0-1 0 0 0,0 0 0 0 0,0 1-1 0 0,-4 14 1737 0 0,2 14-854 0 0,5 1-367 0 0,1 0 1 0 0,1 0-1 0 0,14 44 1 0 0,16 32-2752 0 0,-21-64-707 0 0,-14-42 2775 0 0,0 1-113 0 0,0-1 1 0 0,1 0 0 0 0,-1 0 0 0 0,0 1-1 0 0,0-1 1 0 0,1 0 0 0 0,-1 0 0 0 0,0 1-1 0 0,0-1 1 0 0,0 0 0 0 0,0 1-1 0 0,1-1 1 0 0,-1 1 0 0 0,0-1 0 0 0,0 0-1 0 0,0 1 1 0 0,0-1 0 0 0,0 0 0 0 0,0 1-1 0 0,0-1 1 0 0,0 0 0 0 0,0 1 0 0 0,0-1-1 0 0,0 1 1 0 0,0-1 0 0 0,0 0-1 0 0,0 1 1 0 0,0-1 0 0 0,-1 0 0 0 0,1 1-1 0 0,0-1 1 0 0,0 0 0 0 0,0 1 0 0 0,0-1-1 0 0,-1 0 1 0 0,1 1 0 0 0,0-1 0 0 0,0 0-1 0 0,-1 0 1 0 0,1 1 0 0 0,0-1-1 0 0,-1 0 1 0 0,1 0 0 0 0,0 1 0 0 0,0-1-1 0 0,-1 0 1 0 0,0 0 0 0 0</inkml:trace>
  <inkml:trace contextRef="#ctx0" brushRef="#br0" timeOffset="2">341 249 1656 0 0,'-5'-10'2041'0'0,"2"1"-89"0"0,-1-3-343 0 0,6 2-497 0 0,3 6-296 0 0,1-5-160 0 0,4 5-168 0 0,0-5-104 0 0,5 1-96 0 0,1 0-120 0 0,2-2-80 0 0,3-1-136 0 0,2 1-240 0 0,0 0-344 0 0,-2-1-464 0 0,-2-2-536 0 0,-1-2-529 0 0,8 10-1232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5.3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149 11 5057 0 0,'-3'-2'421'0'0,"-1"0"-1"0"0,0 1 0 0 0,0-1 1 0 0,0 1-1 0 0,0 0 1 0 0,0 1-1 0 0,0-1 1 0 0,-1 1-1 0 0,1 0 0 0 0,0 0 1 0 0,0 0-1 0 0,0 0 1 0 0,0 1-1 0 0,0-1 1 0 0,-1 1-1 0 0,1 0 1 0 0,0 0-1 0 0,1 1 0 0 0,-6 2 1 0 0,4-1-284 0 0,0 0-1 0 0,1 0 1 0 0,0 1 0 0 0,-1 0-1 0 0,1 0 1 0 0,1 0 0 0 0,-1 0 0 0 0,1 1-1 0 0,-1-1 1 0 0,1 1 0 0 0,1 0-1 0 0,-1 0 1 0 0,1 0 0 0 0,-3 7 0 0 0,4-9-98 0 0,-1 1 0 0 0,1-1 0 0 0,0 0 1 0 0,0 1-1 0 0,0 0 0 0 0,1-1 1 0 0,-1 1-1 0 0,1-1 0 0 0,0 1 0 0 0,0 0 1 0 0,0-1-1 0 0,1 1 0 0 0,-1-1 0 0 0,1 1 1 0 0,0 0-1 0 0,2 5 0 0 0,-2-6-33 0 0,1-1 1 0 0,-1-1-1 0 0,1 1 0 0 0,0 0 0 0 0,-1 0 1 0 0,1 0-1 0 0,0-1 0 0 0,0 1 0 0 0,0-1 0 0 0,1 0 1 0 0,-1 1-1 0 0,0-1 0 0 0,0 0 0 0 0,1 0 1 0 0,-1-1-1 0 0,0 1 0 0 0,1 0 0 0 0,-1-1 1 0 0,1 1-1 0 0,-1-1 0 0 0,1 0 0 0 0,-1 0 0 0 0,1 0 1 0 0,-1 0-1 0 0,4-1 0 0 0,7 0-2 0 0,1-1 0 0 0,-1 0-1 0 0,0 0 1 0 0,0-2 0 0 0,0 0 0 0 0,15-7 0 0 0,-23 10-7 0 0,0-2 0 0 0,0 1 1 0 0,-1 0-1 0 0,1-1 0 0 0,0 0 1 0 0,-1 0-1 0 0,0-1 0 0 0,0 1 1 0 0,0-1-1 0 0,0 0 0 0 0,-1 0 1 0 0,1 0-1 0 0,-1 0 0 0 0,0 0 1 0 0,0-1-1 0 0,-1 0 0 0 0,1 1 1 0 0,2-9-1 0 0,-5 13-2 0 0,0-1 0 0 0,1 0 0 0 0,-1 0-1 0 0,0 0 1 0 0,0 0 0 0 0,1 0 0 0 0,-1 0 0 0 0,0 0-1 0 0,0 0 1 0 0,0 0 0 0 0,0 0 0 0 0,-1 0-1 0 0,1 0 1 0 0,0 0 0 0 0,0 0 0 0 0,0 0 0 0 0,-1 0-1 0 0,1 0 1 0 0,-1 0 0 0 0,1 0 0 0 0,-1 0 0 0 0,1 0-1 0 0,-1 1 1 0 0,1-1 0 0 0,-1 0 0 0 0,0 0 0 0 0,1 1-1 0 0,-1-1 1 0 0,0 0 0 0 0,0 1 0 0 0,1-1 0 0 0,-1 1-1 0 0,0-1 1 0 0,0 1 0 0 0,0-1 0 0 0,0 1 0 0 0,0-1-1 0 0,0 1 1 0 0,0 0 0 0 0,0 0 0 0 0,0-1 0 0 0,0 1-1 0 0,0 0 1 0 0,0 0 0 0 0,0 0 0 0 0,0 0 0 0 0,0 0-1 0 0,0 0 1 0 0,0 1 0 0 0,0-1 0 0 0,-1 0-1 0 0,-2 1-9 0 0,0 0-1 0 0,-1-1 0 0 0,1 1 0 0 0,0 1 1 0 0,0-1-1 0 0,0 1 0 0 0,0-1 0 0 0,0 1 0 0 0,0 0 1 0 0,0 1-1 0 0,-3 2 0 0 0,0 2 45 0 0,0 1 0 0 0,1 0-1 0 0,1 0 1 0 0,-1 1 0 0 0,1 0-1 0 0,1-1 1 0 0,0 2 0 0 0,0-1 0 0 0,1 0-1 0 0,0 1 1 0 0,0 0 0 0 0,1-1 0 0 0,0 1-1 0 0,0 19 1 0 0,1-22-29 0 0,1 0-1 0 0,0 0 1 0 0,0 0 0 0 0,1 0-1 0 0,0 0 1 0 0,0 0-1 0 0,0 0 1 0 0,1 0 0 0 0,0 0-1 0 0,0-1 1 0 0,1 1 0 0 0,0-1-1 0 0,0 0 1 0 0,1 1-1 0 0,-1-2 1 0 0,1 1 0 0 0,1 0-1 0 0,-1-1 1 0 0,1 0 0 0 0,0 0-1 0 0,9 8 1 0 0,-10-11-215 0 0,-1 0 0 0 0,0 0 0 0 0,1-1 1 0 0,-1 1-1 0 0,1-1 0 0 0,0 0 0 0 0,-1 0 0 0 0,1 0 1 0 0,0-1-1 0 0,-1 1 0 0 0,1-1 0 0 0,0 0 0 0 0,0 0 0 0 0,4 0 1 0 0,-5-1-388 0 0,0 1 1 0 0,-1-1 0 0 0,1 0-1 0 0,-1 0 1 0 0,0 0 0 0 0,1 0-1 0 0,-1 0 1 0 0,0 0-1 0 0,1-1 1 0 0,-1 1 0 0 0,0-1-1 0 0,0 1 1 0 0,3-4 0 0 0,5-6-3027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5.7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241 1 9082 0 0,'-3'14'2272'0'0,"0"12"-943"0"0,-2 7-297 0 0,5 1-248 0 0,0-3-240 0 0,3-3-184 0 0,2-1-136 0 0,1-2-80 0 0,1-2-200 0 0,-1-2-216 0 0,1-3-320 0 0,-2-2-496 0 0,-2-2-640 0 0,-1-2-881 0 0,-7-9-992 0 0,3 7-696 0 0</inkml:trace>
  <inkml:trace contextRef="#ctx0" brushRef="#br0" timeOffset="1">5 461 8050 0 0,'0'0'86'0'0,"0"0"0"0"0,-1 0 1 0 0,1 0-1 0 0,0 0 1 0 0,0 0-1 0 0,0 0 0 0 0,0 1 1 0 0,-1-1-1 0 0,1 0 1 0 0,0 0-1 0 0,0 0 0 0 0,0 0 1 0 0,0 0-1 0 0,-1 0 1 0 0,1 0-1 0 0,0 0 0 0 0,0 1 1 0 0,0-1-1 0 0,0 0 0 0 0,0 0 1 0 0,-1 0-1 0 0,1 0 1 0 0,0 1-1 0 0,0-1 0 0 0,0 0 1 0 0,0 0-1 0 0,0 0 1 0 0,0 0-1 0 0,0 1 0 0 0,0-1 1 0 0,0 0-1 0 0,0 0 0 0 0,0 0 1 0 0,0 1-1 0 0,0-1 1 0 0,0 0-1 0 0,0 0 0 0 0,0 0 1 0 0,0 1-1 0 0,0-1 1 0 0,0 0-1 0 0,0 0 0 0 0,0 0 1 0 0,0 0-1 0 0,0 1 0 0 0,0-1 1 0 0,0 0-1 0 0,1 0 1 0 0,-1 0-1 0 0,0 0 0 0 0,0 1 1 0 0,0-1-1 0 0,0 0 1 0 0,14-2 1494 0 0,18-11-834 0 0,79-48-151 0 0,21-12-2301 0 0,-41 32-6184 0 0,-74 36 3668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6.0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61 103 3441 0 0,'-6'5'699'0'0,"0"1"0"0"0,0 0 1 0 0,1 0-1 0 0,-1 0 0 0 0,2 1 1 0 0,-1-1-1 0 0,1 1 0 0 0,0 0 0 0 0,0 1 1 0 0,-2 7-1 0 0,5-13-579 0 0,0 0-1 0 0,1 0 0 0 0,-1 0 1 0 0,1 0-1 0 0,-1 0 1 0 0,1 0-1 0 0,0 0 1 0 0,0 0-1 0 0,0 0 1 0 0,0 0-1 0 0,0 0 0 0 0,0 0 1 0 0,1 0-1 0 0,-1 0 1 0 0,1 0-1 0 0,-1 0 1 0 0,1 0-1 0 0,1 2 1 0 0,-1-3-30 0 0,1 1 0 0 0,-1 0 0 0 0,1-1 1 0 0,0 0-1 0 0,0 1 0 0 0,-1-1 0 0 0,1 0 1 0 0,0 0-1 0 0,0 0 0 0 0,0 0 1 0 0,0 0-1 0 0,0-1 0 0 0,0 1 0 0 0,0-1 1 0 0,1 1-1 0 0,-1-1 0 0 0,0 0 1 0 0,0 0-1 0 0,0 0 0 0 0,1 0 0 0 0,1 0 1 0 0,9-1 66 0 0,-1 0-1 0 0,0-1 1 0 0,0-1 0 0 0,0 0 0 0 0,0-1 0 0 0,-1 0 0 0 0,1 0 0 0 0,-1-1 0 0 0,0-1 0 0 0,12-8 0 0 0,-18 11-109 0 0,0 1-1 0 0,0-1 1 0 0,-1-1 0 0 0,1 1-1 0 0,-1-1 1 0 0,0 0 0 0 0,0 0-1 0 0,0 0 1 0 0,-1 0 0 0 0,1-1-1 0 0,-1 1 1 0 0,0-1 0 0 0,-1 0-1 0 0,1 0 1 0 0,-1 0 0 0 0,0 0-1 0 0,0 0 1 0 0,0-1 0 0 0,-1 1-1 0 0,0 0 1 0 0,0-1 0 0 0,0 1-1 0 0,-1-1 1 0 0,0-8 0 0 0,0 10-66 0 0,-1 1 1 0 0,1-1 0 0 0,-1 1 0 0 0,0 0 0 0 0,-1 0 0 0 0,1 0 0 0 0,0-1 0 0 0,-1 1 0 0 0,0 0-1 0 0,1 1 1 0 0,-1-1 0 0 0,-1 0 0 0 0,1 0 0 0 0,0 1 0 0 0,0 0 0 0 0,-1-1 0 0 0,0 1 0 0 0,1 0-1 0 0,-1 0 1 0 0,0 0 0 0 0,0 0 0 0 0,0 1 0 0 0,0-1 0 0 0,0 1 0 0 0,-1 0 0 0 0,1 0-1 0 0,0 0 1 0 0,-6-1 0 0 0,3 2-338 0 0,0-1-1 0 0,0 1 1 0 0,0 0-1 0 0,0 0 1 0 0,0 1-1 0 0,0 0 1 0 0,0 0-1 0 0,0 0 1 0 0,0 1-1 0 0,0 0 1 0 0,0 0 0 0 0,1 1-1 0 0,-1-1 1 0 0,1 1-1 0 0,-6 4 1 0 0,-11 10-4912 0 0,15-10 683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6.5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44 7186 0 0,'2'-2'482'0'0,"-1"0"1"0"0,0-1 0 0 0,1 1 0 0 0,0 0 0 0 0,0 0 0 0 0,0 1 0 0 0,-1-1 0 0 0,2 0-1 0 0,-1 1 1 0 0,0-1 0 0 0,4-2 0 0 0,36-10 2016 0 0,-35 13-2372 0 0,1-1-1 0 0,0 1 0 0 0,0 1 0 0 0,0 0 1 0 0,0 0-1 0 0,0 0 0 0 0,0 1 0 0 0,11 2 1 0 0,-17-2-108 0 0,0 0 1 0 0,0-1 0 0 0,-1 1 0 0 0,1 0-1 0 0,0 0 1 0 0,0 0 0 0 0,0 0 0 0 0,-1 1-1 0 0,1-1 1 0 0,-1 0 0 0 0,1 1 0 0 0,-1-1 0 0 0,1 1-1 0 0,-1-1 1 0 0,0 1 0 0 0,0 0 0 0 0,1 0-1 0 0,-1-1 1 0 0,-1 1 0 0 0,3 4 0 0 0,-2-2 18 0 0,0 0-1 0 0,-1 1 1 0 0,1-1 0 0 0,-1 1 0 0 0,0-1 0 0 0,0 1 0 0 0,0-1 0 0 0,0 1 0 0 0,-2 5 0 0 0,-1 4 53 0 0,-1 1 0 0 0,-1-1 1 0 0,0 0-1 0 0,-12 23 0 0 0,11-26-73 0 0,0 2-170 0 0,0 0-1 0 0,-1-1 1 0 0,-1 0 0 0 0,0 0 0 0 0,0-1 0 0 0,-1 0 0 0 0,0-1-1 0 0,-18 16 1 0 0,54-36 548 0 0,-12 7-254 0 0,-1 1-1 0 0,1 1 1 0 0,0 0-1 0 0,-1 1 1 0 0,1 1-1 0 0,0 0 1 0 0,-1 1-1 0 0,1 0 1 0 0,20 7-1 0 0,-8 6-1348 0 0,-9-5-4813 0 0,-17-11 5777 0 0,0 1 1 0 0,-1 0-1 0 0,1-1 1 0 0,-1 1-1 0 0,1 0 0 0 0,-1-1 1 0 0,1 1-1 0 0,-1-1 0 0 0,1 1 1 0 0,-1-1-1 0 0,0 1 1 0 0,1-1-1 0 0,-1 1 0 0 0,0-1 1 0 0,1 0-1 0 0,-1 1 0 0 0,0-1 1 0 0,0 1-1 0 0,0-1 0 0 0,1 0 1 0 0,-1 1-1 0 0,0-1 1 0 0,0 1-1 0 0,0-1 0 0 0,0 0 1 0 0,0 1-1 0 0,0-1 0 0 0,0 0 1 0 0,0 1-1 0 0,0-1 1 0 0,0 0-1 0 0,-1 1 0 0 0,1-1 1 0 0,0-14-2143 0 0</inkml:trace>
  <inkml:trace contextRef="#ctx0" brushRef="#br0" timeOffset="1">262 13 3169 0 0,'8'31'7821'0'0,"2"13"-5288"0"0,16 65-1765 0 0,-11-62-664 0 0,24 51 0 0 0,9-6-4785 0 0,-39-80 1870 0 0,4-1-1635 0 0</inkml:trace>
  <inkml:trace contextRef="#ctx0" brushRef="#br0" timeOffset="2">246 111 9002 0 0,'2'3'3465'0'0,"1"2"-1721"0"0,3 3-640 0 0,4-3-304 0 0,3 0-311 0 0,3-4-217 0 0,2-1-104 0 0,3-1-40 0 0,2-4-256 0 0,3 2-545 0 0,-1-2-815 0 0,-1-3-1640 0 0,10 11-3730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81 5801 0 0,'-3'-1'304'0'0,"0"1"-1"0"0,0 0 0 0 0,0-1 0 0 0,0 1 1 0 0,0 1-1 0 0,0-1 0 0 0,0 0 1 0 0,0 1-1 0 0,0-1 0 0 0,0 1 1 0 0,0 0-1 0 0,0 0 0 0 0,0 0 0 0 0,1 0 1 0 0,-1 1-1 0 0,0-1 0 0 0,1 1 1 0 0,-1 0-1 0 0,1 0 0 0 0,-1 0 1 0 0,1 0-1 0 0,0 0 0 0 0,-2 3 1 0 0,0-1-130 0 0,2 1 1 0 0,-1-1-1 0 0,0 1 1 0 0,1-1-1 0 0,0 1 1 0 0,0 0-1 0 0,0 0 1 0 0,1 0 0 0 0,0 0-1 0 0,0 1 1 0 0,0-1-1 0 0,0 0 1 0 0,1 6-1 0 0,0-6-162 0 0,0 0 1 0 0,0 1-1 0 0,1-1 0 0 0,0 0 0 0 0,0 1 0 0 0,0-1 0 0 0,1 0 0 0 0,-1 0 0 0 0,1 0 0 0 0,1 0 0 0 0,-1-1 0 0 0,1 1 0 0 0,3 5 1 0 0,-4-8 7 0 0,0 1 1 0 0,1 0 0 0 0,-1-1-1 0 0,1 0 1 0 0,0 1 0 0 0,-1-1-1 0 0,1 0 1 0 0,0 0 0 0 0,0-1-1 0 0,1 1 1 0 0,-1-1 0 0 0,0 1 0 0 0,0-1-1 0 0,1 0 1 0 0,-1-1 0 0 0,1 1-1 0 0,-1 0 1 0 0,1-1 0 0 0,-1 0-1 0 0,1 0 1 0 0,5 0 0 0 0,1-2 9 0 0,0 0 1 0 0,0 0-1 0 0,0-1 0 0 0,0-1 1 0 0,0 1-1 0 0,0-2 1 0 0,-1 1-1 0 0,0-2 1 0 0,0 1-1 0 0,0-1 0 0 0,0 0 1 0 0,-1-1-1 0 0,0 0 1 0 0,-1 0-1 0 0,0-1 1 0 0,9-10-1 0 0,-13 14 0 0 0,0 0 1 0 0,0 0-1 0 0,0 0 1 0 0,0 0-1 0 0,-1 0 1 0 0,0-1-1 0 0,0 1 1 0 0,0-1-1 0 0,0 0 1 0 0,-1 0-1 0 0,0 1 1 0 0,0-1-1 0 0,0 0 1 0 0,0 0-1 0 0,-1 0 1 0 0,0 0-1 0 0,0 0 1 0 0,0 0-1 0 0,-1 0 1 0 0,1 0-1 0 0,-1 0 1 0 0,0 0-1 0 0,-1 1 1 0 0,1-1-1 0 0,-1 0 1 0 0,0 1-1 0 0,0-1 1 0 0,0 1-1 0 0,-1 0 1 0 0,0-1-1 0 0,0 1 1 0 0,0 0-1 0 0,0 1 1 0 0,0-1-1 0 0,-8-5 1 0 0,8 6-54 0 0,-1 0 1 0 0,1 1-1 0 0,-1 0 1 0 0,1-1-1 0 0,-1 1 0 0 0,0 1 1 0 0,0-1-1 0 0,0 0 1 0 0,0 1-1 0 0,0 0 1 0 0,0 0-1 0 0,-1 0 0 0 0,1 1 1 0 0,0-1-1 0 0,-1 1 1 0 0,1 0-1 0 0,0 0 1 0 0,0 1-1 0 0,-1-1 1 0 0,1 1-1 0 0,0 0 0 0 0,0 0 1 0 0,0 0-1 0 0,0 1 1 0 0,0-1-1 0 0,-7 5 1 0 0,4-2-498 0 0,0 0 0 0 0,0 1 1 0 0,0 0-1 0 0,0 0 0 0 0,-9 10 1 0 0,10-8-1332 0 0,0 0 0 0 0,1 0 0 0 0,-1 1 0 0 0,-6 14 0 0 0,10-13-1843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7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1 8474 0 0,'-6'34'3665'0'0,"-3"47"0"0"0,8-49-2353 0 0,5 51-1 0 0,-1-54-2127 0 0,2 0 1 0 0,1-1-1 0 0,1 1 0 0 0,2-1 0 0 0,21 50 0 0 0,-11-40-8627 0 0,-16-27 6018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7.8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 0 4513 0 0,'-2'2'387'0'0,"0"-1"0"0"0,0 1 0 0 0,0 0 0 0 0,0 0 1 0 0,0 0-1 0 0,1 0 0 0 0,-1 0 0 0 0,1 0 0 0 0,0 1 0 0 0,-1-1 0 0 0,1 0 0 0 0,0 1 1 0 0,0-1-1 0 0,1 0 0 0 0,-1 1 0 0 0,0 0 0 0 0,1-1 0 0 0,0 1 0 0 0,-1 4 0 0 0,2-1-72 0 0,-1 1-1 0 0,1-1 1 0 0,0 0 0 0 0,1 0-1 0 0,-1 1 1 0 0,1-1-1 0 0,5 11 1 0 0,4 4-66 0 0,1-1-1 0 0,0 0 1 0 0,21 24 0 0 0,-25-35-139 0 0,1 0-1 0 0,-1 0 0 0 0,2-1 0 0 0,-1 0 0 0 0,1-1 0 0 0,0 0 0 0 0,17 9 1 0 0,-21-13-32 0 0,0 0 1 0 0,0 0 0 0 0,0-1 0 0 0,0 0 0 0 0,1 0 0 0 0,-1 0 0 0 0,1-1 0 0 0,0 0-1 0 0,-1 0 1 0 0,1-1 0 0 0,0 0 0 0 0,0 0 0 0 0,-1 0 0 0 0,1-1 0 0 0,8-2-1 0 0,-12 2-40 0 0,0-1 0 0 0,0 1 0 0 0,0-1 0 0 0,0 0 0 0 0,0 0 0 0 0,-1 0 0 0 0,1 0 0 0 0,-1 0 0 0 0,1-1 0 0 0,-1 1 0 0 0,0-1 0 0 0,0 1 0 0 0,0-1 0 0 0,0 0 0 0 0,0 0 0 0 0,-1 0-1 0 0,0 0 1 0 0,1 0 0 0 0,-1 0 0 0 0,0 0 0 0 0,0 0 0 0 0,-1-1 0 0 0,1 1 0 0 0,-1 0 0 0 0,1-1 0 0 0,-1 1 0 0 0,0 0 0 0 0,0-1 0 0 0,-1 1 0 0 0,0-5 0 0 0,-1-11-132 0 0,-1-1 0 0 0,-1 1 1 0 0,-9-31-1 0 0,12 46-236 0 0,-1 0 0 0 0,1 0-1 0 0,-1 0 1 0 0,1 0 0 0 0,-1 0 0 0 0,-1 0-1 0 0,1 1 1 0 0,0-1 0 0 0,-5-4 0 0 0,6 7-154 0 0,-1 0 0 0 0,1 0 0 0 0,0 0 0 0 0,-1 0 0 0 0,1 0 1 0 0,0 0-1 0 0,-1 1 0 0 0,1-1 0 0 0,-1 1 0 0 0,1-1 0 0 0,-1 1 0 0 0,0-1 0 0 0,1 1 1 0 0,-1 0-1 0 0,1 0 0 0 0,-1 0 0 0 0,-3 0 0 0 0,-2 2-4216 0 0</inkml:trace>
  <inkml:trace contextRef="#ctx0" brushRef="#br0" timeOffset="1">95 233 6489 0 0,'0'0'3849'0'0,"3"0"-2328"0"0,2-2-561 0 0,4-3-240 0 0,1 1 0 0 0,3-3-128 0 0,2 1-192 0 0,3-4-168 0 0,1-2-128 0 0,4-1-136 0 0,0 0-64 0 0,1 0-200 0 0,1-1-336 0 0,-2 1-416 0 0,-2-2-648 0 0,-2 0-833 0 0,-7 1-1560 0 0,2 4 120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8.1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0 260 7674 0 0,'3'-2'4223'0'0,"17"-7"-3059"0"0,23-12 111 0 0,-32 14-1201 0 0,1 1-1 0 0,0 0 0 0 0,0 1 1 0 0,0 0-1 0 0,1 1 0 0 0,-1 1 1 0 0,1 0-1 0 0,19-2 1 0 0,-31 4-68 0 0,-1 1 0 0 0,1 0 0 0 0,0 0 1 0 0,0 0-1 0 0,0 0 0 0 0,0 1 1 0 0,0-1-1 0 0,0 0 0 0 0,0 0 1 0 0,0 0-1 0 0,0 1 0 0 0,0-1 1 0 0,0 0-1 0 0,0 1 0 0 0,0-1 1 0 0,0 1-1 0 0,-1-1 0 0 0,1 1 0 0 0,0 0 1 0 0,0-1-1 0 0,-1 1 0 0 0,1 0 1 0 0,0-1-1 0 0,-1 1 0 0 0,1 0 1 0 0,-1 0-1 0 0,1 0 0 0 0,-1 0 1 0 0,1 1-1 0 0,0 0 8 0 0,-1 1 0 0 0,0-1 0 0 0,0 1 1 0 0,0-1-1 0 0,0 1 0 0 0,0-1 0 0 0,0 1 0 0 0,-1-1 1 0 0,1 1-1 0 0,-1-1 0 0 0,-1 4 0 0 0,-3 6 58 0 0,0 1 0 0 0,-1-1 0 0 0,-10 14-1 0 0,-128 161 232 0 0,149-194-218 0 0,0 1 0 0 0,1 1 0 0 0,0-1 0 0 0,0 1 0 0 0,0 0 0 0 0,1 1-1 0 0,0-1 1 0 0,0 1 0 0 0,0 0 0 0 0,0 1 0 0 0,0 0 0 0 0,1 0 0 0 0,14-3 0 0 0,-9 3-82 0 0,-1 1-1 0 0,0 0 1 0 0,0 0-1 0 0,1 1 1 0 0,-1 1 0 0 0,1 0-1 0 0,-1 1 1 0 0,1 0-1 0 0,20 6 1 0 0,-16-1-1173 0 0,20 4-3011 0 0,-17-14-2656 0 0,-9-1 3056 0 0</inkml:trace>
  <inkml:trace contextRef="#ctx0" brushRef="#br0" timeOffset="1">378 1 6065 0 0,'-4'5'682'0'0,"1"0"-1"0"0,1 0 0 0 0,-1 0 1 0 0,1 1-1 0 0,-1-1 0 0 0,2 1 1 0 0,-1 0-1 0 0,1-1 0 0 0,-1 1 1 0 0,2 0-1 0 0,-1 7 0 0 0,1 68 605 0 0,1-65-742 0 0,2 32 210 0 0,17 93-1 0 0,-16-124-1002 0 0,1 1-1 0 0,0-1 0 0 0,1 0 0 0 0,1-1 0 0 0,0 1 0 0 0,1-1 1 0 0,1-1-1 0 0,18 24 0 0 0,-15-28-2087 0 0,-10-18-2314 0 0,-11-22-1746 0 0,9 28 6435 0 0,-5-16-1861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8.5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39 5145 0 0,'4'-3'7183'0'0,"11"0"-3790"0"0,33-2-3234 0 0,1 0-649 0 0,-16 0-599 0 0,10-2-2190 0 0,-16 0-2514 0 0,-13 3 1764 0 0</inkml:trace>
  <inkml:trace contextRef="#ctx0" brushRef="#br0" timeOffset="1">140 243 4305 0 0,'-14'11'1858'0'0,"1"1"0"0"0,0 1 0 0 0,-21 26 0 0 0,31-36-1661 0 0,0 1 0 0 0,1 0-1 0 0,0 0 1 0 0,0 0 0 0 0,0 0 0 0 0,0 0 0 0 0,1 1 0 0 0,-1-1 0 0 0,0 7-1 0 0,2-8-109 0 0,0-1 0 0 0,0 0-1 0 0,0 0 1 0 0,0 0 0 0 0,0 1-1 0 0,1-1 1 0 0,-1 0-1 0 0,1 0 1 0 0,0 0 0 0 0,-1 0-1 0 0,1 0 1 0 0,0 1 0 0 0,0-1-1 0 0,0-1 1 0 0,0 1-1 0 0,1 0 1 0 0,-1 0 0 0 0,1 0-1 0 0,-1-1 1 0 0,3 3 0 0 0,0-1 7 0 0,0-1 1 0 0,0 1 0 0 0,0-1 0 0 0,0 0-1 0 0,0 0 1 0 0,1-1 0 0 0,-1 1 0 0 0,1-1-1 0 0,-1 0 1 0 0,1 0 0 0 0,0-1-1 0 0,-1 1 1 0 0,1-1 0 0 0,0 0 0 0 0,-1 0-1 0 0,1 0 1 0 0,8-2 0 0 0,-4 0 67 0 0,-1 1 1 0 0,1-2-1 0 0,-1 1 1 0 0,0-1-1 0 0,0 0 1 0 0,0-1-1 0 0,0 1 1 0 0,12-9-1 0 0,-17 10-128 0 0,-1 1 0 0 0,0-1 0 0 0,0 1 0 0 0,0-1-1 0 0,0 0 1 0 0,0 0 0 0 0,0 0 0 0 0,0 0 0 0 0,-1 0 0 0 0,1 0 0 0 0,-1 0 0 0 0,0-1 0 0 0,1 1 0 0 0,-1 0-1 0 0,0-1 1 0 0,0 1 0 0 0,-1-1 0 0 0,1 1 0 0 0,0-1 0 0 0,-1 0 0 0 0,0 1 0 0 0,1-1 0 0 0,-1 0 0 0 0,0 1-1 0 0,0-1 1 0 0,-1 0 0 0 0,1 1 0 0 0,0-1 0 0 0,-1 1 0 0 0,0-1 0 0 0,1 1 0 0 0,-1-1 0 0 0,0 1 0 0 0,-1-1-1 0 0,-1-2 1 0 0,0 1-20 0 0,0-1-1 0 0,0 1 1 0 0,-1 0 0 0 0,1 1-1 0 0,-1-1 1 0 0,0 1-1 0 0,0 0 1 0 0,-1 0-1 0 0,1 0 1 0 0,-1 0-1 0 0,1 1 1 0 0,-1-1 0 0 0,0 1-1 0 0,0 1 1 0 0,0-1-1 0 0,0 1 1 0 0,-5-2-1 0 0,-2 2-363 0 0,0 0 1 0 0,0 1-1 0 0,1 0 0 0 0,-1 0 0 0 0,-16 4 0 0 0,-28 9-4852 0 0,29-14-2178 0 0,19 0 3153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9.0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134 128 5121 0 0,'-4'-3'617'0'0,"-1"0"-1"0"0,0 0 1 0 0,0 1 0 0 0,0-1-1 0 0,0 1 1 0 0,0 0 0 0 0,0 1 0 0 0,0-1-1 0 0,0 1 1 0 0,-1 0 0 0 0,1 1-1 0 0,-1-1 1 0 0,-8 1 0 0 0,11 0-524 0 0,0 1 0 0 0,1 0 0 0 0,-1 0 0 0 0,0-1 0 0 0,1 2 0 0 0,0-1 0 0 0,-1 0 0 0 0,1 0 0 0 0,0 1 1 0 0,-1-1-1 0 0,1 1 0 0 0,0 0 0 0 0,0 0 0 0 0,0 0 0 0 0,0 0 0 0 0,1 0 0 0 0,-1 0 0 0 0,1 0 0 0 0,-1 1 1 0 0,1-1-1 0 0,-1 0 0 0 0,1 1 0 0 0,0-1 0 0 0,0 1 0 0 0,1 0 0 0 0,-1-1 0 0 0,0 1 0 0 0,1-1 0 0 0,-1 6 1 0 0,1-4-69 0 0,0 1 1 0 0,-1-1-1 0 0,2 1 1 0 0,-1-1-1 0 0,0 0 1 0 0,1 1 0 0 0,0-1-1 0 0,0 0 1 0 0,0 0-1 0 0,0 1 1 0 0,1-1-1 0 0,0 0 1 0 0,0 0 0 0 0,0-1-1 0 0,0 1 1 0 0,0 0-1 0 0,1-1 1 0 0,0 1-1 0 0,-1-1 1 0 0,2 0 0 0 0,-1 0-1 0 0,0 0 1 0 0,0 0-1 0 0,1 0 1 0 0,0-1-1 0 0,-1 0 1 0 0,1 1-1 0 0,0-1 1 0 0,0-1 0 0 0,6 3-1 0 0,-4-1-20 0 0,1-1 1 0 0,0 0-1 0 0,1 0 0 0 0,-1 0 0 0 0,0-1 1 0 0,0 0-1 0 0,1 0 0 0 0,-1-1 0 0 0,1 0 1 0 0,-1 0-1 0 0,0-1 0 0 0,1 0 0 0 0,-1 0 0 0 0,0 0 1 0 0,1-1-1 0 0,-1-1 0 0 0,9-3 0 0 0,-15 5-1 0 0,0 1 0 0 0,0-1 0 0 0,-1 0 0 0 0,1 0 0 0 0,0 1 0 0 0,-1-1 0 0 0,1 0 0 0 0,-1 0 0 0 0,1 0 0 0 0,-1 0 0 0 0,1 0 0 0 0,-1 0 0 0 0,1 0 0 0 0,-1 0 0 0 0,0 1 0 0 0,0-1 0 0 0,1 0 0 0 0,-1 0 0 0 0,0-1 0 0 0,0 1 0 0 0,0 0-1 0 0,0 0 1 0 0,0 0 0 0 0,0 0 0 0 0,-1 0 0 0 0,1 0 0 0 0,0 0 0 0 0,0 0 0 0 0,-1 0 0 0 0,1 1 0 0 0,0-1 0 0 0,-1 0 0 0 0,1 0 0 0 0,-1 0 0 0 0,0 0 0 0 0,1 0 0 0 0,-1 1 0 0 0,0-2 0 0 0,-31-38 130 0 0,25 33-136 0 0,0-2-41 0 0,1 1 0 0 0,1-1 0 0 0,0-1 0 0 0,0 1 0 0 0,0-1 1 0 0,1 1-1 0 0,-4-20 0 0 0,7 26 31 0 0,0 0 0 0 0,0 0 0 0 0,0 1 0 0 0,0-1 0 0 0,1 0 0 0 0,0 0 0 0 0,0-1 0 0 0,-1 1 0 0 0,2 0 0 0 0,-1 0 0 0 0,0 0 0 0 0,1 0 0 0 0,-1 0 1 0 0,1 0-1 0 0,0 1 0 0 0,0-1 0 0 0,0 0 0 0 0,0 0 0 0 0,0 0 0 0 0,1 1 0 0 0,-1-1 0 0 0,1 1 0 0 0,0-1 0 0 0,0 1 0 0 0,0-1 0 0 0,0 1 0 0 0,0 0 0 0 0,0 0 0 0 0,1 0 1 0 0,-1 0-1 0 0,4-1 0 0 0,-2 1 92 0 0,-1 1 0 0 0,1-1 0 0 0,0 1 0 0 0,0 0 0 0 0,-1 0 0 0 0,1 1 0 0 0,0-1 0 0 0,0 1 0 0 0,0 0 0 0 0,0 0 0 0 0,-1 0 0 0 0,1 0 0 0 0,0 1 0 0 0,0-1 1 0 0,0 1-1 0 0,0 0 0 0 0,-1 0 0 0 0,1 1 0 0 0,-1-1 0 0 0,8 4 0 0 0,-7-2 41 0 0,1 1 1 0 0,-1-1-1 0 0,0 1 0 0 0,1 0 1 0 0,-2 0-1 0 0,1 0 1 0 0,0 1-1 0 0,-1-1 0 0 0,0 1 1 0 0,0 0-1 0 0,0-1 1 0 0,-1 2-1 0 0,4 8 0 0 0,9 32-153 0 0,24 60-10 0 0,-6-40-4563 0 0,-8-62-8691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9.39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 8946 0 0,'-1'0'195'0'0,"0"0"1"0"0,1 0-1 0 0,-1 0 1 0 0,0 0 0 0 0,0 0-1 0 0,0 0 1 0 0,1 1-1 0 0,-1-1 1 0 0,0 0-1 0 0,0 0 1 0 0,0 1-1 0 0,1-1 1 0 0,-1 1-1 0 0,0-1 1 0 0,1 1-1 0 0,-1-1 1 0 0,0 1-1 0 0,1-1 1 0 0,-1 1-1 0 0,1-1 1 0 0,-1 1-1 0 0,0 0 1 0 0,1 0-1 0 0,0-1 1 0 0,-1 1 0 0 0,1 0-1 0 0,-1-1 1 0 0,1 1-1 0 0,0 0 1 0 0,0 0-1 0 0,-1 0 1 0 0,1-1-1 0 0,0 1 1 0 0,0 0-1 0 0,0 0 1 0 0,0 1-1 0 0,-7 32 1057 0 0,7-17-1085 0 0,1-1 0 0 0,0 0 0 0 0,1 1 1 0 0,1-1-1 0 0,1 0 0 0 0,0 0 0 0 0,9 21 0 0 0,57 108-3461 0 0,-30-66-4875 0 0,-32-64 3312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19.7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 30 7930 0 0,'-7'14'1046'0'0,"0"0"0"0"0,1 0 0 0 0,1 0 1 0 0,0 1-1 0 0,1 0 0 0 0,-4 26 0 0 0,6-25-976 0 0,1-1-1 0 0,0 1 1 0 0,1-1-1 0 0,1 1 0 0 0,1-1 1 0 0,0 1-1 0 0,1-1 1 0 0,0 0-1 0 0,1 0 0 0 0,1 0 1 0 0,7 15-1 0 0,-9-26-258 0 0,-1 0 0 0 0,1 0 0 0 0,0-1 0 0 0,0 1 1 0 0,1-1-1 0 0,-1 0 0 0 0,5 3 0 0 0,6-2-2861 0 0,-14-4 2838 0 0,1-1-1 0 0,-1 1 1 0 0,1-1 0 0 0,-1 0 0 0 0,0 1 0 0 0,1-1-1 0 0,-1 0 1 0 0,0 1 0 0 0,0-1 0 0 0,0 0 0 0 0,1 1 0 0 0,-1-1-1 0 0,0 0 1 0 0,0 1 0 0 0,0-1 0 0 0,0 0 0 0 0,0 0-1 0 0,0 1 1 0 0,0-1 0 0 0,0 0 0 0 0,-1 0 0 0 0,1 1-1 0 0,0-1 1 0 0,0 0 0 0 0,-1 0 0 0 0,-2-12-2547 0 0,1-1 102 0 0</inkml:trace>
  <inkml:trace contextRef="#ctx0" brushRef="#br0" timeOffset="1">22 163 4321 0 0,'-1'2'423'0'0,"0"-1"1"0"0,1 1 0 0 0,-1-1-1 0 0,0 1 1 0 0,1-1-1 0 0,-1 1 1 0 0,1 0-1 0 0,-1-1 1 0 0,1 1 0 0 0,0 0-1 0 0,0-1 1 0 0,0 1-1 0 0,0 0 1 0 0,0-1-1 0 0,0 3 1 0 0,12 24 2705 0 0,-10-25-2986 0 0,0 0-1 0 0,1 0 0 0 0,-1 0 1 0 0,1 0-1 0 0,0 0 0 0 0,0 0 0 0 0,0-1 1 0 0,0 0-1 0 0,0 1 0 0 0,0-1 1 0 0,1 0-1 0 0,-1-1 0 0 0,5 3 0 0 0,6-1-92 0 0,-1-1 0 0 0,1 0 0 0 0,0-1 0 0 0,-1-1 0 0 0,1 0 0 0 0,14-2 0 0 0,45-9-4160 0 0,-72 11 3823 0 0,-1 0-1 0 0,1 0 1 0 0,0 0 0 0 0,0-1 0 0 0,0 1 0 0 0,0 0 0 0 0,0 0 0 0 0,0-1-1 0 0,0 1 1 0 0,-1-1 0 0 0,1 1 0 0 0,0-1 0 0 0,0 1 0 0 0,-1-1 0 0 0,1 1-1 0 0,0-1 1 0 0,0 0 0 0 0,-1 1 0 0 0,1-1 0 0 0,-1 0 0 0 0,1 0 0 0 0,-1 1-1 0 0,1-1 1 0 0,-1 0 0 0 0,1 0 0 0 0,-1 0 0 0 0,0 0 0 0 0,1-1 0 0 0,1-4-3021 0 0</inkml:trace>
  <inkml:trace contextRef="#ctx0" brushRef="#br0" timeOffset="2">112 168 5697 0 0,'0'-1'338'0'0,"0"-1"0"0"0,1 0 0 0 0,0 1 0 0 0,-1-1 0 0 0,1 1 1 0 0,0-1-1 0 0,0 1 0 0 0,0 0 0 0 0,0-1 0 0 0,0 1 0 0 0,0 0 0 0 0,0 0 0 0 0,1 0 0 0 0,-1-1 0 0 0,0 1 0 0 0,1 1 0 0 0,-1-1 0 0 0,0 0 0 0 0,3-1 0 0 0,34-16-25 0 0,-31 15 201 0 0,43-17-90 0 0,74-20 0 0 0,-4 10-5722 0 0,-118 30 4919 0 0,0-1 1 0 0,0 1-1 0 0,0-1 0 0 0,0 1 0 0 0,0-1 1 0 0,0 0-1 0 0,0 0 0 0 0,-1 0 0 0 0,1 0 1 0 0,0-1-1 0 0,0 1 0 0 0,-1 0 1 0 0,1-1-1 0 0,-1 1 0 0 0,1-1 0 0 0,1-3 1 0 0,4-4-1659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20.1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64 808 0 0,'-7'-15'1592'0'0,"5"11"-1073"0"0,1 0 1 0 0,-1-1-1 0 0,-1 1 1 0 0,1 0 0 0 0,0 0-1 0 0,-1 0 1 0 0,0 0-1 0 0,0 0 1 0 0,0 1-1 0 0,-6-6 1 0 0,8 10-365 0 0,1-1 0 0 0,-1 0 1 0 0,0 1-1 0 0,1-1 0 0 0,-1 1 0 0 0,0-1 1 0 0,1 1-1 0 0,-1-1 0 0 0,1 1 0 0 0,-1-1 0 0 0,1 1 1 0 0,-1-1-1 0 0,1 1 0 0 0,-1 0 0 0 0,1-1 0 0 0,0 1 1 0 0,-1 0-1 0 0,1 0 0 0 0,0-1 0 0 0,-1 1 0 0 0,1 0 1 0 0,0-1-1 0 0,0 1 0 0 0,0 0 0 0 0,0 0 1 0 0,0 0-1 0 0,0-1 0 0 0,0 1 0 0 0,0 0 0 0 0,0 0 1 0 0,0-1-1 0 0,0 2 0 0 0,0 29 1260 0 0,7 46 425 0 0,4-1-1 0 0,38 142 0 0 0,-15-111-3952 0 0,64 140-1 0 0,-96-241-428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21.2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177 9 7226 0 0,'-3'-2'324'0'0,"1"1"1"0"0,-1 0 0 0 0,0 0 0 0 0,0 0 0 0 0,1 1 0 0 0,-1-1 0 0 0,0 1-1 0 0,0-1 1 0 0,0 1 0 0 0,0 0 0 0 0,0 0 0 0 0,0 0 0 0 0,1 0 0 0 0,-1 1-1 0 0,0-1 1 0 0,0 1 0 0 0,0 0 0 0 0,-5 2 0 0 0,3 0-64 0 0,0 0 1 0 0,0 0-1 0 0,0 0 1 0 0,0 1-1 0 0,1 0 1 0 0,-1 0-1 0 0,1 0 1 0 0,-7 9 0 0 0,0 3-2 0 0,0 0 0 0 0,2 0 0 0 0,0 1 0 0 0,1 0 0 0 0,-7 21 0 0 0,14-36-252 0 0,0 0 1 0 0,1-1-1 0 0,-1 1 1 0 0,0 0-1 0 0,1 1 0 0 0,-1-1 1 0 0,1 0-1 0 0,0 0 1 0 0,-1 0-1 0 0,1 0 1 0 0,0 0-1 0 0,0 0 1 0 0,1 0-1 0 0,-1 0 0 0 0,0 0 1 0 0,1 1-1 0 0,-1-1 1 0 0,2 3-1 0 0,-1-4-8 0 0,0 0-1 0 0,0 0 1 0 0,0-1-1 0 0,0 1 0 0 0,0 0 1 0 0,0-1-1 0 0,0 1 1 0 0,0-1-1 0 0,0 1 1 0 0,0-1-1 0 0,0 0 0 0 0,0 1 1 0 0,1-1-1 0 0,-1 0 1 0 0,0 0-1 0 0,0 0 0 0 0,0 0 1 0 0,0 0-1 0 0,1 0 1 0 0,-1 0-1 0 0,0 0 1 0 0,0 0-1 0 0,2-1 0 0 0,6-2-23 0 0,-1 1-1 0 0,0-2 0 0 0,1 1 1 0 0,-1-1-1 0 0,-1 0 0 0 0,1-1 1 0 0,8-6-1 0 0,3-6-18 0 0,-1 0 1 0 0,-1-1-1 0 0,-1-1 0 0 0,-1-1 1 0 0,0 0-1 0 0,20-39 0 0 0,-35 59 48 0 0,1 0-1 0 0,-1 0 1 0 0,0 0 0 0 0,0 0-1 0 0,1 0 1 0 0,-1-1-1 0 0,0 1 1 0 0,1 0 0 0 0,-1 0-1 0 0,0 0 1 0 0,0 0-1 0 0,1 0 1 0 0,-1 0 0 0 0,0 0-1 0 0,1 0 1 0 0,-1 0-1 0 0,0 1 1 0 0,1-1 0 0 0,-1 0-1 0 0,0 0 1 0 0,0 0-1 0 0,1 0 1 0 0,-1 0 0 0 0,0 0-1 0 0,0 1 1 0 0,1-1-1 0 0,-1 0 1 0 0,0 0 0 0 0,0 0-1 0 0,1 1 1 0 0,-1-1-1 0 0,0 0 1 0 0,0 0-1 0 0,0 0 1 0 0,0 1 0 0 0,1-1-1 0 0,-1 0 1 0 0,0 1-1 0 0,0-1 1 0 0,0 0 0 0 0,0 0-1 0 0,0 1 1 0 0,0-1-1 0 0,0 0 1 0 0,0 1 0 0 0,0-1-1 0 0,0 0 1 0 0,0 0-1 0 0,0 1 1 0 0,0 0 0 0 0,7 16 246 0 0,8 35 469 0 0,7 15-284 0 0,-4 1 0 0 0,-2 1-1 0 0,12 129 1 0 0,-28-191-393 0 0,0 0 0 0 0,0 1 0 0 0,-1-1 1 0 0,0 0-1 0 0,0 0 0 0 0,-1 0 0 0 0,0 0 0 0 0,0 0 0 0 0,0 0 0 0 0,-1 0 1 0 0,0 0-1 0 0,0-1 0 0 0,-1 0 0 0 0,-8 11 0 0 0,9-13-44 0 0,-1-1-1 0 0,1 0 1 0 0,-1 0-1 0 0,0 0 1 0 0,0 0-1 0 0,0-1 1 0 0,0 1-1 0 0,0-1 0 0 0,-1 0 1 0 0,1-1-1 0 0,-1 1 1 0 0,1-1-1 0 0,-1 1 1 0 0,0-1-1 0 0,0-1 1 0 0,1 1-1 0 0,-1-1 1 0 0,0 0-1 0 0,0 0 1 0 0,0 0-1 0 0,1-1 1 0 0,-1 1-1 0 0,-6-3 1 0 0,-1 0-54 0 0,0-1 0 0 0,0 0 0 0 0,1 0 0 0 0,-1-1 0 0 0,1-1 0 0 0,0 0 0 0 0,1-1-1 0 0,0 0 1 0 0,0 0 0 0 0,0-1 0 0 0,-12-13 0 0 0,16 15-2 0 0,0-1-1 0 0,0 0 0 0 0,1 0 1 0 0,0 0-1 0 0,0 0 0 0 0,1-1 0 0 0,0 1 1 0 0,0-1-1 0 0,1 0 0 0 0,0-1 1 0 0,1 1-1 0 0,-1 0 0 0 0,1-1 1 0 0,1 1-1 0 0,0-1 0 0 0,0 0 0 0 0,1-10 1 0 0,1 13 21 0 0,1 0 1 0 0,-1 0 0 0 0,1 1-1 0 0,1-1 1 0 0,-1 1 0 0 0,1-1-1 0 0,0 1 1 0 0,0 0-1 0 0,0 0 1 0 0,1 0 0 0 0,0 0-1 0 0,0 1 1 0 0,0 0 0 0 0,9-8-1 0 0,9-6-43 0 0,42-26-1 0 0,-56 39 64 0 0,36-24-8 0 0,2 2 0 0 0,0 3 0 0 0,2 1 0 0 0,94-31 0 0 0,-106 49-32 0 0,-28 10 142 0 0,-17 13 86 0 0,1-9-129 0 0,1 0 1 0 0,1 0 0 0 0,0 1 0 0 0,0 0-1 0 0,1 0 1 0 0,0 0 0 0 0,1 1 0 0 0,0 0 0 0 0,1 0-1 0 0,-3 15 1 0 0,5-20-39 0 0,1 0 0 0 0,-1 0 0 0 0,1 0 0 0 0,0 0 0 0 0,1 0 0 0 0,-1 0-1 0 0,1 0 1 0 0,1 0 0 0 0,-1 0 0 0 0,1 0 0 0 0,0 0 0 0 0,0-1 0 0 0,0 1 0 0 0,1-1 0 0 0,0 0 0 0 0,0 0 0 0 0,0 0-1 0 0,1 0 1 0 0,0 0 0 0 0,0 0 0 0 0,7 5 0 0 0,-8-7 7 0 0,1 0-1 0 0,0 0 1 0 0,-1-1-1 0 0,1 1 1 0 0,0-1 0 0 0,0 0-1 0 0,1 0 1 0 0,-1-1-1 0 0,0 1 1 0 0,0-1-1 0 0,1 0 1 0 0,-1 0 0 0 0,1-1-1 0 0,-1 1 1 0 0,1-1-1 0 0,-1 0 1 0 0,6 0 0 0 0,-2-1 8 0 0,0-1 1 0 0,-1 1 0 0 0,1-2 0 0 0,0 1 0 0 0,0-1 0 0 0,-1 0 0 0 0,0 0 0 0 0,0-1-1 0 0,9-5 1 0 0,-6 2 7 0 0,-1 0 0 0 0,1-1-1 0 0,-1 1 1 0 0,0-2 0 0 0,-1 1 0 0 0,0-1-1 0 0,0-1 1 0 0,-1 1 0 0 0,-1-1 0 0 0,1 0-1 0 0,-1-1 1 0 0,-1 0 0 0 0,4-11 0 0 0,-8 18-19 0 0,0 0 1 0 0,0 0 0 0 0,-1 0 0 0 0,1 0 0 0 0,-1-1 0 0 0,0 1-1 0 0,0 0 1 0 0,-1 0 0 0 0,1 0 0 0 0,-1 0 0 0 0,0 0 0 0 0,0 0-1 0 0,0 0 1 0 0,-1 0 0 0 0,1 0 0 0 0,-1 1 0 0 0,0-1 0 0 0,0 0-1 0 0,0 1 1 0 0,-1-1 0 0 0,1 1 0 0 0,-1 0 0 0 0,0 0 0 0 0,0 0-1 0 0,0 0 1 0 0,0 1 0 0 0,0-1 0 0 0,-1 1 0 0 0,1 0 0 0 0,-1 0-1 0 0,0 0 1 0 0,1 0 0 0 0,-1 1 0 0 0,0-1 0 0 0,0 1 0 0 0,-4-1-1 0 0,3 0-43 0 0,0 1 0 0 0,0 0 0 0 0,0 0 0 0 0,0 0 0 0 0,0 0 0 0 0,0 1 0 0 0,0 0 0 0 0,0 0 0 0 0,0 0 0 0 0,0 1 0 0 0,0-1 0 0 0,0 1-1 0 0,0 0 1 0 0,0 1 0 0 0,0-1 0 0 0,0 1 0 0 0,0 0 0 0 0,1 1 0 0 0,-1-1 0 0 0,1 1 0 0 0,0-1 0 0 0,-1 1 0 0 0,1 1 0 0 0,1-1 0 0 0,-1 0 0 0 0,0 1 0 0 0,1 0-1 0 0,-6 7 1 0 0,9-10 14 0 0,0-1 0 0 0,-1 1 0 0 0,1-1 0 0 0,-1 1 0 0 0,1 0-1 0 0,0-1 1 0 0,0 1 0 0 0,-1 0 0 0 0,1-1 0 0 0,0 1 0 0 0,0 0-1 0 0,0-1 1 0 0,0 1 0 0 0,-1 0 0 0 0,1 0 0 0 0,0-1 0 0 0,0 1-1 0 0,1 0 1 0 0,-1-1 0 0 0,0 1 0 0 0,0 0 0 0 0,0 0 0 0 0,0-1-1 0 0,1 1 1 0 0,-1 0 0 0 0,0-1 0 0 0,1 1 0 0 0,-1-1 0 0 0,0 1-1 0 0,1 0 1 0 0,0 0 0 0 0,22 6-489 0 0,30-12-97 0 0,-8-6-73 0 0,67-26-1 0 0,-12 2-155 0 0,-99 35 843 0 0,0-1 0 0 0,0 1 0 0 0,0 0 0 0 0,0 0 0 0 0,0 0 0 0 0,0 0 0 0 0,0 0 0 0 0,0 0 0 0 0,-1 0 0 0 0,1 0 0 0 0,0 0 0 0 0,0 0 0 0 0,0 0 0 0 0,0 0 0 0 0,0 1 0 0 0,0-1 0 0 0,0 0 0 0 0,-1 1 0 0 0,1-1 0 0 0,0 1 0 0 0,0-1 0 0 0,0 1 0 0 0,-1-1 1 0 0,1 1-1 0 0,0-1 0 0 0,-1 1 0 0 0,1 0 0 0 0,-1-1 0 0 0,1 1 0 0 0,0 0 0 0 0,-1 0 0 0 0,1 0 0 0 0,-1-1 0 0 0,0 1 0 0 0,1 0 0 0 0,-1 0 0 0 0,0 0 0 0 0,1 0 0 0 0,-1 0 0 0 0,0 0 0 0 0,0-1 0 0 0,0 1 0 0 0,0 0 0 0 0,0 0 0 0 0,0 0 0 0 0,0 0 0 0 0,0 0 0 0 0,0 0 0 0 0,-1 1 0 0 0,-7 62 716 0 0,4-39-463 0 0,2-14-163 0 0,2 1 0 0 0,-1-1 0 0 0,2 1 0 0 0,-1-1 0 0 0,2 0 0 0 0,-1 1 0 0 0,2-1 0 0 0,5 17 0 0 0,-7-25-76 0 0,0 0-1 0 0,0 0 0 0 0,0 0 1 0 0,1 0-1 0 0,0-1 0 0 0,-1 1 0 0 0,1 0 1 0 0,0-1-1 0 0,0 1 0 0 0,1-1 0 0 0,-1 0 1 0 0,0 0-1 0 0,1 0 0 0 0,-1 0 1 0 0,1 0-1 0 0,0-1 0 0 0,0 1 0 0 0,0-1 1 0 0,-1 1-1 0 0,1-1 0 0 0,0 0 0 0 0,1 0 1 0 0,-1-1-1 0 0,0 1 0 0 0,0-1 0 0 0,0 1 1 0 0,0-1-1 0 0,0 0 0 0 0,1 0 1 0 0,-1 0-1 0 0,0-1 0 0 0,0 1 0 0 0,0-1 1 0 0,0 1-1 0 0,5-3 0 0 0,0 1 49 0 0,-1-1-1 0 0,1 0 1 0 0,0-1-1 0 0,-1 0 1 0 0,0 0 0 0 0,0-1-1 0 0,0 1 1 0 0,0-2-1 0 0,-1 1 1 0 0,0-1-1 0 0,0 0 1 0 0,0 0 0 0 0,-1 0-1 0 0,9-15 1 0 0,-12 18-32 0 0,0 0 0 0 0,0 0 0 0 0,0 0-1 0 0,-1-1 1 0 0,0 1 0 0 0,0-1 0 0 0,0 1 0 0 0,0-1 0 0 0,0 1 0 0 0,-1-1 0 0 0,1 0 0 0 0,-1 1 0 0 0,0-1 0 0 0,0 0-1 0 0,0 0 1 0 0,-1 1 0 0 0,1-1 0 0 0,-1 1 0 0 0,0-1 0 0 0,0 1 0 0 0,0-1 0 0 0,-1 1 0 0 0,1-1 0 0 0,-1 1 0 0 0,0 0 0 0 0,0 0-1 0 0,0 0 1 0 0,0 0 0 0 0,0 0 0 0 0,-1 0 0 0 0,1 0 0 0 0,-1 1 0 0 0,0 0 0 0 0,0-1 0 0 0,-6-2 0 0 0,1-1-31 0 0,-1 2 1 0 0,-1-1 0 0 0,1 1 0 0 0,-1 0-1 0 0,1 1 1 0 0,-1 0 0 0 0,0 1 0 0 0,0 0-1 0 0,0 1 1 0 0,-11-1 0 0 0,16 2-260 0 0,-1-1-1 0 0,1 1 1 0 0,-1 0 0 0 0,1 1 0 0 0,-1-1 0 0 0,1 1 0 0 0,0 0-1 0 0,0 0 1 0 0,-1 1 0 0 0,1 0 0 0 0,0 0 0 0 0,0 0 0 0 0,0 0-1 0 0,1 1 1 0 0,-1-1 0 0 0,0 1 0 0 0,1 1 0 0 0,0-1 0 0 0,0 1-1 0 0,-6 5 1 0 0,10-3-3300 0 0,11-8 1167 0 0,10-7-1457 0 0,-2 2 62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0:21.6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213 3 5025 0 0,'1'-1'296'0'0,"0"1"0"0"0,0 0 0 0 0,0 0-1 0 0,-1-1 1 0 0,1 1 0 0 0,0 0 0 0 0,0 0 0 0 0,0 0-1 0 0,0 0 1 0 0,0 0 0 0 0,-1 0 0 0 0,1 0 0 0 0,0 0-1 0 0,0 1 1 0 0,0-1 0 0 0,0 0 0 0 0,-1 0 0 0 0,1 1 0 0 0,0-1-1 0 0,0 0 1 0 0,-1 1 0 0 0,1-1 0 0 0,1 1 0 0 0,8 19 2886 0 0,-7 35-2015 0 0,-2-40-411 0 0,16 197 1324 0 0,-12-181-1955 0 0,2-1-1 0 0,0 1 1 0 0,2-1-1 0 0,23 51 0 0 0,-29-75-102 0 0,10 26 144 0 0,-20-32-190 0 0,-12-13-169 0 0,0-3-135 0 0,7 5 77 0 0,-1 0 1 0 0,0 1 0 0 0,0 1-1 0 0,-1 0 1 0 0,-26-11 0 0 0,36 18 235 0 0,0 1 0 0 0,-1 0 0 0 0,1 0 0 0 0,0 0 0 0 0,-1 1 1 0 0,1-1-1 0 0,-1 1 0 0 0,1 0 0 0 0,-1 0 0 0 0,1 1 0 0 0,-1-1 0 0 0,1 1 1 0 0,-1 0-1 0 0,1 0 0 0 0,0 1 0 0 0,-1-1 0 0 0,1 1 0 0 0,0 0 0 0 0,0 0 1 0 0,0 0-1 0 0,0 1 0 0 0,1-1 0 0 0,-1 1 0 0 0,1 0 0 0 0,-6 6 0 0 0,-1 1 127 0 0,0 1 0 0 0,1 0-1 0 0,-13 20 1 0 0,19-25-45 0 0,0-1 0 0 0,0 0 0 0 0,0 1 1 0 0,1-1-1 0 0,-1 1 0 0 0,1 0 0 0 0,1 0 0 0 0,-1 0 0 0 0,1 0 0 0 0,0 0 1 0 0,0 7-1 0 0,1-12-50 0 0,0 0-1 0 0,0 0 1 0 0,0 0 0 0 0,1 0 0 0 0,-1 0-1 0 0,0 0 1 0 0,1 0 0 0 0,-1 1 0 0 0,0-1 0 0 0,1 0-1 0 0,0 0 1 0 0,-1-1 0 0 0,1 1 0 0 0,-1 0-1 0 0,1 0 1 0 0,0 0 0 0 0,0 0 0 0 0,0 0 0 0 0,-1-1-1 0 0,1 1 1 0 0,0 0 0 0 0,0-1 0 0 0,0 1 0 0 0,0-1-1 0 0,2 2 1 0 0,0-1 53 0 0,0-1-1 0 0,0 1 1 0 0,1 0-1 0 0,-1-1 1 0 0,0 0-1 0 0,0 1 1 0 0,1-1-1 0 0,5-1 1 0 0,3-1 173 0 0,1 0 0 0 0,-1-1 1 0 0,20-8-1 0 0,-3 0-194 0 0,-1-2 1 0 0,0-1-1 0 0,-1-2 0 0 0,-1 0 1 0 0,25-20-1 0 0,-38 27-1238 0 0,1-1-2548 0 0,-8-5-3898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49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55 176 4985 0 0,'0'0'118'0'0,"-33"2"5980"0"0,32-2-6003 0 0,0 0-1 0 0,0 0 0 0 0,1-1 0 0 0,-1 1 0 0 0,0 0 1 0 0,1 0-1 0 0,-1 0 0 0 0,0 0 0 0 0,0 1 1 0 0,1-1-1 0 0,-1 0 0 0 0,0 0 0 0 0,1 0 0 0 0,-1 0 1 0 0,0 1-1 0 0,1-1 0 0 0,-1 0 0 0 0,0 1 1 0 0,1-1-1 0 0,-1 0 0 0 0,1 1 0 0 0,-1-1 0 0 0,1 1 1 0 0,-1-1-1 0 0,1 1 0 0 0,-1-1 0 0 0,1 1 1 0 0,-1 0-1 0 0,1-1 0 0 0,-1 1 0 0 0,1-1 1 0 0,0 1-1 0 0,0 0 0 0 0,-1-1 0 0 0,1 1 0 0 0,0 0 1 0 0,0-1-1 0 0,0 1 0 0 0,-1 0 0 0 0,1 1 1 0 0,2-1-28 0 0,-1 1 0 0 0,0-1 1 0 0,1 1-1 0 0,-1-1 0 0 0,1 0 1 0 0,-1 0-1 0 0,1 1 0 0 0,-1-1 1 0 0,1 0-1 0 0,0 0 0 0 0,0-1 1 0 0,0 1-1 0 0,-1 0 0 0 0,1-1 1 0 0,0 1-1 0 0,0-1 0 0 0,2 1 0 0 0,42 5 777 0 0,-26-4-520 0 0,13 1-124 0 0,0-2 0 0 0,0 0 0 0 0,0-3 0 0 0,47-7 0 0 0,14 0-53 0 0,44-7 160 0 0,-97 9-221 0 0,0 2 0 0 0,1 2 0 0 0,-1 2 0 0 0,48 4 0 0 0,-49 0-15 0 0,1-3 0 0 0,77-7 1 0 0,-71 3 11 0 0,77 2 0 0 0,-87 2-11 0 0,1-1 0 0 0,0-2 0 0 0,40-9 0 0 0,-40 6-19 0 0,-1 1 0 0 0,1 2 0 0 0,41 2 0 0 0,-32 2 23 0 0,72-8 0 0 0,-79 3-35 0 0,0 2 0 0 0,70 4 0 0 0,-8 6 20 0 0,139-9 1 0 0,-87-2-30 0 0,141-14-86 0 0,261 2 156 0 0,-405 11-119 0 0,88 2-33 0 0,123 14 153 0 0,164 20-142 0 0,-174-1 115 0 0,124-11-37 0 0,-456-20-29 0 0,196-1-81 0 0,-1 0 13 0 0,205 7 145 0 0,-309-4-92 0 0,136-5 2 0 0,-51 5-63 0 0,-66 2 118 0 0,242 5 14 0 0,267 2-148 0 0,-240-29 216 0 0,1 0-145 0 0,-94 9-33 0 0,137 3 195 0 0,-134-2-127 0 0,-167 0-23 0 0,59-1 56 0 0,509-11 429 0 0,-568 22-391 0 0,186-7 143 0 0,-144-3-145 0 0,-100 6-40 0 0,86-13 0 0 0,-9 3 119 0 0,-31 4 25 0 0,-124 7-312 0 0,1-1-1 0 0,-1 0 1 0 0,0 0-1 0 0,0 0 1 0 0,-1-1-1 0 0,1 0 0 0 0,0 0 1 0 0,-1 0-1 0 0,0-1 1 0 0,9-8-1 0 0,-1 3-2840 0 0,-13 8 2610 0 0,-1 0 1 0 0,1 0-1 0 0,0 0 1 0 0,0 1 0 0 0,0-1-1 0 0,0 0 1 0 0,-1 0-1 0 0,1 0 1 0 0,0 1-1 0 0,-1-1 1 0 0,1 0-1 0 0,-1 1 1 0 0,1-1-1 0 0,-1 0 1 0 0,1 1-1 0 0,-1-1 1 0 0,1 0-1 0 0,-1 1 1 0 0,0-1-1 0 0,0 0 1 0 0,-7-8-7431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2.9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2 6209 0 0,'0'0'135'0'0,"-1"-1"-1"0"0,1 1 0 0 0,0 0 0 0 0,-1 0 0 0 0,1 0 1 0 0,0 0-1 0 0,0 0 0 0 0,-1-1 0 0 0,1 1 1 0 0,0 0-1 0 0,-1 0 0 0 0,1 0 0 0 0,0 0 1 0 0,-1 0-1 0 0,1 0 0 0 0,0 0 0 0 0,-1 0 1 0 0,1 0-1 0 0,0 0 0 0 0,-1 0 0 0 0,1 0 0 0 0,0 0 1 0 0,0 1-1 0 0,-1-1 0 0 0,1 0 0 0 0,0 0 1 0 0,-1 0-1 0 0,1 0 0 0 0,0 0 0 0 0,0 1 1 0 0,-1-1-1 0 0,1 0 0 0 0,0 0 0 0 0,0 0 0 0 0,-1 1 1 0 0,1-1-1 0 0,0 0 0 0 0,0 1 0 0 0,-7 16 1691 0 0,3 26-1276 0 0,4-40-204 0 0,-2 43 286 0 0,2 0 1 0 0,10 64-1 0 0,-7-86-522 0 0,1-1 1 0 0,2 1-1 0 0,0-1 0 0 0,2 0 1 0 0,0 0-1 0 0,16 29 0 0 0,-21-46-70 0 0,1-1-1 0 0,-1 0 0 0 0,1-1 1 0 0,0 1-1 0 0,0 0 1 0 0,0-1-1 0 0,0 0 0 0 0,1 0 1 0 0,0-1-1 0 0,0 1 1 0 0,0-1-1 0 0,0 0 0 0 0,1 0 1 0 0,-1 0-1 0 0,1-1 1 0 0,-1 0-1 0 0,1 0 0 0 0,0-1 1 0 0,0 1-1 0 0,9 0 0 0 0,-11-2 18 0 0,0 0-1 0 0,0 0 0 0 0,1-1 1 0 0,-1 1-1 0 0,0-1 0 0 0,0 0 0 0 0,0 0 1 0 0,0-1-1 0 0,0 1 0 0 0,0-1 0 0 0,-1 0 1 0 0,1 0-1 0 0,0 0 0 0 0,-1 0 0 0 0,0-1 1 0 0,1 1-1 0 0,-1-1 0 0 0,0 0 0 0 0,0 0 1 0 0,0 0-1 0 0,-1 0 0 0 0,1-1 0 0 0,-1 1 1 0 0,0-1-1 0 0,0 1 0 0 0,0-1 0 0 0,0 0 1 0 0,-1 0-1 0 0,1 0 0 0 0,0-5 0 0 0,1-3 29 0 0,0-1 0 0 0,-1 1-1 0 0,-1-1 1 0 0,0 1-1 0 0,0-1 1 0 0,-3-18-1 0 0,-14-80 39 0 0,4 34-179 0 0,11 50-28 0 0,1 21-16 0 0,0 0-1 0 0,0 0 1 0 0,0 0-1 0 0,-1-1 1 0 0,0 1-1 0 0,0 0 0 0 0,-1 0 1 0 0,1 0-1 0 0,-5-8 1 0 0,5 21-1877 0 0,0 1 0 0 0,-1-1 0 0 0,1 0 1 0 0,-2 0-1 0 0,1-1 0 0 0,-6 12 0 0 0,5-6-1844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3.3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49 8394 0 0,'-2'0'378'0'0,"1"1"0"0"0,-1 0 1 0 0,0 0-1 0 0,1 0 0 0 0,-1 0 1 0 0,1 0-1 0 0,-1 0 0 0 0,1 0 0 0 0,0 1 1 0 0,-1-1-1 0 0,1 0 0 0 0,0 1 1 0 0,-1 1-1 0 0,4 3 1799 0 0,14-7-1007 0 0,13-6-954 0 0,165-36 517 0 0,-157 38-2987 0 0,59-1 0 0 0,-93 6 1957 0 0,17-2-3026 0 0,-13-6-1655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3.6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1 8490 0 0,'-3'10'1705'0'0,"1"0"0"0"0,0 0-1 0 0,0 0 1 0 0,1 15 0 0 0,6 80 126 0 0,-1-70-1211 0 0,-1 9-699 0 0,3 0 0 0 0,17 68 0 0 0,-9-71-3917 0 0,3-2-3865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4.0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63 6673 0 0,'0'0'127'0'0,"-1"0"1"0"0,1 0-1 0 0,0 0 0 0 0,-1 0 0 0 0,1 0 0 0 0,0 0 0 0 0,-1 0 0 0 0,1 0 0 0 0,0 0 0 0 0,-1 0 0 0 0,1 0 0 0 0,0 0 0 0 0,-1 0 0 0 0,1-1 0 0 0,0 1 0 0 0,0 0 1 0 0,-1 0-1 0 0,1 0 0 0 0,0 0 0 0 0,0-1 0 0 0,-1 1 0 0 0,1 0 0 0 0,0 0 0 0 0,0 0 0 0 0,-1-1 0 0 0,1 1 0 0 0,0 0 0 0 0,0 0 0 0 0,0-1 0 0 0,0 1 0 0 0,-1 0 1 0 0,1-1-1 0 0,0 1 0 0 0,0 0 0 0 0,0 0 0 0 0,0-1 0 0 0,0 1 0 0 0,0 0 0 0 0,0-1 0 0 0,0 1 0 0 0,0 0 0 0 0,0-1 0 0 0,0 1 0 0 0,0 0 0 0 0,0-1 0 0 0,0 1 1 0 0,0 0-1 0 0,0 0 0 0 0,0-1 0 0 0,0 1 0 0 0,1 0 0 0 0,-1-1 0 0 0,0 1 0 0 0,0 0 0 0 0,0 0 0 0 0,0-1 0 0 0,1 1 0 0 0,-1 0 0 0 0,0 0 0 0 0,0-1 0 0 0,0 1 1 0 0,1 0-1 0 0,30-15 1880 0 0,44-6-1820 0 0,-35 15-89 0 0,53-1 0 0 0,-74 7-1048 0 0,1 1 1 0 0,28 4-1 0 0,-36-1-1871 0 0,-19-2-678 0 0,-22-1 73 0 0,-5-7 2353 0 0,30 5 1364 0 0,0 0 0 0 0,0 0 0 0 0,0 0 0 0 0,0 1 0 0 0,0-1 0 0 0,1 1 0 0 0,-1 0 0 0 0,0 0 0 0 0,-5 1 0 0 0,7 0-21 0 0,0 0 0 0 0,0 0-1 0 0,0 0 1 0 0,1 0 0 0 0,-1 1 0 0 0,0-1 0 0 0,0 0 0 0 0,1 1 0 0 0,-1-1-1 0 0,1 1 1 0 0,-1 0 0 0 0,1 0 0 0 0,0-1 0 0 0,0 1 0 0 0,0 0 0 0 0,0 0 0 0 0,0 0-1 0 0,0 0 1 0 0,0 0 0 0 0,0 0 0 0 0,0 3 0 0 0,-6 20 1638 0 0,1 0-1 0 0,-6 47 1 0 0,10-53-1714 0 0,0 0 1 0 0,2 1-1 0 0,0-1 1 0 0,2 0-1 0 0,0 0 1 0 0,1 1-1 0 0,9 33 1 0 0,-9-46-406 0 0,1 0 0 0 0,-1 0 0 0 0,1 0 0 0 0,0-1 0 0 0,0 0 0 0 0,1 0 0 0 0,0 0 0 0 0,0 0 1 0 0,0-1-1 0 0,7 6 0 0 0,-11-10-20 0 0,1 0 1 0 0,-1 0 0 0 0,0 0-1 0 0,1-1 1 0 0,-1 1 0 0 0,1 0-1 0 0,-1 0 1 0 0,1-1 0 0 0,0 1-1 0 0,-1-1 1 0 0,1 0 0 0 0,-1 1-1 0 0,1-1 1 0 0,0 0-1 0 0,-1 0 1 0 0,1 0 0 0 0,0 0-1 0 0,-1 0 1 0 0,1 0 0 0 0,1-1-1 0 0,-1 0-131 0 0,0 0-1 0 0,0-1 1 0 0,0 1-1 0 0,0 0 0 0 0,-1-1 1 0 0,1 1-1 0 0,0-1 0 0 0,-1 0 1 0 0,0 1-1 0 0,1-1 1 0 0,-1 0-1 0 0,0 0 0 0 0,0 0 1 0 0,0 0-1 0 0,0 0 1 0 0,0 0-1 0 0,0-1 0 0 0,-1 1 1 0 0,2-3-1 0 0,3-14-3218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4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1 4473 0 0,'-11'32'7744'0'0,"10"10"-5020"0"0,10 35-1780 0 0,0-42-429 0 0,-6-27-989 0 0,-1 0-1 0 0,0 1 1 0 0,0-1-1 0 0,-1 1 1 0 0,0-1 0 0 0,0 14-1 0 0,-2-20 317 0 0,1 0-1 0 0,0 0 1 0 0,-1-1 0 0 0,0 1-1 0 0,1 0 1 0 0,-1 0-1 0 0,0 0 1 0 0,0-1 0 0 0,0 1-1 0 0,0-1 1 0 0,0 1-1 0 0,0-1 1 0 0,-1 1-1 0 0,1-1 1 0 0,0 1 0 0 0,-1-1-1 0 0,1 0 1 0 0,-1 0-1 0 0,0 0 1 0 0,1 0 0 0 0,-1 0-1 0 0,0 0 1 0 0,1 0-1 0 0,-1-1 1 0 0,0 1 0 0 0,0 0-1 0 0,0-1 1 0 0,0 0-1 0 0,0 1 1 0 0,1-1 0 0 0,-1 0-1 0 0,0 0 1 0 0,0 0-1 0 0,-2 0 1 0 0,-40-1-953 0 0,-33 1 2663 0 0,73 1-1167 0 0,0-1 0 0 0,0 1 0 0 0,0-1 0 0 0,0 1 0 0 0,0 1 0 0 0,0-1 0 0 0,0 0 0 0 0,0 1 0 0 0,1 0 0 0 0,-1 0 0 0 0,1 0 0 0 0,-1 0 0 0 0,1 1 0 0 0,-5 4 0 0 0,7-7-270 0 0,0 1 0 0 0,0 0 0 0 0,0 0 0 0 0,1-1 0 0 0,-1 1 0 0 0,0 0 0 0 0,1 0-1 0 0,-1 0 1 0 0,0 0 0 0 0,1 0 0 0 0,-1-1 0 0 0,1 1 0 0 0,-1 0 0 0 0,1 0 0 0 0,0 0 0 0 0,-1 1 0 0 0,1-1 0 0 0,0 0 0 0 0,0 0 0 0 0,0 0 0 0 0,0 0 0 0 0,0 0 0 0 0,0 0 0 0 0,0 0-1 0 0,0 0 1 0 0,0 0 0 0 0,0 0 0 0 0,1 1 0 0 0,0 0-36 0 0,0-1 0 0 0,1-1 0 0 0,-1 1 0 0 0,0 0 0 0 0,0 0 0 0 0,1 0 0 0 0,-1-1 0 0 0,1 1 0 0 0,-1 0 0 0 0,1-1 0 0 0,-1 0 0 0 0,1 1 0 0 0,-1-1 0 0 0,1 0 0 0 0,-1 0 0 0 0,3 0 0 0 0,64-4 383 0 0,55-18-1753 0 0,-43 3-4396 0 0,-77 19 5087 0 0,0-1 0 0 0,-1 0 0 0 0,1 0 0 0 0,-1 0 0 0 0,1 0 0 0 0,-1-1 0 0 0,1 1 0 0 0,-1-1 0 0 0,4-2 0 0 0,5-4-3615 0 0</inkml:trace>
  <inkml:trace contextRef="#ctx0" brushRef="#br0" timeOffset="1">234 149 4761 0 0,'1'-7'7725'0'0,"-1"7"-7582"0"0,16-10 1950 0 0,17-3-1712 0 0,160-34-1739 0 0,-147 37-2014 0 0,-45 10 3278 0 0,-1 1-1 0 0,1-1 1 0 0,-1 0 0 0 0,1-1-1 0 0,-1 1 1 0 0,0 0 0 0 0,1 0 0 0 0,-1 0-1 0 0,1 0 1 0 0,-1 0 0 0 0,0 0 0 0 0,1 0-1 0 0,-1-1 1 0 0,1 1 0 0 0,-1 0-1 0 0,0 0 1 0 0,1 0 0 0 0,-1-1 0 0 0,0 1-1 0 0,1 0 1 0 0,-1-1 0 0 0,0 1-1 0 0,0 0 1 0 0,1-1 0 0 0,-1 1 0 0 0,0 0-1 0 0,0-1 1 0 0,1 1 0 0 0,-1-1 0 0 0,0 1-1 0 0,0 0 1 0 0,0-1 0 0 0,0 1-1 0 0,0-1 1 0 0,0 1 0 0 0,1 0 0 0 0,-1-1-1 0 0,0 1 1 0 0,0-1 0 0 0,0 1-1 0 0,-1-1 1 0 0,1 0 0 0 0,0-4-1141 0 0,5 1-2457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4.8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4665 0 0,'-6'5'6163'0'0,"6"-5"-5883"0"0,0 0 0 0 0,0 1 0 0 0,-1-1 0 0 0,1 0 0 0 0,0 1 1 0 0,0-1-1 0 0,0 0 0 0 0,0 1 0 0 0,0 0 0 0 0,0 18 2300 0 0,7 17-2021 0 0,-6-33-596 0 0,40 140 285 0 0,-23-96-3412 0 0,2-3-4184 0 0,-17-37 3081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5.1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46 113 7834 0 0,'0'-1'343'0'0,"0"0"1"0"0,0 0 0 0 0,1 0-1 0 0,-1 0 1 0 0,0 0 0 0 0,0 0-1 0 0,0 0 1 0 0,0 0 0 0 0,0 0-1 0 0,0 0 1 0 0,0 0 0 0 0,-1 0-1 0 0,1 0 1 0 0,0 0-1 0 0,0 0 1 0 0,-1 0 0 0 0,1 0-1 0 0,-1 1 1 0 0,1-1 0 0 0,-1 0-1 0 0,1 0 1 0 0,-1 0 0 0 0,-1-1-1 0 0,-9 20 2332 0 0,-10 42-2067 0 0,19-50-565 0 0,0 1 0 0 0,0 0 0 0 0,1 0 0 0 0,1 0 0 0 0,0 0 0 0 0,0-1 0 0 0,1 1 0 0 0,0 0 0 0 0,1 0 0 0 0,5 15 0 0 0,-6-23-45 0 0,0 0 0 0 0,0 0 0 0 0,1 0-1 0 0,-1 0 1 0 0,1 0 0 0 0,0 0 0 0 0,0 0 0 0 0,0-1-1 0 0,0 1 1 0 0,1-1 0 0 0,-1 1 0 0 0,1-1 0 0 0,-1 0-1 0 0,1 0 1 0 0,0 0 0 0 0,0-1 0 0 0,0 1 0 0 0,0 0-1 0 0,0-1 1 0 0,0 0 0 0 0,0 0 0 0 0,0 0 0 0 0,0 0-1 0 0,1 0 1 0 0,-1-1 0 0 0,0 1 0 0 0,1-1 0 0 0,-1 0-1 0 0,1 0 1 0 0,-1 0 0 0 0,0-1 0 0 0,1 1 0 0 0,-1-1-1 0 0,0 0 1 0 0,0 0 0 0 0,1 0 0 0 0,3-2 0 0 0,-3 2 4 0 0,-1 0 1 0 0,1-1 0 0 0,0 1 0 0 0,-1-1-1 0 0,1 0 1 0 0,-1 0 0 0 0,0 0 0 0 0,1 0-1 0 0,-1-1 1 0 0,0 0 0 0 0,-1 1 0 0 0,1-1-1 0 0,0 0 1 0 0,-1 0 0 0 0,1 0 0 0 0,-1-1-1 0 0,0 1 1 0 0,0-1 0 0 0,-1 1 0 0 0,1-1-1 0 0,-1 1 1 0 0,1-1 0 0 0,-1 0 0 0 0,0 0-1 0 0,-1 0 1 0 0,1 0 0 0 0,-1 1 0 0 0,1-1-1 0 0,-1 0 1 0 0,0 0 0 0 0,-1 0 0 0 0,1 0-1 0 0,-1 0 1 0 0,1 0 0 0 0,-1 0 0 0 0,-1 0-1 0 0,-1-5 1 0 0,1 2 16 0 0,0 1 1 0 0,-1-1-1 0 0,0 1 1 0 0,0-1-1 0 0,0 1 1 0 0,-1 0-1 0 0,0 0 0 0 0,0 0 1 0 0,-1 1-1 0 0,1 0 1 0 0,-1-1-1 0 0,0 2 0 0 0,-1-1 1 0 0,1 0-1 0 0,-1 1 1 0 0,0 0-1 0 0,0 1 0 0 0,0-1 1 0 0,0 1-1 0 0,-12-4 1 0 0,18 7-17 0 0,0 0 0 0 0,-1 0 0 0 0,1 0 0 0 0,0 0 1 0 0,0 0-1 0 0,0 0 0 0 0,0 0 0 0 0,-1 0 0 0 0,1 0 1 0 0,0 0-1 0 0,0 0 0 0 0,0 0 0 0 0,0 0 0 0 0,0 0 1 0 0,-1 0-1 0 0,1 0 0 0 0,0 0 0 0 0,0 0 0 0 0,0 0 0 0 0,0-1 1 0 0,0 1-1 0 0,-1 0 0 0 0,1 0 0 0 0,0 0 0 0 0,0 0 1 0 0,0 0-1 0 0,0 0 0 0 0,0-1 0 0 0,0 1 0 0 0,0 0 1 0 0,0 0-1 0 0,-1 0 0 0 0,1 0 0 0 0,0 0 0 0 0,0-1 1 0 0,0 1-1 0 0,0 0 0 0 0,0 0 0 0 0,0 0 0 0 0,0 0 1 0 0,0-1-1 0 0,0 1 0 0 0,0 0 0 0 0,0 0 0 0 0,0 0 0 0 0,0 0 1 0 0,0-1-1 0 0,0 1 0 0 0,0 0 0 0 0,1 0 0 0 0,-1 0 1 0 0,0 0-1 0 0,0-1 0 0 0,0 1 0 0 0,0 0 0 0 0,0 0 1 0 0,0 0-1 0 0,0 0 0 0 0,0 0 0 0 0,0 0 0 0 0,1-1 1 0 0,-1 1-1 0 0,0 0 0 0 0,0 0 0 0 0,0 0 0 0 0,0 0 0 0 0,1 0 1 0 0,19-12 14 0 0,45-16-208 0 0,-43 19 166 0 0,11-6 7 0 0,-16 7 30 0 0,0 0 0 0 0,1 1 0 0 0,0 1 0 0 0,19-4 0 0 0,-36 10 26 0 0,1 0-1 0 0,-1 0 1 0 0,0 0-1 0 0,1 0 1 0 0,-1 0-1 0 0,0 1 1 0 0,1-1-1 0 0,-1 0 1 0 0,0 1-1 0 0,0-1 1 0 0,1 1-1 0 0,-1-1 1 0 0,0 1-1 0 0,0 0 1 0 0,0-1-1 0 0,0 1 1 0 0,0 0-1 0 0,0 0 1 0 0,0 0-1 0 0,0 0 1 0 0,0 0-1 0 0,0 0 1 0 0,0 0-1 0 0,-1 0 1 0 0,1 0-1 0 0,0 0 1 0 0,-1 1-1 0 0,1-1 1 0 0,-1 0-1 0 0,1 0 1 0 0,-1 1-1 0 0,1-1 1 0 0,-1 0-1 0 0,0 1 1 0 0,0-1-1 0 0,0 3 1 0 0,3 60 1123 0 0,-3-48-1082 0 0,1 23-169 0 0,0 3 479 0 0,6 48 0 0 0,-5-78-957 0 0,0 0 0 0 0,1-1 0 0 0,0 1 0 0 0,1-1 0 0 0,0 0 0 0 0,1 0 0 0 0,0 0-1 0 0,12 18 1 0 0,-16-28 317 0 0,-1 0-1 0 0,1 0 1 0 0,0 0-1 0 0,0 0 1 0 0,-1 0 0 0 0,1 0-1 0 0,0 0 1 0 0,0-1-1 0 0,0 1 1 0 0,0 0-1 0 0,0 0 1 0 0,0-1-1 0 0,0 1 1 0 0,0-1-1 0 0,1 1 1 0 0,1 0 0 0 0,-3-1 56 0 0,1 0 1 0 0,-1 0 0 0 0,1 0 0 0 0,0-1-1 0 0,-1 1 1 0 0,1 0 0 0 0,-1 0 0 0 0,1 0-1 0 0,0 0 1 0 0,-1-1 0 0 0,1 1 0 0 0,-1 0-1 0 0,1-1 1 0 0,-1 1 0 0 0,1 0 0 0 0,-1-1-1 0 0,1 1 1 0 0,-1-1 0 0 0,0 1 0 0 0,1-1 0 0 0,-1 1-1 0 0,1-1 1 0 0,-1 0 0 0 0,14-39-5736 0 0,-8 19 3196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5.5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54 1656 0 0,'-4'-37'5221'0'0,"2"21"1954"0"0,-2 43-3062 0 0,3 21-3452 0 0,2-1 0 0 0,3 0-1 0 0,1 0 1 0 0,12 48 0 0 0,-14-81-1040 0 0,1 0 0 0 0,1 0 0 0 0,6 13 0 0 0,4 11-8226 0 0,-11-23 1842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5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2 7370 0 0,'-1'-1'332'0'0,"0"1"1"0"0,0 0 0 0 0,-1 0 0 0 0,1-1-1 0 0,0 1 1 0 0,0 0 0 0 0,0 0 0 0 0,-1 0-1 0 0,1 0 1 0 0,0 1 0 0 0,0-1 0 0 0,0 0-1 0 0,0 0 1 0 0,-1 1 0 0 0,1-1 0 0 0,0 1-1 0 0,0-1 1 0 0,0 1 0 0 0,-2 0 0 0 0,-17 22 2633 0 0,-8 39-1698 0 0,23-49-672 0 0,-8 20-395 0 0,2 0 0 0 0,2 1 0 0 0,-10 57 1 0 0,13-7-8544 0 0</inkml:trace>
  <inkml:trace contextRef="#ctx0" brushRef="#br0" timeOffset="1">0 192 6449 0 0,'0'3'528'0'0,"1"0"-1"0"0,-1-1 1 0 0,0 1-1 0 0,1 0 1 0 0,0 0 0 0 0,0-1-1 0 0,0 1 1 0 0,0-1-1 0 0,0 1 1 0 0,0-1-1 0 0,1 1 1 0 0,-1-1-1 0 0,1 1 1 0 0,0-1-1 0 0,2 3 1 0 0,1-1-316 0 0,0 1 1 0 0,0-1-1 0 0,1 0 1 0 0,-1 0-1 0 0,1 0 0 0 0,7 3 1 0 0,-1-2-1341 0 0,-1 0 0 0 0,1 0 1 0 0,0-2-1 0 0,1 1 0 0 0,-1-1 1 0 0,19 1-1 0 0,-19-4-1619 0 0,0-1-1189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6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 7602 0 0,'-9'12'1197'0'0,"0"1"1"0"0,1 0-1 0 0,0 0 0 0 0,1 1 1 0 0,1-1-1 0 0,-7 22 1 0 0,9-24-1231 0 0,1 0 0 0 0,0 1-1 0 0,1-1 1 0 0,0 1 0 0 0,1-1 0 0 0,0 1 0 0 0,1 0 0 0 0,3 22 0 0 0,2-20-4499 0 0,1-24-2972 0 0,-3 4 4582 0 0</inkml:trace>
  <inkml:trace contextRef="#ctx0" brushRef="#br0" timeOffset="1">55 97 4025 0 0,'0'0'8399'0'0,"12"10"-5721"0"0,-5-4-2745 0 0,0-1 0 0 0,0 0 0 0 0,0 0 0 0 0,12 5 0 0 0,-4-5-595 0 0,-1 0 0 0 0,1-1 1 0 0,21 3-1 0 0,-30-6-291 0 0,1 0 0 0 0,-1-1 0 0 0,1 0 1 0 0,-1-1-1 0 0,1 1 0 0 0,8-3 0 0 0,-2 0-2841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6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 5585 0 0,'-21'57'7628'0'0,"11"7"-4385"0"0,7 61-1376 0 0,3-106-1814 0 0,2 0 1 0 0,0-1 0 0 0,6 23-1 0 0,-6-33-522 0 0,1 0-1 0 0,-1 0 1 0 0,1 0 0 0 0,1-1-1 0 0,-1 0 1 0 0,1 0-1 0 0,0 0 1 0 0,1 0-1 0 0,10 11 1 0 0,-16-18 313 0 0,1 0-1 0 0,0-1 1 0 0,0 1 0 0 0,0 0 0 0 0,0-1-1 0 0,0 1 1 0 0,0 0 0 0 0,0-1-1 0 0,0 1 1 0 0,0-1 0 0 0,0 1 0 0 0,1 0-1 0 0,-1-1 1 0 0,0 1 0 0 0,0 0-1 0 0,0-1 1 0 0,0 1 0 0 0,0 0 0 0 0,1-1-1 0 0,-1 1 1 0 0,0 0 0 0 0,0 0-1 0 0,0-1 1 0 0,1 1 0 0 0,-1 0 0 0 0,0 0-1 0 0,1-1 1 0 0,-1 1 0 0 0,0 0-1 0 0,0 0 1 0 0,1 0 0 0 0,-1-1 0 0 0,0 1-1 0 0,1 0 1 0 0,-1 0 0 0 0,0 0-1 0 0,1 0 1 0 0,-1 0 0 0 0,1 0 0 0 0,-1 0-1 0 0,0 0 1 0 0,1 0 0 0 0,-1 0-1 0 0,0 0 1 0 0,1 0 0 0 0,-1 0 0 0 0,0 0-1 0 0,1 0 1 0 0,-1 0 0 0 0,0 0 0 0 0,1 0-1 0 0,-1 0 1 0 0,0 1 0 0 0,1-1-1 0 0,-1 0 1 0 0,0 0 0 0 0,1 0 0 0 0,-1 1-1 0 0,0-1 1 0 0,1 0 0 0 0,-1 0-1 0 0,0 1 1 0 0,1-1 0 0 0,0-8-2925 0 0</inkml:trace>
  <inkml:trace contextRef="#ctx0" brushRef="#br0" timeOffset="1">33 163 6161 0 0,'-11'0'6387'0'0,"11"9"-3314"0"0,1-8-2965 0 0,0 0 0 0 0,-1 1-1 0 0,1-1 1 0 0,0 0 0 0 0,0 1 0 0 0,0-1 0 0 0,0 0 0 0 0,0 0 0 0 0,0 0 0 0 0,0 0 0 0 0,0 0 0 0 0,1 0 0 0 0,1 1 0 0 0,4 1-218 0 0,1-2 0 0 0,-1 1 0 0 0,0-1-1 0 0,0 0 1 0 0,1 0 0 0 0,-1-1 0 0 0,1 0 0 0 0,-1-1 0 0 0,0 1 0 0 0,1-1 0 0 0,8-3 0 0 0,-8 2-732 0 0,-1 0 1 0 0,1 0-1 0 0,-1-1 0 0 0,0 0 1 0 0,0-1-1 0 0,7-4 0 0 0,-13 8 678 0 0,0-1-1 0 0,-1 1 0 0 0,1 0 1 0 0,-1-1-1 0 0,1 1 0 0 0,-1-1 1 0 0,1 0-1 0 0,-1 1 0 0 0,1-1 1 0 0,-1 1-1 0 0,0-1 0 0 0,1 0 1 0 0,-1 1-1 0 0,0-1 0 0 0,0 1 1 0 0,1-1-1 0 0,-1 0 0 0 0,0 0 1 0 0,0 1-1 0 0,0-1 1 0 0,0 0-1 0 0,0 1 0 0 0,0-1 1 0 0,0-1-1 0 0,0-1-752 0 0,3-4-2633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7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11 9106 0 0,'-20'10'6283'0'0,"24"-8"-3235"0"0,36-6-2157 0 0,-19 1-691 0 0,46 1-294 0 0,-1 1-2159 0 0,-24-6-3492 0 0,-41 7 5629 0 0,-1 0 1 0 0,0 0 0 0 0,0 0 0 0 0,0 0-1 0 0,0 0 1 0 0,1 0 0 0 0,-1 0-1 0 0,0 0 1 0 0,0 0 0 0 0,0 0-1 0 0,0 0 1 0 0,1 0 0 0 0,-1 0 0 0 0,0 0-1 0 0,0 0 1 0 0,0 0 0 0 0,0 0-1 0 0,0 0 1 0 0,2-2-1153 0 0,-2 2 1152 0 0,0 0 1 0 0,0 0 0 0 0,0-1-1 0 0,0 1 1 0 0,0 0 0 0 0,0 0 0 0 0,0 0-1 0 0,0 0 1 0 0,0-1 0 0 0,0 1-1 0 0,0 0 1 0 0,0 0 0 0 0,0 0-1 0 0,0 0 1 0 0,0-1 0 0 0,0 1-1 0 0,0 0 1 0 0,0 0 0 0 0,-1 0 0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7.5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54 5313 0 0,'-1'0'299'0'0,"0"1"0"0"0,-1 0 1 0 0,1-1-1 0 0,0 1 0 0 0,0 0 0 0 0,0 0 0 0 0,0-1 0 0 0,0 1 1 0 0,0 0-1 0 0,0 0 0 0 0,0 0 0 0 0,0 1 0 0 0,0-1 0 0 0,0 0 0 0 0,1 0 1 0 0,-1 0-1 0 0,0 0 0 0 0,0 3 0 0 0,2-3-196 0 0,-1 0 0 0 0,1-1 0 0 0,-1 1 0 0 0,1-1 0 0 0,0 1 0 0 0,-1-1 0 0 0,1 1 0 0 0,0-1 0 0 0,0 1 1 0 0,-1-1-1 0 0,1 1 0 0 0,0-1 0 0 0,0 0 0 0 0,0 0 0 0 0,0 1 0 0 0,0-1 0 0 0,-1 0 0 0 0,1 0 0 0 0,0 0 0 0 0,0 0 0 0 0,0 0 0 0 0,0 0 0 0 0,0 0 0 0 0,0 0 0 0 0,-1 0 0 0 0,1-1 0 0 0,0 1 0 0 0,0 0 0 0 0,1-1 0 0 0,27-5 91 0 0,1 0-1 0 0,-1-2 0 0 0,44-19 0 0 0,20-6-1706 0 0,-93 39 1374 0 0,-14 10 435 0 0,-17 16 550 0 0,4-9-303 0 0,-34 35 291 0 0,58-55-783 0 0,0 1 0 0 0,1-1 0 0 0,-1 1 0 0 0,1 0 0 0 0,0-1 0 0 0,0 1 0 0 0,0 0 0 0 0,0 0 0 0 0,1 0 0 0 0,0 0 0 0 0,0 1 0 0 0,0-1 0 0 0,0 0 0 0 0,0 0 0 0 0,1 8 0 0 0,0-10-33 0 0,0-1 1 0 0,0 0-1 0 0,1 1 1 0 0,-1-1-1 0 0,0 0 1 0 0,1 0-1 0 0,-1 1 1 0 0,1-1-1 0 0,0 0 1 0 0,-1 0-1 0 0,1 0 1 0 0,0 0-1 0 0,0 1 1 0 0,0-1-1 0 0,0 0 1 0 0,0-1 0 0 0,0 1-1 0 0,0 0 1 0 0,0 0-1 0 0,0 0 1 0 0,0 0-1 0 0,2 0 1 0 0,1 1 17 0 0,0-1 1 0 0,0 0-1 0 0,0 1 0 0 0,0-2 1 0 0,0 1-1 0 0,0 0 1 0 0,6-1-1 0 0,4 0 132 0 0,-1 0 0 0 0,1-2 0 0 0,22-4 0 0 0,15-13 462 0 0,-49 19-593 0 0,0-1-1 0 0,0 0 1 0 0,-1 0-1 0 0,1 0 1 0 0,0 0-1 0 0,-1 0 1 0 0,1 0-1 0 0,-1 0 1 0 0,0 0-1 0 0,1-1 1 0 0,-1 1-1 0 0,0 0 1 0 0,0-1-1 0 0,1 1 1 0 0,-1-1-1 0 0,0 0 1 0 0,-1 1-1 0 0,1-1 1 0 0,0 0-1 0 0,0 1 1 0 0,-1-1-1 0 0,1 0 1 0 0,-1 0-1 0 0,1 0 1 0 0,-1-3-1 0 0,0 4 2 0 0,-1-1 0 0 0,0 1-1 0 0,1 0 1 0 0,-1-1 0 0 0,0 1 0 0 0,0 0-1 0 0,0 0 1 0 0,0 0 0 0 0,0 0-1 0 0,0 0 1 0 0,0 0 0 0 0,0 0 0 0 0,0 0-1 0 0,-1 0 1 0 0,1 1 0 0 0,0-1-1 0 0,0 0 1 0 0,-1 1 0 0 0,1-1 0 0 0,0 1-1 0 0,-1-1 1 0 0,1 1 0 0 0,-2 0-1 0 0,-42-8 198 0 0,31 6-189 0 0,4 0-8 0 0,4 1-149 0 0,-1 0 1 0 0,0 0-1 0 0,1-1 1 0 0,-1 0 0 0 0,1 0-1 0 0,-1-1 1 0 0,-7-4-1 0 0,13 6-134 0 0,0 0-1 0 0,-1 0 1 0 0,1-1 0 0 0,0 1-1 0 0,0-1 1 0 0,0 1 0 0 0,0-1-1 0 0,0 1 1 0 0,0-1-1 0 0,0 1 1 0 0,1-1 0 0 0,-1 0-1 0 0,1 0 1 0 0,-1 1-1 0 0,1-1 1 0 0,-1 0 0 0 0,1 0-1 0 0,0 1 1 0 0,0-1 0 0 0,0 0-1 0 0,0 0 1 0 0,0 0-1 0 0,0 1 1 0 0,1-1 0 0 0,-1 0-1 0 0,1 0 1 0 0,-1 1-1 0 0,1-1 1 0 0,0 0 0 0 0,-1 1-1 0 0,1-1 1 0 0,2-2-1 0 0,5-12-3361 0 0,4 0-1731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7.9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117 160 7114 0 0,'-4'-1'356'0'0,"1"-1"1"0"0,-1 1 0 0 0,1 0 0 0 0,-1 0 0 0 0,0 1 0 0 0,1-1 0 0 0,-1 1 0 0 0,0-1-1 0 0,1 1 1 0 0,-1 0 0 0 0,0 0 0 0 0,1 1 0 0 0,-1-1 0 0 0,0 1 0 0 0,1 0 0 0 0,-1 0 0 0 0,-3 2-1 0 0,4-2-214 0 0,0 1 0 0 0,0 0 0 0 0,0 0 0 0 0,0 0-1 0 0,1 0 1 0 0,-1 1 0 0 0,1-1 0 0 0,-1 1 0 0 0,1-1 0 0 0,0 1-1 0 0,0 0 1 0 0,0 0 0 0 0,1 0 0 0 0,-1 0 0 0 0,-1 5-1 0 0,1-4-125 0 0,0 1 0 0 0,1 0 0 0 0,0 0-1 0 0,0-1 1 0 0,1 1 0 0 0,-1 0-1 0 0,1 0 1 0 0,0 0 0 0 0,0 0-1 0 0,1 0 1 0 0,-1 0 0 0 0,1 0-1 0 0,0 0 1 0 0,0-1 0 0 0,1 1-1 0 0,0 0 1 0 0,-1-1 0 0 0,2 1-1 0 0,-1-1 1 0 0,0 0 0 0 0,1 0-1 0 0,0 0 1 0 0,0 0 0 0 0,0 0-1 0 0,5 4 1 0 0,-2-3-11 0 0,1-1 0 0 0,-1 1-1 0 0,1-2 1 0 0,0 1 0 0 0,0-1-1 0 0,0 0 1 0 0,1 0 0 0 0,-1-1 0 0 0,15 3-1 0 0,-19-4 34 0 0,0-1-1 0 0,0 1 1 0 0,0-1 0 0 0,1 1-1 0 0,-1-1 1 0 0,0 0-1 0 0,0 0 1 0 0,1-1-1 0 0,-1 1 1 0 0,0-1 0 0 0,0 1-1 0 0,0-1 1 0 0,1 0-1 0 0,-1 0 1 0 0,0 0-1 0 0,0-1 1 0 0,0 1 0 0 0,-1-1-1 0 0,1 0 1 0 0,0 1-1 0 0,-1-1 1 0 0,1 0-1 0 0,-1-1 1 0 0,1 1 0 0 0,-1 0-1 0 0,2-4 1 0 0,-3 3 16 0 0,0 0 1 0 0,0 0-1 0 0,0 0 1 0 0,0 0-1 0 0,0-1 1 0 0,-1 1-1 0 0,0 0 1 0 0,0 0-1 0 0,0-1 1 0 0,0 1 0 0 0,0 0-1 0 0,-1-1 1 0 0,1 1-1 0 0,-1 0 1 0 0,0 0-1 0 0,0-1 1 0 0,0 1-1 0 0,0 0 1 0 0,-1 0-1 0 0,1 0 1 0 0,-1 1-1 0 0,0-1 1 0 0,1 0-1 0 0,-1 0 1 0 0,-1 1 0 0 0,1-1-1 0 0,0 1 1 0 0,-5-4-1 0 0,-2-3-38 0 0,-1 1-1 0 0,0 0 1 0 0,0 1 0 0 0,0 0-1 0 0,-1 0 1 0 0,-15-6 0 0 0,-2 4-342 0 0,23 8-230 0 0,-1-1 0 0 0,1 1 0 0 0,0-1 0 0 0,0 0 0 0 0,0 0 0 0 0,0-1 0 0 0,0 0-1 0 0,-6-3 1 0 0,6-13-7415 0 0,9 13 3914 0 0</inkml:trace>
  <inkml:trace contextRef="#ctx0" brushRef="#br0" timeOffset="1">323 1 5313 0 0,'-7'10'7619'0'0,"4"8"-4799"0"0,6 21-2314 0 0,-2-32 276 0 0,4 20-403 0 0,1 1 0 0 0,1-1 0 0 0,2-1 1 0 0,0 1-1 0 0,14 24 0 0 0,-8-15-2398 0 0,20 63 1 0 0,-34-83-1758 0 0,-1-16 3639 0 0,0 1-1 0 0,-1-1 1 0 0,1 0-1 0 0,0 0 1 0 0,0 1 0 0 0,0-1-1 0 0,0 0 1 0 0,0 0-1 0 0,-1 1 1 0 0,1-1 0 0 0,0 0-1 0 0,0 0 1 0 0,0 0 0 0 0,-1 1-1 0 0,1-1 1 0 0,0 0-1 0 0,0 0 1 0 0,-1 0 0 0 0,1 0-1 0 0,0 1 1 0 0,0-1 0 0 0,-1 0-1 0 0,1 0 1 0 0,0 0-1 0 0,0 0 1 0 0,-1 0 0 0 0,1 0-1 0 0,0 0 1 0 0,-1 0-1 0 0,1 0 1 0 0,0 0 0 0 0,-1 0-1 0 0,1 0 1 0 0,0 0 0 0 0,0 0-1 0 0,-1 0 1 0 0,1 0-1 0 0,0 0 1 0 0,-1 0 0 0 0,1 0-1 0 0,0-1 1 0 0,-1 1 0 0 0,-5-2-3882 0 0</inkml:trace>
  <inkml:trace contextRef="#ctx0" brushRef="#br0" timeOffset="2">357 232 5169 0 0,'41'-3'9284'0'0,"4"-4"-6431"0"0,-4-1-6612 0 0,56-20-1 0 0,-73 21 858 0 0,3 9-1462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8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95 6353 0 0,'9'-5'5966'0'0,"21"-4"-4468"0"0,-19 5-749 0 0,57-19 35 0 0,60-25-632 0 0,-113 42-90 0 0,-23 12 97 0 0,-24 12-5 0 0,18-10-124 0 0,-1 1 0 0 0,1 1-1 0 0,1 0 1 0 0,-20 18 0 0 0,27-22-29 0 0,1-1-1 0 0,0 1 1 0 0,0 1 0 0 0,0-1-1 0 0,1 1 1 0 0,-1-1 0 0 0,2 1-1 0 0,-1 0 1 0 0,1 1 0 0 0,0-1-1 0 0,-4 15 1 0 0,7-19 8 0 0,1-1-1 0 0,-1 0 0 0 0,0 0 1 0 0,1 0-1 0 0,-1 1 1 0 0,1-1-1 0 0,0 0 1 0 0,0 0-1 0 0,0 0 1 0 0,0 0-1 0 0,0 0 1 0 0,0 0-1 0 0,0 0 0 0 0,1-1 1 0 0,-1 1-1 0 0,1 0 1 0 0,-1-1-1 0 0,1 1 1 0 0,0-1-1 0 0,-1 1 1 0 0,1-1-1 0 0,0 0 1 0 0,0 0-1 0 0,0 0 1 0 0,0 0-1 0 0,0 0 0 0 0,0 0 1 0 0,0-1-1 0 0,5 2 1 0 0,6 2 140 0 0,1 0 1 0 0,0-1 0 0 0,18 3-1 0 0,-18-4-205 0 0,-1-1 1 0 0,1 0-1 0 0,0-1 0 0 0,0 0 0 0 0,0-1 0 0 0,-1-1 0 0 0,1 0 0 0 0,-1-1 0 0 0,15-5 0 0 0,-22 1-4246 0 0,-17 2-1316 0 0,2 5 1251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8.8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42 6705 0 0,'2'2'524'0'0,"0"-1"0"0"0,1 0 0 0 0,-1 1-1 0 0,1-1 1 0 0,-1 0 0 0 0,1-1-1 0 0,-1 1 1 0 0,1 0 0 0 0,0-1-1 0 0,-1 1 1 0 0,1-1 0 0 0,0 0-1 0 0,5 0 1 0 0,41-3 340 0 0,-38 1-242 0 0,144-23 819 0 0,-18 2-3438 0 0,-187 32-2095 0 0,-47 16 4743 0 0,93-23-534 0 0,0 0 0 0 0,1 0-1 0 0,-1 0 1 0 0,1 0 0 0 0,0 1-1 0 0,-1-1 1 0 0,1 1 0 0 0,0 0-1 0 0,1 0 1 0 0,-1 0 0 0 0,0 0-1 0 0,1 1 1 0 0,0-1 0 0 0,0 1-1 0 0,0-1 1 0 0,0 1-1 0 0,0 0 1 0 0,1 0 0 0 0,0 0-1 0 0,-1 0 1 0 0,2 0 0 0 0,-1 0-1 0 0,0 0 1 0 0,1 0 0 0 0,0 0-1 0 0,0 0 1 0 0,0 0 0 0 0,0 0-1 0 0,1 1 1 0 0,1 6 0 0 0,-1-2-161 0 0,1 0 0 0 0,0-1 0 0 0,1 1 0 0 0,0 0 1 0 0,0-1-1 0 0,6 9 0 0 0,-7-11-431 0 0,1-1 1 0 0,1 0-1 0 0,-1 0 0 0 0,1-1 0 0 0,0 1 1 0 0,0-1-1 0 0,0 1 0 0 0,9 6 1 0 0,-13-11 384 0 0,1 0 0 0 0,-1 0-1 0 0,0 0 1 0 0,0 0 0 0 0,0 0 0 0 0,0 1 0 0 0,0-1 0 0 0,0 0 0 0 0,0 0 0 0 0,1 0 0 0 0,-1 0 0 0 0,0 0 0 0 0,0 0 0 0 0,0 0 0 0 0,0 0 0 0 0,0 1 0 0 0,1-1 0 0 0,-1 0 0 0 0,0 0 0 0 0,0 0 0 0 0,0 0 0 0 0,0 0 0 0 0,1 0 0 0 0,-1 0 0 0 0,0 0 0 0 0,0 0 0 0 0,0 0 0 0 0,0 0-1 0 0,1 0 1 0 0,-1 0 0 0 0,0 0 0 0 0,0 0 0 0 0,0 0 0 0 0,0-1 0 0 0,1 1 0 0 0,-1 0 0 0 0,0 0 0 0 0,0 0 0 0 0,0 0 0 0 0,0 0 0 0 0,0 0 0 0 0,1 0 0 0 0,-1 0 0 0 0,0-1 0 0 0,0 1 0 0 0,0 0 0 0 0,0 0 0 0 0,0 0 0 0 0,0 0 0 0 0,0 0 0 0 0,0-1 0 0 0,0 1 0 0 0,1 0 0 0 0,-1 0-1 0 0,0 0 1 0 0,0 0 0 0 0,0-1 0 0 0,0 1 0 0 0,0 0 0 0 0,0 0 0 0 0,0 0 0 0 0,0 0 0 0 0,0-1 0 0 0,0 1 0 0 0,0 0 0 0 0,0 0 0 0 0,0 0 0 0 0,0-1-271 0 0,1-5-2703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9.1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0 314 5081 0 0,'6'-3'7436'0'0,"11"-4"-3743"0"0,110-40-3926 0 0,-80 33-667 0 0,-24 8-786 0 0,-1-1-1 0 0,0-1 1 0 0,29-14-1 0 0,-50 21 1517 0 0,0 1 1 0 0,0 0-1 0 0,0-1 0 0 0,-1 1 1 0 0,1-1-1 0 0,0 1 0 0 0,0-1 1 0 0,-1 0-1 0 0,1 1 0 0 0,0-1 1 0 0,-1 0-1 0 0,1 1 0 0 0,0-1 1 0 0,-1 0-1 0 0,1 0 0 0 0,-1 1 0 0 0,0-1 1 0 0,1 0-1 0 0,-1 0 0 0 0,0 0 1 0 0,1 0-1 0 0,-1 0 0 0 0,0 0 1 0 0,0 1-1 0 0,0-1 0 0 0,1 0 1 0 0,-1 0-1 0 0,0 0 0 0 0,-1 0 1 0 0,1 0-1 0 0,0 0 0 0 0,0-2 1 0 0,0 3 110 0 0,2-8-2158 0 0</inkml:trace>
  <inkml:trace contextRef="#ctx0" brushRef="#br0" timeOffset="1">316 3 6545 0 0,'0'-1'197'0'0,"-1"1"-1"0"0,1 0 0 0 0,0 0 1 0 0,-1 0-1 0 0,1 0 0 0 0,0-1 1 0 0,-1 1-1 0 0,1 0 0 0 0,0 0 0 0 0,-1 0 1 0 0,1 0-1 0 0,0 0 0 0 0,-1 0 1 0 0,1 0-1 0 0,0 0 0 0 0,-1 0 1 0 0,1 0-1 0 0,0 0 0 0 0,-1 0 1 0 0,1 0-1 0 0,0 0 0 0 0,-1 0 0 0 0,1 0 1 0 0,0 0-1 0 0,-1 1 0 0 0,1-1 1 0 0,0 0-1 0 0,-1 0 0 0 0,1 0 1 0 0,0 1-1 0 0,0-1 0 0 0,-1 0 1 0 0,1 0-1 0 0,0 0 0 0 0,0 1 1 0 0,-1-1-1 0 0,1 0 0 0 0,0 1 0 0 0,0-1 1 0 0,0 0-1 0 0,0 0 0 0 0,-1 1 1 0 0,1-1-1 0 0,0 0 0 0 0,0 1 1 0 0,-1 24 2256 0 0,12 28-2247 0 0,2-9-206 0 0,20 75-1177 0 0,-20-37-7773 0 0,-9-63 3739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9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 7466 0 0,'-37'36'7209'0'0,"4"11"-3498"0"0,2 17-2793 0 0,27-52-1431 0 0,0-1-1 0 0,1 1 1 0 0,0 0-1 0 0,1 0 1 0 0,-1 24-1 0 0,12-56-11128 0 0,-6 10 9871 0 0,3 1-295 0 0</inkml:trace>
  <inkml:trace contextRef="#ctx0" brushRef="#br0" timeOffset="1">41 67 2168 0 0,'-4'-13'8660'0'0,"5"21"-3947"0"0,-1-4-4500 0 0,1 0 0 0 0,0-1 0 0 0,0 1 0 0 0,0 0 0 0 0,1-1 0 0 0,0 1 0 0 0,-1-1 0 0 0,4 4 0 0 0,1-1-384 0 0,1 0-1 0 0,-1 0 1 0 0,2-1-1 0 0,-1 1 0 0 0,0-2 1 0 0,1 1-1 0 0,0-1 1 0 0,9 3-1 0 0,-11-4-618 0 0,1-1 0 0 0,1 0 0 0 0,-1 0 0 0 0,0 0 1 0 0,0-1-1 0 0,1 0 0 0 0,-1 0 0 0 0,0-1 0 0 0,14-1 0 0 0,0-10-3375 0 0,-19 9 3690 0 0,10-6-2164 0 0</inkml:trace>
  <inkml:trace contextRef="#ctx0" brushRef="#br0" timeOffset="2">302 41 2785 0 0,'-10'7'1571'0'0,"1"1"1"0"0,1-1-1 0 0,-1 1 1 0 0,-13 17-1 0 0,16-17-1263 0 0,-1 1-1 0 0,2-1 0 0 0,-1 1 0 0 0,1 0 0 0 0,0 1 0 0 0,1-1 0 0 0,0 1 0 0 0,1 0 0 0 0,-5 17 1 0 0,9-15-2830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2:59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7050 0 0,'7'17'7271'0'0,"9"1"-4838"0"0,21 7-1455 0 0,-26-18-1033 0 0,0 0 115 0 0,1 0 1 0 0,0-1-1 0 0,15 6 0 0 0,6-8-2146 0 0,-31-4 1743 0 0,-1-1 0 0 0,1 1 0 0 0,0 0 0 0 0,0-1 0 0 0,-1 1 0 0 0,1-1 0 0 0,0 0 0 0 0,-1 0 0 0 0,1 0 0 0 0,-1 0 0 0 0,1 0 0 0 0,-1 0 0 0 0,1 0 0 0 0,-1 0 0 0 0,2-2 0 0 0,4-4-2755 0 0,3 5-1651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0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9602 0 0,'11'1'3076'0'0,"34"-3"-1363"0"0,-41 2-1641 0 0,82-4 656 0 0,109-20-1 0 0,-277 27-119 0 0,77-1-633 0 0,0-1 0 0 0,0 0-1 0 0,1 1 1 0 0,-1 0 0 0 0,0 0-1 0 0,1 0 1 0 0,0 0-1 0 0,-1 1 1 0 0,1 0 0 0 0,0 0-1 0 0,1 0 1 0 0,-1 0 0 0 0,0 1-1 0 0,1-1 1 0 0,0 1 0 0 0,-6 8-1 0 0,5-5 119 0 0,-1 1-1 0 0,2 0 0 0 0,-1 0 1 0 0,1 1-1 0 0,0-1 0 0 0,0 1 1 0 0,1 0-1 0 0,0-1 0 0 0,0 13 1 0 0,1-11 103 0 0,1 1 1 0 0,0 0-1 0 0,1-1 1 0 0,0 1-1 0 0,0-1 1 0 0,1 1 0 0 0,6 18-1 0 0,-6-24-88 0 0,1 1 1 0 0,-1 0-1 0 0,1-1 1 0 0,0 1-1 0 0,0-1 0 0 0,0 0 1 0 0,1 0-1 0 0,0 0 0 0 0,0-1 1 0 0,0 1-1 0 0,1-1 1 0 0,-1 0-1 0 0,8 5 0 0 0,-6-6-70 0 0,0-1 0 0 0,0 1 0 0 0,0-1-1 0 0,0 0 1 0 0,0 0 0 0 0,0-1 0 0 0,1 0 0 0 0,-1 0-1 0 0,1 0 1 0 0,-1-1 0 0 0,0 0 0 0 0,1-1-1 0 0,8 0 1 0 0,12-4-322 0 0,50-16 0 0 0,-17 5-3299 0 0,-59 16 3336 0 0,-1 0 0 0 0,1 0-1 0 0,0 0 1 0 0,0 0 0 0 0,0 0 0 0 0,-1 0-1 0 0,1 0 1 0 0,0 0 0 0 0,0-1 0 0 0,0 1-1 0 0,-1 0 1 0 0,1 0 0 0 0,0-1 0 0 0,0 1-1 0 0,-1 0 1 0 0,1-1 0 0 0,0 1 0 0 0,-1-1-1 0 0,1 1 1 0 0,0-1 0 0 0,-1 1-1 0 0,1-1 1 0 0,-1 0 0 0 0,1 1 0 0 0,-1-1-1 0 0,1 0 1 0 0,-1 1 0 0 0,0-1 0 0 0,1 0-1 0 0,-1 0 1 0 0,0 1 0 0 0,1-1 0 0 0,-1 0-1 0 0,0 0 1 0 0,0 1 0 0 0,0-1 0 0 0,0 0-1 0 0,1 0 1 0 0,-1 0 0 0 0,0 0 0 0 0,-1 1-1 0 0,1-1 1 0 0,0 0 0 0 0,0 0 0 0 0,0 0-1 0 0,-1 0 1 0 0,-1-7-3394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0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18 3769 0 0,'-5'-18'10389'0'0,"8"57"-5668"0"0,-1-14-4157 0 0,3 35 674 0 0,20 101 0 0 0,-18-132-1738 0 0,20 50 0 0 0,-20-61-796 0 0,2-1 0 0 0,0 0 0 0 0,19 27 0 0 0,-32-56-6582 0 0,1 2 5685 0 0,-2-6-1887 0 0</inkml:trace>
  <inkml:trace contextRef="#ctx0" brushRef="#br0" timeOffset="1">57 190 8226 0 0,'-1'0'284'0'0,"1"0"1"0"0,-1-1-1 0 0,0 1 0 0 0,1 0 1 0 0,-1 0-1 0 0,0 0 1 0 0,1-1-1 0 0,-1 1 0 0 0,0 0 1 0 0,1 0-1 0 0,-1 0 1 0 0,0 0-1 0 0,1 0 0 0 0,-1 1 1 0 0,0-1-1 0 0,1 0 1 0 0,-1 0-1 0 0,0 0 0 0 0,1 0 1 0 0,-1 1-1 0 0,0-1 1 0 0,1 0-1 0 0,-1 1 0 0 0,1-1 1 0 0,-1 0-1 0 0,1 1 1 0 0,-1-1-1 0 0,1 1 0 0 0,-2 0 1 0 0,2 0-249 0 0,0-1 0 0 0,0 1 0 0 0,0-1 0 0 0,0 1 0 0 0,0-1 0 0 0,0 1 0 0 0,1-1 0 0 0,-1 1 1 0 0,0-1-1 0 0,0 0 0 0 0,0 1 0 0 0,0-1 0 0 0,1 1 0 0 0,-1-1 0 0 0,0 1 0 0 0,0-1 0 0 0,1 0 0 0 0,-1 1 0 0 0,0-1 0 0 0,1 0 1 0 0,-1 1-1 0 0,0-1 0 0 0,1 0 0 0 0,-1 1 0 0 0,0-1 0 0 0,1 0 0 0 0,-1 0 0 0 0,1 1 0 0 0,-1-1 0 0 0,1 0 0 0 0,-1 0 0 0 0,1 0 0 0 0,-1 0 1 0 0,1 1-1 0 0,-1-1 0 0 0,0 0 0 0 0,1 0 0 0 0,-1 0 0 0 0,1 0 0 0 0,-1 0 0 0 0,2-1 0 0 0,17 5-1367 0 0,1-2 1 0 0,30 0-1 0 0,-29-3-2117 0 0,0-1 1 0 0,27-6-1 0 0,-27 5 350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1.1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1 151 5057 0 0,'43'-14'4251'0'0,"29"4"-2512"0"0,-56 8-1284 0 0,-5 1-72 0 0,0 0-1 0 0,0 1 0 0 0,0 0 1 0 0,0 0-1 0 0,15 4 0 0 0,-24-4-274 0 0,0 0 0 0 0,0 1-1 0 0,0-1 1 0 0,0 1 0 0 0,0-1-1 0 0,0 1 1 0 0,0 0 0 0 0,-1-1 0 0 0,1 1-1 0 0,0 0 1 0 0,0 0 0 0 0,-1 0-1 0 0,1 1 1 0 0,-1-1 0 0 0,1 0-1 0 0,-1 1 1 0 0,1-1 0 0 0,-1 1 0 0 0,0-1-1 0 0,0 1 1 0 0,0 0 0 0 0,0-1-1 0 0,0 1 1 0 0,0 0 0 0 0,0 0-1 0 0,0 0 1 0 0,-1 0 0 0 0,1 0 0 0 0,-1-1-1 0 0,0 1 1 0 0,1 0 0 0 0,-1 0-1 0 0,0 0 1 0 0,0 0 0 0 0,0 0-1 0 0,-1 3 1 0 0,-4 17 511 0 0,-1 0 0 0 0,-1 0 0 0 0,-14 31 0 0 0,9-28-540 0 0,2 1 1 0 0,-8 36 0 0 0,16-55-531 0 0,1 0 0 0 0,-1 1 1 0 0,2 0-1 0 0,-1-1 0 0 0,1 1 1 0 0,1-1-1 0 0,-1 1 0 0 0,1-1 0 0 0,0 1 1 0 0,1-1-1 0 0,0 1 0 0 0,5 13 0 0 0,-7-20 247 0 0,0-1 0 0 0,0 1 0 0 0,1-1 0 0 0,-1 1 0 0 0,0-1 0 0 0,0 1 0 0 0,0-1 0 0 0,0 1 0 0 0,1-1 0 0 0,-1 1 0 0 0,0-1 0 0 0,1 1 0 0 0,-1-1 0 0 0,0 1 0 0 0,1-1 0 0 0,-1 1 0 0 0,0-1 0 0 0,1 0 0 0 0,-1 1 0 0 0,1-1 0 0 0,-1 0 0 0 0,1 1-1 0 0,-1-1 1 0 0,1 0 0 0 0,-1 0 0 0 0,1 1 0 0 0,-1-1 0 0 0,1 0 0 0 0,-1 0 0 0 0,1 0 0 0 0,-1 0 0 0 0,1 0 0 0 0,0 0 0 0 0,-1 0 0 0 0,1 0 0 0 0,-1 0 0 0 0,1 0 0 0 0,-1 0 0 0 0,1 0 0 0 0,-1 0 0 0 0,1 0 0 0 0,0 0 0 0 0,-1 0 0 0 0,1-1-1 0 0,-1 1 1 0 0,1 0 0 0 0,-1 0 0 0 0,1-1 0 0 0,-1 1 0 0 0,0 0 0 0 0,1-1 0 0 0,-1 1 0 0 0,1-1 0 0 0,-1 1 0 0 0,1-1 0 0 0,5-4-2478 0 0</inkml:trace>
  <inkml:trace contextRef="#ctx0" brushRef="#br0" timeOffset="1">388 1 6561 0 0,'-3'8'6146'0'0,"-1"31"-3254"0"0,4 5-995 0 0,9 78 0 0 0,37 124-1304 0 0,-30-185-776 0 0,7 33-1189 0 0,-21-85 442 0 0,-1 1 0 0 0,-1 0 0 0 0,0-1-1 0 0,-1 13 1 0 0,1-22 847 0 0,0 0 0 0 0,0 0-1 0 0,0 0 1 0 0,0 0 0 0 0,0 0 0 0 0,-2-2-1750 0 0,2 2 1750 0 0,0 0 0 0 0,-1 0-1 0 0,1 0 1 0 0,0 0 0 0 0,0 0-1 0 0,0 0 1 0 0,0 1 0 0 0,0-1 0 0 0,0 0-1 0 0,0 0 1 0 0,-1 0 0 0 0,1 0-1 0 0,0 0 1 0 0,0 0 0 0 0,-1 2-1500 0 0,1-2 1500 0 0,0 0 0 0 0,0 0 0 0 0,0 0-1 0 0,0 0 1 0 0,-5-8-1931 0 0,-1-3-2428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1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7442 0 0,'16'2'6079'0'0,"4"4"-4482"0"0,21 4-1449 0 0,63-6-835 0 0,-93-5-606 0 0,1 0 0 0 0,-1-1-1 0 0,0 0 1 0 0,12-4-1 0 0,-10 1-3849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4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8498 0 0,'-5'7'4457'0'0,"-3"3"-2961"0"0,2 1-584 0 0,2 2-192 0 0,4-2-239 0 0,2 2-201 0 0,1-1-136 0 0,2-2-96 0 0,2-1 8 0 0,1-2-136 0 0,3-1-184 0 0,0 1-305 0 0,3-4-391 0 0,-1 0-392 0 0,0-1-440 0 0,-2-2-569 0 0,-3-5-576 0 0,-1 0-1808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4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6 8338 0 0,'-1'1'277'0'0,"-1"0"1"0"0,1-1-1 0 0,-1 1 0 0 0,1 0 1 0 0,0 0-1 0 0,-1 0 1 0 0,1 0-1 0 0,0 0 0 0 0,0 0 1 0 0,0 0-1 0 0,0 0 0 0 0,0 0 1 0 0,0 1-1 0 0,0-1 1 0 0,0 0-1 0 0,0 1 0 0 0,0 1 1 0 0,1-2-198 0 0,0-1 0 0 0,1 1 1 0 0,-1-1-1 0 0,0 1 0 0 0,0-1 1 0 0,1 1-1 0 0,-1-1 0 0 0,1 1 1 0 0,-1-1-1 0 0,0 1 0 0 0,1-1 1 0 0,-1 1-1 0 0,1-1 0 0 0,-1 0 1 0 0,1 1-1 0 0,-1-1 0 0 0,1 0 1 0 0,0 1-1 0 0,-1-1 0 0 0,1 0 1 0 0,-1 0-1 0 0,1 0 0 0 0,0 0 1 0 0,-1 1-1 0 0,1-1 0 0 0,-1 0 1 0 0,2 0-1 0 0,8 1 119 0 0,-1 0 0 0 0,0-1 0 0 0,1 0-1 0 0,11-2 1 0 0,63-14 73 0 0,-46 8-212 0 0,41-3 0 0 0,-78 11-57 0 0,-1-1-1 0 0,1 1 1 0 0,-1 0 0 0 0,1 0-1 0 0,0 0 1 0 0,-1 0-1 0 0,1 0 1 0 0,-1 0-1 0 0,1 0 1 0 0,-1 0-1 0 0,1 0 1 0 0,-1 0 0 0 0,1 0-1 0 0,0 0 1 0 0,-1 0-1 0 0,1 0 1 0 0,-1 0-1 0 0,1 1 1 0 0,-1-1-1 0 0,1 0 1 0 0,-1 0 0 0 0,1 1-1 0 0,-1-1 1 0 0,1 0-1 0 0,-1 1 1 0 0,0-1-1 0 0,1 0 1 0 0,-1 1 0 0 0,1-1-1 0 0,-1 1 1 0 0,0-1-1 0 0,1 0 1 0 0,-1 1-1 0 0,0-1 1 0 0,0 1-1 0 0,1-1 1 0 0,-1 1 0 0 0,0-1-1 0 0,0 1 1 0 0,0 0-1 0 0,1 0 1 0 0,-14 27 217 0 0,-34 24 522 0 0,46-51-710 0 0,-26 24 506 0 0,-25 26 56 0 0,48-47-581 0 0,1 0 0 0 0,1-1 0 0 0,-1 1 0 0 0,0 0 1 0 0,1 1-1 0 0,0-1 0 0 0,0 0 0 0 0,0 1 0 0 0,1-1 0 0 0,-1 1 1 0 0,1 0-1 0 0,-1 4 0 0 0,2-7-13 0 0,1-1 1 0 0,-1 1 0 0 0,0-1-1 0 0,1 0 1 0 0,-1 1 0 0 0,1-1-1 0 0,-1 0 1 0 0,1 1 0 0 0,0-1-1 0 0,-1 0 1 0 0,1 1 0 0 0,0-1-1 0 0,0 0 1 0 0,0 0-1 0 0,0 0 1 0 0,0 0 0 0 0,0 0-1 0 0,0 0 1 0 0,0 0 0 0 0,0 0-1 0 0,1 0 1 0 0,-1-1 0 0 0,0 1-1 0 0,1 0 1 0 0,-1-1 0 0 0,0 1-1 0 0,1-1 1 0 0,-1 0-1 0 0,1 1 1 0 0,-1-1 0 0 0,0 0-1 0 0,1 0 1 0 0,-1 0 0 0 0,1 0-1 0 0,-1 0 1 0 0,1 0 0 0 0,1 0-1 0 0,6 0 0 0 0,-1 0-1 0 0,1-1 0 0 0,0 0 1 0 0,16-3-1 0 0,-13 0 26 0 0,0-1-1 0 0,0 1 1 0 0,20-12-1 0 0,-29 14-13 0 0,0 1-1 0 0,0-1 1 0 0,0 0 0 0 0,0 0-1 0 0,0 0 1 0 0,0-1 0 0 0,-1 1-1 0 0,1-1 1 0 0,-1 1 0 0 0,0-1-1 0 0,0 0 1 0 0,0 0-1 0 0,0 0 1 0 0,0 0 0 0 0,0 0-1 0 0,-1 0 1 0 0,0-1 0 0 0,2-4-1 0 0,-3 6 2 0 0,0 1 0 0 0,-1-1 0 0 0,1 1 0 0 0,0-1 0 0 0,-1 0 0 0 0,1 1 0 0 0,-1-1 0 0 0,0 1 0 0 0,0 0 1 0 0,1-1-1 0 0,-1 1 0 0 0,0 0 0 0 0,0-1 0 0 0,0 1 0 0 0,0 0 0 0 0,0 0 0 0 0,-1 0 0 0 0,1 0 0 0 0,0 0 0 0 0,0 0 0 0 0,-1 0 0 0 0,1 0 0 0 0,-1 0 0 0 0,1 1 0 0 0,-1-1 0 0 0,1 1 0 0 0,-1-1 0 0 0,1 1 0 0 0,-1-1 0 0 0,1 1 0 0 0,-1 0 0 0 0,0 0 0 0 0,1 0 0 0 0,-1 0 0 0 0,-2 0 0 0 0,-61 1-216 0 0,65-1 201 0 0,-10 1 463 0 0,7 0-825 0 0,-1 0 1 0 0,1-1-1 0 0,0 0 0 0 0,0 0 1 0 0,-1 0-1 0 0,1 0 0 0 0,0 0 1 0 0,0-1-1 0 0,-6 0 0 0 0,9 0 84 0 0,-1 0 0 0 0,0 0-1 0 0,1 0 1 0 0,-1 0 0 0 0,1 0 0 0 0,-1 0-1 0 0,1 0 1 0 0,-1 0 0 0 0,1 0-1 0 0,0 0 1 0 0,-1 0 0 0 0,1 0-1 0 0,0 0 1 0 0,0-1 0 0 0,0 1-1 0 0,0 0 1 0 0,0 0 0 0 0,0 0 0 0 0,0 0-1 0 0,0 0 1 0 0,1 0 0 0 0,-1 0-1 0 0,0 0 1 0 0,1 0 0 0 0,-1-1-1 0 0,0 1 1 0 0,1 0 0 0 0,-1 1 0 0 0,1-1-1 0 0,0 0 1 0 0,1-2 0 0 0,7-19-2847 0 0,6 0-378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5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5657 0 0,'2'22'7255'0'0,"5"14"-4137"0"0,0 7-2031 0 0,-4-10-719 0 0,17 122 880 0 0,-15-134-2295 0 0,0-1 0 0 0,14 36 1 0 0,-13-71-9184 0 0,-5-19 6770 0 0,-3 18 1853 0 0</inkml:trace>
  <inkml:trace contextRef="#ctx0" brushRef="#br0" timeOffset="1">71 246 1240 0 0,'0'-1'374'0'0,"-1"0"-1"0"0,1 0 1 0 0,0 0-1 0 0,-1 1 1 0 0,1-1-1 0 0,-1 0 1 0 0,1 0 0 0 0,-1 0-1 0 0,1 1 1 0 0,-1-1-1 0 0,0 0 1 0 0,1 1-1 0 0,-1-1 1 0 0,0 0-1 0 0,0 1 1 0 0,1-1-1 0 0,-1 1 1 0 0,0-1 0 0 0,0 1-1 0 0,-1-1 1 0 0,20 11 3554 0 0,-7-7-3857 0 0,0-1-1 0 0,1 0 0 0 0,0-1 1 0 0,-1 0-1 0 0,1-1 0 0 0,12-2 1 0 0,-14 1-622 0 0,0 0 0 0 0,-1-1 0 0 0,1 0 0 0 0,11-4 1 0 0,-20 6 328 0 0,-1-1 0 0 0,1 1 0 0 0,0 0 0 0 0,0 0 0 0 0,-1-1 0 0 0,1 1 0 0 0,0-1 0 0 0,-1 1 0 0 0,1-1 0 0 0,-1 1 0 0 0,1-1 0 0 0,0 1 0 0 0,-1-1 0 0 0,1 1 0 0 0,-1-1 0 0 0,1 0 0 0 0,-1 1 0 0 0,0-1 0 0 0,1 0 0 0 0,-1 1 0 0 0,0-1 0 0 0,1 0 0 0 0,-1 1 0 0 0,0-1 0 0 0,0 0 0 0 0,0 0 0 0 0,1 0 0 0 0,-1 1 0 0 0,0-3 0 0 0,0-2-2942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5.3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0 6865 0 0,'-2'2'338'0'0,"0"0"-1"0"0,0 1 1 0 0,0-1-1 0 0,0 0 0 0 0,1 1 1 0 0,-1-1-1 0 0,1 1 1 0 0,0-1-1 0 0,-1 1 0 0 0,1 0 1 0 0,0 0-1 0 0,1-1 1 0 0,-1 1-1 0 0,0 0 0 0 0,1 0 1 0 0,0 0-1 0 0,-1 0 1 0 0,1 0-1 0 0,1 4 0 0 0,0-4-155 0 0,0-1 0 0 0,0 1-1 0 0,0-1 1 0 0,0 0 0 0 0,1 0 0 0 0,-1 1-1 0 0,1-1 1 0 0,0 0 0 0 0,-1 0-1 0 0,1 0 1 0 0,0-1 0 0 0,0 1-1 0 0,0 0 1 0 0,1-1 0 0 0,-1 0-1 0 0,0 1 1 0 0,4 1 0 0 0,11 3 234 0 0,0 0 0 0 0,0 0 0 0 0,1-2 0 0 0,34 5 0 0 0,-42-7-141 0 0,17 2 113 0 0,0-2 1 0 0,0 0-1 0 0,39-4 0 0 0,8-10-2138 0 0,-62 9-174 0 0,-1-1 1 0 0,0 0-1 0 0,21-11 1 0 0,-22 2-2730 0 0,-7 7 2796 0 0,5-3-1877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5.7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8114 0 0,'-1'0'260'0'0,"1"0"1"0"0,-1 0-1 0 0,1 0 0 0 0,-1 0 1 0 0,1 1-1 0 0,-1-1 1 0 0,0 0-1 0 0,1 0 0 0 0,-1 1 1 0 0,1-1-1 0 0,-1 0 1 0 0,1 0-1 0 0,0 1 0 0 0,-1-1 1 0 0,1 1-1 0 0,-1-1 0 0 0,1 1 1 0 0,-1-1-1 0 0,1 0 1 0 0,0 1-1 0 0,-1-1 0 0 0,1 1 1 0 0,0 1-1 0 0,-7 19 2188 0 0,4 26-1674 0 0,3-41-150 0 0,-1 20-269 0 0,2 0-1 0 0,0 0 1 0 0,10 48-1 0 0,-8-62-648 0 0,0-1-1 0 0,1 1 0 0 0,0-1 0 0 0,9 15 1 0 0,-10-20-361 0 0,1 0 1 0 0,0 0-1 0 0,1 0 1 0 0,-1-1 0 0 0,1 1-1 0 0,0-1 1 0 0,0 0-1 0 0,8 5 1 0 0,-13-10 526 0 0,1 0 1 0 0,-1 1 0 0 0,0-1-1 0 0,0 0 1 0 0,0 1-1 0 0,1-1 1 0 0,-1 0-1 0 0,0 0 1 0 0,0 0-1 0 0,1 1 1 0 0,-1-1-1 0 0,0 0 1 0 0,0 0-1 0 0,1 0 1 0 0,-1 0 0 0 0,0 1-1 0 0,1-1 1 0 0,-1 0-1 0 0,0 0 1 0 0,1 0-1 0 0,-1 0 1 0 0,0 0-1 0 0,1 0 1 0 0,-1 0-1 0 0,0 0 1 0 0,1 0-1 0 0,-1 0 1 0 0,0 0 0 0 0,1 0-1 0 0,-1 0 1 0 0,0 0-1 0 0,1 0 1 0 0,-1-1-1 0 0,0 1 1 0 0,0 0-1 0 0,1 0 1 0 0,-1 0-1 0 0,0 0 1 0 0,1 0-1 0 0,-1-1 1 0 0,0 1 0 0 0,0 0-1 0 0,1 0 1 0 0,-1-1-1 0 0,0 1 1 0 0,0 0-1 0 0,0 0 1 0 0,1-1-1 0 0,-1 1 1 0 0,0 0-1 0 0,0-1 1 0 0,0 1-1 0 0,0 0 1 0 0,0-1 0 0 0,0 1-1 0 0,0 0 1 0 0,1 0-1 0 0,-1-1 1 0 0,0 1-1 0 0,0 0 1 0 0,0-1-1 0 0,0 1 1 0 0,0 0-1 0 0,-1-1 1 0 0,1 0-1 0 0,3-7-3003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6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56 7418 0 0,'-3'3'758'0'0,"1"1"1"0"0,-1 0-1 0 0,1 0 1 0 0,1 1-1 0 0,-1-1 1 0 0,0 0-1 0 0,1 1 1 0 0,-1 5 0 0 0,-2 42 2092 0 0,6-29-2334 0 0,1-1 0 0 0,7 33 0 0 0,12 0-248 0 0,-18-45-293 0 0,1 0 0 0 0,-1 0-1 0 0,-1 1 1 0 0,4 19 0 0 0,-6-30 15 0 0,-1 1 1 0 0,0-1-1 0 0,0 1 1 0 0,0 0-1 0 0,0-1 1 0 0,0 1-1 0 0,0-1 1 0 0,0 1-1 0 0,-1-1 1 0 0,1 1-1 0 0,0-1 1 0 0,0 1-1 0 0,0-1 1 0 0,0 1-1 0 0,-1-1 1 0 0,1 0-1 0 0,0 1 0 0 0,0-1 1 0 0,-1 1-1 0 0,1-1 1 0 0,0 1-1 0 0,-1-1 1 0 0,1 0-1 0 0,0 1 1 0 0,-1-1-1 0 0,1 0 1 0 0,-1 1-1 0 0,1-1 1 0 0,-1 0-1 0 0,1 0 1 0 0,0 1-1 0 0,-2-1 1 0 0,-20 0-162 0 0,-21-13 22 0 0,29 6 271 0 0,1 0 1 0 0,-1 0 0 0 0,2-1-1 0 0,-1-1 1 0 0,-20-18-1 0 0,34 26-69 0 0,-1 1 0 0 0,0-1-1 0 0,0 0 1 0 0,1 1 0 0 0,-1-1-1 0 0,0 0 1 0 0,1 1 0 0 0,-1-1-1 0 0,0 0 1 0 0,1 1 0 0 0,-1-1-1 0 0,1 1 1 0 0,-1-1 0 0 0,1 1 0 0 0,-1-1-1 0 0,1 1 1 0 0,-1-1 0 0 0,1 1-1 0 0,0 0 1 0 0,-1-1 0 0 0,1 1-1 0 0,0 0 1 0 0,-1 0 0 0 0,1-1-1 0 0,0 1 1 0 0,0 0 0 0 0,30-15 279 0 0,-22 11-178 0 0,12-6-191 0 0,1 1-1 0 0,0 1 1 0 0,0 1-1 0 0,1 1 1 0 0,-1 1 0 0 0,41-5-1 0 0,-40 9-1464 0 0,0 1-1 0 0,1 0 0 0 0,43 8 1 0 0,-38-9-2379 0 0,-8-13-3359 0 0,-13 13 4680 0 0</inkml:trace>
  <inkml:trace contextRef="#ctx0" brushRef="#br0" timeOffset="1">414 21 3777 0 0,'-1'-1'287'0'0,"1"0"-1"0"0,0 0 1 0 0,0 0 0 0 0,0 0-1 0 0,-1 0 1 0 0,1 0 0 0 0,-1 0-1 0 0,1 0 1 0 0,-1 0 0 0 0,1 0-1 0 0,-1 0 1 0 0,1 0 0 0 0,-1 1 0 0 0,0-1-1 0 0,0 0 1 0 0,1 0 0 0 0,-1 1-1 0 0,0-1 1 0 0,0 0 0 0 0,0 1-1 0 0,0-1 1 0 0,0 1 0 0 0,0-1 0 0 0,-1 0-1 0 0,1 2-90 0 0,0-1 0 0 0,0 1-1 0 0,0 0 1 0 0,1-1-1 0 0,-1 1 1 0 0,0 0 0 0 0,0 0-1 0 0,1 0 1 0 0,-1 0 0 0 0,1-1-1 0 0,-1 1 1 0 0,1 0 0 0 0,-1 0-1 0 0,1 0 1 0 0,0 0 0 0 0,-1 0-1 0 0,1 0 1 0 0,0 3 0 0 0,-8 57 2164 0 0,12-23-1850 0 0,1-1-1 0 0,17 61 1 0 0,16 12-3695 0 0,-32-92 362 0 0,-6-5-1932 0 0,-2-6-432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6.4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0 9098 0 0,'-3'5'239'0'0,"1"0"-1"0"0,0 0 1 0 0,0 1 0 0 0,1-1-1 0 0,0 0 1 0 0,0 1 0 0 0,0-1-1 0 0,0 0 1 0 0,1 1 0 0 0,0-1 0 0 0,0 1-1 0 0,0-1 1 0 0,1 1 0 0 0,0-1-1 0 0,0 1 1 0 0,0-1 0 0 0,1 0-1 0 0,0 0 1 0 0,0 1 0 0 0,0-1 0 0 0,0-1-1 0 0,1 1 1 0 0,0 0 0 0 0,0 0-1 0 0,0-1 1 0 0,1 0 0 0 0,4 5-1 0 0,-2-3-231 0 0,1-1 0 0 0,-1-1 0 0 0,1 1 0 0 0,0-1 0 0 0,0-1 0 0 0,0 1 0 0 0,1-1 0 0 0,-1 0 0 0 0,1-1 0 0 0,0 1-1 0 0,0-2 1 0 0,0 1 0 0 0,0-1 0 0 0,0 0 0 0 0,0-1 0 0 0,0 0 0 0 0,0 0 0 0 0,8-2 0 0 0,-3 0-14 0 0,0-1 1 0 0,0-1-1 0 0,0 0 1 0 0,0-1-1 0 0,-1 0 1 0 0,0-1-1 0 0,0-1 1 0 0,12-8-1 0 0,28-14-4010 0 0,-51 27 3056 0 0,-1 2 801 0 0,1 0 0 0 0,-1 0 0 0 0,0 0 0 0 0,0-1-1 0 0,0 1 1 0 0,0 0 0 0 0,0 0 0 0 0,0-1 0 0 0,0 1 0 0 0,0 0-1 0 0,0 0 1 0 0,0-1 0 0 0,0 1 0 0 0,0 0 0 0 0,0 0 0 0 0,0-1-1 0 0,0 1 1 0 0,0 0 0 0 0,0 0 0 0 0,0 0 0 0 0,0-1 0 0 0,0 1-1 0 0,-1 0 1 0 0,1 0 0 0 0,0-1 0 0 0,0 1 0 0 0,0 0 0 0 0,0 0-1 0 0,-2-1-960 0 0,1-1 103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7.0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 44 4865 0 0,'-3'-2'606'0'0,"0"0"0"0"0,0 0 1 0 0,0 0-1 0 0,0 0 0 0 0,0 0 0 0 0,-1 1 1 0 0,1-1-1 0 0,0 1 0 0 0,-1 0 0 0 0,1 0 0 0 0,-8-1 1 0 0,9 2-347 0 0,-1 0 1 0 0,0 0 0 0 0,1 1-1 0 0,-1-1 1 0 0,1 0 0 0 0,-1 1-1 0 0,1 0 1 0 0,-1-1 0 0 0,1 1-1 0 0,-1 0 1 0 0,1 0 0 0 0,0 1-1 0 0,-4 1 1 0 0,2 1-136 0 0,0-1 0 0 0,0 1 0 0 0,1-1 0 0 0,0 1 0 0 0,0 0 0 0 0,0 0 0 0 0,0 0 0 0 0,1 1 0 0 0,-1-1 0 0 0,1 1 0 0 0,0-1 0 0 0,1 1 0 0 0,-1 0 0 0 0,1 0 0 0 0,0 0 0 0 0,-1 8 0 0 0,1-8-98 0 0,1 0-1 0 0,0 0 0 0 0,0 1 1 0 0,0-1-1 0 0,0 0 0 0 0,1 0 0 0 0,0 0 1 0 0,0 0-1 0 0,0 0 0 0 0,1 0 0 0 0,0 0 1 0 0,0 0-1 0 0,0-1 0 0 0,0 1 0 0 0,1-1 1 0 0,-1 1-1 0 0,1-1 0 0 0,1 0 0 0 0,5 6 1 0 0,-4-5-29 0 0,1 0 1 0 0,1 0 0 0 0,-1-1-1 0 0,0 0 1 0 0,1-1 0 0 0,0 1-1 0 0,0-1 1 0 0,0-1 0 0 0,0 1 0 0 0,0-1-1 0 0,1 0 1 0 0,14 1 0 0 0,-21-2 2 0 0,1-1 0 0 0,-1 1 0 0 0,1-1 0 0 0,-1 0 0 0 0,1 0 0 0 0,-1 0 1 0 0,1 0-1 0 0,-1 0 0 0 0,1 0 0 0 0,-1 0 0 0 0,1 0 0 0 0,-1 0 0 0 0,0-1 1 0 0,1 1-1 0 0,-1-1 0 0 0,1 1 0 0 0,-1-1 0 0 0,0 1 0 0 0,1-1 0 0 0,-1 0 1 0 0,0 0-1 0 0,0 0 0 0 0,1 0 0 0 0,-1 0 0 0 0,0 0 0 0 0,0 0 0 0 0,0 0 1 0 0,0 0-1 0 0,0 0 0 0 0,-1 0 0 0 0,1-1 0 0 0,0 1 0 0 0,-1 0 0 0 0,1-1 1 0 0,0 1-1 0 0,-1 0 0 0 0,1-1 0 0 0,-1 1 0 0 0,0-1 0 0 0,0 1 0 0 0,1-1 1 0 0,-1 1-1 0 0,0-1 0 0 0,0 1 0 0 0,0-1 0 0 0,-1 1 0 0 0,1 0 0 0 0,0-1 0 0 0,0 1 1 0 0,-1-1-1 0 0,1 1 0 0 0,-1-1 0 0 0,0-1 0 0 0,-2-7 35 0 0,-1 0 0 0 0,0 0 0 0 0,0 1 0 0 0,-1 0 0 0 0,0 0 0 0 0,-7-10 0 0 0,1 4 37 0 0,0 1 0 0 0,-1 0 0 0 0,0 1 0 0 0,-19-16 0 0 0,34 27-51 0 0,1 0-1 0 0,-1 0 0 0 0,1 1 0 0 0,-1-1 0 0 0,1 1 0 0 0,0 0 0 0 0,0 0 0 0 0,7-1 0 0 0,-6 1-19 0 0,36-11-76 0 0,-24 6 101 0 0,0 1 1 0 0,1 0-1 0 0,-1 1 0 0 0,1 1 1 0 0,0 1-1 0 0,0 0 0 0 0,31 2 0 0 0,-48 1 57 0 0,0-1-1 0 0,1 0 0 0 0,-1 1 1 0 0,0-1-1 0 0,1 1 0 0 0,-1 0 0 0 0,0-1 1 0 0,0 1-1 0 0,0 0 0 0 0,0 0 1 0 0,1 0-1 0 0,-1 0 0 0 0,0 0 0 0 0,-1 0 1 0 0,1 0-1 0 0,0 0 0 0 0,0 0 1 0 0,0 0-1 0 0,-1 0 0 0 0,1 1 0 0 0,0-1 1 0 0,-1 0-1 0 0,1 1 0 0 0,-1-1 1 0 0,0 0-1 0 0,1 1 0 0 0,-1-1 0 0 0,0 0 1 0 0,0 1-1 0 0,0 2 0 0 0,-5 52 1212 0 0,1-20-1037 0 0,6-21-440 0 0,0 1 0 0 0,1-1 1 0 0,0 1-1 0 0,1-1 1 0 0,1 0-1 0 0,8 19 0 0 0,7 5-3369 0 0,1-2-3722 0 0,-19-33 4054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07.4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2 5233 0 0,'0'0'188'0'0,"0"0"1"0"0,-1 0-1 0 0,1-1 1 0 0,0 1-1 0 0,0 0 0 0 0,-1 0 1 0 0,1 0-1 0 0,0 0 0 0 0,-1 0 1 0 0,1 0-1 0 0,0 0 0 0 0,-1 0 1 0 0,1 0-1 0 0,0 0 1 0 0,-1 0-1 0 0,1 0 0 0 0,-1 0 1 0 0,1 0-1 0 0,0 0 0 0 0,-1 0 1 0 0,1 0-1 0 0,0 0 0 0 0,0 1 1 0 0,-1-1-1 0 0,1 0 0 0 0,0 0 1 0 0,-1 0-1 0 0,1 0 1 0 0,0 1-1 0 0,0-1 0 0 0,-1 0 1 0 0,1 0-1 0 0,0 1 0 0 0,0-1 1 0 0,-1 0-1 0 0,1 1 0 0 0,-5 16 2505 0 0,6 17-859 0 0,4 13-646 0 0,3 0 0 0 0,2 0 0 0 0,21 58 0 0 0,-4-26-2702 0 0,2-1-3814 0 0,-26-72 4680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1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1371 3857 4977 0 0,'-131'-11'2257'0'0,"-228"-50"1"0"0,298 46-1410 0 0,1-2 0 0 0,1-4 0 0 0,1-1-1 0 0,0-4 1 0 0,-101-61 0 0 0,129 66-568 0 0,2-1 0 0 0,1 0 0 0 0,0-3 0 0 0,2 0 0 0 0,1-1 0 0 0,1-1 0 0 0,1-2 0 0 0,-23-39 0 0 0,21 25-137 0 0,1-1 0 0 0,3-2 0 0 0,2 0 0 0 0,2-1-1 0 0,-14-65 1 0 0,14 28-133 0 0,3 0 0 0 0,-2-120-1 0 0,26-161 27 0 0,3 208-35 0 0,7 1 0 0 0,6 0 0 0 0,82-258 0 0 0,-77 324-70 0 0,3 1 1 0 0,5 1-1 0 0,3 3 1 0 0,4 1-1 0 0,4 2 1 0 0,3 3 0 0 0,89-101-1 0 0,-80 110-208 0 0,4 3 1 0 0,3 3-1 0 0,2 3 1 0 0,3 3-1 0 0,135-79 0 0 0,-165 113 131 0 0,2 2 0 0 0,0 3 0 0 0,1 1 0 0 0,99-22 0 0 0,-108 33 111 0 0,1 2 0 0 0,0 2 1 0 0,0 1-1 0 0,0 2 0 0 0,0 2 0 0 0,0 2 0 0 0,42 9 0 0 0,-30 0 75 0 0,0 2-1 0 0,-2 3 0 0 0,0 1 0 0 0,-1 3 0 0 0,-1 2 0 0 0,-1 2 0 0 0,-1 2 0 0 0,-2 2 1 0 0,-1 2-1 0 0,-1 2 0 0 0,56 59 0 0 0,-49-42 168 0 0,-3 3 0 0 0,-2 2 0 0 0,-3 2 1 0 0,-2 1-1 0 0,-3 2 0 0 0,-3 2 0 0 0,-2 1 0 0 0,27 82 0 0 0,-38-79-72 0 0,-2 2-1 0 0,-3 0 0 0 0,-3 0 0 0 0,-3 2 1 0 0,0 83-1 0 0,-11-60-25 0 0,-4 0 0 0 0,-3-1 0 0 0,-31 128 0 0 0,5-83-16 0 0,-85 212 1 0 0,-91 109-33 0 0,-46-10-2809 0 0,59-167-4769 0 0,120-184 1951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2.9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22 5033 0 0,'-6'-18'7425'0'0,"-1"14"-3370"0"0,-12 26-1622 0 0,13-13-2228 0 0,-16 25 488 0 0,1 2 1 0 0,-27 63-1 0 0,18-13-3607 0 0,28-77 887 0 0,0 0 0 0 0,0-1 1 0 0,1 1-1 0 0,0 0 1 0 0,0 13-1 0 0,-6-72 1141 0 0,4 36 1976 0 0,1 0 0 0 0,0-1 1 0 0,1 1-1 0 0,1-23 0 0 0,0 36-935 0 0,1 1 0 0 0,-1-1 0 0 0,1 1 0 0 0,-1-1 0 0 0,1 1-1 0 0,0-1 1 0 0,-1 1 0 0 0,1 0 0 0 0,-1-1 0 0 0,1 1 0 0 0,0 0 0 0 0,-1-1-1 0 0,1 1 1 0 0,0 0 0 0 0,-1 0 0 0 0,1 0 0 0 0,0 0 0 0 0,-1-1 0 0 0,1 1 0 0 0,0 0-1 0 0,-1 0 1 0 0,1 0 0 0 0,0 0 0 0 0,-1 1 0 0 0,1-1 0 0 0,0 0 0 0 0,0 0-1 0 0,-1 0 1 0 0,1 0 0 0 0,-1 1 0 0 0,1-1 0 0 0,0 0 0 0 0,-1 1 0 0 0,1-1-1 0 0,0 1 1 0 0,0 0 0 0 0,39 17 787 0 0,-27-12-522 0 0,56 25-1284 0 0,-8-4-5844 0 0,-59-26 6118 0 0,8-1-3824 0 0,-4-4 688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3.3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 5993 0 0,'-10'15'1959'0'0,"1"-1"0"0"0,0 2-1 0 0,-7 18 1 0 0,5-9-1654 0 0,2 1 0 0 0,1 1-1 0 0,-6 28 1 0 0,13-26-1635 0 0,1-20-1616 0 0,3-21-7185 0 0</inkml:trace>
  <inkml:trace contextRef="#ctx0" brushRef="#br0" timeOffset="1">27 121 3665 0 0,'25'10'7954'0'0,"11"-1"-5187"0"0,14 1-4304 0 0,22-4-5608 0 0,-56-5 3217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3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231 0 5185 0 0,'-3'16'2409'0'0,"0"9"-1049"0"0,-1 4-232 0 0,3 2-240 0 0,-1-5-248 0 0,2 0-215 0 0,2 0-233 0 0,1-3-128 0 0,0-2-224 0 0,4-1-248 0 0,-2-4-473 0 0,0-5-487 0 0,-1-1-440 0 0,1-5-249 0 0,10 5-1456 0 0</inkml:trace>
  <inkml:trace contextRef="#ctx0" brushRef="#br0" timeOffset="1">202 122 6585 0 0,'2'0'2305'0'0,"-1"0"-1009"0"0,4 2-472 0 0,2-1-160 0 0,1 1-239 0 0,1 0-89 0 0,3-2-184 0 0,-1 1-136 0 0,2-2-144 0 0,2 1-272 0 0,0-2-433 0 0,-1 0-663 0 0,-1 1-624 0 0,-6-4-753 0 0,2 3-728 0 0</inkml:trace>
  <inkml:trace contextRef="#ctx0" brushRef="#br0" timeOffset="2">10 339 9730 0 0,'-1'0'105'0'0,"1"0"1"0"0,0 0-1 0 0,-1 0 0 0 0,1 0 0 0 0,-1 0 1 0 0,1 0-1 0 0,0 0 0 0 0,-1 0 0 0 0,1 1 1 0 0,0-1-1 0 0,-1 0 0 0 0,1 0 0 0 0,0 1 1 0 0,-1-1-1 0 0,1 0 0 0 0,0 0 0 0 0,-1 1 1 0 0,1-1-1 0 0,0 0 0 0 0,0 1 0 0 0,-1-1 1 0 0,1 0-1 0 0,0 1 0 0 0,0-1 0 0 0,0 0 1 0 0,-1 1-1 0 0,1-1 0 0 0,0 1 0 0 0,0-1 1 0 0,0 0-1 0 0,0 1 0 0 0,0-1 0 0 0,0 1 1 0 0,0-1-1 0 0,0 0 0 0 0,0 1 0 0 0,0-1 1 0 0,0 1-1 0 0,18 0 1324 0 0,27-9-1128 0 0,43-15-1232 0 0,-29 11-3694 0 0,-43 5-1416 0 0,-10 7 2809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4.1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 3913 0 0,'13'0'7113'0'0,"55"-10"-5631"0"0,-55 8-1382 0 0,37-7 28 0 0,-48 8-121 0 0,1 1 0 0 0,0 0 0 0 0,-1 0 0 0 0,1 0 0 0 0,0 0 0 0 0,-1 0 0 0 0,1 1 0 0 0,-1-1 0 0 0,1 1 0 0 0,-1 0-1 0 0,1-1 1 0 0,-1 1 0 0 0,1 0 0 0 0,4 3 0 0 0,-7-3 30 0 0,1 1 1 0 0,-1-1-1 0 0,0 0 0 0 0,1 0 0 0 0,-1 1 0 0 0,0-1 1 0 0,0 0-1 0 0,1 1 0 0 0,-1-1 0 0 0,0 0 0 0 0,0 1 1 0 0,-1-1-1 0 0,1 0 0 0 0,0 1 0 0 0,0-1 0 0 0,-1 0 1 0 0,1 1-1 0 0,-1-1 0 0 0,1 0 0 0 0,-1 0 1 0 0,1 0-1 0 0,-1 1 0 0 0,0-1 0 0 0,-1 1 0 0 0,-21 37 945 0 0,19-33-840 0 0,0 0-3 0 0,-5 7 44 0 0,1 0 1 0 0,1 0 0 0 0,0 0-1 0 0,1 1 1 0 0,-6 18-1 0 0,12-30-172 0 0,-1 0-1 0 0,1 0 0 0 0,0 0 0 0 0,-1 0 0 0 0,1 0 0 0 0,0-1 1 0 0,0 1-1 0 0,0 0 0 0 0,0 0 0 0 0,1 0 0 0 0,-1 0 1 0 0,1 0-1 0 0,-1-1 0 0 0,1 1 0 0 0,-1 0 0 0 0,1 0 0 0 0,0-1 1 0 0,0 1-1 0 0,0 0 0 0 0,1 1 0 0 0,1-1-4 0 0,-1 0-1 0 0,1 0 1 0 0,-1-1 0 0 0,1 0-1 0 0,0 1 1 0 0,-1-1 0 0 0,1 0 0 0 0,0 0-1 0 0,0-1 1 0 0,0 1 0 0 0,0 0-1 0 0,0-1 1 0 0,0 0 0 0 0,0 0-1 0 0,0 0 1 0 0,0 0 0 0 0,4-1-1 0 0,-1 0 4 0 0,-1 1-1 0 0,1-2 0 0 0,-1 1 1 0 0,0 0-1 0 0,0-1 1 0 0,0 0-1 0 0,0-1 1 0 0,0 1-1 0 0,0-1 0 0 0,0 0 1 0 0,-1 0-1 0 0,1 0 1 0 0,-1 0-1 0 0,7-8 0 0 0,-10 10 17 0 0,0-1 0 0 0,1 1-1 0 0,-1-1 1 0 0,0 1 0 0 0,0-1-1 0 0,0 0 1 0 0,0 1 0 0 0,-1-1-1 0 0,1 0 1 0 0,0 1-1 0 0,-1-1 1 0 0,1 0 0 0 0,-1 0-1 0 0,1 0 1 0 0,-1 0 0 0 0,0 0-1 0 0,0 1 1 0 0,0-1 0 0 0,0 0-1 0 0,0 0 1 0 0,-1 0-1 0 0,1 0 1 0 0,0 0 0 0 0,-1 1-1 0 0,1-1 1 0 0,-1 0 0 0 0,0 0-1 0 0,0 1 1 0 0,1-1 0 0 0,-1 0-1 0 0,0 1 1 0 0,0-1-1 0 0,-1 1 1 0 0,1-1 0 0 0,0 1-1 0 0,0-1 1 0 0,-1 1 0 0 0,1 0-1 0 0,-1 0 1 0 0,1 0 0 0 0,-1 0-1 0 0,0 0 1 0 0,1 0-1 0 0,-4-1 1 0 0,-44-17 402 0 0,43 17-780 0 0,-1 1-1 0 0,0-2 1 0 0,1 1-1 0 0,0-1 0 0 0,-1 0 1 0 0,1 0-1 0 0,0 0 0 0 0,-7-7 1 0 0,12 6-373 0 0,1 1-1 0 0,0-1 1 0 0,1 0 0 0 0,-1 1 0 0 0,0-1-1 0 0,1 0 1 0 0,0 1 0 0 0,0-1 0 0 0,0 1-1 0 0,0-1 1 0 0,1 1 0 0 0,-1 0 0 0 0,3-4-1 0 0,11-2-2603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4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5 3337 0 0,'0'0'225'0'0,"-1"-1"1"0"0,1 1-1 0 0,-1-1 0 0 0,0 1 1 0 0,1 0-1 0 0,-1-1 1 0 0,0 1-1 0 0,1 0 0 0 0,-1-1 1 0 0,0 1-1 0 0,1 0 1 0 0,-1 0-1 0 0,0 0 0 0 0,1 0 1 0 0,-1 0-1 0 0,0 0 1 0 0,0 0-1 0 0,1 0 1 0 0,-1 0-1 0 0,0 0 0 0 0,0 0 1 0 0,1 0-1 0 0,-1 0 1 0 0,0 0-1 0 0,1 1 0 0 0,-1-1 1 0 0,0 0-1 0 0,1 1 1 0 0,-1-1-1 0 0,1 0 0 0 0,-1 1 1 0 0,0-1-1 0 0,0 1 1 0 0,-11 27 2444 0 0,7 34-1287 0 0,5-55-1322 0 0,1 0 1 0 0,0 0-1 0 0,1 0 1 0 0,0 0 0 0 0,0 0-1 0 0,0 0 1 0 0,1 0-1 0 0,0-1 1 0 0,0 1-1 0 0,1-1 1 0 0,0 0-1 0 0,0 0 1 0 0,0 0-1 0 0,1 0 1 0 0,9 8-1 0 0,-11-10-51 0 0,1-1-1 0 0,0 0 1 0 0,1 0-1 0 0,-1 0 1 0 0,0-1-1 0 0,1 1 0 0 0,-1-1 1 0 0,1 0-1 0 0,0 0 1 0 0,0-1-1 0 0,-1 0 1 0 0,1 0-1 0 0,0 0 0 0 0,0 0 1 0 0,1 0-1 0 0,-1-1 1 0 0,0 0-1 0 0,0 0 1 0 0,0-1-1 0 0,0 0 1 0 0,0 1-1 0 0,0-2 0 0 0,6-1 1 0 0,-8 3 5 0 0,-1-1 0 0 0,0 0 0 0 0,0 1 0 0 0,0-1 0 0 0,0 0 0 0 0,0 0 1 0 0,0 0-1 0 0,0-1 0 0 0,-1 1 0 0 0,1 0 0 0 0,0-1 0 0 0,-1 1 0 0 0,1-1 0 0 0,-1 1 1 0 0,1-1-1 0 0,-1 0 0 0 0,0 0 0 0 0,1 1 0 0 0,-1-1 0 0 0,0 0 0 0 0,0 0 0 0 0,-1 0 0 0 0,1 0 1 0 0,1-5-1 0 0,-2 4 35 0 0,0-1 0 0 0,-1 0 0 0 0,1 1 0 0 0,-1-1 0 0 0,0 1-1 0 0,1-1 1 0 0,-2 1 0 0 0,1-1 0 0 0,0 1 0 0 0,-1-1 0 0 0,1 1 0 0 0,-1 0 0 0 0,-4-5 0 0 0,-2-3 59 0 0,0 0 0 0 0,-1 1 0 0 0,-1 0 0 0 0,0 0 0 0 0,0 1 0 0 0,-23-15 0 0 0,26 20-198 0 0,-1 0-1 0 0,0 1 1 0 0,0 0-1 0 0,0 0 0 0 0,-11-2 1 0 0,-22-1-3141 0 0,41 6 3052 0 0,0 0 0 0 0,-1-1 0 0 0,1 1 1 0 0,-1 0-1 0 0,1 0 0 0 0,0 0 0 0 0,-1 0 0 0 0,1 0 1 0 0,0 0-1 0 0,-1-1 0 0 0,1 1 0 0 0,0 0 1 0 0,0 0-1 0 0,-1-1 0 0 0,1 1 0 0 0,0 0 0 0 0,-1 0 1 0 0,1-1-1 0 0,0 1 0 0 0,0 0 0 0 0,0 0 0 0 0,-1-1 1 0 0,1 1-1 0 0,0 0 0 0 0,0-1 0 0 0,0 1 1 0 0,0-1-1 0 0,0 1 0 0 0,0 0 0 0 0,-1-1 0 0 0,1 1 1 0 0,0 0-1 0 0,0-1 0 0 0,0 1 0 0 0,0 0 0 0 0,0-1 1 0 0,0 1-1 0 0,1-1 0 0 0,-1 1 0 0 0,0 0 1 0 0,0-1-1 0 0,0 1 0 0 0,0 0 0 0 0,0-1 0 0 0,0 1 1 0 0,1 0-1 0 0,-1-1 0 0 0,0 1 0 0 0,0 0 0 0 0,1 0 1 0 0,-1-1-1 0 0,0 1 0 0 0,0 0 0 0 0,1 0 1 0 0,-1-1-1 0 0,0 1 0 0 0,1 0 0 0 0,5-7-2912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5.0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5369 0 0,'4'106'8014'0'0,"10"0"-4320"0"0,11-4-4953 0 0,-15-74-2165 0 0,20 42 0 0 0,-36-79-2948 0 0,3 1 4206 0 0</inkml:trace>
  <inkml:trace contextRef="#ctx0" brushRef="#br0" timeOffset="1">39 277 1336 0 0,'-1'-2'503'0'0,"-1"0"-1"0"0,0 0 0 0 0,1 0 1 0 0,-1 0-1 0 0,1-1 0 0 0,0 1 1 0 0,0-1-1 0 0,0 1 1 0 0,0-1-1 0 0,0 1 0 0 0,1-1 1 0 0,-1 0-1 0 0,0-4 0 0 0,2 5-366 0 0,0 1 0 0 0,0-1-1 0 0,0 1 1 0 0,0 0 0 0 0,0-1-1 0 0,0 1 1 0 0,1 0 0 0 0,-1 0 0 0 0,0 0-1 0 0,1 0 1 0 0,-1 0 0 0 0,1 0-1 0 0,-1 0 1 0 0,1 0 0 0 0,-1 0-1 0 0,1 1 1 0 0,-1-1 0 0 0,1 0-1 0 0,0 1 1 0 0,-1 0 0 0 0,4-1-1 0 0,90-33-1115 0 0,-37 0-5482 0 0,-44 24 3422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5.4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 1 5793 0 0,'-5'11'1715'0'0,"1"-1"-1"0"0,0 1 0 0 0,1 0 1 0 0,0 1-1 0 0,-2 20 0 0 0,3-19-1457 0 0,1 0-1 0 0,1 0 1 0 0,1 0-1 0 0,-1-1 1 0 0,2 1-1 0 0,0 0 1 0 0,0-1-1 0 0,8 23 1 0 0,-9-33-273 0 0,0 0 1 0 0,0-1-1 0 0,0 1 0 0 0,0 0 0 0 0,0 0 1 0 0,0 0-1 0 0,0-1 0 0 0,1 1 1 0 0,-1-1-1 0 0,0 1 0 0 0,1-1 1 0 0,0 1-1 0 0,-1-1 0 0 0,1 0 1 0 0,0 0-1 0 0,0 0 0 0 0,0 0 1 0 0,-1 0-1 0 0,1 0 0 0 0,0 0 0 0 0,0-1 1 0 0,0 1-1 0 0,0-1 0 0 0,1 1 1 0 0,-1-1-1 0 0,0 0 0 0 0,0 0 1 0 0,0 0-1 0 0,0 0 0 0 0,0 0 1 0 0,0-1-1 0 0,0 1 0 0 0,0 0 1 0 0,0-1-1 0 0,0 0 0 0 0,0 1 0 0 0,0-1 1 0 0,0 0-1 0 0,3-2 0 0 0,10-4-115 0 0,0-1 0 0 0,-1-1 0 0 0,0 0 0 0 0,13-12 0 0 0,-8 7 196 0 0,-19 13-33 0 0,1 0-1 0 0,-1 1 0 0 0,1-1 0 0 0,-1 0 0 0 0,1 1 1 0 0,0-1-1 0 0,-1 1 0 0 0,1-1 0 0 0,0 1 0 0 0,0-1 1 0 0,-1 1-1 0 0,1-1 0 0 0,0 1 0 0 0,0 0 0 0 0,0-1 1 0 0,0 1-1 0 0,-1 0 0 0 0,1 0 0 0 0,0 0 0 0 0,0 0 1 0 0,0 0-1 0 0,0 0 0 0 0,0 0 0 0 0,0 0 0 0 0,0 0 1 0 0,-1 0-1 0 0,1 0 0 0 0,0 0 0 0 0,0 1 0 0 0,0-1 1 0 0,0 0-1 0 0,-1 1 0 0 0,1-1 0 0 0,0 0 0 0 0,0 1 1 0 0,1 0-1 0 0,4 32 1521 0 0,-5-17-1629 0 0,1 6 67 0 0,4 24 86 0 0,4-18-2829 0 0,-30-32-8351 0 0,11 0 6959 0 0</inkml:trace>
  <inkml:trace contextRef="#ctx0" brushRef="#br0" timeOffset="1">1 377 5257 0 0,'3'-2'7188'0'0,"10"-2"-3366"0"0,46-12-2823 0 0,-25 9-344 0 0,-23 5-794 0 0,111-19 85 0 0,-41 5-7318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5.8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43 6153 0 0,'-15'8'5742'0'0,"24"-5"-2933"0"0,26-6-1712 0 0,77-23-1311 0 0,-40 2-7253 0 0,-82 25 691 0 0,4 5 5720 0 0</inkml:trace>
  <inkml:trace contextRef="#ctx0" brushRef="#br0" timeOffset="1">177 43 680 0 0,'-89'46'5916'0'0,"89"-46"-5875"0"0,-1 0 0 0 0,1 0 0 0 0,0 0 0 0 0,0 0 0 0 0,-1 0 0 0 0,1 0 0 0 0,0 0 0 0 0,0 0 0 0 0,0 0 0 0 0,-1 0 0 0 0,1 0 0 0 0,0 0 0 0 0,0 1 0 0 0,0-1 0 0 0,-1 0 0 0 0,1 0 0 0 0,0 0 0 0 0,0 0 0 0 0,0 0 0 0 0,0 1 0 0 0,0-1 0 0 0,-1 0 0 0 0,1 0 0 0 0,0 0 0 0 0,0 0 0 0 0,0 1 0 0 0,0-1 0 0 0,0 0 0 0 0,0 0 0 0 0,0 0 0 0 0,0 1 0 0 0,0-1 0 0 0,0 0 0 0 0,-1 0 0 0 0,1 0 0 0 0,0 1 0 0 0,0-1 0 0 0,0 0 0 0 0,0 0 0 0 0,1 1 0 0 0,-1-1 0 0 0,0 0 0 0 0,0 0 0 0 0,0 0 0 0 0,0 1 0 0 0,0-1 0 0 0,0 0 0 0 0,0 0 0 0 0,0 1 0 0 0,14 0 813 0 0,19-4-332 0 0,-27 2-386 0 0,42-5 839 0 0,-45 5-855 0 0,-1 1-1 0 0,1 0 1 0 0,0 0 0 0 0,-1 0 0 0 0,1 0 0 0 0,-1 1 0 0 0,1-1 0 0 0,-1 1 0 0 0,1-1-1 0 0,-1 1 1 0 0,0 0 0 0 0,1 0 0 0 0,-1 0 0 0 0,0 0 0 0 0,4 3 0 0 0,-6-3-42 0 0,1 0-1 0 0,-1 0 1 0 0,1 0 0 0 0,-1 1 0 0 0,0-1-1 0 0,0 0 1 0 0,1 1 0 0 0,-1-1 0 0 0,0 0-1 0 0,0 1 1 0 0,0-1 0 0 0,0 0 0 0 0,-1 1-1 0 0,1-1 1 0 0,0 0 0 0 0,0 0 0 0 0,-1 1-1 0 0,1-1 1 0 0,-2 2 0 0 0,-12 33 582 0 0,8-23-411 0 0,-3 7 72 0 0,-11 34 460 0 0,19-52-753 0 0,0 0-1 0 0,1 0 1 0 0,-1 0 0 0 0,1 0 0 0 0,-1 0-1 0 0,1 0 1 0 0,0 0 0 0 0,0 0 0 0 0,0 0-1 0 0,0 0 1 0 0,0 0 0 0 0,1 0 0 0 0,-1 0 0 0 0,1 0-1 0 0,-1 0 1 0 0,1 0 0 0 0,0 0 0 0 0,-1 0-1 0 0,1 0 1 0 0,0 0 0 0 0,2 1 0 0 0,-1-1-19 0 0,0-1 0 0 0,1 0 0 0 0,-1 1 0 0 0,1-1 0 0 0,-1-1 0 0 0,1 1 0 0 0,-1 0 1 0 0,1-1-1 0 0,0 1 0 0 0,-1-1 0 0 0,1 0 0 0 0,0 1 0 0 0,-1-1 0 0 0,1-1 0 0 0,0 1 0 0 0,-1 0 1 0 0,1-1-1 0 0,5-1 0 0 0,48-15 63 0 0,-54 16-67 0 0,6-2 19 0 0,-1 0-1 0 0,0-1 0 0 0,1-1 1 0 0,-1 1-1 0 0,-1-1 0 0 0,1 0 0 0 0,9-9 1 0 0,-15 13-14 0 0,0 0 0 0 0,0 0-1 0 0,0 0 1 0 0,-1 0 0 0 0,1 0 0 0 0,0-1 0 0 0,0 1 0 0 0,-1 0 0 0 0,1 0 0 0 0,-1 0 0 0 0,1-1 0 0 0,-1 1 0 0 0,0 0-1 0 0,1-1 1 0 0,-1 1 0 0 0,0 0 0 0 0,0-1 0 0 0,0 1 0 0 0,0 0 0 0 0,0-1 0 0 0,0-1 0 0 0,-1 2 1 0 0,0-1 0 0 0,0 1 0 0 0,0-1 0 0 0,-1 1 0 0 0,1-1 0 0 0,0 1 0 0 0,-1 0 0 0 0,1-1 1 0 0,-1 1-1 0 0,1 0 0 0 0,-1 0 0 0 0,1 0 0 0 0,-1 0 0 0 0,0 1 0 0 0,1-1 0 0 0,-1 0 0 0 0,0 1 1 0 0,0-1-1 0 0,0 1 0 0 0,-2-1 0 0 0,-37-7 47 0 0,30 6-467 0 0,0 0-1 0 0,0 0 1 0 0,0-1 0 0 0,0-1-1 0 0,1 0 1 0 0,-12-5 0 0 0,21 8 156 0 0,1 0 0 0 0,-1-1 0 0 0,0 1 0 0 0,0 0 0 0 0,1 0 0 0 0,-1 0 0 0 0,1-1 0 0 0,-1 1 0 0 0,1 0 0 0 0,0 0 0 0 0,-1-1 0 0 0,1 1 0 0 0,0 0 1 0 0,0-1-1 0 0,0 1 0 0 0,0 0 0 0 0,0-1 0 0 0,0 1 0 0 0,0 0 0 0 0,1-1 0 0 0,-1 1 0 0 0,0 0 0 0 0,1 0 0 0 0,-1-1 0 0 0,1 0 0 0 0,13-33-4981 0 0,-3 19 2480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6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45 5529 0 0,'19'-3'8734'0'0,"40"-11"-6665"0"0,-8 2-1481 0 0,-37 9-354 0 0,51-9 268 0 0,-62 12-444 0 0,0-1 0 0 0,0 1 0 0 0,0 0 0 0 0,0 0 0 0 0,0 0 0 0 0,1 1 0 0 0,-1-1 0 0 0,0 1 0 0 0,0 0-1 0 0,0-1 1 0 0,0 2 0 0 0,0-1 0 0 0,0 0 0 0 0,-1 0 0 0 0,1 1 0 0 0,5 3 0 0 0,-7-3 17 0 0,0 0 0 0 0,0 0 0 0 0,0 0 0 0 0,-1 0 0 0 0,1 0-1 0 0,0 0 1 0 0,-1 0 0 0 0,1 0 0 0 0,-1 0 0 0 0,0 0 0 0 0,0 1 0 0 0,0-1-1 0 0,0 0 1 0 0,0 0 0 0 0,0 0 0 0 0,0 0 0 0 0,-1 1 0 0 0,1-1-1 0 0,-1 0 1 0 0,1 0 0 0 0,-1 0 0 0 0,-2 3 0 0 0,-22 49 254 0 0,21-47-297 0 0,-9 15-120 0 0,-20 44-555 0 0,31-62 193 0 0,1 0 1 0 0,0 0-1 0 0,0 1 0 0 0,0-1 1 0 0,0 0-1 0 0,1 0 0 0 0,0 1 1 0 0,0 5-1 0 0,4-2-4388 0 0,1-15 1470 0 0,3-17-694 0 0,-8 22 3642 0 0,7-13-2230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6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 5129 0 0,'0'-1'182'0'0,"0"1"0"0"0,0 0 0 0 0,0-1 0 0 0,0 1 0 0 0,0 0 0 0 0,0-1 0 0 0,1 1 0 0 0,-1 0-1 0 0,0 0 1 0 0,0-1 0 0 0,0 1 0 0 0,1 0 0 0 0,-1 0 0 0 0,0-1 0 0 0,0 1 0 0 0,1 0 0 0 0,-1 0 0 0 0,0 0 0 0 0,1 0 0 0 0,-1-1 0 0 0,0 1 0 0 0,0 0 0 0 0,1 0-1 0 0,-1 0 1 0 0,0 0 0 0 0,1 0 0 0 0,-1 0 0 0 0,0 0 0 0 0,1 0 0 0 0,-1 0 0 0 0,0 0 0 0 0,1 0 0 0 0,-1 0 0 0 0,0 0 0 0 0,1 0 0 0 0,-1 0 0 0 0,0 0 0 0 0,1 0-1 0 0,-1 1 1 0 0,0-1 0 0 0,1 0 0 0 0,-1 0 0 0 0,0 0 0 0 0,0 0 0 0 0,1 1 0 0 0,-1-1 0 0 0,0 0 0 0 0,11 21 2769 0 0,0 27-1587 0 0,32 175 1266 0 0,9-3-3539 0 0,-45-188-351 0 0,-6-19-1597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28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1046 4463 7562 0 0,'-101'-28'2502'0'0,"-152"-63"1"0"0,208 70-2400 0 0,1-2-1 0 0,1-1 1 0 0,1-3 0 0 0,1-1-1 0 0,-55-50 1 0 0,62 45-47 0 0,1-1-1 0 0,2-2 1 0 0,1-1 0 0 0,2-1-1 0 0,2-2 1 0 0,1 0 0 0 0,-27-63 0 0 0,28 46 84 0 0,3-1 1 0 0,3-1-1 0 0,2-1 0 0 0,2-1 1 0 0,-5-70-1 0 0,12 21 29 0 0,4-1 0 0 0,6 0 0 0 0,4 1 0 0 0,5-1 0 0 0,5 2 0 0 0,33-116 0 0 0,2 35-182 0 0,8 4-1 0 0,8 2 1 0 0,157-299-1 0 0,-151 353-4 0 0,5 3 1 0 0,5 3-1 0 0,6 5 0 0 0,5 3 1 0 0,163-153-1 0 0,-173 194-102 0 0,2 4 0 0 0,158-98 0 0 0,-181 132 48 0 0,1 2-1 0 0,2 4 1 0 0,1 2 0 0 0,1 3 0 0 0,78-17-1 0 0,-105 34 53 0 0,0 3-1 0 0,0 1 0 0 0,1 2 0 0 0,-1 1 0 0 0,1 3 0 0 0,-1 2 0 0 0,1 1 0 0 0,-1 2 1 0 0,0 2-1 0 0,-1 2 0 0 0,0 2 0 0 0,0 1 0 0 0,-1 3 0 0 0,41 21 0 0 0,-28-8 103 0 0,-2 2 0 0 0,-1 2 0 0 0,-2 2-1 0 0,-1 3 1 0 0,-2 1 0 0 0,-2 3-1 0 0,-2 1 1 0 0,-1 2 0 0 0,51 75 0 0 0,-46-49 60 0 0,-3 3 0 0 0,-3 0 0 0 0,-3 3 1 0 0,-3 1-1 0 0,-4 1 0 0 0,-4 2 1 0 0,-3 0-1 0 0,-4 2 0 0 0,-3 0 1 0 0,-4 1-1 0 0,1 127 0 0 0,-14-102 85 0 0,-5 0 1 0 0,-4-1-1 0 0,-5 0 0 0 0,-4-1 0 0 0,-6-2 1 0 0,-4 0-1 0 0,-4-2 0 0 0,-73 150 0 0 0,36-112-103 0 0,-6-4 0 0 0,-6-3 0 0 0,-6-3 0 0 0,-6-5 1 0 0,-204 210-1 0 0,-153 86-4869 0 0,423-398 2505 0 0,-2-1 0 0 0,-46 28 1 0 0,15-16-3366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48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1 5345 0 0,'-4'0'353'0'0,"0"-1"0"0"0,0 1 0 0 0,1 0-1 0 0,-1 1 1 0 0,0-1 0 0 0,1 1 0 0 0,-1-1 0 0 0,0 1-1 0 0,1 0 1 0 0,-1 0 0 0 0,1 1 0 0 0,-1-1-1 0 0,1 1 1 0 0,0 0 0 0 0,-4 2 0 0 0,1 1-79 0 0,0-1 1 0 0,0 1-1 0 0,1 1 0 0 0,-1-1 1 0 0,1 1-1 0 0,1 0 1 0 0,-6 8-1 0 0,4-4-68 0 0,0 1 0 0 0,0 0 0 0 0,1 0 0 0 0,0 1 0 0 0,1-1 1 0 0,0 1-1 0 0,1 0 0 0 0,1 0 0 0 0,-2 15 0 0 0,4-23-176 0 0,-1-1 1 0 0,2 1-1 0 0,-1-1 0 0 0,0 1 0 0 0,1-1 1 0 0,-1 1-1 0 0,1-1 0 0 0,0 1 1 0 0,0-1-1 0 0,1 0 0 0 0,-1 0 1 0 0,1 1-1 0 0,-1-1 0 0 0,1 0 0 0 0,0 0 1 0 0,0-1-1 0 0,1 1 0 0 0,-1 0 1 0 0,5 3-1 0 0,-2-2-11 0 0,0-1 0 0 0,0 1-1 0 0,0-1 1 0 0,1-1 0 0 0,-1 1 0 0 0,1-1 0 0 0,-1 0-1 0 0,1 0 1 0 0,0-1 0 0 0,12 2 0 0 0,-9-2 6 0 0,1 0 0 0 0,-1 0 1 0 0,0-1-1 0 0,1-1 0 0 0,-1 0 1 0 0,0 0-1 0 0,1 0 0 0 0,-1-2 0 0 0,0 1 1 0 0,0-1-1 0 0,0 0 0 0 0,-1-1 1 0 0,1 0-1 0 0,-1 0 0 0 0,9-6 1 0 0,-14 8 11 0 0,0 0 0 0 0,-1 0 0 0 0,1-1 0 0 0,0 1 0 0 0,-1-1 0 0 0,1 1 0 0 0,-1-1 0 0 0,0 0 0 0 0,0 0 1 0 0,0 0-1 0 0,0 0 0 0 0,0-1 0 0 0,-1 1 0 0 0,0 0 0 0 0,1-1 0 0 0,-1 1 0 0 0,0-1 0 0 0,-1 1 1 0 0,1-1-1 0 0,-1 1 0 0 0,1-1 0 0 0,-1 0 0 0 0,0 1 0 0 0,-1-1 0 0 0,1 0 0 0 0,0 1 0 0 0,-1-1 0 0 0,0 1 1 0 0,0-1-1 0 0,0 1 0 0 0,0-1 0 0 0,-1 1 0 0 0,1 0 0 0 0,-1 0 0 0 0,0 0 0 0 0,0-1 0 0 0,0 2 0 0 0,-4-6 1 0 0,-1 1-6 0 0,0 0 1 0 0,0 1 0 0 0,-1-1-1 0 0,1 1 1 0 0,-2 1 0 0 0,1-1-1 0 0,0 1 1 0 0,-1 1 0 0 0,0 0-1 0 0,0 0 1 0 0,-1 0 0 0 0,1 1-1 0 0,-12-2 1 0 0,9 4-137 0 0,0 0 0 0 0,0 1 0 0 0,-1 0 1 0 0,-20 3-1 0 0,-17 1-3362 0 0,50-4 3335 0 0,0 0 0 0 0,-1 0 0 0 0,1 0 0 0 0,0 0 0 0 0,0 0 0 0 0,-1 0 0 0 0,1 0 0 0 0,0-1 0 0 0,0 1 0 0 0,0 0 0 0 0,-1 0-1 0 0,1 0 1 0 0,0 0 0 0 0,0 0 0 0 0,-1 0 0 0 0,1-1 0 0 0,0 1 0 0 0,0 0 0 0 0,0 0 0 0 0,-1 0 0 0 0,1 0 0 0 0,0-1 0 0 0,0 1 0 0 0,0 0 0 0 0,0 0 0 0 0,0 0 0 0 0,-1-1 0 0 0,1 1 0 0 0,0 0 0 0 0,0 0-1 0 0,0-1 1 0 0,0 1 0 0 0,0 0 0 0 0,0 0 0 0 0,0-1 0 0 0,0 1 0 0 0,0 0 0 0 0,0 0 0 0 0,0-1 0 0 0,0 1 0 0 0,0 0 0 0 0,0 0 0 0 0,0-1 0 0 0,0 1 0 0 0,0 0 0 0 0,0 0 0 0 0,1-1 0 0 0,-1 1 0 0 0,0 0-1 0 0,0 0 1 0 0,0-1 0 0 0,0 1 0 0 0,0 0 0 0 0,1 0 0 0 0,-1-1 0 0 0,5-8-4577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49.0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 6737 0 0,'-18'33'6002'0'0,"7"8"-3283"0"0,0 43-1199 0 0,10-68-972 0 0,-1 37-552 0 0,3 0-1 0 0,2-1 1 0 0,18 99 0 0 0,-12-90-2388 0 0,-8-57 1572 0 0,0 0 0 0 0,-1-1 0 0 0,0 1 0 0 0,0 0 0 0 0,0 0 0 0 0,0-1 0 0 0,0 1 1 0 0,-2 4-1 0 0,-1-1-4253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49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4825 0 0,'-3'2'425'0'0,"1"1"0"0"0,-1-1 0 0 0,1 1 0 0 0,0-1 0 0 0,-1 1 0 0 0,1 0 0 0 0,0 0 0 0 0,1 0 0 0 0,-1 0 0 0 0,1 0-1 0 0,-1 0 1 0 0,1 0 0 0 0,-1 5 0 0 0,0-1-33 0 0,1 1-1 0 0,0-1 1 0 0,0 1-1 0 0,0 0 0 0 0,2 12 1 0 0,0-3-185 0 0,2-1-1 0 0,0 1 1 0 0,1-1 0 0 0,10 29-1 0 0,-10-37-134 0 0,0 0 0 0 0,0 0 0 0 0,0 0 0 0 0,1-1-1 0 0,0 0 1 0 0,1 0 0 0 0,0 0 0 0 0,0 0 0 0 0,0-1-1 0 0,1 0 1 0 0,0 0 0 0 0,0-1 0 0 0,0 0 0 0 0,1 0-1 0 0,0-1 1 0 0,0 1 0 0 0,0-2 0 0 0,0 1-1 0 0,0-1 1 0 0,1-1 0 0 0,0 1 0 0 0,-1-2 0 0 0,17 3-1 0 0,-15-4 76 0 0,0 1-1 0 0,0-2 0 0 0,1 1 0 0 0,-1-1 1 0 0,0-1-1 0 0,0 0 0 0 0,0 0 0 0 0,0-1 1 0 0,0 0-1 0 0,-1-1 0 0 0,1 0 0 0 0,-1 0 1 0 0,0-1-1 0 0,0 0 0 0 0,0-1 0 0 0,-1 0 1 0 0,0 0-1 0 0,0-1 0 0 0,-1 0 0 0 0,11-12 1 0 0,-15 15-86 0 0,-1-1 1 0 0,1 1-1 0 0,-1-1 1 0 0,0 1-1 0 0,0-1 1 0 0,0 1-1 0 0,-1-1 1 0 0,0 0-1 0 0,0 0 1 0 0,0 0-1 0 0,0 0 1 0 0,-1 0-1 0 0,0 0 1 0 0,0 0-1 0 0,0 0 1 0 0,-1-6-1 0 0,0 8-130 0 0,0-1-1 0 0,0 0 0 0 0,0 0 0 0 0,0 0 1 0 0,0 1-1 0 0,-1-1 0 0 0,0 0 0 0 0,0 1 1 0 0,-3-5-1 0 0,3 6-257 0 0,0 0-1 0 0,1 0 1 0 0,-2 0 0 0 0,1 0 0 0 0,0 0 0 0 0,0 0-1 0 0,-1 1 1 0 0,1-1 0 0 0,-1 1 0 0 0,1-1-1 0 0,-1 1 1 0 0,1 0 0 0 0,-6-1 0 0 0,-3-7-8546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49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0 523 7602 0 0,'5'1'4556'0'0,"19"5"-2503"0"0,0-2-1331 0 0,0-2 0 0 0,0-1 0 0 0,26-2 0 0 0,74-10-1254 0 0,-90 7-170 0 0,-29 3 11 0 0,0 1 0 0 0,0-1 0 0 0,0 0 0 0 0,0-1 1 0 0,-1 1-1 0 0,1-1 0 0 0,0 0 0 0 0,-1 0 0 0 0,1 0 1 0 0,6-5-1 0 0,4-5-4750 0 0</inkml:trace>
  <inkml:trace contextRef="#ctx0" brushRef="#br0" timeOffset="1">368 0 9194 0 0,'-1'1'260'0'0,"0"-1"-1"0"0,0 1 1 0 0,0-1-1 0 0,0 1 1 0 0,1-1-1 0 0,-1 1 1 0 0,0 0-1 0 0,0 0 1 0 0,0-1 0 0 0,1 1-1 0 0,-1 0 1 0 0,0 0-1 0 0,1 0 1 0 0,-1 0-1 0 0,1 0 1 0 0,-1 0 0 0 0,1 0-1 0 0,0 0 1 0 0,-1 0-1 0 0,1 0 1 0 0,0 0-1 0 0,-1 0 1 0 0,1 0 0 0 0,0 0-1 0 0,0 0 1 0 0,0 0-1 0 0,0 2 1 0 0,1-2-127 0 0,0 1 0 0 0,0-1 0 0 0,0 0 0 0 0,0 0 1 0 0,0 0-1 0 0,0 1 0 0 0,1-1 0 0 0,-1 0 0 0 0,0-1 0 0 0,0 1 1 0 0,1 0-1 0 0,-1 0 0 0 0,1 0 0 0 0,-1-1 0 0 0,1 1 0 0 0,1 0 1 0 0,6 1-181 0 0,0 1 0 0 0,0-1 0 0 0,0-1 0 0 0,0 0 0 0 0,13 1 0 0 0,1-3-586 0 0,18-1-2019 0 0,-14-2-3216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0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52 4249 0 0,'-1'1'256'0'0,"0"0"0"0"0,0 0 0 0 0,0 0 0 0 0,0 0-1 0 0,0 0 1 0 0,0 0 0 0 0,0 0 0 0 0,1 0 0 0 0,-1 1 0 0 0,0-1 0 0 0,1 0 0 0 0,-1 0 0 0 0,1 1 0 0 0,-1-1-1 0 0,1 1 1 0 0,0-1 0 0 0,-1 0 0 0 0,1 1 0 0 0,0-1 0 0 0,0 1 0 0 0,0-1 0 0 0,0 1 0 0 0,0-1 0 0 0,0 0-1 0 0,0 1 1 0 0,1-1 0 0 0,-1 1 0 0 0,1 0 0 0 0,1-1-132 0 0,0 0 0 0 0,0 0 0 0 0,0-1 0 0 0,0 1 0 0 0,0-1 0 0 0,0 0 0 0 0,0 1 0 0 0,0-1 0 0 0,0 0 0 0 0,0 0 0 0 0,0 0 0 0 0,0-1 0 0 0,0 1 0 0 0,0 0 0 0 0,0-1 0 0 0,0 1 0 0 0,0-1 0 0 0,0 0 0 0 0,3-1 0 0 0,21-8 899 0 0,46-25 0 0 0,16-7 18 0 0,-88 42-1035 0 0,0 0 0 0 0,0-1 0 0 0,0 1 0 0 0,1 0 1 0 0,-1 0-1 0 0,0 0 0 0 0,0 0 0 0 0,0 0 0 0 0,1 0 0 0 0,-1-1 0 0 0,0 1 0 0 0,0 0 0 0 0,0 0 1 0 0,1 0-1 0 0,-1 0 0 0 0,0 0 0 0 0,0 0 0 0 0,1 0 0 0 0,-1 0 0 0 0,0 0 0 0 0,0 0 0 0 0,1 0 1 0 0,-1 0-1 0 0,0 0 0 0 0,0 0 0 0 0,1 0 0 0 0,-1 0 0 0 0,0 0 0 0 0,0 1 0 0 0,0-1 0 0 0,1 0 1 0 0,-1 0-1 0 0,0 0 0 0 0,0 0 0 0 0,0 0 0 0 0,1 0 0 0 0,-1 1 0 0 0,0-1 0 0 0,0 0 0 0 0,0 0 0 0 0,0 0 1 0 0,1 1-1 0 0,-1-1 0 0 0,0 0 0 0 0,0 0 0 0 0,0 0 0 0 0,0 1 0 0 0,0-1 0 0 0,0 1 0 0 0,-5 14 113 0 0,-17 17-32 0 0,-103 103 362 0 0,105-114-407 0 0,96-65-356 0 0,-70 41 283 0 0,21-13 204 0 0,44-19 0 0 0,-64 32-134 0 0,0 1 1 0 0,0-1 0 0 0,0 1-1 0 0,1 0 1 0 0,-1 1 0 0 0,0 0 0 0 0,1 0-1 0 0,-1 1 1 0 0,1-1 0 0 0,-1 2 0 0 0,1-1-1 0 0,9 3 1 0 0,-16-3-124 0 0,0 0 0 0 0,0 0-1 0 0,0 1 1 0 0,0-1 0 0 0,0 0 0 0 0,0 1-1 0 0,0-1 1 0 0,0 1 0 0 0,0-1 0 0 0,0 1 0 0 0,-1 0-1 0 0,1-1 1 0 0,0 1 0 0 0,0 0 0 0 0,-1-1-1 0 0,1 1 1 0 0,0 0 0 0 0,-1 0 0 0 0,1 0 0 0 0,-1 0-1 0 0,1 0 1 0 0,-1-1 0 0 0,1 2 0 0 0,-1-1-232 0 0,0 0 0 0 0,0 0 1 0 0,0 0-1 0 0,0-1 0 0 0,0 1 0 0 0,0 0 1 0 0,-1 0-1 0 0,1-1 0 0 0,0 1 1 0 0,0 0-1 0 0,-1 0 0 0 0,1-1 0 0 0,0 1 1 0 0,-1 0-1 0 0,1-1 0 0 0,0 1 1 0 0,-1 0-1 0 0,1-1 0 0 0,-1 1 0 0 0,0-1 1 0 0,1 1-1 0 0,-1-1 0 0 0,1 1 1 0 0,-1-1-1 0 0,0 1 0 0 0,1-1 0 0 0,-1 1 1 0 0,-1-1-1 0 0,-6 6-4814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0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20 109 7978 0 0,'-19'14'5221'0'0,"30"-15"-1617"0"0,35-15-1452 0 0,16-12-1420 0 0,-34 14-655 0 0,0 1 0 0 0,1 2 0 0 0,1 1 0 0 0,0 1 0 0 0,59-10 1 0 0,-88 19-110 0 0,-1 0 0 0 0,0-1 0 0 0,1 1 1 0 0,-1 0-1 0 0,1 0 0 0 0,-1 0 0 0 0,0 0 1 0 0,1 0-1 0 0,-1 0 0 0 0,1-1 0 0 0,-1 1 0 0 0,0 0 1 0 0,1 0-1 0 0,-1 0 0 0 0,1 0 0 0 0,-1 1 1 0 0,0-1-1 0 0,1 0 0 0 0,-1 0 0 0 0,1 0 1 0 0,-1 0-1 0 0,0 0 0 0 0,1 0 0 0 0,-1 1 1 0 0,0-1-1 0 0,1 0 0 0 0,-1 0 0 0 0,0 0 0 0 0,1 1 1 0 0,-1-1-1 0 0,0 0 0 0 0,1 1 0 0 0,-1-1 1 0 0,0 0-1 0 0,0 1 0 0 0,1-1 0 0 0,-1 0 1 0 0,0 1-1 0 0,0-1 0 0 0,0 0 0 0 0,1 1 1 0 0,-1-1-1 0 0,0 1 0 0 0,0-1 0 0 0,0 0 0 0 0,0 1 1 0 0,0-1-1 0 0,0 1 0 0 0,0-1 0 0 0,0 1 1 0 0,-18 23-1323 0 0,-37 23-310 0 0,53-46 1615 0 0,-45 31-521 0 0,34-23 572 0 0,-1-1 0 0 0,1 2 0 0 0,1 0 0 0 0,0 0 0 0 0,0 1 0 0 0,1 0 0 0 0,-12 16 0 0 0,23-27 8 0 0,0 1 1 0 0,-1-1 0 0 0,1 0 0 0 0,0 0 0 0 0,0 1 0 0 0,0-1-1 0 0,0 0 1 0 0,-1 1 0 0 0,1-1 0 0 0,0 0 0 0 0,0 1 0 0 0,0-1 0 0 0,0 0-1 0 0,0 1 1 0 0,0-1 0 0 0,0 0 0 0 0,0 1 0 0 0,0-1 0 0 0,0 0 0 0 0,0 1-1 0 0,0-1 1 0 0,0 0 0 0 0,0 1 0 0 0,0-1 0 0 0,0 0 0 0 0,0 1-1 0 0,0-1 1 0 0,0 0 0 0 0,1 1 0 0 0,-1-1 0 0 0,0 0 0 0 0,0 0 0 0 0,0 1-1 0 0,1-1 1 0 0,-1 0 0 0 0,0 0 0 0 0,0 1 0 0 0,1-1 0 0 0,-1 0 0 0 0,0 0-1 0 0,0 1 1 0 0,1-1 0 0 0,-1 0 0 0 0,0 0 0 0 0,1 0 0 0 0,-1 0-1 0 0,0 0 1 0 0,1 0 0 0 0,-1 1 0 0 0,0-1 0 0 0,1 0 0 0 0,-1 0 0 0 0,0 0-1 0 0,1 0 1 0 0,-1 0 0 0 0,0 0 0 0 0,1 0 0 0 0,-1 0 0 0 0,0-1 0 0 0,1 1-1 0 0,-1 0 1 0 0,0 0 0 0 0,1 0 0 0 0,-1 0 0 0 0,0 0 0 0 0,1 0-1 0 0,-1-1 1 0 0,31-6 330 0 0,-26 6-258 0 0,207-39 2320 0 0,-226 47-2248 0 0,1 2-1 0 0,1-1 1 0 0,-1 1-1 0 0,-12 13 1 0 0,-13 9-126 0 0,38-31-31 0 0,-58 49 219 0 0,56-47-181 0 0,-1 0 1 0 0,1 1-1 0 0,0-1 0 0 0,0 1 0 0 0,0 0 1 0 0,0 0-1 0 0,0-1 0 0 0,0 1 0 0 0,1 0 1 0 0,-1 1-1 0 0,1-1 0 0 0,0 0 0 0 0,0 0 1 0 0,0 0-1 0 0,1 1 0 0 0,-1-1 0 0 0,1 0 1 0 0,-1 1-1 0 0,1 4 0 0 0,1-7-28 0 0,0 1 0 0 0,0-1-1 0 0,0 0 1 0 0,0 0 0 0 0,0 1 0 0 0,0-1 0 0 0,0 0-1 0 0,0 0 1 0 0,0 0 0 0 0,0 0 0 0 0,1-1 0 0 0,-1 1-1 0 0,0 0 1 0 0,1 0 0 0 0,-1-1 0 0 0,1 1 0 0 0,-1-1-1 0 0,0 1 1 0 0,1-1 0 0 0,-1 0 0 0 0,1 0 0 0 0,-1 1-1 0 0,1-1 1 0 0,-1 0 0 0 0,1 0 0 0 0,0 0 0 0 0,-1-1-1 0 0,1 1 1 0 0,-1 0 0 0 0,3-1 0 0 0,50-11 32 0 0,-51 12-33 0 0,30-10 109 0 0,-1-1-1 0 0,36-17 0 0 0,-56 22-593 0 0,0 0 0 0 0,0-1 0 0 0,-1 0 0 0 0,0-1 0 0 0,-1 0 0 0 0,1-1 0 0 0,-2 0 0 0 0,15-16 0 0 0,-17 6-7804 0 0,5 23 3089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0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8506 0 0,'12'2'5838'0'0,"16"2"-4807"0"0,-22-3-878 0 0,52 10 197 0 0,-56-11-343 0 0,0 1 1 0 0,0-1 0 0 0,0 1 0 0 0,0 0-1 0 0,0-1 1 0 0,0 1 0 0 0,0 0-1 0 0,-1 0 1 0 0,1 0 0 0 0,0 0-1 0 0,0 0 1 0 0,-1 1 0 0 0,1-1-1 0 0,-1 0 1 0 0,1 1 0 0 0,-1-1-1 0 0,0 1 1 0 0,0 0 0 0 0,1-1-1 0 0,-1 1 1 0 0,0 0 0 0 0,0 0-1 0 0,1 3 1 0 0,-4 1 138 0 0,1 0 1 0 0,-1-1-1 0 0,0 1 1 0 0,0-1-1 0 0,-1 0 0 0 0,0 1 1 0 0,0-1-1 0 0,0 0 0 0 0,0-1 1 0 0,-1 1-1 0 0,-4 5 1 0 0,-7 9 345 0 0,0 4-7 0 0,1 1 1 0 0,1 1-1 0 0,-15 39 1 0 0,25-59-467 0 0,1 1 0 0 0,0 0 1 0 0,0 0-1 0 0,1 0 0 0 0,0 0 1 0 0,0 0-1 0 0,0 0 0 0 0,1 0 1 0 0,0 0-1 0 0,0 0 1 0 0,0 0-1 0 0,1 0 0 0 0,0 0 1 0 0,0 0-1 0 0,0 0 0 0 0,1 0 1 0 0,0 0-1 0 0,0 0 0 0 0,1-1 1 0 0,0 1-1 0 0,-1-1 0 0 0,7 8 1 0 0,-5-9-17 0 0,1 0 1 0 0,-1-1-1 0 0,1 1 1 0 0,-1-1-1 0 0,1-1 0 0 0,0 1 1 0 0,0-1-1 0 0,0 1 1 0 0,0-2-1 0 0,0 1 1 0 0,1 0-1 0 0,-1-1 1 0 0,1 0-1 0 0,-1 0 0 0 0,1-1 1 0 0,-1 1-1 0 0,1-1 1 0 0,-1-1-1 0 0,1 1 1 0 0,-1-1-1 0 0,1 0 1 0 0,-1 0-1 0 0,1 0 0 0 0,-1-1 1 0 0,0 0-1 0 0,10-4 1 0 0,-6 2-308 0 0,0 0 0 0 0,0 0 0 0 0,0-1 1 0 0,-1-1-1 0 0,0 1 0 0 0,0-1 0 0 0,0 0 1 0 0,-1-1-1 0 0,0 0 0 0 0,0 0 0 0 0,0-1 0 0 0,-1 0 1 0 0,0 0-1 0 0,5-11 0 0 0,-9 15-468 0 0,0 0-1 0 0,-1 0 1 0 0,0 0-1 0 0,0 0 0 0 0,0-1 1 0 0,0 1-1 0 0,-1 0 1 0 0,0-1-1 0 0,0 1 1 0 0,-1-9-1 0 0,-2-7-4426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1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7570 0 0,'24'-1'6936'0'0,"0"-1"-3462"0"0,53-8-4418 0 0,-44 5-110 0 0,-9 5-4172 0 0,-23 1 5114 0 0,-1-1 0 0 0,0 0-1 0 0,0 0 1 0 0,0 1 0 0 0,0-1-1 0 0,1 0 1 0 0,-1 0 0 0 0,0 0-1 0 0,0 1 1 0 0,0-1 0 0 0,0 0 0 0 0,0 1-1 0 0,0-1 1 0 0,0 0 0 0 0,0 0-1 0 0,0 1 1 0 0,0-1 0 0 0,0 0-1 0 0,0 0 1 0 0,0 1 0 0 0,0-1 0 0 0,0 0-1 0 0,0 1 1 0 0,0-1 0 0 0,0 0-1 0 0,0 0 1 0 0,0 1 0 0 0,0-1-1 0 0,0 0 1 0 0,-1 0 0 0 0,1 1 0 0 0,0-1-1 0 0,0 0 1 0 0,0 0 0 0 0,0 0-1 0 0,-1 1 1 0 0,1-1 0 0 0,0 0-1 0 0,0 0 1 0 0,-1 1 0 0 0,-37 30-4523 0 0,22-20 5800 0 0,-17 13 446 0 0,-15 11 1893 0 0,45-33-3188 0 0,0 1 0 0 0,1-1 1 0 0,-1 1-1 0 0,1 0 0 0 0,-1 0 1 0 0,1 0-1 0 0,0 0 0 0 0,0 0 1 0 0,1 0-1 0 0,-1 1 1 0 0,1-1-1 0 0,-2 4 0 0 0,3-6-291 0 0,0-1-1 0 0,0 1 1 0 0,0-1 0 0 0,0 0-1 0 0,-1 1 1 0 0,1-1 0 0 0,0 1-1 0 0,0-1 1 0 0,0 1 0 0 0,1-1-1 0 0,-1 1 1 0 0,0-1 0 0 0,0 0-1 0 0,0 1 1 0 0,0-1-1 0 0,0 1 1 0 0,0-1 0 0 0,1 0-1 0 0,-1 1 1 0 0,0-1 0 0 0,0 1-1 0 0,1-1 1 0 0,-1 0 0 0 0,0 1-1 0 0,0-1 1 0 0,1 0-1 0 0,-1 0 1 0 0,0 1 0 0 0,1-1-1 0 0,-1 0 1 0 0,0 0 0 0 0,1 1-1 0 0,-1-1 1 0 0,1 0 0 0 0,-1 0-1 0 0,0 0 1 0 0,1 0 0 0 0,-1 1-1 0 0,1-1 1 0 0,25-1 230 0 0,22-14-420 0 0,-26 6-644 0 0,-1-1-1 0 0,33-22 0 0 0,-46 26-204 0 0,0 0-1 0 0,0 0 1 0 0,-1 0 0 0 0,0-1-1 0 0,0 0 1 0 0,-1 0-1 0 0,0-1 1 0 0,0 1 0 0 0,5-11-1 0 0,-9 13 635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1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72 720 0 0,'-22'-72'13418'0'0,"42"203"-9671"0"0,-5-44-4542 0 0,-6 0-5310 0 0,-9-74 2494 0 0,-1-1-1386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2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4 470 7466 0 0,'0'0'94'0'0,"0"0"1"0"0,-1 0-1 0 0,1 0 0 0 0,0 0 1 0 0,0 0-1 0 0,0 0 1 0 0,0 0-1 0 0,-1 0 1 0 0,1 0-1 0 0,0 1 1 0 0,0-1-1 0 0,0 0 1 0 0,0 0-1 0 0,0 0 1 0 0,0 0-1 0 0,-1 0 1 0 0,1 1-1 0 0,0-1 1 0 0,0 0-1 0 0,0 0 0 0 0,0 0 1 0 0,0 0-1 0 0,0 1 1 0 0,0-1-1 0 0,0 0 1 0 0,0 0-1 0 0,0 0 1 0 0,0 1-1 0 0,0-1 1 0 0,0 0-1 0 0,0 0 1 0 0,0 0-1 0 0,0 0 1 0 0,0 1-1 0 0,0-1 1 0 0,0 0-1 0 0,0 0 0 0 0,0 0 1 0 0,0 1-1 0 0,0-1 1 0 0,0 0-1 0 0,0 0 1 0 0,0 0-1 0 0,1 0 1 0 0,-1 1-1 0 0,0-1 1 0 0,0 0-1 0 0,0 0 1 0 0,12 1 1797 0 0,14-7-796 0 0,29-17-30 0 0,-43 16-816 0 0,1 1-1 0 0,0 0 1 0 0,0 1-1 0 0,0 0 1 0 0,1 1-1 0 0,-1 1 1 0 0,1 0-1 0 0,0 1 0 0 0,26-1 1 0 0,-38 3-207 0 0,1 1 0 0 0,-1-1 1 0 0,0 1-1 0 0,1 0 0 0 0,-1-1 0 0 0,0 1 0 0 0,0 0 1 0 0,1 0-1 0 0,-1 1 0 0 0,0-1 0 0 0,0 0 1 0 0,0 1-1 0 0,0-1 0 0 0,-1 1 0 0 0,1-1 0 0 0,0 1 1 0 0,-1 0-1 0 0,1 0 0 0 0,-1 0 0 0 0,1 0 0 0 0,-1 0 1 0 0,0 0-1 0 0,0 0 0 0 0,0 1 0 0 0,0-1 1 0 0,0 0-1 0 0,-1 0 0 0 0,1 1 0 0 0,-1-1 0 0 0,1 1 1 0 0,-1 2-1 0 0,1 11-19 0 0,0 0 1 0 0,-1 0 0 0 0,-4 30-1 0 0,1 0-1400 0 0,8-18-2748 0 0,11-47-8997 0 0</inkml:trace>
  <inkml:trace contextRef="#ctx0" brushRef="#br0" timeOffset="1">463 61 7530 0 0,'-3'-2'461'0'0,"0"0"0"0"0,0 0 1 0 0,0 0-1 0 0,0 0 1 0 0,0 0-1 0 0,-1 1 1 0 0,1 0-1 0 0,-1-1 0 0 0,1 1 1 0 0,-1 1-1 0 0,1-1 1 0 0,-1 0-1 0 0,1 1 1 0 0,-1 0-1 0 0,-4 0 0 0 0,7 0-419 0 0,0 0 0 0 0,0 0 1 0 0,0 0-1 0 0,0 1 0 0 0,0-1 0 0 0,0 0 0 0 0,0 1 0 0 0,0-1 0 0 0,1 1 0 0 0,-1-1 0 0 0,0 1 0 0 0,0-1 0 0 0,0 1 0 0 0,1 0 0 0 0,-1-1 0 0 0,0 1 0 0 0,1 0 0 0 0,-1 0 0 0 0,0-1 0 0 0,1 1 0 0 0,-1 0 0 0 0,0 1 0 0 0,1 0-22 0 0,-1 0-1 0 0,1 1 1 0 0,-1-1 0 0 0,1 0-1 0 0,0 0 1 0 0,0 1 0 0 0,0-1-1 0 0,0 0 1 0 0,1 0 0 0 0,-1 1-1 0 0,0-1 1 0 0,1 0 0 0 0,0 0-1 0 0,0 3 1 0 0,2 0-23 0 0,-1 1 0 0 0,1 0-1 0 0,0-1 1 0 0,0 0 0 0 0,1 0-1 0 0,-1 0 1 0 0,1 0 0 0 0,0-1-1 0 0,1 1 1 0 0,-1-1 0 0 0,1 0 0 0 0,0 0-1 0 0,0-1 1 0 0,0 1 0 0 0,0-1-1 0 0,1 0 1 0 0,-1-1 0 0 0,1 1-1 0 0,0-1 1 0 0,-1 0 0 0 0,1 0-1 0 0,12 1 1 0 0,-11-2 63 0 0,-1 0 0 0 0,1 0-1 0 0,0-1 1 0 0,0 0 0 0 0,0 0 0 0 0,0-1-1 0 0,0 0 1 0 0,-1 0 0 0 0,1 0 0 0 0,0-1-1 0 0,-1 0 1 0 0,1-1 0 0 0,-1 1 0 0 0,0-1 0 0 0,0 0-1 0 0,0-1 1 0 0,0 1 0 0 0,0-1 0 0 0,-1 0-1 0 0,7-7 1 0 0,-10 9 0 0 0,0 0-1 0 0,0-1 1 0 0,-1 1 0 0 0,1-1-1 0 0,-1 1 1 0 0,1-1 0 0 0,-1 0-1 0 0,0 1 1 0 0,0-1 0 0 0,0 0-1 0 0,-1 0 1 0 0,1 0 0 0 0,-1 1 0 0 0,1-1-1 0 0,-1 0 1 0 0,0 0 0 0 0,0 0-1 0 0,0 0 1 0 0,-1 0 0 0 0,1 0-1 0 0,-1 0 1 0 0,1 1 0 0 0,-1-1-1 0 0,0 0 1 0 0,0 0 0 0 0,0 1-1 0 0,-1-1 1 0 0,1 0 0 0 0,-1 1-1 0 0,1 0 1 0 0,-1-1 0 0 0,0 1-1 0 0,0 0 1 0 0,0 0 0 0 0,0 0-1 0 0,0 0 1 0 0,-3-2 0 0 0,1 0-136 0 0,0 0 1 0 0,-1 1-1 0 0,1-1 1 0 0,-1 1-1 0 0,0 0 0 0 0,1 0 1 0 0,-1 1-1 0 0,-1 0 1 0 0,1-1-1 0 0,0 2 1 0 0,0-1-1 0 0,-1 1 1 0 0,1-1-1 0 0,-1 2 0 0 0,1-1 1 0 0,-1 1-1 0 0,0-1 1 0 0,-10 2-1 0 0,10 1-629 0 0,-1 1 0 0 0,0 0 0 0 0,1 0-1 0 0,-1 0 1 0 0,1 1 0 0 0,0 0 0 0 0,0 0 0 0 0,0 1-1 0 0,-5 5 1 0 0,-2 1-1982 0 0,7-3 9 0 0,6 7-1146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2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9274 0 0,'0'1'258'0'0,"0"0"-1"0"0,0-1 1 0 0,0 1 0 0 0,0 0-1 0 0,0-1 1 0 0,0 1 0 0 0,1 0-1 0 0,-1-1 1 0 0,0 1 0 0 0,0-1-1 0 0,1 1 1 0 0,-1 0 0 0 0,1-1-1 0 0,-1 1 1 0 0,0-1 0 0 0,1 1-1 0 0,-1-1 1 0 0,1 1 0 0 0,-1-1-1 0 0,1 1 1 0 0,-1-1 0 0 0,1 0-1 0 0,0 1 1 0 0,0-1-1 0 0,22 6 2041 0 0,22-8-1510 0 0,-43 2-634 0 0,192-39-43 0 0,-85 15-9008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2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40 4145 0 0,'0'0'75'0'0,"0"0"1"0"0,-1 0-1 0 0,1 0 0 0 0,0 0 1 0 0,-1 1-1 0 0,1-1 0 0 0,0 0 1 0 0,-1 0-1 0 0,1 1 0 0 0,0-1 1 0 0,0 0-1 0 0,-1 1 1 0 0,1-1-1 0 0,0 0 0 0 0,0 1 1 0 0,-1-1-1 0 0,1 0 0 0 0,0 1 1 0 0,0-1-1 0 0,0 0 0 0 0,0 1 1 0 0,0-1-1 0 0,0 0 1 0 0,0 1-1 0 0,0-1 0 0 0,0 1 1 0 0,0-1-1 0 0,0 0 0 0 0,0 1 1 0 0,0-1-1 0 0,0 0 0 0 0,0 1 1 0 0,0-1-1 0 0,0 1 0 0 0,0-1 1 0 0,0 0-1 0 0,0 1 1 0 0,1-1-1 0 0,-1 0 0 0 0,0 1 1 0 0,18 3 949 0 0,22-9-263 0 0,46-18 1859 0 0,-63 15-1242 0 0,0 2 0 0 0,49-8-1 0 0,-72 14-1356 0 0,0 0-1 0 0,0 0 0 0 0,1 0 0 0 0,-1 0 1 0 0,0 0-1 0 0,0 0 0 0 0,0 0 0 0 0,0 0 1 0 0,1 0-1 0 0,-1 0 0 0 0,0 0 0 0 0,0 0 1 0 0,0 0-1 0 0,0 0 0 0 0,1 0 0 0 0,-1 0 1 0 0,0 0-1 0 0,0 0 0 0 0,0 0 0 0 0,0 1 1 0 0,1-1-1 0 0,-1 0 0 0 0,0 0 0 0 0,0 0 1 0 0,0 0-1 0 0,0 0 0 0 0,0 0 0 0 0,0 1 1 0 0,0-1-1 0 0,0 0 0 0 0,1 0 0 0 0,-1 0 1 0 0,0 0-1 0 0,0 1 0 0 0,0-1 0 0 0,0 0 1 0 0,0 0-1 0 0,0 0 0 0 0,0 0 0 0 0,0 1 1 0 0,0-1-1 0 0,0 0 0 0 0,0 0 0 0 0,0 0 1 0 0,0 0-1 0 0,0 1 0 0 0,0-1 0 0 0,0 0 1 0 0,0 0-1 0 0,0 0 0 0 0,-1 1 0 0 0,-6 14 436 0 0,-15 18-184 0 0,20-31-193 0 0,-14 17-42 0 0,2 0-1 0 0,0 1 0 0 0,1 1 0 0 0,2 0 0 0 0,0 1 0 0 0,1 0 1 0 0,-9 29-1 0 0,18-49-50 0 0,1-1 1 0 0,0 0 0 0 0,-1 1-1 0 0,1-1 1 0 0,0 1 0 0 0,0-1-1 0 0,0 0 1 0 0,0 1 0 0 0,0-1-1 0 0,0 1 1 0 0,0-1-1 0 0,0 1 1 0 0,1-1 0 0 0,-1 0-1 0 0,0 1 1 0 0,1-1 0 0 0,-1 0-1 0 0,1 1 1 0 0,0-1 0 0 0,-1 0-1 0 0,1 0 1 0 0,0 1-1 0 0,0-1 1 0 0,0 0 0 0 0,0 0-1 0 0,0 0 1 0 0,2 2 0 0 0,0-2 26 0 0,0 0 1 0 0,0 0 0 0 0,0 0 0 0 0,0 0 0 0 0,0 0 0 0 0,0 0-1 0 0,1-1 1 0 0,-1 1 0 0 0,0-1 0 0 0,0 0 0 0 0,7-1 0 0 0,6-1 99 0 0,1-1 0 0 0,-1 0 1 0 0,27-10-1 0 0,6-6-123 0 0,6-3-2928 0 0,-19 13-7026 0 0,-28 5 5575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3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11418 0 0,'-1'4'2033'0'0,"1"1"-825"0"0,0-1-280 0 0,3 3-248 0 0,2-2-247 0 0,0 0-193 0 0,3-2-168 0 0,3 0-24 0 0,2-1-104 0 0,3-2-144 0 0,2-2-257 0 0,0 1-359 0 0,2-1-408 0 0,-1-1-432 0 0,-1-1-489 0 0,-3 1-679 0 0,11 2-1249 0 0,-15-1 1072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3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63 6073 0 0,'-1'1'111'0'0,"1"-1"0"0"0,0 0 0 0 0,0 0 0 0 0,0 1 0 0 0,-1-1 0 0 0,1 0 0 0 0,0 0 0 0 0,0 1 0 0 0,0-1 0 0 0,0 0 0 0 0,0 1 0 0 0,0-1 0 0 0,0 0 0 0 0,0 1 0 0 0,0-1 0 0 0,0 0 0 0 0,0 0 0 0 0,0 1 0 0 0,0-1 0 0 0,0 0 0 0 0,0 1 0 0 0,0-1 0 0 0,0 0 0 0 0,0 1 0 0 0,0-1 0 0 0,0 0 0 0 0,0 0 0 0 0,0 1 0 0 0,0-1 0 0 0,1 0 0 0 0,-1 0 0 0 0,0 1 0 0 0,0-1 0 0 0,0 0 0 0 0,1 0 0 0 0,-1 1 0 0 0,13-1 1612 0 0,19-10-870 0 0,-30 9-577 0 0,52-23 688 0 0,-41 17-861 0 0,0 1 0 0 0,1 0 0 0 0,0 0 0 0 0,1 2 0 0 0,24-6 0 0 0,-39 10-96 0 0,0 0 0 0 0,1 0 1 0 0,-1 0-1 0 0,0 0 0 0 0,0 0 0 0 0,1 0 0 0 0,-1 0 1 0 0,0 0-1 0 0,0 0 0 0 0,1 0 0 0 0,-1 0 1 0 0,0 0-1 0 0,0 0 0 0 0,1 0 0 0 0,-1 1 1 0 0,0-1-1 0 0,0 0 0 0 0,0 0 0 0 0,1 0 1 0 0,-1 0-1 0 0,0 0 0 0 0,0 0 0 0 0,0 1 1 0 0,1-1-1 0 0,-1 0 0 0 0,0 0 0 0 0,0 0 1 0 0,0 1-1 0 0,0-1 0 0 0,0 0 0 0 0,1 0 1 0 0,-1 0-1 0 0,0 1 0 0 0,0-1 0 0 0,0 0 1 0 0,0 0-1 0 0,0 1 0 0 0,0-1 0 0 0,0 0 0 0 0,0 0 1 0 0,0 0-1 0 0,0 1 0 0 0,0-1 0 0 0,0 0 1 0 0,0 0-1 0 0,0 1 0 0 0,0-1 0 0 0,0 0 1 0 0,0 1-1 0 0,-8 18 296 0 0,-15 16 176 0 0,16-27-314 0 0,-12 16 263 0 0,2 1 1 0 0,-18 31-1 0 0,31-49-408 0 0,1-1-1 0 0,0 1 0 0 0,0 0 0 0 0,1-1 0 0 0,0 1 0 0 0,0 1 0 0 0,0-1 0 0 0,1 0 0 0 0,0 0 0 0 0,0 1 0 0 0,1-1 0 0 0,0 0 0 0 0,0 1 0 0 0,3 12 0 0 0,-2-18-21 0 0,-1 0-1 0 0,1 1 1 0 0,0-1-1 0 0,0 0 1 0 0,0 0-1 0 0,0 0 0 0 0,0 0 1 0 0,1 0-1 0 0,-1 0 1 0 0,1 0-1 0 0,-1 0 0 0 0,1 0 1 0 0,0 0-1 0 0,-1-1 1 0 0,1 1-1 0 0,0-1 1 0 0,0 0-1 0 0,0 1 0 0 0,0-1 1 0 0,0 0-1 0 0,4 1 1 0 0,-1 0-3 0 0,0-1 0 0 0,0 0 0 0 0,0-1 0 0 0,0 1 0 0 0,0-1 0 0 0,0 0 0 0 0,0 0 0 0 0,0-1 1 0 0,0 0-1 0 0,5-1 0 0 0,1 0 14 0 0,-1-1 1 0 0,0 0 0 0 0,0-1-1 0 0,0 0 1 0 0,-1 0-1 0 0,0-1 1 0 0,1-1 0 0 0,-1 1-1 0 0,11-11 1 0 0,-17 13 9 0 0,0 0 0 0 0,0 0 0 0 0,0 0 0 0 0,-1 0 0 0 0,1 0 0 0 0,-1 0 0 0 0,0-1 1 0 0,0 1-1 0 0,0-1 0 0 0,0 0 0 0 0,-1 1 0 0 0,0-1 0 0 0,1 0 0 0 0,-1 0 0 0 0,-1 0 0 0 0,1 0 1 0 0,-1 0-1 0 0,1 0 0 0 0,-1 0 0 0 0,0 0 0 0 0,0 0 0 0 0,-1 0 0 0 0,1 0 0 0 0,-1 0 0 0 0,0 0 1 0 0,0 0-1 0 0,-3-6 0 0 0,1 6-2 0 0,1-1 0 0 0,-1 1 0 0 0,0 0-1 0 0,-1 1 1 0 0,1-1 0 0 0,-1 0 0 0 0,1 1 0 0 0,-1 0 0 0 0,0 0 0 0 0,0 0 0 0 0,-1 0 0 0 0,1 0 0 0 0,-1 1-1 0 0,1 0 1 0 0,-1 0 0 0 0,0 0 0 0 0,1 1 0 0 0,-1 0 0 0 0,0 0 0 0 0,0 0 0 0 0,-10-1 0 0 0,4 3-424 0 0,0-1 1 0 0,0 2 0 0 0,0-1-1 0 0,0 1 1 0 0,0 1 0 0 0,0 0 0 0 0,0 1-1 0 0,1 0 1 0 0,-16 8 0 0 0,23-10 132 0 0,3-2 201 0 0,0 0-1 0 0,0 0 1 0 0,0 0 0 0 0,-1 0 0 0 0,1 0 0 0 0,0 1 0 0 0,0-1 0 0 0,0 0-1 0 0,0 0 1 0 0,0 0 0 0 0,0 0 0 0 0,-1 0 0 0 0,1 0 0 0 0,0 0-1 0 0,0 0 1 0 0,0 0 0 0 0,0 1 0 0 0,-1-1 0 0 0,1 0 0 0 0,0 0 0 0 0,0 0-1 0 0,0 0 1 0 0,0 0 0 0 0,-1 0 0 0 0,1 0 0 0 0,0 0 0 0 0,0 0 0 0 0,0 0-1 0 0,0 0 1 0 0,-1 0 0 0 0,1 0 0 0 0,0-1 0 0 0,0 1 0 0 0,0 0 0 0 0,0 0-1 0 0,-1 0 1 0 0,1 0 0 0 0,0 0 0 0 0,0 0 0 0 0,0 0 0 0 0,0 0 0 0 0,0 0-1 0 0,0-1 1 0 0,-1 1 0 0 0,1 0 0 0 0,0 0 0 0 0,0 0 0 0 0,0 0 0 0 0,0 0-1 0 0,0-1 1 0 0,0 1 0 0 0,0 0 0 0 0,0 0 0 0 0,0 0 0 0 0,0 0 0 0 0,0-1-1 0 0,0 1 1 0 0,-1 0 0 0 0,1 0 0 0 0,0 0 0 0 0,0 0 0 0 0,0-1 0 0 0,1 1-1 0 0,-1 0 1 0 0,0 0 0 0 0,0 0 0 0 0,0-1 0 0 0,6-13-3630 0 0,-5 11 3178 0 0,8-10-2939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4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3417 0 0,'-1'23'6600'0'0,"9"21"-3945"0"0,-2-12-1357 0 0,-3 2-671 0 0,2-2 0 0 0,1 1 0 0 0,14 44 0 0 0,-11-52-1473 0 0,1-1 1 0 0,21 38 0 0 0,-23-42-2685 0 0,-7-14-386 0 0,-7-12 551 0 0</inkml:trace>
  <inkml:trace contextRef="#ctx0" brushRef="#br0" timeOffset="1">58 335 2032 0 0,'-3'-5'719'0'0,"1"3"-110"0"0,1 1 1 0 0,-1-1-1 0 0,1 0 1 0 0,-1 1-1 0 0,1-1 1 0 0,0 0-1 0 0,0 0 1 0 0,0 0-1 0 0,0 0 1 0 0,0-1-1 0 0,-1-2 1 0 0,3 4-447 0 0,-1 0 1 0 0,1 0-1 0 0,0-1 1 0 0,-1 1 0 0 0,1 0-1 0 0,0 0 1 0 0,0 0-1 0 0,-1 0 1 0 0,1 1-1 0 0,0-1 1 0 0,0 0 0 0 0,0 0-1 0 0,0 0 1 0 0,0 1-1 0 0,1-1 1 0 0,-1 0-1 0 0,0 1 1 0 0,0-1 0 0 0,0 1-1 0 0,0 0 1 0 0,1-1-1 0 0,0 1 1 0 0,55-22-467 0 0,-29 11-1148 0 0,50-24 0 0 0,-70 29 494 0 0,1 1 1 0 0,-1-1 0 0 0,0 0-1 0 0,-1 0 1 0 0,11-12 0 0 0,2 1-2616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4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0 110 4449 0 0,'1'1'220'0'0,"1"1"0"0"0,-1-1 0 0 0,1 1 1 0 0,-1-1-1 0 0,1 1 0 0 0,-1-1 0 0 0,1 0 0 0 0,0 0 0 0 0,0 0 1 0 0,-1 0-1 0 0,1 0 0 0 0,0-1 0 0 0,0 1 0 0 0,0 0 0 0 0,0-1 0 0 0,0 0 1 0 0,0 1-1 0 0,0-1 0 0 0,0 0 0 0 0,0 0 0 0 0,0 0 0 0 0,0 0 1 0 0,0 0-1 0 0,0-1 0 0 0,0 1 0 0 0,0 0 0 0 0,0-1 0 0 0,3-1 1 0 0,65-23 1577 0 0,-56 19-1187 0 0,108-54 1271 0 0,-59 27-1666 0 0,-167 94 125 0 0,91-54-292 0 0,1 0-1 0 0,0 0 1 0 0,0 1-1 0 0,0 1 1 0 0,1 0-1 0 0,0 1 1 0 0,-12 13-1 0 0,21-20 17 0 0,0 0 1 0 0,0-1-1 0 0,0 1 0 0 0,1 0 1 0 0,-1 0-1 0 0,1 0 0 0 0,0 0 0 0 0,-1 0 1 0 0,1 0-1 0 0,1 1 0 0 0,-1-1 1 0 0,0 0-1 0 0,1 0 0 0 0,-1 1 0 0 0,1 4 1 0 0,1-4 16 0 0,0-1 1 0 0,0 0 0 0 0,0 0-1 0 0,0 1 1 0 0,1-1-1 0 0,-1 0 1 0 0,1 0-1 0 0,0-1 1 0 0,0 1 0 0 0,0 0-1 0 0,0 0 1 0 0,0-1-1 0 0,1 0 1 0 0,-1 1 0 0 0,1-1-1 0 0,0 0 1 0 0,-1 0-1 0 0,6 3 1 0 0,-1-1-46 0 0,1 0-1 0 0,-1-1 1 0 0,0 0-1 0 0,1 0 1 0 0,0 0-1 0 0,0-1 1 0 0,0 0 0 0 0,0-1-1 0 0,0 0 1 0 0,0 0-1 0 0,0 0 1 0 0,0-1 0 0 0,0 0-1 0 0,9-2 1 0 0,7-2-213 0 0,0-1 0 0 0,0-2 0 0 0,30-11 0 0 0,-38 15-682 0 0,-8 2-862 0 0,-7 26-11270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4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11 112 6969 0 0,'-1'0'294'0'0,"0"1"0"0"0,0-1 0 0 0,1 1-1 0 0,-1 0 1 0 0,0 0 0 0 0,1-1 0 0 0,-1 1-1 0 0,0 0 1 0 0,1 0 0 0 0,-1 0 0 0 0,1 0-1 0 0,-1 0 1 0 0,1 0 0 0 0,0 0-1 0 0,-1 0 1 0 0,1 0 0 0 0,0 0 0 0 0,0 0-1 0 0,0 0 1 0 0,0 0 0 0 0,-1 0 0 0 0,1 0-1 0 0,1 0 1 0 0,-1 2 0 0 0,1-2-87 0 0,-1 0 1 0 0,1 0-1 0 0,0 0 1 0 0,0 0-1 0 0,0 0 1 0 0,-1 0-1 0 0,1 0 1 0 0,0 0-1 0 0,0-1 1 0 0,1 1-1 0 0,-1 0 1 0 0,0-1-1 0 0,0 1 1 0 0,0 0-1 0 0,0-1 1 0 0,3 1-1 0 0,3 1 166 0 0,0 0 0 0 0,0 0-1 0 0,0-1 1 0 0,1 0 0 0 0,11-1-1 0 0,16-2-115 0 0,-1-1-1 0 0,0-3 1 0 0,0 0 0 0 0,0-2-1 0 0,45-18 1 0 0,0-9-2504 0 0,-7-8-3454 0 0,-61 27 542 0 0,-10 13 3934 0 0,5-6-3763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5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98 8514 0 0,'12'4'1117'0'0,"0"-1"1"0"0,0 0-1 0 0,0 0 0 0 0,1-1 1 0 0,20 0-1 0 0,-20-1-1005 0 0,0-1 0 0 0,0-1 0 0 0,0 0 0 0 0,0-1 0 0 0,0 0 0 0 0,-1-1 0 0 0,1-1 0 0 0,-1 0 0 0 0,16-7 0 0 0,-27 10-110 0 0,0 1-1 0 0,0 0 1 0 0,0-1-1 0 0,0 0 1 0 0,0 1 0 0 0,0-1-1 0 0,0 0 1 0 0,0 1-1 0 0,0-1 1 0 0,0 0 0 0 0,0 0-1 0 0,-1 0 1 0 0,1 1-1 0 0,0-1 1 0 0,-1 0 0 0 0,1 0-1 0 0,-1 0 1 0 0,1 0-1 0 0,0-2 1 0 0,-1 3 2 0 0,0-1 1 0 0,0 1-1 0 0,-1-1 1 0 0,1 0-1 0 0,0 1 0 0 0,0-1 1 0 0,0 1-1 0 0,-1-1 1 0 0,1 1-1 0 0,0-1 0 0 0,-1 1 1 0 0,1-1-1 0 0,0 1 1 0 0,-1-1-1 0 0,1 1 1 0 0,-1-1-1 0 0,1 1 0 0 0,0 0 1 0 0,-1-1-1 0 0,1 1 1 0 0,-1 0-1 0 0,0-1 1 0 0,1 1-1 0 0,-1 0 0 0 0,0 0 1 0 0,-2-2 26 0 0,-1 1 0 0 0,1 0 1 0 0,0 0-1 0 0,-1 0 1 0 0,1 1-1 0 0,-1-1 0 0 0,1 1 1 0 0,-1 0-1 0 0,1 0 0 0 0,-1 0 1 0 0,-3 1-1 0 0,-3 2 9 0 0,1 1-1 0 0,0 0 1 0 0,0 0 0 0 0,0 1 0 0 0,0 0 0 0 0,1 1-1 0 0,0 0 1 0 0,0 0 0 0 0,1 1 0 0 0,-1-1-1 0 0,1 2 1 0 0,-11 14 0 0 0,14-16-34 0 0,-1 0 1 0 0,1 0-1 0 0,0 0 0 0 0,0 1 1 0 0,1-1-1 0 0,-1 1 0 0 0,2 0 1 0 0,-1 0-1 0 0,1 0 0 0 0,0 1 0 0 0,0-1 1 0 0,1 0-1 0 0,0 1 0 0 0,0-1 1 0 0,1 1-1 0 0,0-1 0 0 0,2 15 1 0 0,-1-17 87 0 0,1 0 0 0 0,0 0 0 0 0,0 0 1 0 0,0 0-1 0 0,1 0 0 0 0,-1 0 0 0 0,1-1 0 0 0,0 1 1 0 0,1-1-1 0 0,-1 0 0 0 0,1 0 0 0 0,0 0 1 0 0,0 0-1 0 0,0-1 0 0 0,0 1 0 0 0,1-1 0 0 0,-1 0 1 0 0,1 0-1 0 0,0-1 0 0 0,0 0 0 0 0,0 1 1 0 0,0-2-1 0 0,5 3 0 0 0,-1-2-52 0 0,0-1-1 0 0,0 1 1 0 0,0-1-1 0 0,0-1 1 0 0,0 0 0 0 0,0 0-1 0 0,0 0 1 0 0,0-1-1 0 0,0-1 1 0 0,0 0-1 0 0,0 0 1 0 0,16-6 0 0 0,1-3-1553 0 0,42-24 0 0 0,-61 30-382 0 0,0 0 0 0 0,-1 0 0 0 0,1 0 0 0 0,-1 0 1 0 0,11-13-1 0 0,-8 9-2510 0 0</inkml:trace>
  <inkml:trace contextRef="#ctx0" brushRef="#br0" timeOffset="1">420 0 8978 0 0,'-1'3'666'0'0,"-1"-1"0"0"0,1 1 0 0 0,-1 0 0 0 0,1-1 0 0 0,0 1-1 0 0,0 0 1 0 0,0 0 0 0 0,1 0 0 0 0,-1 0 0 0 0,1-1 0 0 0,-1 1 0 0 0,1 6 0 0 0,1 42 645 0 0,-1-38-591 0 0,2 38-22 0 0,10 58 0 0 0,-8-89-1322 0 0,0 0 0 0 0,1 0 0 0 0,1 0 0 0 0,1-1 0 0 0,16 34 0 0 0,-6-30-2512 0 0,-17-23 2969 0 0,0 1-1 0 0,1-1 0 0 0,-1 0 0 0 0,0 1 0 0 0,0-1 0 0 0,1 0 0 0 0,-1 1 0 0 0,0-1 0 0 0,1 0 0 0 0,-1 0 0 0 0,0 1 0 0 0,1-1 0 0 0,-1 0 0 0 0,0 0 0 0 0,1 1 0 0 0,-1-1 0 0 0,1 0 0 0 0,-1 0 0 0 0,0 0 0 0 0,1 0 0 0 0,-1 0 0 0 0,1 0 0 0 0,-1 0 0 0 0,0 0 1 0 0,1 0-1 0 0,-1 0 0 0 0,1 0 0 0 0,-1 0 0 0 0,0 0 0 0 0,1 0 0 0 0,-1 0 0 0 0,1 0 0 0 0,-1 0 0 0 0,0 0 0 0 0,1-1 0 0 0,-1 1 0 0 0,1 0 0 0 0,-1 0 0 0 0,0 0 0 0 0,1-1 0 0 0,-1 1 0 0 0,0 0 0 0 0,1-1 0 0 0,-1 1 0 0 0,0 0 0 0 0,0 0 0 0 0,1-1 1 0 0,-1 1-1 0 0,0-1 0 0 0,0 1 0 0 0,0 0 0 0 0,1-1 0 0 0,-1 1 0 0 0,0 0 0 0 0,0-1 0 0 0,0 1 0 0 0,0-1 0 0 0,4-9-3369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5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2 7058 0 0,'-39'79'7669'0'0,"-15"41"-4048"0"0,49-97-3672 0 0,5-23-15 0 0,0 0 0 0 0,0 1 0 0 0,1-1 0 0 0,-1 0 0 0 0,0 0 0 0 0,0 1 0 0 0,1-1 0 0 0,-1 0 0 0 0,0 0 0 0 0,0 0 0 0 0,1 0 0 0 0,-1 1 0 0 0,0-1 0 0 0,1 0 0 0 0,-1 0 0 0 0,0 0 0 0 0,1 0 0 0 0,-1 0 0 0 0,0 0 0 0 0,0 0 0 0 0,1 0 1 0 0,-1 0-1 0 0,0 0 0 0 0,1 0 0 0 0,-1 0 0 0 0,0 0 0 0 0,1 0 0 0 0,-1 0 0 0 0,0 0 0 0 0,1 0 0 0 0,-1 0 0 0 0,0-1 0 0 0,1 1 0 0 0,-1 0 0 0 0,1 0 0 0 0,2-2-522 0 0,0 0 0 0 0,0 0 0 0 0,0 0 0 0 0,0 0 0 0 0,0-1 0 0 0,0 1 0 0 0,-1-1 0 0 0,1 1 0 0 0,3-6 0 0 0,0-2-333 0 0,0-1 0 0 0,-1 0-1 0 0,0 0 1 0 0,-1 0 0 0 0,0 0 0 0 0,3-19 0 0 0,1-23 2528 0 0,-6 3 4529 0 0,6 72-1491 0 0,17 19-3555 0 0,-16-26-517 0 0,-3-5-538 0 0,1-1 0 0 0,0 0 0 0 0,0-1 0 0 0,1 0-1 0 0,0 0 1 0 0,0-1 0 0 0,1 0 0 0 0,0 0 0 0 0,0-1 0 0 0,1 0-1 0 0,16 8 1 0 0,6-1-2216 0 0,0-2 0 0 0,50 12 0 0 0,-68-22-549 0 0,-14-1 2639 0 0,0 0 0 0 0,0 0-1 0 0,0 0 1 0 0,0 0-1 0 0,1-1 1 0 0,-1 1-1 0 0,0 0 1 0 0,0 0 0 0 0,0 0-1 0 0,0 0 1 0 0,0 0-1 0 0,1-1 1 0 0,-1 1 0 0 0,0 0-1 0 0,0 0 1 0 0,0 0-1 0 0,0 0 1 0 0,0-1 0 0 0,0 1-1 0 0,0 0 1 0 0,0 0-1 0 0,0 0 1 0 0,0-1 0 0 0,0 1-1 0 0,0 0 1 0 0,0 0-1 0 0,0 0 1 0 0,0-1 0 0 0,0 1-1 0 0,0 0 1 0 0,0 0-1 0 0,0 0 1 0 0,0-1 0 0 0,0 1-1 0 0,0 0 1 0 0,0 0-1 0 0,0 0 1 0 0,0-1 0 0 0,-1 1-1 0 0,1 0 1 0 0,0 0-1 0 0,0 0 1 0 0,0 0 0 0 0,0 0-1 0 0,0-1 1 0 0,-1 1-1 0 0,-1-4-3274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5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6665 0 0,'0'0'176'0'0,"0"0"0"0"0,0 0-1 0 0,-1 0 1 0 0,1 0-1 0 0,0 0 1 0 0,-1 0-1 0 0,1 0 1 0 0,0 0 0 0 0,0 1-1 0 0,0-1 1 0 0,-1 0-1 0 0,1 0 1 0 0,0 0 0 0 0,0 1-1 0 0,0-1 1 0 0,-1 0-1 0 0,1 0 1 0 0,0 0-1 0 0,0 1 1 0 0,0-1 0 0 0,0 0-1 0 0,-1 0 1 0 0,1 1-1 0 0,0-1 1 0 0,0 0-1 0 0,0 1 1 0 0,0-1 0 0 0,0 0-1 0 0,0 0 1 0 0,0 1-1 0 0,0-1 1 0 0,0 0 0 0 0,0 1-1 0 0,0-1 1 0 0,0 0-1 0 0,0 0 1 0 0,0 1-1 0 0,0-1 1 0 0,0 0 0 0 0,0 0-1 0 0,1 1 1 0 0,-1-1-1 0 0,0 0 1 0 0,0 1-1 0 0,16 6 2144 0 0,22-2-1495 0 0,159-4 604 0 0,-67-7-5076 0 0,-128 6 3472 0 0,15-3-3720 0 0,-10-4-1765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6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5241 0 0,'0'-1'252'0'0,"1"0"0"0"0,0 0 0 0 0,0 0 0 0 0,0 0-1 0 0,0 0 1 0 0,0 0 0 0 0,0 0 0 0 0,0 0 0 0 0,0 0 0 0 0,0 0 0 0 0,0 1-1 0 0,1-1 1 0 0,-1 0 0 0 0,0 1 0 0 0,0-1 0 0 0,1 1 0 0 0,-1-1 0 0 0,3 1-1 0 0,30-10 263 0 0,-31 9-192 0 0,8-1-83 0 0,23-7 1187 0 0,45-5 0 0 0,-70 13-1023 0 0,1 0 1 0 0,-1 1-1 0 0,1 0 0 0 0,0 0 0 0 0,-1 1 0 0 0,1 1 1 0 0,-1-1-1 0 0,0 1 0 0 0,17 7 0 0 0,-24-8-293 0 0,1 0 0 0 0,-1 0 0 0 0,0 1 0 0 0,0-1 0 0 0,0 1 0 0 0,0-1 0 0 0,0 1 0 0 0,-1 0 0 0 0,1 0 0 0 0,0 0 0 0 0,-1 0 0 0 0,1 0-1 0 0,-1 0 1 0 0,0 0 0 0 0,0 0 0 0 0,0 0 0 0 0,0 1 0 0 0,0-1 0 0 0,0 0 0 0 0,0 1 0 0 0,-1-1 0 0 0,1 4 0 0 0,0 6 159 0 0,0 0 0 0 0,-1 0 1 0 0,-3 20-1 0 0,2-24-557 0 0,0-1 0 0 0,0 1 1 0 0,1 0-1 0 0,0-1 0 0 0,0 1 0 0 0,1 0 1 0 0,0-1-1 0 0,4 15 0 0 0,7-5-2387 0 0,-5-10-1205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7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8754 0 0,'2'-4'6227'0'0,"10"1"-3793"0"0,17-1-2069 0 0,-25 4 94 0 0,43-3-1531 0 0,68 4 1 0 0,-74 0-3456 0 0,1 0-3612 0 0,-36-1 5421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9026 0 0,'105'-4'8831'0'0,"0"-5"-7591"0"0,61-3-6585 0 0,-121 12-553 0 0,-21 5 765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7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52 5977 0 0,'-4'1'639'0'0,"-1"0"-1"0"0,0 0 1 0 0,0 0-1 0 0,1 1 1 0 0,-1-1-1 0 0,0 1 1 0 0,1 1-1 0 0,0-1 1 0 0,-1 0 0 0 0,1 1-1 0 0,0 0 1 0 0,0 0-1 0 0,-6 7 1 0 0,7-7-583 0 0,0 0 1 0 0,1 1 0 0 0,-1-1-1 0 0,1 1 1 0 0,0-1 0 0 0,0 1 0 0 0,0 0-1 0 0,1 0 1 0 0,-1 0 0 0 0,1 0-1 0 0,0 0 1 0 0,0 0 0 0 0,1 0-1 0 0,-1 0 1 0 0,1 0 0 0 0,0 0 0 0 0,0 1-1 0 0,0-1 1 0 0,0 0 0 0 0,1 0-1 0 0,0 0 1 0 0,0 0 0 0 0,0 0-1 0 0,0 0 1 0 0,0 0 0 0 0,3 5 0 0 0,0-3-83 0 0,0 0 0 0 0,1 0 0 0 0,-1 0 1 0 0,1-1-1 0 0,0 0 0 0 0,1 0 1 0 0,-1 0-1 0 0,1-1 0 0 0,0 1 0 0 0,0-1 1 0 0,1-1-1 0 0,-1 1 0 0 0,1-1 1 0 0,-1 0-1 0 0,1-1 0 0 0,9 3 0 0 0,-10-3 6 0 0,-1 0-1 0 0,2-1 0 0 0,-1 1 1 0 0,0-1-1 0 0,0-1 0 0 0,0 1 1 0 0,0-1-1 0 0,1 0 0 0 0,-1-1 1 0 0,0 1-1 0 0,0-1 0 0 0,0 0 0 0 0,0-1 1 0 0,0 1-1 0 0,0-1 0 0 0,0-1 1 0 0,0 1-1 0 0,-1-1 0 0 0,8-4 1 0 0,-11 5 47 0 0,0 0 0 0 0,0 0 0 0 0,0 0 0 0 0,0 0 1 0 0,0 0-1 0 0,0-1 0 0 0,0 1 0 0 0,-1-1 0 0 0,1 1 0 0 0,-1-1 1 0 0,0 1-1 0 0,0-1 0 0 0,0 0 0 0 0,0 0 0 0 0,0 0 0 0 0,-1 1 1 0 0,1-1-1 0 0,-1-5 0 0 0,0 3 43 0 0,0 0 0 0 0,-1 0 0 0 0,1-1 0 0 0,-1 1 0 0 0,-1 0 0 0 0,1 0 0 0 0,-1 0 1 0 0,0 0-1 0 0,-4-8 0 0 0,1 4 27 0 0,-1 0 0 0 0,0 0 0 0 0,0 1 0 0 0,-1 0 0 0 0,0 0 0 0 0,0 0 0 0 0,-1 1 0 0 0,0 0 0 0 0,-15-10 0 0 0,-16 0 117 0 0,37 16-209 0 0,1 1 0 0 0,-2-1 0 0 0,1 1 0 0 0,0-1 0 0 0,0 1 0 0 0,0 0 0 0 0,0 0 0 0 0,0 0 0 0 0,0 0 0 0 0,0 0 0 0 0,0 0 0 0 0,0 1 0 0 0,0-1 0 0 0,0 1 0 0 0,0-1 0 0 0,0 1 0 0 0,-4 1 0 0 0,57-12-14 0 0,-17 1 34 0 0,-15 3 156 0 0,0 1 0 0 0,0 1 0 0 0,0 0 0 0 0,1 1 0 0 0,-1 1 0 0 0,1 1 0 0 0,20 2 0 0 0,-38-1-92 0 0,0 1 0 0 0,0 0 0 0 0,0 0 0 0 0,0 0 0 0 0,-1 0 0 0 0,1 1 0 0 0,0-1 0 0 0,-1 0 1 0 0,1 1-1 0 0,-1-1 0 0 0,0 1 0 0 0,1-1 0 0 0,-1 1 0 0 0,0 0 0 0 0,0-1 0 0 0,0 1 0 0 0,0 0 0 0 0,0 0 0 0 0,0 0 0 0 0,-1 0 0 0 0,1 0 0 0 0,-1 0 0 0 0,1 3 0 0 0,8 60-117 0 0,-6-39 125 0 0,-2-21-172 0 0,16 76-273 0 0,-15-75-296 0 0,0 0-1 0 0,0 0 1 0 0,0 0 0 0 0,1 0-1 0 0,0-1 1 0 0,0 1 0 0 0,1-1-1 0 0,0 0 1 0 0,0 0-1 0 0,6 7 1 0 0,-10-12 495 0 0,1 1 1 0 0,-1-1-1 0 0,0 0 0 0 0,1 1 0 0 0,-1-1 1 0 0,0 0-1 0 0,1 0 0 0 0,-1 1 0 0 0,0-1 1 0 0,1 0-1 0 0,-1 0 0 0 0,0 1 1 0 0,1-1-1 0 0,-1 0 0 0 0,1 0 0 0 0,-1 0 1 0 0,0 0-1 0 0,1 0 0 0 0,-1 0 0 0 0,1 0 1 0 0,-1 0-1 0 0,1 0 0 0 0,-1 0 0 0 0,0 0 1 0 0,1 0-1 0 0,-1 0 0 0 0,1 0 1 0 0,-1 0-1 0 0,1 0 0 0 0,-1 0 0 0 0,0 0 1 0 0,1-1-1 0 0,-1 1 0 0 0,0 0 0 0 0,1-1 1 0 0,7-13-4847 0 0,-7 11 4710 0 0,5-10-2456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4297 0 0,'0'13'9664'0'0,"-1"11"-6245"0"0,-1 44-1956 0 0,8-19-666 0 0,21 85 0 0 0,7-14-3922 0 0,-21-76-215 0 0,-13-42 2830 0 0,0-2 400 0 0,0 0-1 0 0,1 0 1 0 0,-1 0-1 0 0,0 0 1 0 0,0 0-1 0 0,0 1 1 0 0,0-1-1 0 0,0 0 1 0 0,0 0 0 0 0,1 0-1 0 0,-1 0 1 0 0,0 0-1 0 0,0 1 1 0 0,0-1-1 0 0,0 0 1 0 0,0 0-1 0 0,0 0 1 0 0,0 1-1 0 0,0-1 1 0 0,0 0 0 0 0,0 0-1 0 0,0 0 1 0 0,0 1-1 0 0,0-1 1 0 0,0 0-1 0 0,0 0 1 0 0,0 0-1 0 0,0 1 1 0 0,0-1 0 0 0,0 0-1 0 0,0 0 1 0 0,0 0-1 0 0,0 0 1 0 0,0 1-1 0 0,-1-1 1 0 0,1 0-1 0 0,0 0 1 0 0,0 0 0 0 0,0 0-1 0 0,0 1 1 0 0,0-1-1 0 0,0 0 1 0 0,-1 0-1 0 0,1 0 1 0 0,0 0-1 0 0,0 0 1 0 0,0 0 0 0 0,0 0-1 0 0,-1 1 1 0 0,1-1-1 0 0,0 0 1 0 0,-1 0-1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8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 8826 0 0,'-10'6'5954'0'0,"1"10"-3285"0"0,-5 22-1615 0 0,11-28-348 0 0,-3 9-545 0 0,-33 111 1322 0 0,36-114-2075 0 0,0 0 0 0 0,0 0 0 0 0,2 0 0 0 0,0 0 0 0 0,1 0 0 0 0,2 20 0 0 0,-1-31-588 0 0,1 9-2059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8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4657 0 0,'1'8'6472'0'0,"20"22"-4022"0"0,-13-23-2459 0 0,0-1-1 0 0,0 0 1 0 0,1 0 0 0 0,0-1 0 0 0,0 0-1 0 0,0-1 1 0 0,1 0 0 0 0,0 0 0 0 0,0-1-1 0 0,15 3 1 0 0,-17-4-1011 0 0,0-1 0 0 0,0 0 0 0 0,0 0 0 0 0,0-1 0 0 0,0 0 0 0 0,-1-1 0 0 0,1 0 0 0 0,13-3 0 0 0,-6 1-2269 0 0</inkml:trace>
  <inkml:trace contextRef="#ctx0" brushRef="#br0" timeOffset="1">282 1 3921 0 0,'-3'2'571'0'0,"1"0"-1"0"0,-1 0 1 0 0,0 1 0 0 0,1-1-1 0 0,-1 1 1 0 0,1-1 0 0 0,0 1-1 0 0,0 0 1 0 0,0 0 0 0 0,-2 4-1 0 0,-14 42 2023 0 0,3 47-486 0 0,14-91-2151 0 0,-1 53 604 0 0,2-56-751 0 0,0 0-1 0 0,0 0 1 0 0,0 0-1 0 0,0 0 1 0 0,0 0 0 0 0,1 0-1 0 0,-1 0 1 0 0,1 0-1 0 0,-1-1 1 0 0,1 1-1 0 0,0 0 1 0 0,0 0 0 0 0,0-1-1 0 0,0 1 1 0 0,0 0-1 0 0,0-1 1 0 0,0 1-1 0 0,0-1 1 0 0,1 1 0 0 0,-1-1-1 0 0,0 0 1 0 0,1 0-1 0 0,0 1 1 0 0,-1-1-1 0 0,3 1 1 0 0,-4-2 4 0 0,1 0 0 0 0,-1 0-1 0 0,1 0 1 0 0,-1 0 0 0 0,1 0 0 0 0,-1 0 0 0 0,1 0-1 0 0,-1-1 1 0 0,1 1 0 0 0,-1 0 0 0 0,1 0 0 0 0,-1 0 0 0 0,1-1-1 0 0,-1 1 1 0 0,0 0 0 0 0,1 0 0 0 0,-1-1 0 0 0,0 1 0 0 0,1 0-1 0 0,-1-1 1 0 0,0 1 0 0 0,1 0 0 0 0,-1-1 0 0 0,0 1-1 0 0,1-1 1 0 0,-1 1 0 0 0,0-1 0 0 0,0 1 0 0 0,0 0 0 0 0,1-1-1 0 0,-1 1 1 0 0,0-1 0 0 0,0 1 0 0 0,0-1 0 0 0,0 0-1 0 0,1-1-413 0 0,4-9-2000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5841 0 0,'0'3'2441'0'0,"1"5"-1025"0"0,3 2-296 0 0,1 0-231 0 0,-1-1-209 0 0,5 1-224 0 0,0-2-176 0 0,4-1-144 0 0,2-1-192 0 0,3-2-248 0 0,1-4-408 0 0,4 0-593 0 0,-2-4-735 0 0,-1-5-889 0 0,-1 2-1328 0 0</inkml:trace>
  <inkml:trace contextRef="#ctx0" brushRef="#br0" timeOffset="1">250 1 2937 0 0,'-2'2'551'0'0,"1"1"0"0"0,-1 0-1 0 0,1 0 1 0 0,0 0 0 0 0,0 0 0 0 0,0 1 0 0 0,0-1 0 0 0,0 0 0 0 0,1 0 0 0 0,-1 1 0 0 0,1-1 0 0 0,0 0 0 0 0,0 5 0 0 0,4 46 1638 0 0,-4-52-2069 0 0,14 48-100 0 0,-5-20-2522 0 0,-5 0-5813 0 0,-4-26 6449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3:5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242 151 1808 0 0,'-15'-16'2749'0'0,"10"13"-1888"0"0,1-2 1 0 0,-1 1 0 0 0,1 0 0 0 0,1-1 0 0 0,-1 1-1 0 0,0-1 1 0 0,1 0 0 0 0,0-1 0 0 0,-4-10 0 0 0,9 15-809 0 0,0-1 1 0 0,0 1-1 0 0,1-1 0 0 0,-1 1 1 0 0,1 0-1 0 0,-1-1 1 0 0,1 1-1 0 0,-1 0 0 0 0,1 1 1 0 0,0-1-1 0 0,-1 0 1 0 0,1 1-1 0 0,0 0 0 0 0,3-1 1 0 0,4 0-18 0 0,108-37-1697 0 0,-86 27-1143 0 0,-19 1-1915 0 0,-9 7 1235 0 0</inkml:trace>
  <inkml:trace contextRef="#ctx0" brushRef="#br0" timeOffset="1">14 256 7962 0 0,'-14'11'5166'0'0,"25"-6"-2770"0"0,27-7-1196 0 0,24-15-864 0 0,41-8-392 0 0,-32 18-5947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0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48 3561 0 0,'0'0'109'0'0,"-1"0"0"0"0,0 0 1 0 0,1 0-1 0 0,-1 1 1 0 0,1-1-1 0 0,-1 0 0 0 0,1 0 1 0 0,-1 1-1 0 0,0-1 0 0 0,1 0 1 0 0,-1 1-1 0 0,1-1 0 0 0,-1 0 1 0 0,1 1-1 0 0,0-1 0 0 0,-1 1 1 0 0,1-1-1 0 0,-1 1 0 0 0,1-1 1 0 0,0 1-1 0 0,0-1 0 0 0,-1 1 1 0 0,1 0-1 0 0,0-1 1 0 0,0 1-1 0 0,-1-1 0 0 0,1 1 1 0 0,0 0-1 0 0,0-1 0 0 0,0 1 1 0 0,0-1-1 0 0,0 1 0 0 0,0 0 1 0 0,0-1-1 0 0,0 1 0 0 0,0-1 1 0 0,0 1-1 0 0,0 0 0 0 0,1-1 1 0 0,-1 1-1 0 0,0-1 1 0 0,0 1-1 0 0,1 0 0 0 0,-1-1 1 0 0,0 1-1 0 0,1-1 0 0 0,-1 1 1 0 0,1 0-1 0 0,0 0 8 0 0,1-1 0 0 0,-1 1-1 0 0,1 0 1 0 0,0 0 0 0 0,-1-1 0 0 0,1 1 0 0 0,0-1 0 0 0,-1 0-1 0 0,1 1 1 0 0,0-1 0 0 0,0 0 0 0 0,-1 0 0 0 0,1 0 0 0 0,0 0-1 0 0,0 0 1 0 0,2-1 0 0 0,13-5 501 0 0,-1 1 0 0 0,1-2 1 0 0,23-13-1 0 0,-26 12-341 0 0,0 1 1 0 0,1 1 0 0 0,0 0-1 0 0,21-5 1 0 0,-36 11-256 0 0,0 1 1 0 0,1-1-1 0 0,-1 1 1 0 0,0-1-1 0 0,0 1 0 0 0,0-1 1 0 0,1 1-1 0 0,-1-1 1 0 0,0 1-1 0 0,0-1 1 0 0,0 1-1 0 0,0-1 1 0 0,0 1-1 0 0,0-1 0 0 0,0 1 1 0 0,0-1-1 0 0,0 1 1 0 0,0-1-1 0 0,0 1 1 0 0,0-1-1 0 0,-1 1 0 0 0,1-1 1 0 0,0 1-1 0 0,0-1 1 0 0,0 1-1 0 0,-1-1 1 0 0,1 1-1 0 0,0-1 1 0 0,-1 0-1 0 0,1 1 0 0 0,0-1 1 0 0,-1 1-1 0 0,1-1 1 0 0,0 0-1 0 0,-1 1 1 0 0,0-1-1 0 0,-14 23 243 0 0,5-9-237 0 0,-39 57 112 0 0,46-65-132 0 0,-1 0-1 0 0,1 0 1 0 0,0 1-1 0 0,1 0 1 0 0,0-1 0 0 0,0 1-1 0 0,0 0 1 0 0,1 0-1 0 0,-1 12 1 0 0,2-17-2 0 0,0-1 1 0 0,1 1 0 0 0,-1 0-1 0 0,1 0 1 0 0,-1-1 0 0 0,1 1-1 0 0,0 0 1 0 0,0-1 0 0 0,-1 1-1 0 0,1-1 1 0 0,0 1 0 0 0,0-1-1 0 0,1 1 1 0 0,-1-1 0 0 0,0 0-1 0 0,0 1 1 0 0,1-1 0 0 0,-1 0-1 0 0,1 0 1 0 0,-1 0 0 0 0,1 0-1 0 0,-1 0 1 0 0,1 0 0 0 0,0-1-1 0 0,-1 1 1 0 0,1 0 0 0 0,0-1-1 0 0,0 1 1 0 0,-1-1 0 0 0,1 0-1 0 0,0 0 1 0 0,0 0 0 0 0,0 0-1 0 0,-1 0 1 0 0,3 0 0 0 0,8 0 50 0 0,-1 0 1 0 0,0-1 0 0 0,0 0-1 0 0,14-3 1 0 0,-16 1-8 0 0,-1 1 1 0 0,1-2 0 0 0,-1 1-1 0 0,0-1 1 0 0,0 0-1 0 0,0-1 1 0 0,11-8 0 0 0,-17 12-26 0 0,-1 0 1 0 0,0 0-1 0 0,1-1 1 0 0,-1 1-1 0 0,0 0 0 0 0,0 0 1 0 0,0-1-1 0 0,0 1 1 0 0,0-1-1 0 0,0 1 1 0 0,0-1-1 0 0,0 1 1 0 0,-1-1-1 0 0,1 0 1 0 0,-1 1-1 0 0,1-1 1 0 0,-1 0-1 0 0,1-2 1 0 0,-2 2 15 0 0,1 1 0 0 0,-1-1 0 0 0,1 0 0 0 0,-1 1 0 0 0,0-1 0 0 0,0 1 0 0 0,0-1 0 0 0,0 1 0 0 0,0-1 0 0 0,0 1 1 0 0,0 0-1 0 0,0-1 0 0 0,-1 1 0 0 0,1 0 0 0 0,0 0 0 0 0,-1 0 0 0 0,1 0 0 0 0,-1 0 0 0 0,1 0 0 0 0,-1 1 0 0 0,1-1 1 0 0,-4-1-1 0 0,-58-20 597 0 0,48 17-1114 0 0,0 0 0 0 0,1 0 0 0 0,-26-14 0 0 0,39 18 285 0 0,1 1 0 0 0,-1-1 0 0 0,1 0 0 0 0,0 1 0 0 0,-1-1 0 0 0,1 1 0 0 0,0-1 0 0 0,-1 0 0 0 0,1 1 0 0 0,0-1 0 0 0,0 0 0 0 0,0 1 0 0 0,0-1 0 0 0,-1 0 0 0 0,1 1 0 0 0,0-1 0 0 0,0 0 0 0 0,0 0 0 0 0,0 1 0 0 0,1-1 0 0 0,-1 0 0 0 0,0 1 0 0 0,0-1 0 0 0,0 0 0 0 0,0 1 0 0 0,1-1 0 0 0,-1 0 0 0 0,0 1 0 0 0,1-1 0 0 0,-1 1 0 0 0,1-1 0 0 0,-1 0 0 0 0,0 1 0 0 0,1-1 0 0 0,-1 1 0 0 0,1-1 0 0 0,0 0 0 0 0,27-28-4045 0 0,-17 18 1940 0 0,3-3-275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0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32 178 5505 0 0,'-1'0'138'0'0,"0"-1"-1"0"0,0 1 0 0 0,0 0 1 0 0,0-1-1 0 0,1 1 0 0 0,-1 0 1 0 0,0 0-1 0 0,0 0 1 0 0,0 0-1 0 0,0 0 0 0 0,0 0 1 0 0,0 0-1 0 0,0 0 1 0 0,0 0-1 0 0,0 1 0 0 0,0-1 1 0 0,0 0-1 0 0,0 1 0 0 0,0-1 1 0 0,0 1-1 0 0,0-1 1 0 0,0 1-1 0 0,1-1 0 0 0,-1 1 1 0 0,0-1-1 0 0,0 1 1 0 0,1 0-1 0 0,-1-1 0 0 0,0 1 1 0 0,1 0-1 0 0,-1 0 0 0 0,0 0 1 0 0,1-1-1 0 0,-1 1 1 0 0,1 0-1 0 0,0 0 0 0 0,-1 0 1 0 0,1 0-1 0 0,0 0 0 0 0,0 0 1 0 0,-1 0-1 0 0,1 0 1 0 0,0 0-1 0 0,0 0 0 0 0,0 0 1 0 0,0 0-1 0 0,0 0 1 0 0,0 1-1 0 0,0 2 27 0 0,0 0 0 0 0,1 0 0 0 0,-1 1 0 0 0,0-1 0 0 0,1 0 0 0 0,0 0 0 0 0,0 0-1 0 0,0-1 1 0 0,1 1 0 0 0,2 6 0 0 0,1-4-96 0 0,1 0 0 0 0,-1 0 0 0 0,1 0-1 0 0,0-1 1 0 0,1 0 0 0 0,-1 0 0 0 0,1-1-1 0 0,0 0 1 0 0,0 0 0 0 0,0 0 0 0 0,1-1 0 0 0,12 4-1 0 0,-15-5 43 0 0,0-1-1 0 0,0 0 0 0 0,0 1 1 0 0,0-2-1 0 0,0 1 0 0 0,0-1 1 0 0,0 1-1 0 0,0-2 0 0 0,0 1 1 0 0,0 0-1 0 0,0-1 0 0 0,0 0 0 0 0,0 0 1 0 0,0 0-1 0 0,0-1 0 0 0,0 0 1 0 0,-1 0-1 0 0,1 0 0 0 0,-1 0 1 0 0,1-1-1 0 0,4-4 0 0 0,-7 6-52 0 0,-1 0 0 0 0,0 0 0 0 0,0 0 0 0 0,0 0 0 0 0,0 0 0 0 0,0 0 0 0 0,0-1 0 0 0,0 1 0 0 0,-1 0 0 0 0,1-1 0 0 0,0 1 0 0 0,-1-1 0 0 0,1 1 0 0 0,-1-1 0 0 0,0 1 0 0 0,1-1 0 0 0,-1 1 0 0 0,0-1 0 0 0,0 1 0 0 0,0-1 0 0 0,0 1 0 0 0,0-1 0 0 0,-1-2 0 0 0,0 1 3 0 0,0 0 0 0 0,0 0 0 0 0,0 0 0 0 0,-1 0 0 0 0,1 0 0 0 0,-1 0-1 0 0,0 0 1 0 0,0 0 0 0 0,0 0 0 0 0,-4-2 0 0 0,-4-5 22 0 0,-1 0-1 0 0,0 2 0 0 0,-23-15 1 0 0,23 16-295 0 0,0 2 1 0 0,0-1 0 0 0,0 1-1 0 0,-18-4 1 0 0,-23 2-6200 0 0,33 1-361 0 0</inkml:trace>
  <inkml:trace contextRef="#ctx0" brushRef="#br0" timeOffset="1">278 1 6073 0 0,'16'86'5016'0'0,"8"38"-2438"0"0,-16-90-3142 0 0,1-2 0 0 0,1 1 1 0 0,24 48-1 0 0,-37-89-3951 0 0,-11-36-720 0 0,8 26 3725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0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4 224 1440 0 0,'-2'-4'2401'0'0,"1"-2"2520"0"0,4 6-4025 0 0,4 0-320 0 0,-1-2-200 0 0,2 1-96 0 0,2-1-184 0 0,0-1-72 0 0,3 0-272 0 0,3-2-416 0 0,-1-2-592 0 0,1-3-705 0 0,-3-1-647 0 0,2 1-641 0 0</inkml:trace>
  <inkml:trace contextRef="#ctx0" brushRef="#br0" timeOffset="1">220 1 3705 0 0,'-1'0'283'0'0,"0"1"0"0"0,-1 0 0 0 0,1 0 0 0 0,0 0 0 0 0,-1 0 0 0 0,1 0 0 0 0,0 0 0 0 0,0 0 0 0 0,0 0 0 0 0,0 1 0 0 0,0-1 0 0 0,0 0 0 0 0,0 0 1 0 0,0 1-1 0 0,0-1 0 0 0,1 1 0 0 0,-1-1 0 0 0,1 1 0 0 0,-1-1 0 0 0,1 1 0 0 0,-1-1 0 0 0,1 1 0 0 0,0 0 0 0 0,0-1 0 0 0,0 1 0 0 0,0 3 0 0 0,-3 49 2236 0 0,3-52-2219 0 0,0 1-218 0 0,0 1 0 0 0,0-1 0 0 0,0 0 0 0 0,0 0 0 0 0,1 0 1 0 0,-1 0-1 0 0,1 1 0 0 0,0-1 0 0 0,0 0 0 0 0,0 0 0 0 0,0 0 1 0 0,0 0-1 0 0,1-1 0 0 0,-1 1 0 0 0,1 0 0 0 0,0 0 0 0 0,0-1 1 0 0,0 1-1 0 0,0-1 0 0 0,0 0 0 0 0,4 3 0 0 0,-3-4-91 0 0,0 1 1 0 0,0-1-1 0 0,0 0 0 0 0,1 0 0 0 0,-1 0 1 0 0,0-1-1 0 0,0 1 0 0 0,1-1 0 0 0,-1 0 0 0 0,0 0 1 0 0,1 0-1 0 0,-1 0 0 0 0,0 0 0 0 0,1-1 0 0 0,-1 1 1 0 0,0-1-1 0 0,0 0 0 0 0,1 0 0 0 0,-1 0 0 0 0,4-3 1 0 0,1 1-23 0 0,58-22-237 0 0,-63 24 317 0 0,1 0-1 0 0,-1 0 0 0 0,1 0 0 0 0,-1 1 0 0 0,1-1 1 0 0,-1 1-1 0 0,1 0 0 0 0,-1 0 0 0 0,1 0 1 0 0,-1 1-1 0 0,1-1 0 0 0,-1 1 0 0 0,0-1 0 0 0,1 1 1 0 0,-1 0-1 0 0,4 2 0 0 0,-6-2 83 0 0,0 0 0 0 0,0 0 0 0 0,0 0 0 0 0,0 0 0 0 0,0 1 0 0 0,0-1 0 0 0,0 0 0 0 0,-1 0 0 0 0,1 1 0 0 0,-1-1 0 0 0,1 0 0 0 0,-1 1 0 0 0,1 2 0 0 0,0-3-116 0 0,-1 1 1 0 0,0-1 0 0 0,1 1 0 0 0,-1-1-1 0 0,1 1 1 0 0,0-1 0 0 0,-1 0-1 0 0,1 1 1 0 0,0-1 0 0 0,0 0 0 0 0,0 0-1 0 0,0 0 1 0 0,0 1 0 0 0,0-1-1 0 0,0 0 1 0 0,0 0 0 0 0,3 1 0 0 0,18 7-2535 0 0,-16-8-990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1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1 123 5745 0 0,'4'-5'6883'0'0,"11"-1"-4546"0"0,19-2-1841 0 0,-31 8-7 0 0,48-12 18 0 0,125-31 626 0 0,-63 4-8002 0 0,-112 39 6709 0 0,0 0-91 0 0,-1 0-1 0 0,1 0 1 0 0,-1 0 0 0 0,1-1-1 0 0,-1 1 1 0 0,1 0 0 0 0,-1 0-1 0 0,1 0 1 0 0,-1-1 0 0 0,1 1-1 0 0,-1 0 1 0 0,1 0 0 0 0,-1-1-1 0 0,0 1 1 0 0,1 0-1 0 0,-1-1 1 0 0,1 1 0 0 0,-1-1-1 0 0,0 1 1 0 0,1 0 0 0 0,-1-1-1 0 0,0 1 1 0 0,0-1 0 0 0,1 1-1 0 0,-1-1 1 0 0,0 1 0 0 0,0-2-1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1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 8218 0 0,'9'0'6603'0'0,"52"-7"-4644"0"0,-8-9-1724 0 0,23-5-791 0 0,-26 16-6781 0 0,-81 13 201 0 0,-20 19 7851 0 0,27-13-189 0 0,14-9-79 0 0,2-1 47 0 0,0-1 0 0 0,0 2 0 0 0,0-1 0 0 0,1 1 0 0 0,0 1 0 0 0,0-1 0 0 0,0 1 0 0 0,0 0 0 0 0,-7 9 0 0 0,14-14-474 0 0,0-1 0 0 0,0 0 0 0 0,0 0 0 0 0,0 0 0 0 0,0 0 0 0 0,0 0 0 0 0,0 0 0 0 0,0 1 0 0 0,0-1 0 0 0,0 0 0 0 0,0 0 1 0 0,0 0-1 0 0,0 0 0 0 0,0 0 0 0 0,0 1 0 0 0,0-1 0 0 0,0 0 0 0 0,0 0 0 0 0,0 0 0 0 0,0 0 0 0 0,0 0 0 0 0,0 1 0 0 0,0-1 0 0 0,0 0 0 0 0,0 0 0 0 0,0 0 0 0 0,0 0 0 0 0,0 0 0 0 0,1 0 1 0 0,-1 0-1 0 0,0 1 0 0 0,0-1 0 0 0,0 0 0 0 0,0 0 0 0 0,0 0 0 0 0,0 0 0 0 0,0 0 0 0 0,1 0 0 0 0,-1 0 0 0 0,0 0 0 0 0,0 0 0 0 0,0 0 0 0 0,0 0 0 0 0,0 0 0 0 0,1 0 0 0 0,-1 0 1 0 0,0 0-1 0 0,0 0 0 0 0,0 0 0 0 0,0 0 0 0 0,0 0 0 0 0,1 0 0 0 0,-1 0 0 0 0,0 0 0 0 0,0 0 0 0 0,0 0 0 0 0,0 0 0 0 0,17-2 708 0 0,14-5 164 0 0,2-7 153 0 0,-14 6-421 0 0,1 0 0 0 0,0 1 0 0 0,33-6 0 0 0,-50 17 140 0 0,-8 8-379 0 0,-13 14-100 0 0,16-24-223 0 0,-21 28 109 0 0,-21 28-85 0 0,41-54-113 0 0,1 0 0 0 0,-1 1 0 0 0,1 0 1 0 0,0 0-1 0 0,0-1 0 0 0,0 1 1 0 0,1 0-1 0 0,-1 1 0 0 0,1-1 1 0 0,0 7-1 0 0,1-11 23 0 0,0 0 1 0 0,1 0-1 0 0,-1-1 1 0 0,0 1-1 0 0,1 0 0 0 0,-1-1 1 0 0,1 1-1 0 0,-1-1 1 0 0,1 1-1 0 0,-1 0 1 0 0,1-1-1 0 0,-1 1 0 0 0,1-1 1 0 0,-1 0-1 0 0,1 1 1 0 0,0-1-1 0 0,-1 1 1 0 0,1-1-1 0 0,0 0 0 0 0,-1 1 1 0 0,1-1-1 0 0,0 0 1 0 0,0 0-1 0 0,-1 0 1 0 0,1 0-1 0 0,0 1 0 0 0,0-1 1 0 0,-1 0-1 0 0,1 0 1 0 0,0 0-1 0 0,0-1 1 0 0,-1 1-1 0 0,1 0 0 0 0,0 0 1 0 0,0 0-1 0 0,-1 0 1 0 0,1-1-1 0 0,0 1 1 0 0,0-1-1 0 0,32-9 256 0 0,-22 6-174 0 0,69-31 134 0 0,-72 31-181 0 0,-1 0 1 0 0,1 0-1 0 0,-1-1 0 0 0,0 0 0 0 0,0-1 0 0 0,-1 0 0 0 0,10-11 0 0 0,-18 16-25 0 0,-1 0-1 0 0,0 0 1 0 0,0 0 0 0 0,0 0-1 0 0,0 0 1 0 0,0 0-1 0 0,0 1 1 0 0,-1 0 0 0 0,1-1-1 0 0,-5 2 1 0 0,-2-2-433 0 0,6 0-126 0 0,-1-1 1 0 0,1 1-1 0 0,0-1 1 0 0,0 0 0 0 0,0 0-1 0 0,0 0 1 0 0,1-1-1 0 0,-1 1 1 0 0,1-1-1 0 0,-1 0 1 0 0,1 0 0 0 0,0 0-1 0 0,0-1 1 0 0,0 1-1 0 0,1 0 1 0 0,-1-1 0 0 0,1 0-1 0 0,0 0 1 0 0,0 0-1 0 0,0 0 1 0 0,0 0 0 0 0,-1-4-1 0 0,-2-9-2533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1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5 6881 0 0,'-41'-4'4748'0'0,"5"13"-3609"0"0,30-5-1099 0 0,0 0-1 0 0,0 0 1 0 0,1 0 0 0 0,-1 0 0 0 0,1 1-1 0 0,0 0 1 0 0,0 0 0 0 0,0 1 0 0 0,-4 7-1 0 0,7-11-24 0 0,-1 1-1 0 0,2-1 1 0 0,-1 1-1 0 0,0 0 0 0 0,0 0 1 0 0,1 0-1 0 0,0 0 1 0 0,0 0-1 0 0,-1 0 1 0 0,2 1-1 0 0,-1-1 0 0 0,0 0 1 0 0,1 0-1 0 0,-1 1 1 0 0,1-1-1 0 0,0 0 0 0 0,0 1 1 0 0,1-1-1 0 0,0 5 1 0 0,0-5-7 0 0,0-1 0 0 0,1 1 1 0 0,0 0-1 0 0,-1-1 0 0 0,1 0 1 0 0,0 1-1 0 0,0-1 0 0 0,0 0 1 0 0,1 0-1 0 0,-1 0 1 0 0,0 0-1 0 0,1 0 0 0 0,-1-1 1 0 0,1 1-1 0 0,0-1 0 0 0,-1 0 1 0 0,1 0-1 0 0,0 0 0 0 0,0 0 1 0 0,0 0-1 0 0,5 1 1 0 0,4 0 178 0 0,-1-1 1 0 0,1 0-1 0 0,0 0 1 0 0,0-1 0 0 0,0-1-1 0 0,15-2 1 0 0,-21 3-89 0 0,0-1 1 0 0,0 0-1 0 0,0-1 1 0 0,0 0-1 0 0,0 1 0 0 0,-1-2 1 0 0,1 1-1 0 0,-1-1 1 0 0,1 0-1 0 0,-1 0 0 0 0,0 0 1 0 0,0-1-1 0 0,0 0 1 0 0,4-4-1 0 0,-8 7-60 0 0,-1 0 0 0 0,1 0 1 0 0,-1 0-1 0 0,1 0 0 0 0,0 0 0 0 0,-1 0 0 0 0,0 0 0 0 0,1 0 0 0 0,-1 0 0 0 0,0 0 1 0 0,1 0-1 0 0,-1 0 0 0 0,0 0 0 0 0,0 0 0 0 0,0 0 0 0 0,0 0 0 0 0,0 0 0 0 0,0-1 1 0 0,0 1-1 0 0,0 0 0 0 0,-1 0 0 0 0,1 0 0 0 0,0 0 0 0 0,-1 0 0 0 0,0-1 0 0 0,0-1 11 0 0,-1 1-1 0 0,0-1 1 0 0,1 0 0 0 0,-1 1-1 0 0,-1-1 1 0 0,1 1-1 0 0,0 0 1 0 0,-5-4-1 0 0,0 1-309 0 0,0 1 1 0 0,1 0-1 0 0,-1 0 0 0 0,0 1 1 0 0,-1 0-1 0 0,-12-4 0 0 0,15 6-434 0 0,0 1 0 0 0,0-1 0 0 0,0 1 0 0 0,0 0 0 0 0,1 0 0 0 0,-1 1 0 0 0,0-1 0 0 0,0 1 0 0 0,0 0-1 0 0,0 1 1 0 0,1-1 0 0 0,-6 3 0 0 0,5 12-3969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2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85 2336 0 0,'57'14'8778'0'0,"-48"-13"-8373"0"0,0 0-1 0 0,0-1 0 0 0,0 0 0 0 0,0-1 0 0 0,1 0 0 0 0,-1 0 0 0 0,13-5 0 0 0,80-19 795 0 0,34-10-1857 0 0,-47 7-7673 0 0,-79 24 3822 0 0</inkml:trace>
  <inkml:trace contextRef="#ctx0" brushRef="#br0" timeOffset="1">209 165 3145 0 0,'-3'0'452'0'0,"1"1"1"0"0,-1 0 0 0 0,0 0-1 0 0,1 0 1 0 0,-1 0-1 0 0,0 0 1 0 0,1 0 0 0 0,0 1-1 0 0,-1 0 1 0 0,1-1-1 0 0,0 1 1 0 0,0 0 0 0 0,0 0-1 0 0,0 0 1 0 0,0 0 0 0 0,0 0-1 0 0,1 1 1 0 0,-3 2-1 0 0,3-2-244 0 0,0-1 0 0 0,1 1 0 0 0,-1-1 0 0 0,1 1 0 0 0,-1 0 0 0 0,1-1 0 0 0,0 1 0 0 0,0 0 0 0 0,0-1 0 0 0,0 1 0 0 0,1 0 0 0 0,-1-1 0 0 0,1 1 0 0 0,-1 0 0 0 0,3 4 0 0 0,0 0-385 0 0,1 0-1 0 0,-1 0 1 0 0,1-1-1 0 0,1 1 1 0 0,-1-1 0 0 0,1 0-1 0 0,1 0 1 0 0,-1 0-1 0 0,1-1 1 0 0,-1 1-1 0 0,13 7 1 0 0,9 8-4413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2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75 1264 0 0,'-26'-16'11483'0'0,"51"14"-10418"0"0,-1 0 0 0 0,1-2 0 0 0,-1-1 1 0 0,33-11-1 0 0,-36 9-947 0 0,0 1-1 0 0,1 1 1 0 0,0 1-1 0 0,0 0 1 0 0,38 1 0 0 0,-58 3-90 0 0,0 0 0 0 0,-1 0 0 0 0,1 0 0 0 0,-1 1 0 0 0,1-1 0 0 0,-1 1 0 0 0,1-1 0 0 0,-1 1 0 0 0,0 0 0 0 0,1-1 0 0 0,-1 1 0 0 0,0 0 0 0 0,1 0 0 0 0,-1 0-1 0 0,0 0 1 0 0,0 0 0 0 0,0 0 0 0 0,0 0 0 0 0,0 0 0 0 0,0 1 0 0 0,0-1 0 0 0,0 0 0 0 0,0 0 0 0 0,-1 1 0 0 0,1-1 0 0 0,0 1 0 0 0,-1-1 0 0 0,1 1 0 0 0,-1-1 0 0 0,0 1 0 0 0,1 2 0 0 0,0 6-124 0 0,0 1-1 0 0,-1-1 1 0 0,0 0 0 0 0,-2 12-1 0 0,0 15-2010 0 0,1-14 410 0 0,0-22 1342 0 0,1 0-1 0 0,-1 0 0 0 0,0 0 1 0 0,0 0-1 0 0,1 0 1 0 0,-1 0-1 0 0,0 0 0 0 0,0 0 1 0 0,0-1-1 0 0,0 1 0 0 0,0 0 1 0 0,0-1-1 0 0,0 1 0 0 0,0 0 1 0 0,-1-1-1 0 0,1 1 0 0 0,0-1 1 0 0,0 0-1 0 0,0 1 0 0 0,0-1 1 0 0,-1 0-1 0 0,1 0 0 0 0,0 0 1 0 0,0 0-1 0 0,-1 0 0 0 0,1 0 1 0 0,0 0-1 0 0,0 0 0 0 0,-1 0 1 0 0,1-1-1 0 0,-2 1 1 0 0,-10 0-2741 0 0</inkml:trace>
  <inkml:trace contextRef="#ctx0" brushRef="#br0" timeOffset="0.06">23 258 6289 0 0,'-1'0'280'0'0,"0"0"0"0"0,0 0-1 0 0,1 1 1 0 0,-1-1-1 0 0,0 1 1 0 0,0-1 0 0 0,1 1-1 0 0,-1-1 1 0 0,0 1 0 0 0,0-1-1 0 0,1 1 1 0 0,-1-1-1 0 0,1 1 1 0 0,-1 0 0 0 0,1-1-1 0 0,-1 1 1 0 0,1 0 0 0 0,-1 0-1 0 0,1-1 1 0 0,-1 1-1 0 0,1 0 1 0 0,0 0 0 0 0,0 0-1 0 0,-1 0 1 0 0,1 1 0 0 0,19 1 3016 0 0,37-11-1332 0 0,129-47 402 0 0,-64 6-6367 0 0,-120 49 3628 0 0,0 0 0 0 0,0-1 0 0 0,1 0 0 0 0,-1 1 0 0 0,0-1 0 0 0,0 0 0 0 0,0 0 0 0 0,0 1 0 0 0,0-1 0 0 0,0 0-1 0 0,0 0 1 0 0,0 0 0 0 0,0 0 0 0 0,-1 0 0 0 0,1 0 0 0 0,0-1 0 0 0,-1 1 0 0 0,1 0 0 0 0,-1 0 0 0 0,1 0 0 0 0,0-3 0 0 0,0 2-318 0 0,6-8-5308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05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36 212 4297 0 0,'-8'1'1721'0'0,"-18"-5"5404"0"0,26 3-7013 0 0,0 0-1 0 0,0 0 1 0 0,-1 0-1 0 0,1 0 1 0 0,0 0-1 0 0,0 0 1 0 0,0 0 0 0 0,0 0-1 0 0,0 0 1 0 0,0 0-1 0 0,0 0 1 0 0,1 0-1 0 0,-1 0 1 0 0,0 0 0 0 0,0 0-1 0 0,1 0 1 0 0,-1 0-1 0 0,1 0 1 0 0,-1 0-1 0 0,1 0 1 0 0,-1 0 0 0 0,1 1-1 0 0,0-1 1 0 0,-1 0-1 0 0,1 0 1 0 0,1 0-1 0 0,19-39 1525 0 0,-18 32-1422 0 0,1-1 1 0 0,0 1-1 0 0,1 0 0 0 0,-1 0 1 0 0,2 0-1 0 0,-1 0 0 0 0,1 1 1 0 0,0 0-1 0 0,1 0 0 0 0,0 1 1 0 0,9-8-1 0 0,-13 13-203 0 0,0 0 0 0 0,0 0-1 0 0,0 1 1 0 0,0-1 0 0 0,0 1 0 0 0,0-1 0 0 0,1 1 0 0 0,-1 0-1 0 0,0 0 1 0 0,0 1 0 0 0,0-1 0 0 0,0 1 0 0 0,0-1-1 0 0,0 1 1 0 0,0 0 0 0 0,0 0 0 0 0,0 0 0 0 0,0 1 0 0 0,-1-1-1 0 0,1 1 1 0 0,0-1 0 0 0,-1 1 0 0 0,1 0 0 0 0,-1 0-1 0 0,0 0 1 0 0,1 0 0 0 0,-1 1 0 0 0,0-1 0 0 0,2 4 0 0 0,8 9 54 0 0,-1 0 0 0 0,0 1 0 0 0,12 24 1 0 0,-21-36-17 0 0,0 1-16 0 0,0-1 0 0 0,1 0 0 0 0,-1 1 0 0 0,1-1 0 0 0,0-1 0 0 0,0 1 0 0 0,0 0 0 0 0,1-1-1 0 0,-1 1 1 0 0,1-1 0 0 0,0 0 0 0 0,0 0 0 0 0,0-1 0 0 0,7 4 0 0 0,-7-5-2 0 0,1 0 0 0 0,0 0 0 0 0,0 0 0 0 0,0 0 0 0 0,0-1 0 0 0,1 0-1 0 0,-1 0 1 0 0,0-1 0 0 0,0 1 0 0 0,0-1 0 0 0,0 0 0 0 0,0 0 0 0 0,9-5 0 0 0,-2 1-20 0 0,0-2 1 0 0,-1 1-1 0 0,0-2 1 0 0,0 1-1 0 0,0-1 1 0 0,16-17 0 0 0,-13 11 24 0 0,2 1 0 0 0,32-21 1 0 0,-44 32-34 0 0,1-1 0 0 0,-1 1 0 0 0,1 0 1 0 0,0 1-1 0 0,-1-1 0 0 0,1 1 0 0 0,0-1 1 0 0,0 2-1 0 0,0-1 0 0 0,0 0 1 0 0,0 1-1 0 0,0 0 0 0 0,0 0 0 0 0,0 1 1 0 0,0-1-1 0 0,6 2 0 0 0,0 3 7 0 0,0 0 0 0 0,-1 1 1 0 0,0-1-1 0 0,0 2 0 0 0,-1 0 0 0 0,10 8 0 0 0,12 8 24 0 0,3 3 13 0 0,-26-19-28 0 0,0-1 0 0 0,0 1-1 0 0,0-1 1 0 0,1-1 0 0 0,0 0-1 0 0,0 0 1 0 0,1-1-1 0 0,18 6 1 0 0,-25-9-12 0 0,1-1 0 0 0,0-1 0 0 0,-1 1 0 0 0,1 0 0 0 0,-1-1 0 0 0,1 0 1 0 0,-1 0-1 0 0,1 0 0 0 0,-1 0 0 0 0,0 0 0 0 0,1-1 0 0 0,-1 0 0 0 0,0 1 0 0 0,0-1 0 0 0,0 0 0 0 0,5-5 0 0 0,47-50 178 0 0,-20 18-119 0 0,-32 37-64 0 0,-1-1 0 0 0,1 1-1 0 0,0 0 1 0 0,0 0 0 0 0,0 0 0 0 0,0 1 0 0 0,0-1-1 0 0,0 0 1 0 0,0 1 0 0 0,0 0 0 0 0,1 0 0 0 0,-1 0 0 0 0,0 0-1 0 0,1 1 1 0 0,-1-1 0 0 0,1 1 0 0 0,-1 0 0 0 0,1 0 0 0 0,-1 0-1 0 0,1 0 1 0 0,-1 1 0 0 0,0-1 0 0 0,1 1 0 0 0,4 2-1 0 0,3 2 10 0 0,-1 0-1 0 0,0 1 0 0 0,0 0 0 0 0,-1 1 0 0 0,17 15 1 0 0,-12-10-7 0 0,-12-11 0 0 0,-1 0 1 0 0,2 1-1 0 0,-1-1 1 0 0,0 0-1 0 0,0 0 1 0 0,0 0-1 0 0,0 0 1 0 0,1 0 0 0 0,-1-1-1 0 0,0 1 1 0 0,1-1-1 0 0,-1 1 1 0 0,1-1-1 0 0,-1 0 1 0 0,1 0 0 0 0,-1 0-1 0 0,0 0 1 0 0,1-1-1 0 0,-1 1 1 0 0,0-1-1 0 0,1 1 1 0 0,-1-1-1 0 0,0 0 1 0 0,1 0 0 0 0,-1 0-1 0 0,0 0 1 0 0,0 0-1 0 0,0 0 1 0 0,0-1-1 0 0,0 1 1 0 0,2-3-1 0 0,8-6 15 0 0,0-1-1 0 0,-1 0 0 0 0,18-24 1 0 0,-5 8 26 0 0,-23 25-49 0 0,1 1 0 0 0,-1-1 1 0 0,1 0-1 0 0,0 1 0 0 0,-1-1 1 0 0,1 1-1 0 0,0-1 0 0 0,0 1 1 0 0,0 0-1 0 0,0 0 0 0 0,0 0 1 0 0,1 0-1 0 0,-1 0 0 0 0,0 1 1 0 0,0-1-1 0 0,1 0 0 0 0,3 1 1 0 0,-2 0 0 0 0,-1 1 0 0 0,1 1 0 0 0,0-1 0 0 0,-1 0 0 0 0,0 1 0 0 0,1 0-1 0 0,-1 0 1 0 0,0 0 0 0 0,4 3 0 0 0,-5-3 0 0 0,13 7 19 0 0,0-1 1 0 0,1 0 0 0 0,-1-1-1 0 0,1 0 1 0 0,23 5 0 0 0,-34-11-12 0 0,0-1 0 0 0,1 0 1 0 0,-1-1-1 0 0,0 1 0 0 0,0-1 1 0 0,0 0-1 0 0,0 0 0 0 0,0 0 0 0 0,0-1 1 0 0,-1 0-1 0 0,1 0 0 0 0,0 0 1 0 0,4-4-1 0 0,2 0 8 0 0,0-1-1 0 0,-1 0 1 0 0,0-1-1 0 0,11-11 1 0 0,-19 16-13 0 0,1 0 0 0 0,0 1 0 0 0,0-1 0 0 0,0 0 0 0 0,0 1-1 0 0,0 0 1 0 0,0 0 0 0 0,1 0 0 0 0,-1 0 0 0 0,0 0 0 0 0,1 0 0 0 0,0 1 0 0 0,-1 0 0 0 0,7-2 0 0 0,-6 4 4 0 0,1-1 1 0 0,-1 1 0 0 0,0 0-1 0 0,0 0 1 0 0,0 0-1 0 0,0 1 1 0 0,0 0 0 0 0,0-1-1 0 0,0 1 1 0 0,0 1-1 0 0,0-1 1 0 0,5 5 0 0 0,2 1 0 0 0,1 2 1 0 0,-2-1-1 0 0,11 12 1 0 0,31 26 41 0 0,-50-46-44 0 0,-1 0 1 0 0,1 0-1 0 0,0 0 0 0 0,0-1 1 0 0,0 1-1 0 0,0-1 0 0 0,0 1 1 0 0,0-1-1 0 0,0 0 0 0 0,0 1 1 0 0,0-1-1 0 0,0 0 0 0 0,0-1 1 0 0,0 1-1 0 0,0 0 0 0 0,0 0 1 0 0,0-1-1 0 0,0 0 1 0 0,0 1-1 0 0,0-1 0 0 0,-1 0 1 0 0,1 0-1 0 0,0 0 0 0 0,0 0 1 0 0,-1 0-1 0 0,4-2 0 0 0,6-6 13 0 0,-1 0 0 0 0,0 0 0 0 0,10-13 0 0 0,10-8-7 0 0,-27 28-10 0 0,0-1 0 0 0,1 1 1 0 0,-1-1-1 0 0,1 1 0 0 0,0 0 0 0 0,-1 1 1 0 0,1-1-1 0 0,0 1 0 0 0,0-1 0 0 0,0 1 1 0 0,0 0-1 0 0,0 1 0 0 0,0-1 0 0 0,1 1 1 0 0,-1 0-1 0 0,0 0 0 0 0,0 0 0 0 0,0 0 1 0 0,0 1-1 0 0,1 0 0 0 0,5 1 0 0 0,1 3-13 0 0,1 1-1 0 0,-2 0 1 0 0,1 0-1 0 0,0 1 1 0 0,16 14-1 0 0,-6-4 8 0 0,-18-14 9 0 0,0-1-1 0 0,0 1 1 0 0,0-1 0 0 0,0 0-1 0 0,1 0 1 0 0,-1 0 0 0 0,0 0-1 0 0,1-1 1 0 0,0 1-1 0 0,-1-1 1 0 0,1 0 0 0 0,0 0-1 0 0,0 0 1 0 0,0 0 0 0 0,-1-1-1 0 0,1 1 1 0 0,0-1 0 0 0,0 0-1 0 0,0-1 1 0 0,0 1 0 0 0,0-1-1 0 0,0 1 1 0 0,-1-1-1 0 0,1 0 1 0 0,0 0 0 0 0,0-1-1 0 0,-1 1 1 0 0,1-1 0 0 0,5-4-1 0 0,25-8-380 0 0,36-18 532 0 0,-39 12-3256 0 0,-10-5-4443 0 0,-16 14-236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2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7442 0 0,'-1'0'467'0'0,"-1"0"0"0"0,0 0 0 0 0,0 0 0 0 0,0 0 0 0 0,1 0 0 0 0,-1 0 0 0 0,0 1 0 0 0,0-1 0 0 0,1 0 0 0 0,-1 1 0 0 0,0 0 0 0 0,1-1 0 0 0,-1 1 0 0 0,-2 1 0 0 0,4-1-360 0 0,0-1-1 0 0,-1 1 0 0 0,1-1 1 0 0,0 0-1 0 0,0 1 0 0 0,0-1 1 0 0,0 1-1 0 0,0-1 0 0 0,-1 1 1 0 0,1-1-1 0 0,0 1 0 0 0,0-1 1 0 0,0 0-1 0 0,0 1 0 0 0,0-1 1 0 0,0 1-1 0 0,0-1 0 0 0,1 1 1 0 0,-1-1-1 0 0,0 1 0 0 0,0-1 1 0 0,0 1-1 0 0,0-1 0 0 0,0 0 1 0 0,1 1-1 0 0,-1-1 0 0 0,0 1 1 0 0,0-1-1 0 0,1 0 0 0 0,-1 1 1 0 0,0-1-1 0 0,1 1 0 0 0,3 2-35 0 0,-1 0-1 0 0,0 0 0 0 0,1 0 0 0 0,0-1 0 0 0,0 1 0 0 0,-1-1 0 0 0,1 0 1 0 0,1 0-1 0 0,-1 0 0 0 0,4 1 0 0 0,51 11-2181 0 0,-19-8-3054 0 0,-40-6 5039 0 0,0 0 0 0 0,0 0 0 0 0,0 0 0 0 0,1 0 0 0 0,-1 0 0 0 0,0 0 1 0 0,0 1-1 0 0,1-1 0 0 0,-1 0 0 0 0,0 0 0 0 0,0 0 0 0 0,1 0 0 0 0,-1 0 0 0 0,0 0 1 0 0,0 0-1 0 0,1 0 0 0 0,-1 0 0 0 0,0 0 0 0 0,0 0 0 0 0,1-1 0 0 0,-1 1 0 0 0,0 0 1 0 0,0 0-1 0 0,0 0 0 0 0,1 0 0 0 0,-1 0 0 0 0,0 0 0 0 0,0 0 0 0 0,0-1 0 0 0,1 1 0 0 0,-1 0 1 0 0,0 0-1 0 0,0 0 0 0 0,0 0 0 0 0,1-1 0 0 0,-1 1 0 0 0,0 0 0 0 0,0 0 0 0 0,0-1 1 0 0,0 1-1 0 0,0 0 0 0 0,0 0 0 0 0,0 0 0 0 0,0-1 0 0 0,1 1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3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7017 0 0,'0'1'191'0'0,"1"1"-1"0"0,-1-1 0 0 0,0 1 1 0 0,1-1-1 0 0,-1 0 0 0 0,1 1 1 0 0,-1-1-1 0 0,1 0 0 0 0,0 0 1 0 0,-1 1-1 0 0,1-1 0 0 0,0 0 1 0 0,0 0-1 0 0,0 0 0 0 0,0 0 1 0 0,0 0-1 0 0,0 0 0 0 0,0 0 1 0 0,0 0-1 0 0,0-1 0 0 0,0 1 1 0 0,0 0-1 0 0,1-1 0 0 0,-1 1 1 0 0,0 0-1 0 0,1-1 0 0 0,-1 0 1 0 0,0 1-1 0 0,1-1 0 0 0,-1 0 1 0 0,1 0-1 0 0,-1 0 0 0 0,0 0 1 0 0,1 0-1 0 0,-1 0 0 0 0,2 0 1 0 0,63-7 595 0 0,-51 5-467 0 0,1 0-241 0 0,-4 0-33 0 0,0 0 0 0 0,1 1 0 0 0,-1 1 1 0 0,14 0-1 0 0,-26 0-43 0 0,0 0 0 0 0,1 0 1 0 0,-1 0-1 0 0,0 0 1 0 0,0 0-1 0 0,0 0 0 0 0,1 0 1 0 0,-1 0-1 0 0,0 0 1 0 0,0 0-1 0 0,0 0 0 0 0,1 0 1 0 0,-1 1-1 0 0,0-1 1 0 0,0 0-1 0 0,0 0 0 0 0,0 0 1 0 0,1 0-1 0 0,-1 0 0 0 0,0 0 1 0 0,0 0-1 0 0,0 1 1 0 0,0-1-1 0 0,1 0 0 0 0,-1 0 1 0 0,0 0-1 0 0,0 0 1 0 0,0 1-1 0 0,0-1 0 0 0,0 0 1 0 0,0 0-1 0 0,0 0 1 0 0,0 0-1 0 0,0 1 0 0 0,1-1 1 0 0,-1 0-1 0 0,0 0 0 0 0,0 0 1 0 0,0 1-1 0 0,0-1 1 0 0,0 0-1 0 0,0 0 0 0 0,0 0 1 0 0,0 1-1 0 0,-1-1 1 0 0,1 0-1 0 0,0 0 0 0 0,0 0 1 0 0,0 1-1 0 0,0-1 1 0 0,-11 12 74 0 0,-16 8 85 0 0,18-13-89 0 0,0 0-1 0 0,0 0 1 0 0,0 0-1 0 0,1 1 1 0 0,0 0 0 0 0,-8 12-1 0 0,14-17-57 0 0,0-1-1 0 0,1 1 1 0 0,-1 0-1 0 0,0 0 0 0 0,1-1 1 0 0,0 1-1 0 0,0 0 1 0 0,0 1-1 0 0,0-1 0 0 0,0 0 1 0 0,1 0-1 0 0,-1 3 1 0 0,1-4-13 0 0,0 0 0 0 0,1-1 0 0 0,-1 1 0 0 0,0 0 0 0 0,1-1 0 0 0,-1 1 0 0 0,1-1 0 0 0,0 1 0 0 0,0-1 0 0 0,-1 1 0 0 0,1-1 0 0 0,0 1 0 0 0,0-1 0 0 0,0 0 0 0 0,0 1 0 0 0,1-1 1 0 0,-1 0-1 0 0,0 0 0 0 0,0 0 0 0 0,1 0 0 0 0,-1 0 0 0 0,1 0 0 0 0,-1 0 0 0 0,3 0 0 0 0,3 2 1 0 0,1-1 0 0 0,-1 0 1 0 0,1 0-1 0 0,-1 0 0 0 0,1-1 1 0 0,0-1-1 0 0,0 1 0 0 0,-1-1 1 0 0,1 0-1 0 0,0-1 0 0 0,-1 0 0 0 0,15-4 1 0 0,-15 4 2 0 0,-1 0 0 0 0,0-1 0 0 0,1 0 0 0 0,-1-1 0 0 0,0 1 1 0 0,0-1-1 0 0,-1 0 0 0 0,1-1 0 0 0,-1 1 0 0 0,1-1 0 0 0,-1 0 1 0 0,0 0-1 0 0,-1-1 0 0 0,1 0 0 0 0,6-8 0 0 0,-11 12 2 0 0,1 0 0 0 0,0 0 0 0 0,-1 0 0 0 0,1 0-1 0 0,-1-1 1 0 0,1 1 0 0 0,-1 0 0 0 0,0 0 0 0 0,1-1 0 0 0,-1 1-1 0 0,0 0 1 0 0,0-1 0 0 0,0 1 0 0 0,0 0 0 0 0,0 0 0 0 0,0-1-1 0 0,0 1 1 0 0,-1 0 0 0 0,1-1 0 0 0,0 1 0 0 0,-1 0-1 0 0,1 0 1 0 0,-1-1 0 0 0,1 1 0 0 0,-1 0 0 0 0,-1-2 0 0 0,0 1 15 0 0,-1-1 0 0 0,1 1 0 0 0,-1-1 0 0 0,0 1 0 0 0,0 0 0 0 0,0 0 0 0 0,0 0 0 0 0,0 0 0 0 0,-6-2 0 0 0,-4-1 27 0 0,-1 0 0 0 0,0 1 0 0 0,-26-4 0 0 0,30 7-201 0 0,-33-6 19 0 0,42 6 3 0 0,0 1 0 0 0,0 0 0 0 0,0 0-1 0 0,1 0 1 0 0,-1-1 0 0 0,0 1 0 0 0,0 0 0 0 0,1-1 0 0 0,-1 1-1 0 0,0-1 1 0 0,1 1 0 0 0,-1-1 0 0 0,1 1 0 0 0,-1-1-1 0 0,0 1 1 0 0,1-1 0 0 0,-1 1 0 0 0,1-1 0 0 0,-1 0 0 0 0,1 1-1 0 0,0-1 1 0 0,-1 0 0 0 0,1 0 0 0 0,0 1 0 0 0,-1-1-1 0 0,1 0 1 0 0,0 0 0 0 0,0 0 0 0 0,0 1 0 0 0,0-1 0 0 0,-1 0-1 0 0,1 0 1 0 0,0 0 0 0 0,1 1 0 0 0,-1-1 0 0 0,0 0-1 0 0,0 0 1 0 0,0 0 0 0 0,0 1 0 0 0,1-1 0 0 0,-1 0-1 0 0,0 0 1 0 0,1 0 0 0 0,15-24-5035 0 0,5 21 1095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3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7818 0 0,'-7'34'7252'0'0,"12"27"-5529"0"0,-3-41-988 0 0,3 15-224 0 0,16 57 0 0 0,-13-65-1243 0 0,-2 1 0 0 0,0 0 0 0 0,2 49 0 0 0,-8-77 652 0 0,0 0 1 0 0,0 1-1 0 0,0-1 1 0 0,0 0-1 0 0,0 0 0 0 0,0 0 1 0 0,0 0-1 0 0,0 0 0 0 0,0 0 1 0 0,0 0-1 0 0,0 1 1 0 0,0-1-1 0 0,-1 0 0 0 0,1 0 1 0 0,0 0-1 0 0,0 0 1 0 0,0 0-1 0 0,0 0 0 0 0,0 0 1 0 0,-1 1-717 0 0,1-1 716 0 0,0 0 0 0 0,0 0 1 0 0,0 0-1 0 0,0 0 0 0 0,0 0 1 0 0,-1 0-1 0 0,1 0 1 0 0,0 0-1 0 0,0 0 0 0 0,0 0 1 0 0,0 0-1 0 0,0 0 1 0 0,0 0-1 0 0,0 0 0 0 0,-1 0 1 0 0,1 0-1 0 0,0 0 0 0 0,0 0 1 0 0,0 0-1 0 0,0 0 1 0 0,0 0-1 0 0,0 0 0 0 0,0 0 1 0 0,-1 0-1 0 0,1 0 1 0 0,0-1-797 0 0,0 0 796 0 0,-12-11-2671 0 0,-9-16-108 0 0,-3-27 336 0 0,23 53 2594 0 0,0-1 0 0 0,0 0 0 0 0,0 1 0 0 0,1-1 0 0 0,-1 1 0 0 0,1-1 0 0 0,-1 0 0 0 0,1 0 0 0 0,0 1 0 0 0,0-1 0 0 0,0 0 0 0 0,1 1 0 0 0,-1-1 0 0 0,1 0 0 0 0,-1 1 0 0 0,1-1 0 0 0,0 0 0 0 0,0 1 0 0 0,2-4 0 0 0,-3 5 160 0 0,1 1 0 0 0,0-1 0 0 0,0 1 0 0 0,0 0 0 0 0,-1 0 0 0 0,1-1 0 0 0,0 1 0 0 0,0 0 0 0 0,0 0 0 0 0,0 0 0 0 0,0 0 0 0 0,-1 0 0 0 0,1 0 0 0 0,0 0 0 0 0,0 0 0 0 0,0 0 0 0 0,0 0 0 0 0,0 1 0 0 0,-1-1 0 0 0,1 0 0 0 0,0 0 0 0 0,0 1 0 0 0,-1-1 0 0 0,1 1 0 0 0,0-1 0 0 0,0 1 0 0 0,-1-1 0 0 0,2 2 0 0 0,30 20 2328 0 0,-15-9-1640 0 0,-8-9-748 0 0,0 0-1 0 0,0 0 1 0 0,0-1 0 0 0,0 0-1 0 0,19 3 1 0 0,-24-6-489 0 0,0 1-1 0 0,1-1 1 0 0,-1 0 0 0 0,0 0 0 0 0,1 0 0 0 0,-1 0 0 0 0,0-1 0 0 0,1 0 0 0 0,-1 0 0 0 0,0 0 0 0 0,0 0-1 0 0,0-1 1 0 0,0 1 0 0 0,0-1 0 0 0,6-4 0 0 0,-9 5 28 0 0,0 0-1 0 0,0 0 1 0 0,0 0 0 0 0,0 0-1 0 0,0 0 1 0 0,0 0 0 0 0,-1-1-1 0 0,1 1 1 0 0,0 0 0 0 0,-1-1-1 0 0,1 1 1 0 0,-1 0-1 0 0,0-1 1 0 0,1 1 0 0 0,-1 0-1 0 0,0-3 1 0 0,1 0-541 0 0,3-9-2288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3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 6897 0 0,'0'1'272'0'0,"-1"1"0"0"0,0 0 0 0 0,1 0 0 0 0,0 0 0 0 0,-1 0 0 0 0,1 0-1 0 0,0 0 1 0 0,0 0 0 0 0,0 0 0 0 0,0 0 0 0 0,0-1 0 0 0,0 1 0 0 0,1 0-1 0 0,-1 0 1 0 0,1 0 0 0 0,-1 0 0 0 0,1 0 0 0 0,0-1 0 0 0,-1 1-1 0 0,1 0 1 0 0,0 0 0 0 0,0-1 0 0 0,1 1 0 0 0,-1-1 0 0 0,0 1 0 0 0,0-1-1 0 0,1 1 1 0 0,-1-1 0 0 0,1 0 0 0 0,-1 0 0 0 0,1 0 0 0 0,-1 0 0 0 0,1 0-1 0 0,3 2 1 0 0,0-2-151 0 0,1 0 0 0 0,-1-1 0 0 0,1 1 1 0 0,0-1-1 0 0,-1 0 0 0 0,1 0 0 0 0,-1-1 0 0 0,1 1 0 0 0,-1-1 0 0 0,1 0 0 0 0,6-3 0 0 0,-6 3-139 0 0,-1-1 0 0 0,1 1 0 0 0,-1-1 0 0 0,1 0 1 0 0,-1-1-1 0 0,1 1 0 0 0,-1-1 0 0 0,0 0 0 0 0,0-1 0 0 0,-1 1 0 0 0,1-1 0 0 0,-1 0 0 0 0,0 0 0 0 0,0 0 0 0 0,7-9 0 0 0,-11 13 15 0 0,0 0 0 0 0,0-1 0 0 0,0 1 0 0 0,0 0-1 0 0,0 0 1 0 0,0 0 0 0 0,0 0 0 0 0,0-1 0 0 0,0 1-1 0 0,0 0 1 0 0,0 0 0 0 0,0 0 0 0 0,0 0 0 0 0,0 0-1 0 0,0-1 1 0 0,0 1 0 0 0,0 0 0 0 0,0 0 0 0 0,0 0-1 0 0,0 0 1 0 0,0-1 0 0 0,-1 1 0 0 0,1 0 0 0 0,0 0-1 0 0,0 0 1 0 0,0 0 0 0 0,0 0 0 0 0,0 0-1 0 0,0-1 1 0 0,0 1 0 0 0,-1 0 0 0 0,1 0 0 0 0,0 0-1 0 0,0 0 1 0 0,0 0 0 0 0,0 0 0 0 0,-1 0 0 0 0,1 0-1 0 0,0 0 1 0 0,0 0 0 0 0,0 0 0 0 0,0 0 0 0 0,0 0-1 0 0,-1 0 1 0 0,1 0 0 0 0,0 0 0 0 0,0 0 0 0 0,0 0-1 0 0,0 0 1 0 0,-1 0 0 0 0,1 0 0 0 0,-16 2-43 0 0,-13 7 62 0 0,22-6-4 0 0,1 1 0 0 0,0-1 0 0 0,0 1-1 0 0,0 1 1 0 0,0-1 0 0 0,1 1 0 0 0,0 0-1 0 0,0 0 1 0 0,0 0 0 0 0,0 1-1 0 0,1-1 1 0 0,0 1 0 0 0,0 1 0 0 0,-4 7-1 0 0,7-10 9 0 0,0 0 0 0 0,-1-1 0 0 0,1 1 0 0 0,0 0 0 0 0,1 0 0 0 0,-1 0 0 0 0,1 0 0 0 0,-1 0 0 0 0,1 0 0 0 0,0 0 0 0 0,1 0 0 0 0,-1-1 0 0 0,1 1 0 0 0,0 0 0 0 0,0 0 0 0 0,0 0 0 0 0,0-1 0 0 0,1 1 0 0 0,-1 0 0 0 0,1-1-1 0 0,0 1 1 0 0,0-1 0 0 0,0 0 0 0 0,1 0 0 0 0,-1 0 0 0 0,1 0 0 0 0,5 5 0 0 0,-5-5 8 0 0,0-1-1 0 0,0 1 0 0 0,1-1 1 0 0,-1 0-1 0 0,0 0 1 0 0,1-1-1 0 0,0 1 1 0 0,-1-1-1 0 0,1 0 0 0 0,0 0 1 0 0,0 0-1 0 0,-1 0 1 0 0,1 0-1 0 0,0-1 0 0 0,0 0 1 0 0,0 0-1 0 0,0 0 1 0 0,5-1-1 0 0,7-2 54 0 0,0 0-1 0 0,0-1 1 0 0,19-9-1 0 0,-23 9-565 0 0,0 0 1 0 0,-1 0-1 0 0,1 1 0 0 0,0 1 0 0 0,15-2 0 0 0,-26 4 265 0 0,-1 0-1 0 0,1 1 0 0 0,-1-1 1 0 0,0 0-1 0 0,1 0 0 0 0,-1 0 1 0 0,1 0-1 0 0,-1 1 0 0 0,0-1 1 0 0,1 0-1 0 0,-1 0 0 0 0,0 1 1 0 0,0-1-1 0 0,1 0 0 0 0,-1 1 1 0 0,0-1-1 0 0,0 0 0 0 0,1 1 1 0 0,-1-1-1 0 0,0 0 0 0 0,0 1 1 0 0,0-1-1 0 0,0 0 0 0 0,1 1 1 0 0,-1-1-1 0 0,0 1 0 0 0,0-1 1 0 0,0 0-1 0 0,0 1 0 0 0,0-1 1 0 0,0 1-1 0 0,0-1 0 0 0,0 0 1 0 0,0 1-1 0 0,0-1 0 0 0,0 1 1 0 0,0-1-1 0 0,-1 0 0 0 0,1 1 1 0 0,0-1-1 0 0,0 1 0 0 0,0-1 1 0 0,0 0-1 0 0,-1 1 0 0 0,1-1 1 0 0,0 0-1 0 0,0 1 0 0 0,-1-1 1 0 0,1 0-1 0 0,0 0 0 0 0,-1 1 1 0 0,1-1-1 0 0,0 0 0 0 0,-1 0 1 0 0,1 1-1 0 0,-8 4-2809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4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16 7106 0 0,'-1'2'315'0'0,"0"-1"1"0"0,0 0-1 0 0,0 0 1 0 0,1 1-1 0 0,-1-1 1 0 0,0 0-1 0 0,0 1 1 0 0,1-1-1 0 0,-1 1 1 0 0,1-1 0 0 0,-1 1-1 0 0,1-1 1 0 0,0 1-1 0 0,0-1 1 0 0,0 1-1 0 0,-1 0 1 0 0,1-1-1 0 0,1 1 1 0 0,-1-1 0 0 0,0 1-1 0 0,0-1 1 0 0,1 1-1 0 0,-1-1 1 0 0,0 1-1 0 0,2 1 1 0 0,-1-1-118 0 0,1 0 0 0 0,-1-1 1 0 0,1 1-1 0 0,0-1 0 0 0,0 1 1 0 0,-1-1-1 0 0,1 0 0 0 0,0 0 0 0 0,0 0 1 0 0,1 0-1 0 0,-1 0 0 0 0,0 0 1 0 0,0 0-1 0 0,0-1 0 0 0,3 1 0 0 0,6 1-14 0 0,0 0-1 0 0,0-1 1 0 0,0 0-1 0 0,0-1 0 0 0,22-3 1 0 0,-2-3-364 0 0,1-2 0 0 0,38-14 0 0 0,15-14-7167 0 0,-67 30 3814 0 0,6 8-1709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4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85 5537 0 0,'-4'2'4341'0'0,"4"-2"-4221"0"0,0 0 1 0 0,0 0-1 0 0,-1 1 1 0 0,1-1 0 0 0,0 0-1 0 0,2 3 2774 0 0,-2-3-2773 0 0,16 6 2174 0 0,22 0-1720 0 0,-35-6-536 0 0,94-4 533 0 0,-87 3-524 0 0,0 0-1 0 0,0-1 1 0 0,0 0-1 0 0,-1-1 1 0 0,1 0-1 0 0,0-1 1 0 0,13-6-1 0 0,-30 8 29 0 0,0 0 0 0 0,1 1 0 0 0,-1 0 0 0 0,0 0 0 0 0,-11 1 0 0 0,3 1-27 0 0,0 1 1 0 0,0 0-1 0 0,1 0 0 0 0,-1 2 1 0 0,1 0-1 0 0,0 0 0 0 0,0 2 1 0 0,-22 11-1 0 0,32-15-22 0 0,1 0-1 0 0,0 0 1 0 0,0 0 0 0 0,0 0 0 0 0,0 1-1 0 0,0-1 1 0 0,0 1 0 0 0,0 0-1 0 0,1 0 1 0 0,0 0 0 0 0,-1 0 0 0 0,1 0-1 0 0,0 0 1 0 0,1 1 0 0 0,-1-1-1 0 0,1 1 1 0 0,-1-1 0 0 0,1 1 0 0 0,0 0-1 0 0,0-1 1 0 0,1 1 0 0 0,-1 0-1 0 0,1 0 1 0 0,0 0 0 0 0,0-1 0 0 0,0 1-1 0 0,0 0 1 0 0,1 0 0 0 0,-1 0-1 0 0,1-1 1 0 0,0 1 0 0 0,0 0 0 0 0,0-1-1 0 0,1 1 1 0 0,0-1 0 0 0,-1 1-1 0 0,1-1 1 0 0,3 5 0 0 0,-1-2-17 0 0,0 0 0 0 0,1 0 0 0 0,-1 0 0 0 0,1-1-1 0 0,0 0 1 0 0,1 0 0 0 0,-1 0 0 0 0,1 0 0 0 0,0-1 0 0 0,0 0 0 0 0,0 0 0 0 0,0-1 0 0 0,1 0 0 0 0,0 0 0 0 0,0 0 0 0 0,-1-1-1 0 0,1 0 1 0 0,1 0 0 0 0,-1-1 0 0 0,0 0 0 0 0,0 0 0 0 0,0-1 0 0 0,1 0 0 0 0,-1 0 0 0 0,0 0 0 0 0,11-3 0 0 0,-11 2-431 0 0,0-1 1 0 0,0 0 0 0 0,0-1-1 0 0,0 1 1 0 0,0-1 0 0 0,-1-1 0 0 0,0 1-1 0 0,0-1 1 0 0,0 0 0 0 0,0 0-1 0 0,0-1 1 0 0,-1 0 0 0 0,0 0-1 0 0,0 0 1 0 0,0 0 0 0 0,0-1 0 0 0,5-9-1 0 0,2-24-6016 0 0,-4 20 2241 0 0</inkml:trace>
  <inkml:trace contextRef="#ctx0" brushRef="#br0" timeOffset="1">418 1 5433 0 0,'-4'43'9736'0'0,"-6"0"-6265"0"0,-3 32-1504 0 0,12-63-1949 0 0,-1 8 197 0 0,1 0-1 0 0,3 36 1 0 0,-2-53-416 0 0,1 0 1 0 0,-1 0 0 0 0,0 0-1 0 0,1 1 1 0 0,0-1 0 0 0,-1 0-1 0 0,1 0 1 0 0,0 0 0 0 0,1 0-1 0 0,-1 0 1 0 0,1-1-1 0 0,-1 1 1 0 0,1 0 0 0 0,0 0-1 0 0,0-1 1 0 0,0 1 0 0 0,0-1-1 0 0,0 0 1 0 0,1 0 0 0 0,-1 0-1 0 0,1 0 1 0 0,-1 0-1 0 0,1 0 1 0 0,0-1 0 0 0,3 3-1 0 0,-5-4-72 0 0,0 0 0 0 0,0 0-1 0 0,0 0 1 0 0,0 0 0 0 0,0 0 0 0 0,0-1-1 0 0,0 1 1 0 0,0 0 0 0 0,0 0-1 0 0,0-1 1 0 0,0 1 0 0 0,0 0-1 0 0,0-1 1 0 0,0 1 0 0 0,-1-1-1 0 0,1 1 1 0 0,0-1 0 0 0,0 1-1 0 0,0-1 1 0 0,-1 0 0 0 0,1 1-1 0 0,0-1 1 0 0,-1 0 0 0 0,1 0 0 0 0,-1 1-1 0 0,1-1 1 0 0,-1 0 0 0 0,1 0-1 0 0,-1 0 1 0 0,1 0 0 0 0,-1 0-1 0 0,0 0 1 0 0,0 0 0 0 0,1 0-1 0 0,-1 0 1 0 0,0 0 0 0 0,0-1-1 0 0,1-2-601 0 0,5-9-2899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5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10 6417 0 0,'-17'16'6579'0'0,"3"10"-3379"0"0,-4 31-1448 0 0,14-43-1097 0 0,3-9-726 0 0,0-1 0 0 0,0 0 0 0 0,1 1 0 0 0,-1-1 1 0 0,1 1-1 0 0,0-1 0 0 0,1 0 0 0 0,-1 1 0 0 0,3 7 0 0 0,-3-12-39 0 0,0 1-1 0 0,0-1 0 0 0,0 1 0 0 0,0-1 1 0 0,0 0-1 0 0,0 1 0 0 0,0-1 0 0 0,0 1 0 0 0,1-1 1 0 0,-1 0-1 0 0,0 1 0 0 0,0-1 0 0 0,1 0 1 0 0,-1 1-1 0 0,0-1 0 0 0,0 0 0 0 0,1 0 0 0 0,-1 1 1 0 0,0-1-1 0 0,1 0 0 0 0,-1 0 0 0 0,0 1 1 0 0,1-1-1 0 0,-1 0 0 0 0,0 0 0 0 0,1 0 0 0 0,-1 0 1 0 0,1 1-1 0 0,-1-1 0 0 0,0 0 0 0 0,1 0 1 0 0,-1 0-1 0 0,1 0 0 0 0,0 0 0 0 0,0-1-282 0 0,1 0-1 0 0,-1 0 0 0 0,1 0 1 0 0,-1-1-1 0 0,0 1 0 0 0,0 0 1 0 0,0-1-1 0 0,0 1 0 0 0,0 0 1 0 0,0-1-1 0 0,0 1 0 0 0,0-1 1 0 0,0 0-1 0 0,0-1 0 0 0,8-34-4348 0 0,-2 21 2084 0 0</inkml:trace>
  <inkml:trace contextRef="#ctx0" brushRef="#br0" timeOffset="1">86 3 5057 0 0,'0'0'270'0'0,"-1"-1"0"0"0,1 1 0 0 0,-1 0 1 0 0,1-1-1 0 0,-1 1 0 0 0,1 0 0 0 0,-1 0 0 0 0,0-1 0 0 0,1 1 0 0 0,-1 0 0 0 0,0 0 1 0 0,1 0-1 0 0,-1 0 0 0 0,0 0 0 0 0,1 0 0 0 0,-1 0 0 0 0,0 0 0 0 0,1 0 0 0 0,-1 0 0 0 0,1 1 1 0 0,-1-1-1 0 0,0 0 0 0 0,1 0 0 0 0,-1 0 0 0 0,1 1 0 0 0,-1-1 0 0 0,0 0 0 0 0,1 1 1 0 0,-1-1-1 0 0,0 1 0 0 0,-6 21 3262 0 0,7-17-3273 0 0,0 0 0 0 0,0 0 0 0 0,1 0-1 0 0,-1 0 1 0 0,1 0 0 0 0,0 0 0 0 0,3 8-1 0 0,0-8-206 0 0,-1 0-1 0 0,1-1 0 0 0,0 1 1 0 0,0-1-1 0 0,0 0 0 0 0,1-1 1 0 0,0 1-1 0 0,-1-1 0 0 0,1 0 1 0 0,0 0-1 0 0,1 0 1 0 0,-1-1-1 0 0,0 0 0 0 0,1 0 1 0 0,-1 0-1 0 0,1 0 0 0 0,0-1 1 0 0,-1 0-1 0 0,11 0 0 0 0,12 2-853 0 0,0-2 0 0 0,46-4-1 0 0,-66 2 354 0 0,-2 1-357 0 0,28-4-1063 0 0,-19-1-1386 0 0,-7-4-3957 0 0,-8 4 3782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15 388 11787 0 0,'-1'0'111'0'0,"0"1"1"0"0,0-1-1 0 0,0 1 1 0 0,1-1-1 0 0,-1 1 1 0 0,0-1 0 0 0,0 1-1 0 0,1 0 1 0 0,-1-1-1 0 0,0 1 1 0 0,0 0-1 0 0,1 0 1 0 0,-1-1-1 0 0,1 1 1 0 0,-1 0 0 0 0,1 0-1 0 0,-1 0 1 0 0,1 0-1 0 0,0 0 1 0 0,-1 0-1 0 0,1 0 1 0 0,0 0 0 0 0,0 0-1 0 0,0 0 1 0 0,-1 0-1 0 0,1 0 1 0 0,0 0-1 0 0,0 0 1 0 0,1 0 0 0 0,-1 0-1 0 0,0 0 1 0 0,0 0-1 0 0,0-1 1 0 0,1 1-1 0 0,-1 0 1 0 0,0 0 0 0 0,1 0-1 0 0,-1 0 1 0 0,1 0-1 0 0,-1 0 1 0 0,1 0-1 0 0,-1-1 1 0 0,1 1 0 0 0,0 0-1 0 0,0 0 1 0 0,-1-1-1 0 0,1 1 1 0 0,0 0-1 0 0,0-1 1 0 0,-1 1 0 0 0,1-1-1 0 0,0 1 1 0 0,2 0-1 0 0,2 2 52 0 0,0-1-1 0 0,1 1 0 0 0,-1-1 0 0 0,1 0 1 0 0,0 0-1 0 0,0-1 0 0 0,10 2 0 0 0,8-2-279 0 0,-1-1 0 0 0,1-2 0 0 0,0 0-1 0 0,-1-1 1 0 0,1-2 0 0 0,-1 0-1 0 0,30-12 1 0 0,-28 8-2184 0 0,0-2-1 0 0,-1 0 1 0 0,34-24 0 0 0,-56 34 1854 0 0,0-1 0 0 0,0 1 1 0 0,0-1-1 0 0,0 0 0 0 0,-1 0 0 0 0,1 0 1 0 0,-1 0-1 0 0,1 0 0 0 0,-1 0 0 0 0,2-2 1 0 0,-2 1 5 0 0,7-7-2490 0 0</inkml:trace>
  <inkml:trace contextRef="#ctx0" brushRef="#br0" timeOffset="1">529 38 6033 0 0,'-1'0'305'0'0,"0"-1"0"0"0,0 1 0 0 0,0-1-1 0 0,0 1 1 0 0,0 0 0 0 0,0-1 0 0 0,1 0 0 0 0,-1 1-1 0 0,0-1 1 0 0,0 1 0 0 0,0-1 0 0 0,1 0 0 0 0,-1 0-1 0 0,0 0 1 0 0,0 1 0 0 0,1-1 0 0 0,-1 0 0 0 0,1 0-1 0 0,-1 0 1 0 0,1 0 0 0 0,-1 0 0 0 0,1 0 0 0 0,0 0-1 0 0,-1 0 1 0 0,1 0 0 0 0,0-2 0 0 0,1 2-173 0 0,-1 0 1 0 0,1 0 0 0 0,0 0-1 0 0,0 0 1 0 0,0 1 0 0 0,0-1 0 0 0,0 0-1 0 0,0 0 1 0 0,1 1 0 0 0,-1-1-1 0 0,0 1 1 0 0,0-1 0 0 0,0 1-1 0 0,1 0 1 0 0,-1-1 0 0 0,0 1-1 0 0,3 0 1 0 0,64-4 141 0 0,-56 5-118 0 0,0 0 1 0 0,-1 1-1 0 0,1 0 1 0 0,-1 1-1 0 0,1 1 1 0 0,-1 0-1 0 0,0 0 1 0 0,0 1-1 0 0,0 0 1 0 0,10 8-1 0 0,-16-9-23 0 0,1 0 0 0 0,-1 1-1 0 0,0 0 1 0 0,0 0 0 0 0,0 0-1 0 0,-1 1 1 0 0,1 0 0 0 0,-1 0-1 0 0,-1 0 1 0 0,1 0 0 0 0,-1 0-1 0 0,0 1 1 0 0,-1-1 0 0 0,0 1-1 0 0,0 0 1 0 0,0 0 0 0 0,-1 0 0 0 0,1 8-1 0 0,12 57-278 0 0,-6-42-2346 0 0,-1-1-3892 0 0,-15-34 258 0 0,2 2 1523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5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23 8146 0 0,'-18'8'4292'0'0,"17"-8"-4219"0"0,1 1 0 0 0,0-1-1 0 0,0 0 1 0 0,0 0 0 0 0,0 0 0 0 0,0 1-1 0 0,0-1 1 0 0,0 0 0 0 0,0 0-1 0 0,0 0 1 0 0,0 1 0 0 0,0-1 0 0 0,0 0-1 0 0,0 0 1 0 0,0 1 0 0 0,0-1 0 0 0,0 0-1 0 0,1 0 1 0 0,-1 0 0 0 0,0 0 0 0 0,0 1-1 0 0,0-1 1 0 0,0 0 0 0 0,0 0 0 0 0,0 0-1 0 0,0 1 1 0 0,1-1 0 0 0,-1 0 0 0 0,0 0-1 0 0,0 0 1 0 0,0 0 0 0 0,0 0 0 0 0,1 0-1 0 0,-1 1 1 0 0,0-1 0 0 0,0 0 0 0 0,0 0-1 0 0,1 0 1 0 0,-1 0 0 0 0,0 0-1 0 0,0 0 1 0 0,0 0 0 0 0,1 0 0 0 0,2 1 117 0 0,1 0 1 0 0,0 0 0 0 0,-1 0 0 0 0,1-1 0 0 0,0 1-1 0 0,0-1 1 0 0,-1 0 0 0 0,6 0 0 0 0,104-20 236 0 0,-70 11-1401 0 0,62-4 0 0 0,-79 17-1641 0 0,-26-3 2481 0 0,0-1 1 0 0,1 0 0 0 0,-1 0 0 0 0,0 1 0 0 0,0-1 0 0 0,1 0 0 0 0,-1 1-1 0 0,0-1 1 0 0,0 0 0 0 0,0 1 0 0 0,1-1 0 0 0,-1 1 0 0 0,0-1 0 0 0,0 0-1 0 0,0 1 1 0 0,0-1 0 0 0,0 0 0 0 0,0 1 0 0 0,0-1 0 0 0,0 1 0 0 0,0-1 0 0 0,0 1-1 0 0,0-1 1 0 0,0 0 0 0 0,0 1 0 0 0,0-1 0 0 0,0 1 0 0 0,0-1 0 0 0,0 0-1 0 0,0 1 1 0 0,-1-1 0 0 0,1 0 0 0 0,0 1 0 0 0,0-1 0 0 0,0 0 0 0 0,-1 1-1 0 0,1-1 1 0 0,0 0 0 0 0,0 1 0 0 0,-1-1 0 0 0,1 0 0 0 0,0 0 0 0 0,-1 1 0 0 0,1-1-1 0 0,0 0 1 0 0,-1 0 0 0 0,1 0 0 0 0,-1 1 0 0 0,1-1 0 0 0,0 0 0 0 0,-1 0-1 0 0,1 0 1 0 0,-1 0 0 0 0,1 0 0 0 0,-1 0 0 0 0,-7 8-3927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6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4841 0 0,'8'4'9897'0'0,"43"10"-6742"0"0,1-6-2544 0 0,0-3 0 0 0,71-3 0 0 0,-92-3-2530 0 0,-1-2-1 0 0,58-13 1 0 0,-68 4-4489 0 0,-13 7 1249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7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36 3849 0 0,'-5'-3'222'0'0,"-1"2"-1"0"0,1-1 1 0 0,0 0 0 0 0,-1 1 0 0 0,1 0 0 0 0,-1 1-1 0 0,1-1 1 0 0,-1 1 0 0 0,0 0 0 0 0,1 0 0 0 0,-1 1-1 0 0,1-1 1 0 0,-1 1 0 0 0,1 0 0 0 0,-1 1 0 0 0,1 0-1 0 0,0 0 1 0 0,0 0 0 0 0,0 0 0 0 0,0 1 0 0 0,0-1-1 0 0,0 1 1 0 0,1 1 0 0 0,-1-1 0 0 0,1 1 0 0 0,0-1-1 0 0,0 1 1 0 0,0 1 0 0 0,0-1 0 0 0,1 0 0 0 0,-5 9-1 0 0,-3 4-110 0 0,1 1 0 0 0,0 0 0 0 0,1 1-1 0 0,2 0 1 0 0,0 0 0 0 0,0 1 0 0 0,2 0-1 0 0,1 0 1 0 0,0 0 0 0 0,1 0 0 0 0,2 1-1 0 0,0-1 1 0 0,1 1 0 0 0,3 22 0 0 0,-2-31-118 0 0,1 1 0 0 0,1-1 0 0 0,0 1 0 0 0,1-1 1 0 0,0 0-1 0 0,1 0 0 0 0,0-1 0 0 0,1 1 0 0 0,0-1 1 0 0,12 15-1 0 0,-12-19-34 0 0,0 1 0 0 0,1-2 0 0 0,0 1 0 0 0,1-1 0 0 0,-1 0 0 0 0,1 0 0 0 0,1-1 0 0 0,-1 0 0 0 0,0-1 0 0 0,1 0 0 0 0,0 0 0 0 0,0 0 0 0 0,1-2 0 0 0,18 5 1 0 0,-10-5-90 0 0,0 0 1 0 0,0-1 0 0 0,0-1 0 0 0,0-1 0 0 0,0 0-1 0 0,-1-1 1 0 0,1-1 0 0 0,0-1 0 0 0,-1-1 0 0 0,0 0-1 0 0,0-1 1 0 0,0-1 0 0 0,0 0 0 0 0,19-13 0 0 0,-26 14 166 0 0,0-1-1 0 0,0 1 1 0 0,-1-2 0 0 0,0 1 0 0 0,-1-1 0 0 0,1 0-1 0 0,-2-1 1 0 0,1 0 0 0 0,-1 0 0 0 0,0-1 0 0 0,-1 0 0 0 0,0 0-1 0 0,-1 0 1 0 0,0-1 0 0 0,-1 0 0 0 0,0 0 0 0 0,0 0 0 0 0,-1 0-1 0 0,-1-1 1 0 0,0 1 0 0 0,0-1 0 0 0,-1-21 0 0 0,-3 15 23 0 0,0-1 0 0 0,-1 0-1 0 0,-1 1 1 0 0,0 0 0 0 0,-2 0 0 0 0,0 0 0 0 0,-1 0 0 0 0,-1 1 0 0 0,-1 0 0 0 0,0 1 0 0 0,-1 0 0 0 0,-21-26 0 0 0,25 35-132 0 0,0 0 1 0 0,0 0-1 0 0,0 1 1 0 0,-1 0-1 0 0,0 1 1 0 0,0-1-1 0 0,0 1 0 0 0,-1 1 1 0 0,0-1-1 0 0,1 1 1 0 0,-2 1-1 0 0,1-1 1 0 0,0 1-1 0 0,-1 1 0 0 0,1 0 1 0 0,-1 0-1 0 0,0 0 1 0 0,0 1-1 0 0,0 1 1 0 0,0-1-1 0 0,0 2 0 0 0,1-1 1 0 0,-1 1-1 0 0,0 0 1 0 0,0 1-1 0 0,0 0 1 0 0,1 0-1 0 0,-15 7 0 0 0,19-7-591 0 0,0-1-1 0 0,0 1 1 0 0,0 0-1 0 0,1 1 1 0 0,-1-1 0 0 0,1 0-1 0 0,-6 6 1 0 0,9 1-2489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7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0 6249 0 0,'-20'24'540'0'0,"1"1"-1"0"0,1 0 1 0 0,2 1-1 0 0,0 1 1 0 0,2 0-1 0 0,0 1 0 0 0,2 1 1 0 0,2 0-1 0 0,-10 38 1 0 0,16-51-500 0 0,0 1 0 0 0,1 0 1 0 0,1 0-1 0 0,0 0 0 0 0,1 0 1 0 0,1 1-1 0 0,1-1 0 0 0,0 0 1 0 0,5 21-1 0 0,-4-31-61 0 0,0 0-1 0 0,0 0 1 0 0,1 0 0 0 0,0 0-1 0 0,0-1 1 0 0,1 1 0 0 0,0-1-1 0 0,0 0 1 0 0,0 0 0 0 0,1-1 0 0 0,-1 1-1 0 0,1-1 1 0 0,1 0 0 0 0,-1 0-1 0 0,1 0 1 0 0,0-1 0 0 0,0 0 0 0 0,0 0-1 0 0,1-1 1 0 0,-1 0 0 0 0,1 0-1 0 0,0 0 1 0 0,0-1 0 0 0,10 3-1 0 0,-5-3-37 0 0,1-1-1 0 0,-1 1 0 0 0,1-2 1 0 0,0 0-1 0 0,-1 0 0 0 0,1-1 1 0 0,0-1-1 0 0,-1 0 0 0 0,1-1 1 0 0,-1 0-1 0 0,0-1 0 0 0,0-1 1 0 0,0 1-1 0 0,-1-2 0 0 0,0 0 1 0 0,0 0-1 0 0,0-1 0 0 0,-1 0 1 0 0,0-1-1 0 0,16-15 0 0 0,-15 13 166 0 0,0-1-1 0 0,-2 0 1 0 0,1 0 0 0 0,-1-1-1 0 0,-1 0 1 0 0,0-1 0 0 0,-1 0-1 0 0,0 0 1 0 0,-1 0 0 0 0,-1-1-1 0 0,0 0 1 0 0,0 0-1 0 0,-2 0 1 0 0,0 0 0 0 0,0-1-1 0 0,-1 0 1 0 0,-1-23 0 0 0,-2 21 35 0 0,-2 1-1 0 0,0 0 1 0 0,0 0 0 0 0,-2 0 0 0 0,0 0 0 0 0,0 1 0 0 0,-2 0 0 0 0,0 0 0 0 0,-14-21 0 0 0,19 31-225 0 0,-1 0 0 0 0,-1 0 0 0 0,1 1 0 0 0,-1-1 1 0 0,0 1-1 0 0,0 0 0 0 0,0 0 0 0 0,0 0 0 0 0,-1 0 0 0 0,0 1 1 0 0,1 0-1 0 0,-1 0 0 0 0,-1 0 0 0 0,1 1 0 0 0,0-1 1 0 0,0 1-1 0 0,-1 0 0 0 0,0 1 0 0 0,1 0 0 0 0,-1-1 0 0 0,0 2 1 0 0,1-1-1 0 0,-1 1 0 0 0,0 0 0 0 0,0 0 0 0 0,0 0 0 0 0,1 1 1 0 0,-1 0-1 0 0,-10 3 0 0 0,-36 14-4690 0 0,26-6 451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30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23 904 0 0,'-1'1'224'0'0,"-1"1"0"0"0,1 0 0 0 0,0 0-1 0 0,0 0 1 0 0,0 0 0 0 0,0 1 0 0 0,1-1 0 0 0,-1 0-1 0 0,0 0 1 0 0,1 0 0 0 0,0 1 0 0 0,-1-1 0 0 0,1 0-1 0 0,0 5 1 0 0,0-1 161 0 0,-6 39 579 0 0,2 0-1 0 0,5 87 1 0 0,22 92 97 0 0,-10-117-453 0 0,4 18-248 0 0,-8-68-110 0 0,-2 2 0 0 0,-2-1 0 0 0,-6 91 0 0 0,1-146-216 0 0,0 0 0 0 0,0 0-1 0 0,0 0 1 0 0,0 1 0 0 0,0-1 0 0 0,0 0-1 0 0,1 0 1 0 0,-1 0 0 0 0,1 0 0 0 0,0 0-1 0 0,0 0 1 0 0,1 0 0 0 0,-1 0-1 0 0,0 0 1 0 0,1 0 0 0 0,0-1 0 0 0,-1 1-1 0 0,1 0 1 0 0,0-1 0 0 0,0 0-1 0 0,1 1 1 0 0,-1-1 0 0 0,0 0 0 0 0,6 3-1 0 0,3 1 90 0 0,0 0 0 0 0,1-1 0 0 0,0-1 0 0 0,0 0 0 0 0,14 3 0 0 0,26 10 83 0 0,-21-6-114 0 0,0-1-1 0 0,0-1 0 0 0,1-2 0 0 0,0-1 0 0 0,51 3 0 0 0,169-9 655 0 0,-114-3-685 0 0,69-2 460 0 0,264-39 1 0 0,-47 18-57 0 0,-97 11-299 0 0,374-15-64 0 0,-437 16 25 0 0,45 1 156 0 0,-244 15-277 0 0,347-2-68 0 0,42-18-434 0 0,153-3 48 0 0,-536 25 369 0 0,-57-2 212 0 0,0-1 0 0 0,0 0 1 0 0,0-1-1 0 0,0 0 0 0 0,0-1 0 0 0,0-1 1 0 0,0 0-1 0 0,0-1 0 0 0,0 0 0 0 0,16-7 0 0 0,66-34-23 0 0,-95 41-96 0 0,-1 0 1 0 0,1-1-1 0 0,-1 1 1 0 0,0 0-1 0 0,0 0 0 0 0,0 0 1 0 0,0 0-1 0 0,-1-1 1 0 0,1 1-1 0 0,-1 0 0 0 0,0 0 1 0 0,0 0-1 0 0,0 0 1 0 0,-1-3-1 0 0,-4-18 211 0 0,4-554 417 0 0,5 489-636 0 0,-2 58 21 0 0,1 9 3 0 0,-1-1 0 0 0,-2 1-1 0 0,0 0 1 0 0,-6-30 0 0 0,5 51 39 0 0,0 0-1 0 0,0 0 0 0 0,1 0 0 0 0,-1 0 0 0 0,0 1 0 0 0,-1-1 0 0 0,1 1 1 0 0,0 0-1 0 0,0-1 0 0 0,0 1 0 0 0,0 0 0 0 0,0 0 0 0 0,0 0 0 0 0,0 0 0 0 0,-3 1 1 0 0,-15-2 241 0 0,-18-6 45 0 0,0 1 0 0 0,0 3 0 0 0,-48 0 0 0 0,-563-7 177 0 0,-2-20-325 0 0,398 14-258 0 0,-333 19-1 0 0,225 4 87 0 0,142-5-34 0 0,11 0-23 0 0,-172 7 51 0 0,-109 1 43 0 0,422-7-96 0 0,-118 21 1 0 0,132-14 42 0 0,-1-2-1 0 0,-1-3 1 0 0,-97-3 0 0 0,110-3-3 0 0,1 2 0 0 0,0 1 1 0 0,-54 10-1 0 0,53-5-1 0 0,-1-2-1 0 0,-86-2 1 0 0,70-4 5 0 0,-91 8-1 0 0,75-2-16 0 0,65-4-74 0 0,0-2 1 0 0,1 1-1 0 0,-1-1 1 0 0,1-1-1 0 0,-1 0 1 0 0,1 0-1 0 0,-1-1 1 0 0,1 0-1 0 0,0 0 1 0 0,0-1 0 0 0,-14-9-1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8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7538 0 0,'-3'3'500'0'0,"0"0"1"0"0,0 1-1 0 0,0-1 1 0 0,0 1 0 0 0,0 0-1 0 0,1 0 1 0 0,0 0 0 0 0,0 0-1 0 0,0 0 1 0 0,0 1-1 0 0,0-1 1 0 0,1 0 0 0 0,0 1-1 0 0,0 0 1 0 0,0 5 0 0 0,-5 71 779 0 0,5-66-1274 0 0,2 0 0 0 0,0 1 0 0 0,1-1 0 0 0,6 25 0 0 0,10-3-2552 0 0,-17-37 2239 0 0,0 1 0 0 0,-1 0 0 0 0,1-1-1 0 0,0 1 1 0 0,-1 0 0 0 0,1-1 0 0 0,0 1 0 0 0,-1-1-1 0 0,1 1 1 0 0,0-1 0 0 0,0 0 0 0 0,0 1-1 0 0,0-1 1 0 0,-1 0 0 0 0,1 1 0 0 0,0-1-1 0 0,0 0 1 0 0,0 0 0 0 0,0 0 0 0 0,0 0 0 0 0,0 0-1 0 0,0 0 1 0 0,1 0 0 0 0,6-3-4384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9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6345 0 0,'0'1'152'0'0,"1"0"-1"0"0,0 0 0 0 0,-1 0 0 0 0,1-1 0 0 0,0 1 0 0 0,0 0 1 0 0,0 0-1 0 0,-1 0 0 0 0,1-1 0 0 0,0 1 0 0 0,0-1 0 0 0,0 1 1 0 0,0 0-1 0 0,0-1 0 0 0,0 0 0 0 0,1 1 0 0 0,-1-1 0 0 0,0 0 1 0 0,0 1-1 0 0,0-1 0 0 0,0 0 0 0 0,2 0 0 0 0,28 5 1200 0 0,-9-4-430 0 0,60 9 167 0 0,-77-9-1027 0 0,-1 0 0 0 0,0 0 0 0 0,1 0 0 0 0,-1 1 0 0 0,0-1 0 0 0,1 1 0 0 0,-1 0 0 0 0,0 0 0 0 0,0 1 0 0 0,-1-1 0 0 0,1 1 0 0 0,0 0-1 0 0,-1 0 1 0 0,5 5 0 0 0,-8-6-4 0 0,1 0 0 0 0,0 1 0 0 0,-1-1 0 0 0,1 0 0 0 0,-1 1-1 0 0,1-1 1 0 0,-1 0 0 0 0,0 1 0 0 0,0-1 0 0 0,0 1 0 0 0,-1-1-1 0 0,1 0 1 0 0,-1 1 0 0 0,1-1 0 0 0,-1 0 0 0 0,0 1 0 0 0,1-1 0 0 0,-1 0-1 0 0,-1 0 1 0 0,1 0 0 0 0,0 0 0 0 0,0 0 0 0 0,-1 0 0 0 0,1 0-1 0 0,-1 0 1 0 0,1 0 0 0 0,-4 2 0 0 0,-3 4 8 0 0,0 0 1 0 0,0 0-1 0 0,-1 0 1 0 0,-14 9-1 0 0,21-16-25 0 0,-18 9-1446 0 0,20-10 1250 0 0,-1 0-1 0 0,1 0 1 0 0,0 0-1 0 0,-1 1 0 0 0,1-1 1 0 0,0 0-1 0 0,-1 0 1 0 0,1 0-1 0 0,0 0 0 0 0,-1 0 1 0 0,1 0-1 0 0,-1 0 1 0 0,1 0-1 0 0,0 0 0 0 0,-1 0 1 0 0,1 0-1 0 0,0 0 1 0 0,-1 0-1 0 0,1-1 0 0 0,0 1 1 0 0,-1 0-1 0 0,1 0 1 0 0,0 0-1 0 0,-1 0 0 0 0,1-1 1 0 0,0 1-1 0 0,0 0 1 0 0,-1 0-1 0 0,1 0 0 0 0,0-1 1 0 0,0 1-1 0 0,-1 0 1 0 0,1-1-1 0 0,0 1 0 0 0,0 0 1 0 0,0 0-1 0 0,-1-1 1 0 0,1 1-1 0 0,0 0 0 0 0,0-1 1 0 0,0 1-1 0 0,0 0 1 0 0,0-1-1 0 0,0 1 0 0 0,0-1 1 0 0,0 1-1 0 0,0 0 1 0 0,0-1-1 0 0,0 1 0 0 0,0-1 1 0 0,1-6-4523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9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12 115 8202 0 0,'-11'4'3208'0'0,"15"-4"-1370"0"0,21-8-1194 0 0,10-10-589 0 0,50-24-284 0 0,-77 39 224 0 0,-1 0 0 0 0,1 1 0 0 0,0 0 1 0 0,0 0-1 0 0,1 0 0 0 0,-1 1 0 0 0,0 1 1 0 0,14-1-1 0 0,-21 2 58 0 0,0-1 1 0 0,-1 0-1 0 0,1 1 0 0 0,0-1 1 0 0,0 0-1 0 0,0 1 0 0 0,-1-1 1 0 0,1 1-1 0 0,0-1 1 0 0,-1 1-1 0 0,1 0 0 0 0,0-1 1 0 0,-1 1-1 0 0,1 0 0 0 0,-1-1 1 0 0,1 1-1 0 0,-1 0 0 0 0,1 0 1 0 0,-1-1-1 0 0,1 1 1 0 0,-1 0-1 0 0,0 0 0 0 0,0 0 1 0 0,1 0-1 0 0,-1 0 0 0 0,0-1 1 0 0,0 1-1 0 0,0 0 0 0 0,0 0 1 0 0,0 0-1 0 0,0 0 0 0 0,0 0 1 0 0,0 0-1 0 0,0 0 1 0 0,-1-1-1 0 0,1 1 0 0 0,0 0 1 0 0,0 0-1 0 0,-1 0 0 0 0,1 0 1 0 0,-1-1-1 0 0,0 2 0 0 0,-18 46 1527 0 0,14-39-1316 0 0,2 0-346 0 0,-1-1 267 0 0,0 1 0 0 0,1-1 0 0 0,0 1 0 0 0,1 0 0 0 0,-2 10 0 0 0,4-16-312 0 0,0-1 0 0 0,0 0 0 0 0,0 0-1 0 0,0 0 1 0 0,0 0 0 0 0,1 0 0 0 0,-1 0 0 0 0,1 0 0 0 0,-1 0 0 0 0,1 0 0 0 0,1 4-1 0 0,-1-5-212 0 0,1 1 0 0 0,-1 0 1 0 0,0-1-1 0 0,0 0 0 0 0,1 1 0 0 0,-1-1 0 0 0,1 0 0 0 0,-1 0 0 0 0,1 1 0 0 0,-1-1 0 0 0,1 0 0 0 0,0-1 0 0 0,0 1 0 0 0,-1 0 0 0 0,3 0 0 0 0,3-2-3797 0 0,1-2-2122 0 0</inkml:trace>
  <inkml:trace contextRef="#ctx0" brushRef="#br0" timeOffset="1">360 1 7050 0 0,'-3'6'1019'0'0,"0"0"0"0"0,0 0 0 0 0,0 1 0 0 0,1-1 0 0 0,-3 14 0 0 0,-6 65 2027 0 0,10-76-3032 0 0,-2 45 614 0 0,3-51-741 0 0,0-1 0 0 0,0 1 0 0 0,0 0 0 0 0,1 0 0 0 0,-1 0-1 0 0,1-1 1 0 0,-1 1 0 0 0,1 0 0 0 0,0-1 0 0 0,0 1 0 0 0,0-1 0 0 0,0 1-1 0 0,1-1 1 0 0,-1 1 0 0 0,3 1 0 0 0,-4-3-45 0 0,0-1 0 0 0,1 0 1 0 0,-1 0-1 0 0,1 1 0 0 0,-1-1 1 0 0,0 0-1 0 0,1 0 0 0 0,-1 1 1 0 0,1-1-1 0 0,-1 0 0 0 0,1 0 0 0 0,-1 0 1 0 0,1 0-1 0 0,-1 0 0 0 0,1 0 1 0 0,-1 0-1 0 0,1 0 0 0 0,-1 0 0 0 0,1 0 1 0 0,-1 0-1 0 0,1 0 0 0 0,-1 0 1 0 0,1 0-1 0 0,-1-1 0 0 0,1 1 0 0 0,-1 0 1 0 0,1 0-1 0 0,-1 0 0 0 0,1-1 1 0 0,-1 1-1 0 0,1 0 0 0 0,-1-1 1 0 0,0 1-1 0 0,1 0 0 0 0,-1-1 0 0 0,0 1 1 0 0,1 0-1 0 0,-1-1 0 0 0,0 1 1 0 0,1-1-1 0 0,-1 1 0 0 0,0-1 0 0 0,0 1 1 0 0,0-1-1 0 0,1 1 0 0 0,-1-1 1 0 0,0 1-1 0 0,0-1 0 0 0,0 1 1 0 0,0-1-1 0 0,0 1 0 0 0,0-1 0 0 0,0 1 1 0 0,0-1-1 0 0,0 1 0 0 0,0-1 1 0 0,0 1-1 0 0,-1-1 0 0 0,2-1-543 0 0,5-7-3191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0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6089 0 0,'-2'10'2209'0'0,"1"5"-969"0"0,-3 2-128 0 0,4 1-23 0 0,-1-3-153 0 0,1-2-224 0 0,-2-2-184 0 0,2-1-232 0 0,2-2-216 0 0,1-1-176 0 0,-1-2-232 0 0,1 0-344 0 0,2-2-352 0 0,-2-2-353 0 0,2-5-2416 0 0,-5-3 1169 0 0,3 1-705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0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4241 0 0,'15'6'7182'0'0,"4"0"-3474"0"0,12 1-3014 0 0,51 6 1 0 0,-78-13-662 0 0,-1 1 0 0 0,1-1 1 0 0,-1 1-1 0 0,0-1 0 0 0,1 1 1 0 0,-1 0-1 0 0,0 0 0 0 0,0 0 1 0 0,1 1-1 0 0,3 2 0 0 0,-7-4-27 0 0,1 0-1 0 0,-1 1 0 0 0,0-1 1 0 0,0 0-1 0 0,1 1 1 0 0,-1-1-1 0 0,0 0 0 0 0,0 1 1 0 0,0-1-1 0 0,1 0 1 0 0,-1 1-1 0 0,0-1 0 0 0,0 1 1 0 0,0-1-1 0 0,0 0 1 0 0,0 1-1 0 0,0-1 0 0 0,0 1 1 0 0,0-1-1 0 0,0 1 1 0 0,0-1-1 0 0,0 0 0 0 0,0 1 1 0 0,0-1-1 0 0,0 1 1 0 0,0-1-1 0 0,0 0 0 0 0,-1 1 1 0 0,1 0-1 0 0,-18 17-49 0 0,-9-2-84 0 0,-1 0 0 0 0,0-2 1 0 0,-40 14-1 0 0,69-27 121 0 0,-1-1-1 0 0,1 1 1 0 0,-1 0 0 0 0,1 0-1 0 0,-1-1 1 0 0,1 1 0 0 0,-1 0-1 0 0,1-1 1 0 0,0 1 0 0 0,-1-1-1 0 0,1 1 1 0 0,0-1 0 0 0,0 1-1 0 0,-1-1 1 0 0,1 1 0 0 0,0-1 0 0 0,0 0-1 0 0,0 1 1 0 0,-1-1 0 0 0,1 0-1 0 0,0 0 1 0 0,0 0 0 0 0,1 1-1 0 0,29 9 20 0 0,-10-5 1 0 0,41 12 9 0 0,-59-16-14 0 0,0 0 0 0 0,0 0 0 0 0,0 0 0 0 0,0 1 0 0 0,0-1 0 0 0,-1 1 0 0 0,1 0 0 0 0,0 0 0 0 0,-1 0 0 0 0,0 0 0 0 0,1 0 1 0 0,-1 0-1 0 0,0 1 0 0 0,0-1 0 0 0,3 5 0 0 0,-5-6-5 0 0,0 1 1 0 0,0-1-1 0 0,0 1 1 0 0,0-1-1 0 0,-1 1 1 0 0,1-1-1 0 0,0 1 1 0 0,-1-1-1 0 0,1 1 1 0 0,-1-1-1 0 0,1 0 1 0 0,-1 1-1 0 0,1-1 1 0 0,-1 0-1 0 0,0 1 1 0 0,0-1-1 0 0,0 0 1 0 0,0 0-1 0 0,0 0 0 0 0,0 0 1 0 0,0 0-1 0 0,0 0 1 0 0,0 0-1 0 0,-1 0 1 0 0,1 0-1 0 0,0 0 1 0 0,0-1-1 0 0,-3 2 1 0 0,-41 21-173 0 0,44-22 161 0 0,-38 11-132 0 0,32-11 123 0 0,0 1-1 0 0,0 0 1 0 0,0 0-1 0 0,0 0 1 0 0,1 1-1 0 0,-1 0 1 0 0,1 0 0 0 0,0 0-1 0 0,0 1 1 0 0,0 0-1 0 0,0 0 1 0 0,-8 9-1 0 0,14-12 35 0 0,-1-1 0 0 0,1 1-1 0 0,0 0 1 0 0,0-1 0 0 0,0 1 0 0 0,0 0-1 0 0,0 0 1 0 0,0-1 0 0 0,0 1 0 0 0,0 0-1 0 0,0-1 1 0 0,0 1 0 0 0,0 0 0 0 0,0-1-1 0 0,0 1 1 0 0,1 0 0 0 0,-1 0 0 0 0,0-1-1 0 0,1 1 1 0 0,-1-1 0 0 0,0 1 0 0 0,1 0-1 0 0,-1-1 1 0 0,1 1 0 0 0,-1-1 0 0 0,1 1 0 0 0,-1-1-1 0 0,1 1 1 0 0,-1-1 0 0 0,1 1 0 0 0,-1-1-1 0 0,1 0 1 0 0,0 1 0 0 0,-1-1 0 0 0,1 0-1 0 0,0 1 1 0 0,-1-1 0 0 0,1 0 0 0 0,0 0-1 0 0,-1 0 1 0 0,1 0 0 0 0,0 1 0 0 0,-1-1-1 0 0,2 0 1 0 0,37 7 576 0 0,-35-6-541 0 0,13 1 56 0 0,0-1 1 0 0,0 0-1 0 0,0-1 0 0 0,1-1 1 0 0,-1 0-1 0 0,0-2 0 0 0,0 0 1 0 0,26-8-1 0 0,28-21-6649 0 0,-67 24 2040 0 0,-5 5 2926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20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7802 0 0,'15'3'5090'0'0,"22"-1"-3670"0"0,-4-9-1013 0 0,-23 4-358 0 0,-1 1 0 0 0,1 0 0 0 0,-1 0-1 0 0,1 1 1 0 0,0 0 0 0 0,-1 1 0 0 0,13 1 0 0 0,-22-1-21 0 0,1 0 0 0 0,0 0 0 0 0,-1 1 0 0 0,1-1 0 0 0,0 0 0 0 0,-1 1 0 0 0,1-1 1 0 0,0 0-1 0 0,-1 1 0 0 0,1-1 0 0 0,-1 1 0 0 0,1-1 0 0 0,-1 1 0 0 0,1-1 0 0 0,-1 1 0 0 0,1-1 0 0 0,-1 1 0 0 0,0-1 0 0 0,1 1 0 0 0,-1 0 1 0 0,0-1-1 0 0,1 1 0 0 0,-1 0 0 0 0,0-1 0 0 0,0 1 0 0 0,1 0 0 0 0,-1-1 0 0 0,0 1 0 0 0,0 0 0 0 0,-3 29 791 0 0,-17 24 462 0 0,-2-14-686 0 0,16-31-528 0 0,0 1 1 0 0,0 0-1 0 0,1 1 0 0 0,1-1 1 0 0,0 1-1 0 0,0 0 0 0 0,-3 18 0 0 0,7-28-68 0 0,0 0-1 0 0,0 0 0 0 0,0 1 1 0 0,0-1-1 0 0,0 0 0 0 0,0 0 0 0 0,0 0 1 0 0,0 1-1 0 0,1-1 0 0 0,-1 0 0 0 0,0 0 1 0 0,1 0-1 0 0,-1 0 0 0 0,1 0 0 0 0,0 0 1 0 0,-1 1-1 0 0,1-1 0 0 0,0-1 1 0 0,-1 1-1 0 0,1 0 0 0 0,0 0 0 0 0,0 0 1 0 0,0 0-1 0 0,0 0 0 0 0,1 0 0 0 0,1 0-35 0 0,-1 0 0 0 0,1 0 0 0 0,0 0-1 0 0,0 0 1 0 0,0 0 0 0 0,0-1 0 0 0,-1 1-1 0 0,1-1 1 0 0,0 0 0 0 0,4 0 0 0 0,7-1-351 0 0,-1-1 1 0 0,0-1-1 0 0,19-5 1 0 0,-17 4-330 0 0,0-1-1 0 0,1 0 1 0 0,-2-1 0 0 0,1-1-1 0 0,-1 0 1 0 0,20-15 0 0 0,-26 16 156 0 0,-1 0 1 0 0,0-1 0 0 0,0 0 0 0 0,0-1 0 0 0,-1 1-1 0 0,-1-1 1 0 0,1 0 0 0 0,-1-1 0 0 0,-1 1 0 0 0,1-1-1 0 0,5-18 1 0 0,3-11-809 0 0,8-23 927 0 0,-5 23 4502 0 0,-16 38-3981 0 0,0-1 0 0 0,0 1 0 0 0,0 0 0 0 0,0 0 0 0 0,0 0 0 0 0,0 0 0 0 0,0 0 0 0 0,0 0 0 0 0,0-1 0 0 0,0 1 0 0 0,0 0 0 0 0,0 0 0 0 0,0 0 0 0 0,0 0 0 0 0,0 0 1 0 0,0 0-1 0 0,1-1 632 0 0,-1 1-632 0 0,0 0 0 0 0,0 0 0 0 0,0 0 0 0 0,0 0 0 0 0,0-1 0 0 0,1 1 0 0 0,-1 0 1 0 0,0 0-1 0 0,0 0 0 0 0,0 0 0 0 0,0 0 0 0 0,0 0 0 0 0,0 0 0 0 0,1 0 0 0 0,-1 0 0 0 0,0 0 0 0 0,0 0 0 0 0,0 0 0 0 0,0 0 0 0 0,0 0 0 0 0,0 0 0 0 0,0 0 0 0 0,1 0 0 0 0,-1 0 0 0 0,0 1 1 0 0,0-1-1 0 0,1 0 632 0 0,-1 0-632 0 0,0 0 0 0 0,0 1 0 0 0,0-1 0 0 0,3 12 2107 0 0,-1 16-533 0 0,-2 16-710 0 0,4 100 1351 0 0,-2-128-2985 0 0,0-1 0 0 0,1 0 0 0 0,1 1-1 0 0,0-1 1 0 0,1-1 0 0 0,1 1 0 0 0,8 15 0 0 0,-12-25-943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32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53 131 2585 0 0,'-3'-5'1029'0'0,"-16"-17"4848"0"0,11 25-4116 0 0,1 15-1355 0 0,0 27-92 0 0,2 1 0 0 0,2-1-1 0 0,2 0 1 0 0,9 82-1 0 0,-1 2 132 0 0,-7-1-43 0 0,-2-56-8 0 0,13 121 1 0 0,-10-185-360 0 0,0 0-1 0 0,1 0 1 0 0,0 0 0 0 0,0 0 0 0 0,1 0 0 0 0,4 9 0 0 0,-6-16-24 0 0,0 1 1 0 0,0-1-1 0 0,0 1 1 0 0,0-1-1 0 0,0 1 1 0 0,0-1-1 0 0,0 0 1 0 0,1 1-1 0 0,-1-1 1 0 0,0 0-1 0 0,1 0 1 0 0,-1 0 0 0 0,1 0-1 0 0,-1 0 1 0 0,1-1-1 0 0,0 1 1 0 0,-1 0-1 0 0,1-1 1 0 0,0 1-1 0 0,0-1 1 0 0,-1 0-1 0 0,1 1 1 0 0,0-1 0 0 0,0 0-1 0 0,-1 0 1 0 0,1 0-1 0 0,0 0 1 0 0,0 0-1 0 0,-1-1 1 0 0,1 1-1 0 0,0 0 1 0 0,0-1-1 0 0,2 0 1 0 0,6-2-1 0 0,1 2-1 0 0,0 0 1 0 0,0 0-1 0 0,0 1 1 0 0,0 0-1 0 0,0 1 1 0 0,0 0 0 0 0,0 1-1 0 0,0 0 1 0 0,0 1-1 0 0,-1 0 1 0 0,13 5-1 0 0,-7-2-14 0 0,0-2-1 0 0,0 0 0 0 0,1 0 0 0 0,27 1 0 0 0,151 1-29 0 0,-114 0 109 0 0,0-5 1 0 0,0-2-1 0 0,86-14 0 0 0,-85 5 118 0 0,1 4 0 0 0,114 6 0 0 0,92-6-192 0 0,-39 2 75 0 0,-40 4-17 0 0,-180 0 11 0 0,-25 1-39 0 0,1-1 0 0 0,0 1 0 0 0,0-1 0 0 0,0-1 0 0 0,-1 1 0 0 0,1-1 0 0 0,0 0 0 0 0,10-4 0 0 0,-15 4 48 0 0,1-1 0 0 0,-1 0-1 0 0,1 0 1 0 0,-1 0-1 0 0,0 0 1 0 0,0 0 0 0 0,1 0-1 0 0,-2 0 1 0 0,1 0-1 0 0,0 0 1 0 0,0 0 0 0 0,-1-1-1 0 0,1 1 1 0 0,-1 0 0 0 0,1-1-1 0 0,-1 1 1 0 0,0-5-1 0 0,0-42 162 0 0,2-570 118 0 0,9 527-386 0 0,-6 60 11 0 0,1-48-1 0 0,-7 78 26 0 0,0 0 1 0 0,0 1-1 0 0,-1-1 0 0 0,1 0 1 0 0,-1 1-1 0 0,1-1 0 0 0,-1 1 1 0 0,0 0-1 0 0,0-1 1 0 0,1 1-1 0 0,-1 0 0 0 0,0 0 1 0 0,0 0-1 0 0,0 0 0 0 0,0 0 1 0 0,0 1-1 0 0,0-1 0 0 0,0 1 1 0 0,-1-1-1 0 0,1 1 0 0 0,0 0 1 0 0,0 0-1 0 0,-3 0 0 0 0,-63-5 199 0 0,-13 1-140 0 0,-98-17 0 0 0,27 2-11 0 0,-372-29 54 0 0,427 43-96 0 0,0 3 0 0 0,-160 19 0 0 0,180-10-13 0 0,-42-3 39 0 0,70-3-10 0 0,-86 12 0 0 0,-50 21 46 0 0,179-33 409 0 0,-15-7-17851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5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9 6017 0 0,'-10'-3'689'0'0,"1"1"1"0"0,-1 1-1 0 0,1-1 0 0 0,-1 1 0 0 0,0 1 0 0 0,0 0 0 0 0,1 1 0 0 0,-19 2 0 0 0,17-1-437 0 0,0 0-1 0 0,0 1 1 0 0,0 0-1 0 0,0 1 0 0 0,1 0 1 0 0,-1 1-1 0 0,1 0 0 0 0,0 1 1 0 0,1 0-1 0 0,-1 0 1 0 0,1 1-1 0 0,-11 10 0 0 0,15-11-199 0 0,0 1-1 0 0,0 0 0 0 0,0 0 0 0 0,1 0 1 0 0,0 0-1 0 0,0 1 0 0 0,1-1 1 0 0,0 1-1 0 0,1 0 0 0 0,0 0 0 0 0,0 0 1 0 0,0 0-1 0 0,0 11 0 0 0,2-15-91 0 0,0-1 0 0 0,0 0 0 0 0,0 1 0 0 0,0-1 0 0 0,1 0 0 0 0,-1 1-1 0 0,1-1 1 0 0,0 0 0 0 0,0 0 0 0 0,0 0 0 0 0,1 1 0 0 0,-1-1 0 0 0,1 0 0 0 0,0-1 0 0 0,-1 1 0 0 0,1 0 0 0 0,1 0-1 0 0,-1-1 1 0 0,0 1 0 0 0,0-1 0 0 0,1 0 0 0 0,0 0 0 0 0,-1 0 0 0 0,1 0 0 0 0,0 0 0 0 0,0 0 0 0 0,0-1-1 0 0,0 0 1 0 0,0 1 0 0 0,0-1 0 0 0,1 0 0 0 0,-1 0 0 0 0,0-1 0 0 0,5 1 0 0 0,7 1-801 0 0,0-2 0 0 0,0 1 0 0 0,0-2 0 0 0,0 0 0 0 0,0-1 0 0 0,0-1 0 0 0,0 0 0 0 0,0-1 0 0 0,-1 0 0 0 0,22-10 0 0 0,-2 2-3054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6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7922 0 0,'-5'39'2330'0'0,"1"0"0"0"0,2 0 0 0 0,4 49 0 0 0,0-64-2479 0 0,2-1 0 0 0,7 28 0 0 0,-4-29-1531 0 0,1 0 1 0 0,15 31-1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6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24 4577 0 0,'0'-1'208'0'0,"0"0"1"0"0,0-1-1 0 0,1 1 0 0 0,-1 0 0 0 0,0 0 1 0 0,0 0-1 0 0,1 0 0 0 0,-1 0 0 0 0,1 1 1 0 0,-1-1-1 0 0,1 0 0 0 0,-1 0 0 0 0,1 0 1 0 0,0 0-1 0 0,-1 0 0 0 0,1 1 1 0 0,0-1-1 0 0,0 0 0 0 0,-1 1 0 0 0,1-1 1 0 0,0 0-1 0 0,0 1 0 0 0,0-1 0 0 0,0 1 1 0 0,0-1-1 0 0,0 1 0 0 0,0 0 0 0 0,0-1 1 0 0,0 1-1 0 0,0 0 0 0 0,0 0 1 0 0,0 0-1 0 0,0 0 0 0 0,0 0 0 0 0,0 0 1 0 0,0 0-1 0 0,0 0 0 0 0,0 0 0 0 0,0 0 1 0 0,0 0-1 0 0,2 1 0 0 0,55 13 848 0 0,-40-8-354 0 0,8-1-186 0 0,37 11 128 0 0,-59-15-596 0 0,0 0 0 0 0,0 1 0 0 0,0 0 1 0 0,0-1-1 0 0,-1 2 0 0 0,1-1 0 0 0,-1 0 0 0 0,1 1 0 0 0,-1-1 0 0 0,0 1 0 0 0,6 6 1 0 0,-9-8-10 0 0,1 1 0 0 0,-1-1 1 0 0,0 0-1 0 0,1 0 1 0 0,-1 1-1 0 0,0-1 0 0 0,0 0 1 0 0,0 1-1 0 0,0-1 1 0 0,0 0-1 0 0,0 1 0 0 0,0-1 1 0 0,0 0-1 0 0,-1 1 1 0 0,1-1-1 0 0,0 0 0 0 0,-1 0 1 0 0,1 1-1 0 0,-1-1 1 0 0,0 0-1 0 0,1 0 1 0 0,-1 0-1 0 0,0 0 0 0 0,0 0 1 0 0,1 0-1 0 0,-1 0 1 0 0,0 0-1 0 0,0 0 0 0 0,0 0 1 0 0,0 0-1 0 0,0 0 1 0 0,-1-1-1 0 0,1 1 0 0 0,-1 0 1 0 0,-47 29 310 0 0,42-27-307 0 0,-60 24 75 0 0,56-24-416 0 0,-1 1 0 0 0,1 0 0 0 0,1 0 0 0 0,-1 1 0 0 0,0 0 0 0 0,1 1 0 0 0,0 1 0 0 0,1-1 0 0 0,-13 12 0 0 0,22-18 228 0 0,0 0 1 0 0,0 0-1 0 0,-1 0 1 0 0,1 1-1 0 0,0-1 1 0 0,0 0-1 0 0,0 0 1 0 0,0 0-1 0 0,-1 0 1 0 0,1 0-1 0 0,0 0 1 0 0,0 0-1 0 0,0 1 0 0 0,0-1 1 0 0,0 0-1 0 0,-1 0 1 0 0,1 0-1 0 0,0 0 1 0 0,0 0-1 0 0,0 1 1 0 0,0-1-1 0 0,0 0 1 0 0,0 0-1 0 0,0 0 0 0 0,0 0 1 0 0,0 1-1 0 0,0-1 1 0 0,0 0-1 0 0,0 0 1 0 0,0 0-1 0 0,0 1 1 0 0,0-1-1 0 0,0 0 1 0 0,0 0-1 0 0,0 0 1 0 0,0 1-1 0 0,0-1 0 0 0,0 0 1 0 0,0 0-1 0 0,0 0 1 0 0,0 0-1 0 0,0 1 1 0 0,0-1-1 0 0,1 0 1 0 0,-1 0-1 0 0,0 0 1 0 0,0 0-1 0 0,0 0 0 0 0,0 1 1 0 0,0-1-1 0 0,1 0 1 0 0,10 0-4444 0 0,-7 0 3220 0 0,14-1-3103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16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6641 0 0,'3'16'4916'0'0,"-6"25"-2939"0"0,1-21-1171 0 0,1 7-254 0 0,1 1-1 0 0,2-1 0 0 0,6 36 1 0 0,-7-57-486 0 0,0 0 0 0 0,0 0 0 0 0,0 0 1 0 0,1 0-1 0 0,0 0 0 0 0,0 0 0 0 0,1-1 0 0 0,-1 1 1 0 0,1 0-1 0 0,1-1 0 0 0,-1 0 0 0 0,1 0 0 0 0,0 0 1 0 0,0 0-1 0 0,0-1 0 0 0,0 0 0 0 0,1 0 0 0 0,0 0 0 0 0,0 0 1 0 0,11 6-1 0 0,-12-9-43 0 0,0-1 1 0 0,0 1-1 0 0,0-1 1 0 0,0 0-1 0 0,0 0 1 0 0,0 0-1 0 0,0 0 1 0 0,0-1-1 0 0,0 1 1 0 0,0-1-1 0 0,0 0 1 0 0,0-1-1 0 0,0 1 1 0 0,0-1-1 0 0,-1 1 1 0 0,1-1-1 0 0,-1 0 1 0 0,1 0-1 0 0,-1-1 1 0 0,0 1-1 0 0,1-1 1 0 0,-1 0-1 0 0,-1 1 1 0 0,4-5-1 0 0,1 0-8 0 0,0 0 0 0 0,-1-1 0 0 0,0 0 0 0 0,0 0 1 0 0,-1-1-1 0 0,0 0 0 0 0,0 1 0 0 0,5-18 0 0 0,-6 12-18 0 0,-1 0 0 0 0,0 0 0 0 0,-1 0 0 0 0,-1-1 1 0 0,0 1-1 0 0,-2-14 0 0 0,-8-20-3856 0 0,-4 32-3275 0 0,6 11 1720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35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151 228 2441 0 0,'-37'-24'7941'0'0,"59"728"-3284"0"0,-21-699-4604 0 0,-1 1 0 0 0,1 0 0 0 0,0-1 0 0 0,1 1 0 0 0,-1-1 0 0 0,1 0 0 0 0,5 11 0 0 0,-7-15-49 0 0,1 0 0 0 0,-1 0 0 0 0,1 0 0 0 0,0-1 0 0 0,-1 1 0 0 0,1 0 0 0 0,0 0 0 0 0,0 0 0 0 0,0-1-1 0 0,0 1 1 0 0,0 0 0 0 0,-1-1 0 0 0,1 1 0 0 0,0-1 0 0 0,0 1 0 0 0,1-1 0 0 0,-1 1 0 0 0,0-1 0 0 0,0 0 0 0 0,0 1-1 0 0,0-1 1 0 0,0 0 0 0 0,0 0 0 0 0,0 0 0 0 0,0 0 0 0 0,1 0 0 0 0,-1 0 0 0 0,0 0 0 0 0,0 0 0 0 0,0 0 0 0 0,0-1 0 0 0,0 1-1 0 0,0 0 1 0 0,0-1 0 0 0,0 1 0 0 0,0-1 0 0 0,0 1 0 0 0,0-1 0 0 0,0 0 0 0 0,0 1 0 0 0,0-1 0 0 0,0 0 0 0 0,0 0-1 0 0,-1 1 1 0 0,2-3 0 0 0,4-2-4 0 0,1 1 0 0 0,-1-1 0 0 0,1 1 0 0 0,0 1 0 0 0,0-1 0 0 0,0 1 0 0 0,0 1 0 0 0,1-1 0 0 0,-1 1 0 0 0,1 0 0 0 0,10-1 0 0 0,9 1-1 0 0,0 1 1 0 0,27 3 0 0 0,33-2-7 0 0,649-53 339 0 0,-578 29-233 0 0,-124 16-68 0 0,0 2-1 0 0,0 1 0 0 0,1 2 0 0 0,0 1 1 0 0,-1 2-1 0 0,47 5 0 0 0,-46 0 63 0 0,1-2 0 0 0,-1-2 0 0 0,1-1 0 0 0,0-2 0 0 0,-1-1 0 0 0,36-8 0 0 0,-70 11-57 0 0,1-1 1 0 0,0 1-1 0 0,0-1 0 0 0,0 0 1 0 0,-1 1-1 0 0,1-1 1 0 0,0 0-1 0 0,-1 0 0 0 0,1-1 1 0 0,-1 1-1 0 0,1 0 1 0 0,-1 0-1 0 0,0-1 0 0 0,1 1 1 0 0,-1-1-1 0 0,0 1 0 0 0,0-1 1 0 0,0 1-1 0 0,0-1 1 0 0,0 0-1 0 0,0 1 0 0 0,-1-1 1 0 0,1 0-1 0 0,0 0 0 0 0,-1 0 1 0 0,0 0-1 0 0,1 0 1 0 0,-1 1-1 0 0,0-1 0 0 0,0 0 1 0 0,0-4-1 0 0,0-8 81 0 0,-1 1 0 0 0,-1-1 0 0 0,-4-20 0 0 0,1 11-27 0 0,-16-286 61 0 0,12 109-324 0 0,8 186 142 0 0,0-4 0 0 0,-1 0-1 0 0,0 0 1 0 0,-10-33 0 0 0,11 38 33 0 0,1 13-2 0 0,0 0 1 0 0,0-1 0 0 0,0 1 0 0 0,0 0-1 0 0,0-1 1 0 0,0 1 0 0 0,0 0-1 0 0,0-1 1 0 0,-1 1 0 0 0,1 0 0 0 0,0-1-1 0 0,0 1 1 0 0,0 0 0 0 0,0 0 0 0 0,0-1-1 0 0,0 1 1 0 0,-1 0 0 0 0,1-1-1 0 0,0 1 1 0 0,0 0 0 0 0,0 0 0 0 0,-1 0-1 0 0,1-1 1 0 0,0 1 0 0 0,0 0-1 0 0,-1 0 1 0 0,1 0 0 0 0,0-1 0 0 0,-1 1-1 0 0,1 0 1 0 0,0 0 0 0 0,0 0-1 0 0,-1 0 1 0 0,1 0 0 0 0,0 0 0 0 0,-1 0-1 0 0,-11-5 34 0 0,-1 2-1 0 0,0 0 1 0 0,1 0-1 0 0,-1 1 0 0 0,0 1 1 0 0,0 0-1 0 0,0 0 1 0 0,0 2-1 0 0,-14 1 0 0 0,-41-1 44 0 0,10-5-14 0 0,17 0-54 0 0,0 2 0 0 0,-70 5 1 0 0,46 2 2 0 0,-117-7 1 0 0,52-2-20 0 0,-15 15 21 0 0,98-6 29 0 0,-82 0 0 0 0,75-5-11 0 0,0 3-1 0 0,-76 13 0 0 0,-32 2 19 0 0,122-15-52 0 0,1 1 0 0 0,-1 2-1 0 0,1 2 1 0 0,-50 17-1 0 0,81-23 4 0 0,0 0 0 0 0,1-1 0 0 0,-1 0 0 0 0,0-1 0 0 0,0 1-1 0 0,-14-2 1 0 0,-1 0-12 0 0,7 2 121 0 0,23 4-2707 0 0,2 0-3111 0 0,4 4-896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39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24 1064 0 0,'0'-1'257'0'0,"1"0"1"0"0,-1 0-1 0 0,1 0 0 0 0,-1 1 0 0 0,0-1 0 0 0,1 0 0 0 0,-1 0 1 0 0,0 0-1 0 0,1 0 0 0 0,-1 0 0 0 0,0 0 0 0 0,0 1 0 0 0,0-1 1 0 0,0 0-1 0 0,0 0 0 0 0,0 0 0 0 0,0 0 0 0 0,0 0 0 0 0,0 0 1 0 0,-1 0-1 0 0,1 0 0 0 0,0 0 0 0 0,0 1 0 0 0,-1-3 0 0 0,-16 14 2391 0 0,-21 31-1680 0 0,26-26-659 0 0,1 1 0 0 0,0 0-1 0 0,1 0 1 0 0,1 1 0 0 0,1 0 0 0 0,0 1 0 0 0,1 0-1 0 0,1 0 1 0 0,1 0 0 0 0,-4 39 0 0 0,7-42-217 0 0,2-1-1 0 0,0 1 1 0 0,1 0 0 0 0,1-1 0 0 0,0 1 0 0 0,1-1 0 0 0,1 0-1 0 0,0 0 1 0 0,1 0 0 0 0,1 0 0 0 0,0-1 0 0 0,1 0 0 0 0,1 0 0 0 0,13 20-1 0 0,-13-24-45 0 0,17 30 363 0 0,-69-65 497 0 0,10-3-799 0 0,-46-49 1 0 0,-19-17 35 0 0,98 93-120 0 0,1 0-1 0 0,-1 1 1 0 0,0-1-1 0 0,1 0 0 0 0,-1 1 1 0 0,0-1-1 0 0,0 0 0 0 0,1 1 1 0 0,-1-1-1 0 0,0 1 0 0 0,0-1 1 0 0,0 1-1 0 0,0-1 0 0 0,0 1 1 0 0,0 0-1 0 0,0 0 1 0 0,0-1-1 0 0,1 1 0 0 0,-1 0 1 0 0,0 0-1 0 0,0 0 0 0 0,0 0 1 0 0,0 0-1 0 0,0 0 0 0 0,-2 1 1 0 0,3 0 6 0 0,-1 0 0 0 0,1 0-1 0 0,-1 0 1 0 0,1 0 0 0 0,0 0 0 0 0,0 0 0 0 0,-1 0 0 0 0,1 0 0 0 0,0 0-1 0 0,0 0 1 0 0,0 0 0 0 0,0 0 0 0 0,0 0 0 0 0,1 0 0 0 0,-1 0 0 0 0,0 0-1 0 0,0 0 1 0 0,1 2 0 0 0,21 51 703 0 0,-14-42-576 0 0,1 0 0 0 0,0-1 0 0 0,0 0 0 0 0,1-1 0 0 0,1 0 0 0 0,0 0 0 0 0,22 15 0 0 0,-3-7 330 0 0,0-2 0 0 0,37 15 0 0 0,-47-17-80 0 0,-9-8 334 0 0,-2-25-358 0 0,0-9-317 0 0,2 0-1 0 0,14-27 1 0 0,14-36-48 0 0,-31 73-3992 0 0,-7 17 3483 0 0,-1 1 0 0 0,1-1 0 0 0,-1 0-1 0 0,0 0 1 0 0,1 0 0 0 0,-1 1 0 0 0,0-1 0 0 0,1 0 0 0 0,-1 0-1 0 0,0 0 1 0 0,0 0 0 0 0,0 0 0 0 0,0 0 0 0 0,0 0-1 0 0,0 0 1 0 0,0 1 0 0 0,0-1 0 0 0,0 0 0 0 0,0 0-1 0 0,0 0 1 0 0,0 0 0 0 0,-1 0 0 0 0,0-1 0 0 0,2-6-5462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41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100 554 1736 0 0,'-3'8'11506'0'0,"3"-8"-11339"0"0,1 0-49 0 0,-1 1 0 0 0,1-1 1 0 0,0 0-1 0 0,0 0 0 0 0,0 1 0 0 0,0-1 1 0 0,-1 0-1 0 0,1 0 0 0 0,0 0 0 0 0,0 0 0 0 0,0 0 1 0 0,0 0-1 0 0,-1 0 0 0 0,1 0 0 0 0,0-1 1 0 0,0 1-1 0 0,0 0 0 0 0,-1 0 0 0 0,1-1 0 0 0,0 1 1 0 0,0 0-1 0 0,-1-1 0 0 0,1 1 0 0 0,0-1 1 0 0,-1 1-1 0 0,1-1 0 0 0,0 1 0 0 0,-1-1 0 0 0,1 0 1 0 0,12-10 196 0 0,-1-1 0 0 0,0 0 0 0 0,-1-1 0 0 0,-1 0 0 0 0,0 0 0 0 0,-1-1 0 0 0,0 0 0 0 0,9-22 0 0 0,-14 26-244 0 0,0 0 0 0 0,-1-1 0 0 0,0 1 0 0 0,-1-1 0 0 0,0 0 0 0 0,-1 1 0 0 0,0-1 0 0 0,0 0 0 0 0,-2 0 0 0 0,1 0 1 0 0,-1 0-1 0 0,-1 0 0 0 0,-5-20 0 0 0,-69-203 818 0 0,74 222-495 0 0,1 10-135 0 0,-3 11-79 0 0,-1 1-123 0 0,-26 70 370 0 0,27-63-295 0 0,-1-1 0 0 0,-1 1 0 0 0,-1-1 0 0 0,0-1 0 0 0,-2 1 0 0 0,1-1 0 0 0,-2-1 0 0 0,0 0 0 0 0,0 0 0 0 0,-19 18 0 0 0,21-27-59 0 0,6-8-32 0 0,9-16-20 0 0,16-24-19 0 0,99-156 25 0 0,-117 191-5 0 0,-3 13 28 0 0,8 15 31 0 0,18 2 124 0 0,1-2 0 0 0,0-1-1 0 0,37 17 1 0 0,37 23 458 0 0,-100-57-1176 0 0,-2-1 569 0 0,0 0 0 0 0,0 0 0 0 0,0 0 1 0 0,1-1-1 0 0,-1 1 0 0 0,0 0 0 0 0,1-1 1 0 0,-1 1-1 0 0,0 0 0 0 0,1-1 0 0 0,-1 0 1 0 0,1 1-1 0 0,-1-1 0 0 0,0 0 1 0 0,4 1-1 0 0,1-5-4409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4:4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1221 1000 0 0,'-14'23'14491'0'0,"-5"-29"-11551"0"0,16 3-2811 0 0,0 1 1 0 0,0 0 0 0 0,0-1-1 0 0,1 1 1 0 0,-1-1-1 0 0,1 0 1 0 0,-1 1 0 0 0,1-1-1 0 0,0-1 1 0 0,0 1 0 0 0,1 0-1 0 0,-1 0 1 0 0,1-1-1 0 0,-1 1 1 0 0,1-1 0 0 0,0 1-1 0 0,0-1 1 0 0,1 1 0 0 0,-1-1-1 0 0,1 0 1 0 0,0 1 0 0 0,0-1-1 0 0,0-4 1 0 0,1-15 221 0 0,0-1 0 0 0,8-35-1 0 0,-4 30-231 0 0,5-18 28 0 0,2 1 1 0 0,2 0-1 0 0,25-55 1 0 0,-23 61-7 0 0,6-9-52 0 0,3 1 1 0 0,1 2-1 0 0,3 0 1 0 0,1 2-1 0 0,3 1 1 0 0,1 1-1 0 0,65-60 1 0 0,-76 82-93 0 0,0 1 0 0 0,2 0 0 0 0,0 2 0 0 0,1 1 0 0 0,1 1 0 0 0,53-21-1 0 0,-14 13-2 0 0,128-28-1 0 0,-172 52 82 0 0,-18 2 142 0 0,-11-2 215 0 0,1-1-402 0 0,0-1 0 0 0,0-1 0 0 0,1 1 0 0 0,-1-1 1 0 0,1 0-1 0 0,-1 0 0 0 0,1-1 0 0 0,0 1 0 0 0,-6-5 0 0 0,-45-32 254 0 0,54 38-283 0 0,-5-5 2 0 0,0 1 1 0 0,0 0 0 0 0,-1 0-1 0 0,1 0 1 0 0,-1 1 0 0 0,0 1-1 0 0,0-1 1 0 0,-1 1 0 0 0,1 0-1 0 0,-1 1 1 0 0,-16-2 0 0 0,42 6 0 0 0,-1 1 0 0 0,0 0 0 0 0,0 2 0 0 0,0 0 0 0 0,-1 0 0 0 0,20 11 0 0 0,-10-5 13 0 0,-1-1 0 0 0,51 12-1 0 0,-49-20 47 0 0,-26-2-45 0 0,0 1 0 0 0,0-1 0 0 0,0 0 0 0 0,0 0 0 0 0,0 0 0 0 0,0 0 0 0 0,0 0 0 0 0,0 0 0 0 0,0 0 0 0 0,0 0 0 0 0,0 0 0 0 0,0 0 0 0 0,0 0 1 0 0,0 1-1 0 0,0-1 0 0 0,0 0 0 0 0,0 0 0 0 0,0 0 0 0 0,0 0 0 0 0,0 0 0 0 0,0 0 0 0 0,0 0 0 0 0,0 0 0 0 0,0 0 0 0 0,0 0 0 0 0,0 0 0 0 0,0 1 0 0 0,0-1 0 0 0,0 0 0 0 0,0 0 0 0 0,0 0 0 0 0,0 0 0 0 0,0 0 0 0 0,0 0 0 0 0,0 0 0 0 0,1 0 0 0 0,-1 0 0 0 0,0 0 0 0 0,0 0 0 0 0,-15 15 383 0 0,-153 209 6 0 0,167-223-406 0 0,-7 9 6 0 0,1 1 1 0 0,0 1-1 0 0,0-1 1 0 0,1 1-1 0 0,1 0 1 0 0,0 1-1 0 0,1-1 1 0 0,0 1-1 0 0,-4 22 0 0 0,9-40-151 0 0,1-1-1 0 0,-1 1 0 0 0,1-1 0 0 0,0 1 0 0 0,1 0 1 0 0,3-7-1 0 0,7-17-610 0 0,-11 22 371 0 0,4-18-4011 0 0,-8 9-5500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0.2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34 6561 0 0,'-7'0'8674'0'0,"29"6"-7141"0"0,3-4-1639 0 0,1-2 0 0 0,48-6 1 0 0,7-13-5728 0 0,-80 19 5657 0 0,-1 0 0 0 0,0 0 0 0 0,1 0 0 0 0,-1 0 0 0 0,1 0 0 0 0,-1 0 0 0 0,1 0 0 0 0,-1 0 0 0 0,1-1 0 0 0,-1 1 0 0 0,0 0 0 0 0,1 0 0 0 0,-1-1 0 0 0,1 1 0 0 0,-1 0 0 0 0,0 0 0 0 0,1-1 0 0 0,-1 1 0 0 0,0 0 0 0 0,1-1-1 0 0,-1 1 1 0 0,0 0 0 0 0,0-1 0 0 0,1 1 0 0 0,-1-1 0 0 0,0 1 0 0 0,0 0 0 0 0,0-1 0 0 0,0 1 0 0 0,1-1 0 0 0,-1 1 0 0 0,0-1 0 0 0,0 1 0 0 0,0-1 0 0 0,0 1 0 0 0,0 0 0 0 0,0-1 0 0 0,0 0 0 0 0,-1-3-2785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0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0 2745 0 0,'-3'0'379'0'0,"1"0"0"0"0,-1 0 0 0 0,1 1 0 0 0,-1-1 0 0 0,1 0 0 0 0,0 1 1 0 0,-1 0-1 0 0,1 0 0 0 0,-1 0 0 0 0,1 0 0 0 0,0 0 0 0 0,0 0 0 0 0,0 0 1 0 0,0 1-1 0 0,-1-1 0 0 0,2 1 0 0 0,-1-1 0 0 0,0 1 0 0 0,0 0 0 0 0,-1 2 1 0 0,0 0-57 0 0,0 1 0 0 0,1-1 0 0 0,0 1 0 0 0,0 0 0 0 0,0 0 0 0 0,0-1 0 0 0,1 1 0 0 0,-1 1 0 0 0,1 5 0 0 0,-1 11 72 0 0,1 0 1 0 0,1 0-1 0 0,4 35 0 0 0,-3-52-553 0 0,9 60 1033 0 0,2-33-1817 0 0,-11-30 575 0 0,0 0 0 0 0,1-1-1 0 0,-1 1 1 0 0,0 0-1 0 0,0-1 1 0 0,1 1-1 0 0,-1-1 1 0 0,1 1-1 0 0,-1-1 1 0 0,1 0-1 0 0,2 2 1 0 0,-12-8-6459 0 0,2 4 3664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0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39 5545 0 0,'-1'0'318'0'0,"0"1"0"0"0,0-1 0 0 0,0 0-1 0 0,0 1 1 0 0,0-1 0 0 0,0 1 0 0 0,0-1 0 0 0,0 1 0 0 0,0-1-1 0 0,0 1 1 0 0,0 0 0 0 0,0-1 0 0 0,0 1 0 0 0,1 0-1 0 0,-1 0 1 0 0,0 0 0 0 0,1-1 0 0 0,-1 1 0 0 0,-1 2 0 0 0,2-2-170 0 0,0-1 0 0 0,0 1 0 0 0,0 0 0 0 0,0 0 1 0 0,0-1-1 0 0,0 1 0 0 0,0 0 0 0 0,1 0 0 0 0,-1-1 1 0 0,0 1-1 0 0,0 0 0 0 0,1-1 0 0 0,-1 1 0 0 0,0 0 1 0 0,1-1-1 0 0,-1 1 0 0 0,0-1 0 0 0,1 1 0 0 0,-1 0 0 0 0,1-1 1 0 0,0 2-1 0 0,2 0-32 0 0,-1 0 0 0 0,0 0 0 0 0,1-1 0 0 0,-1 1 0 0 0,1-1 1 0 0,0 1-1 0 0,-1-1 0 0 0,1 0 0 0 0,0 0 0 0 0,0 0 0 0 0,0 0 0 0 0,0 0 0 0 0,3 0 1 0 0,27-3-99 0 0,0 0 1 0 0,0-3 0 0 0,0 0 0 0 0,-1-2 0 0 0,36-13 0 0 0,21-4-2360 0 0,-71 20 1242 0 0,18-5-1903 0 0,-13 1-2163 0 0,-16 6 1367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1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1 6121 0 0,'-39'50'6842'0'0,"-6"37"-4766"0"0,36-70-1432 0 0,-108 242 1521 0 0,112-243-2624 0 0,0 1 1 0 0,0-1 0 0 0,2 1-1 0 0,-3 20 1 0 0,2-4-5273 0 0,4-29 2670 0 0,9 6-1358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1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44 3601 0 0,'-1'-1'198'0'0,"1"0"1"0"0,-1 0 0 0 0,1 0-1 0 0,-1 0 1 0 0,0 0 0 0 0,1 0-1 0 0,-1 1 1 0 0,0-1 0 0 0,0 0-1 0 0,0 0 1 0 0,1 1 0 0 0,-1-1-1 0 0,0 1 1 0 0,0-1 0 0 0,0 1-1 0 0,0-1 1 0 0,0 1 0 0 0,0-1-1 0 0,0 1 1 0 0,0 0 0 0 0,0-1-1 0 0,0 1 1 0 0,0 0 0 0 0,0 0-1 0 0,0 0 1 0 0,0 0 0 0 0,0 0-1 0 0,-1 0 1 0 0,0 1 0 0 0,-1 0-34 0 0,1 0 0 0 0,0 0 0 0 0,0 0 0 0 0,0 1 1 0 0,0-1-1 0 0,0 1 0 0 0,0-1 0 0 0,0 1 0 0 0,0 0 0 0 0,1 0 1 0 0,-1 0-1 0 0,-1 2 0 0 0,-3 6 114 0 0,0-1 0 0 0,1 0 1 0 0,0 1-1 0 0,-6 20 0 0 0,9-25-263 0 0,1 0-1 0 0,0-1 0 0 0,0 1 1 0 0,0 0-1 0 0,1 0 0 0 0,-1 0 1 0 0,1 0-1 0 0,0-1 1 0 0,1 1-1 0 0,-1 0 0 0 0,1 0 1 0 0,0 0-1 0 0,0 0 1 0 0,1-1-1 0 0,-1 1 0 0 0,1-1 1 0 0,0 1-1 0 0,0-1 0 0 0,1 0 1 0 0,-1 1-1 0 0,1-1 1 0 0,0 0-1 0 0,0-1 0 0 0,0 1 1 0 0,1 0-1 0 0,-1-1 0 0 0,1 0 1 0 0,0 0-1 0 0,0 0 1 0 0,0 0-1 0 0,0-1 0 0 0,0 0 1 0 0,1 1-1 0 0,-1-1 1 0 0,1-1-1 0 0,-1 1 0 0 0,1-1 1 0 0,0 0-1 0 0,0 0 0 0 0,0 0 1 0 0,-1-1-1 0 0,9 1 1 0 0,-3-1 35 0 0,-1-1 0 0 0,1 0 0 0 0,-1 0 0 0 0,1-1 0 0 0,-1 0 1 0 0,0 0-1 0 0,1-1 0 0 0,-1 0 0 0 0,-1-1 0 0 0,1 0 1 0 0,0-1-1 0 0,-1 1 0 0 0,0-2 0 0 0,0 1 0 0 0,0-1 0 0 0,9-9 1 0 0,-13 11 14 0 0,0 0 0 0 0,0-1 0 0 0,-1 1 0 0 0,1-1 0 0 0,-1 0 1 0 0,0 0-1 0 0,-1 0 0 0 0,1 0 0 0 0,-1-1 0 0 0,0 1 0 0 0,0-1 1 0 0,0 1-1 0 0,-1-1 0 0 0,0 1 0 0 0,0-1 0 0 0,0 0 0 0 0,-1 0 0 0 0,0 0 1 0 0,0 1-1 0 0,-1-1 0 0 0,1 0 0 0 0,-1 0 0 0 0,0 1 0 0 0,-1-1 1 0 0,1 0-1 0 0,-1 1 0 0 0,-1 0 0 0 0,-2-6 0 0 0,4 8-50 0 0,-1 0 0 0 0,0 0 0 0 0,1 0 0 0 0,-2 0 0 0 0,1 1-1 0 0,0-1 1 0 0,0 0 0 0 0,-1 1 0 0 0,1 0 0 0 0,-1 0 0 0 0,0 0 0 0 0,0 0 0 0 0,0 0-1 0 0,0 0 1 0 0,0 1 0 0 0,0-1 0 0 0,0 1 0 0 0,0 0 0 0 0,-1 0 0 0 0,1 0 0 0 0,0 0-1 0 0,-1 1 1 0 0,1 0 0 0 0,-1-1 0 0 0,-4 1 0 0 0,-6 1-558 0 0,0 1-1 0 0,0 0 1 0 0,1 1-1 0 0,-25 9 1 0 0,23-8-736 0 0,-14-3-3879 0 0,22-2 3474 0 0,-8 3-2910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2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1528 0 0,'-5'31'1215'0'0,"0"1"0"0"0,3-1 0 0 0,1 57-1 0 0,17 97 381 0 0,-12-151-1087 0 0,43 418 3497 0 0,-47-449-3976 0 0,0 0 0 0 0,1 0 0 0 0,-1 1 0 0 0,0-1 0 0 0,1 0 0 0 0,0 0 0 0 0,0 1 0 0 0,0-1 0 0 0,0 0 0 0 0,1 0 0 0 0,1 3 0 0 0,-2-5-2 0 0,1 0 0 0 0,-1 0 1 0 0,1 0-1 0 0,-1 0 0 0 0,1 0 0 0 0,-1-1 0 0 0,1 1 1 0 0,0 0-1 0 0,-1-1 0 0 0,1 1 0 0 0,0-1 0 0 0,-1 0 1 0 0,1 0-1 0 0,0 1 0 0 0,0-1 0 0 0,-1 0 1 0 0,1-1-1 0 0,0 1 0 0 0,0 0 0 0 0,-1 0 0 0 0,3-1 1 0 0,74-5 157 0 0,0 4 0 0 0,122 13 1 0 0,20 0 291 0 0,-76-13-303 0 0,-37-1-100 0 0,123 13 1 0 0,-211-8-52 0 0,22 3 252 0 0,1-1 0 0 0,79-4 0 0 0,-103-5-792 0 0,-18 4 214 0 0,1 0 0 0 0,-1 0 0 0 0,1 1 0 0 0,-1-1 0 0 0,1 0 1 0 0,-1 0-1 0 0,1 0 0 0 0,-1 0 0 0 0,0 0 0 0 0,0 0 0 0 0,1 1 0 0 0,-1-1 1 0 0,0 0-1 0 0,0 0 0 0 0,0 0 0 0 0,0 0 0 0 0,0 0 0 0 0,0 0 0 0 0,0 0 1 0 0,0 0-1 0 0,0 0 0 0 0,-1 0 0 0 0,1 0 0 0 0,0 0 0 0 0,-1 1 0 0 0,1-1 0 0 0,0 0 1 0 0,-1 0-1 0 0,1 0 0 0 0,-1 0 0 0 0,0 0 0 0 0,-3-9-3838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03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46 3289 0 0,'-13'-4'7859'0'0,"41"-5"-6064"0"0,47-7-1473 0 0,-8 9 288 0 0,-1 3-1 0 0,1 3 0 0 0,79 9 1 0 0,35-1-534 0 0,366-26 127 0 0,-529 18-178 0 0,58 4 128 0 0,-71-3-122 0 0,1 1 0 0 0,-1 0 0 0 0,1 0-1 0 0,0 0 1 0 0,-1 1 0 0 0,0 0 0 0 0,1 0 0 0 0,-1 1 0 0 0,0-1 0 0 0,6 5 0 0 0,-6-2 61 0 0,-1-1 0 0 0,0 1 0 0 0,0 0 0 0 0,0 0 1 0 0,-1 1-1 0 0,0-1 0 0 0,0 1 0 0 0,0 0 0 0 0,-1-1 1 0 0,1 1-1 0 0,-2 1 0 0 0,1-1 0 0 0,-1 0 0 0 0,2 8 1 0 0,0 18-3 0 0,1 51 1 0 0,-3-44-31 0 0,21 538 464 0 0,-22-555-430 0 0,-2 1 0 0 0,-5 30 0 0 0,4-39-76 0 0,1 0 0 0 0,0 0-1 0 0,1 0 1 0 0,0 1 0 0 0,1-1-1 0 0,1 0 1 0 0,0 0 0 0 0,6 24-1 0 0,-5-41-688 0 0,0 0 0 0 0,0 0-1 0 0,0 0 1 0 0,0 0 0 0 0,0 0-1 0 0,-1 0 1 0 0,1 0 0 0 0,-1-1-1 0 0,2-6 1 0 0,-3 0-3012 0 0,0-1-2001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3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2242 688 2553 0 0,'-18'-17'9145'0'0,"-15"-4"-4598"0"0,-33 5-3194 0 0,42 11-1008 0 0,0-1 1 0 0,1-1-1 0 0,0-1 1 0 0,-36-18-1 0 0,11 4-202 0 0,-2 2-1 0 0,0 1 0 0 0,0 4 0 0 0,-2 1 1 0 0,-63-8-1 0 0,-122-35 187 0 0,113 18-14 0 0,-207-38 0 0 0,61 13-267 0 0,175 38-23 0 0,-142-20 1 0 0,200 43 1 0 0,-1 3 1 0 0,-43 3 0 0 0,-11 1 3 0 0,134-43-464 0 0,-5 16 231 0 0,1 1-1 0 0,56-24 1 0 0,-23 12 207 0 0,-103 45 458 0 0,-59 13 0 0 0,-28 6-351 0 0,109-27-116 0 0,1 0 0 0 0,0 1 0 0 0,0-1 0 0 0,0 2 0 0 0,0-1 0 0 0,1 1 0 0 0,-13 10 0 0 0,19-14 3 0 0,0 1 0 0 0,1 0 0 0 0,-1 0 0 0 0,0 0 0 0 0,1 0 0 0 0,-1 1-1 0 0,1-1 1 0 0,0 0 0 0 0,0 0 0 0 0,0 1 0 0 0,0-1 0 0 0,0 1 0 0 0,0-1 0 0 0,1 1 0 0 0,-1-1 0 0 0,1 1 0 0 0,0 0 0 0 0,0-1 0 0 0,0 1 0 0 0,0-1 0 0 0,0 1 0 0 0,0 0 0 0 0,1-1-1 0 0,0 1 1 0 0,-1-1 0 0 0,1 1 0 0 0,0-1 0 0 0,0 1 0 0 0,0-1 0 0 0,0 0 0 0 0,0 0 0 0 0,1 1 0 0 0,1 1 0 0 0,15 24 137 0 0,2-2 1 0 0,0 0-1 0 0,1-2 1 0 0,2 0-1 0 0,0-2 0 0 0,2 0 1 0 0,0-1-1 0 0,1-2 1 0 0,54 31-1 0 0,-77-49-245 0 0,-1 0-1 0 0,1 0 0 0 0,0 0 1 0 0,-1 0-1 0 0,1 0 1 0 0,0-1-1 0 0,0 1 1 0 0,-1-1-1 0 0,1 0 1 0 0,0 1-1 0 0,0-1 0 0 0,0-1 1 0 0,-1 1-1 0 0,1 0 1 0 0,0-1-1 0 0,0 1 1 0 0,0-1-1 0 0,2-1 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 2264 0 0,'-2'2'536'0'0,"1"1"0"0"0,-1-1 0 0 0,0 1 0 0 0,1 0 0 0 0,0 0 0 0 0,-1-1 0 0 0,1 1-1 0 0,0 0 1 0 0,-1 6 0 0 0,-6 58 1594 0 0,6-45-1327 0 0,0-2-513 0 0,2-1 0 0 0,0 0 0 0 0,1 1 0 0 0,1-1 0 0 0,0 1 0 0 0,2-1 0 0 0,11 36 0 0 0,-12-48-235 0 0,-1-1 0 0 0,1 1 0 0 0,0-1 0 0 0,1 0 0 0 0,0 0-1 0 0,0-1 1 0 0,0 1 0 0 0,0-1 0 0 0,1 0 0 0 0,0 0 0 0 0,7 6 0 0 0,-8-9-2 0 0,0 1 1 0 0,0-1 0 0 0,0 0-1 0 0,0-1 1 0 0,0 1-1 0 0,1-1 1 0 0,-1 1-1 0 0,1-1 1 0 0,-1-1-1 0 0,0 1 1 0 0,1-1-1 0 0,-1 1 1 0 0,1-1 0 0 0,-1-1-1 0 0,1 1 1 0 0,-1-1-1 0 0,1 1 1 0 0,-1-1-1 0 0,5-2 1 0 0,-5 2 4 0 0,0 0 1 0 0,-1 0 0 0 0,0-1-1 0 0,1 1 1 0 0,-1-1 0 0 0,0 0-1 0 0,0 0 1 0 0,0 0-1 0 0,0 0 1 0 0,0-1 0 0 0,0 1-1 0 0,0-1 1 0 0,-1 0 0 0 0,0 1-1 0 0,1-1 1 0 0,-1 0-1 0 0,0-1 1 0 0,0 1 0 0 0,-1 0-1 0 0,1 0 1 0 0,-1-1 0 0 0,1 1-1 0 0,-1-1 1 0 0,0 0-1 0 0,-1 1 1 0 0,1-1 0 0 0,0 1-1 0 0,-1-1 1 0 0,0 0 0 0 0,0-6-1 0 0,-2-11-5 0 0,-1 0-1 0 0,0 1 1 0 0,-1-1 0 0 0,-11-27-1 0 0,4 7-164 0 0,10 36-391 0 0,-9-33-317 0 0,5 28-2412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5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51 7146 0 0,'-19'19'4271'0'0,"19"-19"-4178"0"0,0 0 1 0 0,0 1-1 0 0,-1-1 1 0 0,1 0-1 0 0,0 1 1 0 0,0-1-1 0 0,0 0 1 0 0,0 1-1 0 0,0-1 1 0 0,0 1-1 0 0,0-1 0 0 0,0 0 1 0 0,0 1-1 0 0,0-1 1 0 0,0 0-1 0 0,0 1 1 0 0,0-1-1 0 0,0 1 1 0 0,0-1-1 0 0,0 0 1 0 0,0 1-1 0 0,0-1 1 0 0,0 0-1 0 0,0 1 0 0 0,1-1 1 0 0,-1 0-1 0 0,0 1 1 0 0,0-1-1 0 0,0 0 1 0 0,1 1-1 0 0,-1-1 1 0 0,1 0-1 0 0,1 1 33 0 0,0 0 0 0 0,1 0 0 0 0,-1 0 0 0 0,1-1 0 0 0,-1 1-1 0 0,1-1 1 0 0,-1 0 0 0 0,1 0 0 0 0,0 0 0 0 0,-1 0 0 0 0,1 0 0 0 0,-1-1 0 0 0,1 1 0 0 0,-1-1 0 0 0,3 0 0 0 0,108-32 168 0 0,29-7 30 0 0,-70 31-2812 0 0,-2 13-3280 0 0,-61-4 288 0 0,-6 3 2658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6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3105 0 0,'-4'12'6642'0'0,"4"17"-4584"0"0,1-14-988 0 0,-6 113 2266 0 0,6-76-2933 0 0,14 89 0 0 0,-5-103-878 0 0,-10-36 260 0 0,0-1 0 0 0,0 0-1 0 0,1 1 1 0 0,-1-1 0 0 0,1 0 0 0 0,-1 0-1 0 0,1 1 1 0 0,-1-1 0 0 0,1 0 0 0 0,-1 0-1 0 0,1 0 1 0 0,0 0 0 0 0,0 0 0 0 0,0 0-1 0 0,0 0 1 0 0,-1 0 0 0 0,1 0 0 0 0,0 0-1 0 0,1-1 1 0 0,-1 1 0 0 0,0 0 0 0 0,0-1-1 0 0,0 1 1 0 0,0 0 0 0 0,1-1 0 0 0,0 1-1 0 0,-1-1 40 0 0,-1-1 0 0 0,0 1 0 0 0,0-1 0 0 0,1 1 0 0 0,-1 0 0 0 0,0-1-1 0 0,0 1 1 0 0,0-1 0 0 0,0 1 0 0 0,0-1 0 0 0,0 1 0 0 0,1 0 0 0 0,-1-1-1 0 0,0 1 1 0 0,0-1 0 0 0,0 1 0 0 0,0-1 0 0 0,-1 1 0 0 0,1-1 0 0 0,0 1 0 0 0,0-1-1 0 0,0 1 1 0 0,0 0 0 0 0,0-1 0 0 0,0 1 0 0 0,-1-1 0 0 0,0-2-955 0 0,3-6-2577 0 0</inkml:trace>
  <inkml:trace contextRef="#ctx0" brushRef="#br0" timeOffset="1">72 94 5433 0 0,'1'1'265'0'0,"0"0"-1"0"0,-1-1 1 0 0,1 1-1 0 0,0 0 1 0 0,-1-1-1 0 0,1 1 1 0 0,0-1-1 0 0,0 1 1 0 0,0-1-1 0 0,0 1 1 0 0,0-1-1 0 0,-1 0 1 0 0,1 0-1 0 0,0 1 1 0 0,0-1 0 0 0,0 0-1 0 0,0 0 1 0 0,0 0-1 0 0,0 0 1 0 0,0 0-1 0 0,0 0 1 0 0,0 0-1 0 0,0 0 1 0 0,1-1-1 0 0,29 0 380 0 0,-29 0-294 0 0,120-14 546 0 0,-43 1-4328 0 0,-78 14 3260 0 0,10-4-2018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6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0 5593 0 0,'-28'73'6754'0'0,"10"10"-3559"0"0,16-70-3073 0 0,1 0 0 0 0,0 0 0 0 0,1-1 0 0 0,1 1 0 0 0,0 0 0 0 0,1 0 0 0 0,0 0 0 0 0,1-1 0 0 0,0 1 0 0 0,8 18 0 0 0,-11-29-184 0 0,1 0 0 0 0,0 0 0 0 0,0-1 1 0 0,0 1-1 0 0,0 0 0 0 0,0-1 1 0 0,0 1-1 0 0,0 0 0 0 0,1-1 0 0 0,-1 0 1 0 0,1 1-1 0 0,-1-1 0 0 0,1 0 0 0 0,2 2 1 0 0,-3-2-70 0 0,0-1 0 0 0,-1 0-1 0 0,1 0 1 0 0,0 0 0 0 0,-1 0 0 0 0,1 0 0 0 0,0 0 0 0 0,0 0 0 0 0,-1 0 0 0 0,1 0-1 0 0,0 0 1 0 0,-1-1 0 0 0,1 1 0 0 0,0 0 0 0 0,-1 0 0 0 0,1-1 0 0 0,-1 1 0 0 0,1 0 0 0 0,0-1-1 0 0,-1 1 1 0 0,1 0 0 0 0,-1-1 0 0 0,1 1 0 0 0,-1-1 0 0 0,1 1 0 0 0,-1-1 0 0 0,1 0 0 0 0,1-3-598 0 0,1 0 1 0 0,-1 0 0 0 0,0 0 0 0 0,-1 0 0 0 0,1 0 0 0 0,-1 0 0 0 0,1 0 0 0 0,-1 0 0 0 0,-1-1 0 0 0,1 1 0 0 0,0-5 0 0 0,1-12-2166 0 0</inkml:trace>
  <inkml:trace contextRef="#ctx0" brushRef="#br0" timeOffset="1">202 28 6705 0 0,'10'59'6579'0'0,"-3"0"-3587"0"0,10 60-1539 0 0,-17-116-1616 0 0,1-1-1 0 0,-1 0 1 0 0,1 1 0 0 0,-1-1-1 0 0,0 1 1 0 0,0-1 0 0 0,0 1-1 0 0,-1-1 1 0 0,1 0 0 0 0,-1 1-1 0 0,1-1 1 0 0,-1 1 0 0 0,0-1-1 0 0,1 0 1 0 0,-1 0 0 0 0,-1 1-1 0 0,1-1 1 0 0,0 0 0 0 0,0 0-1 0 0,-1 0 1 0 0,1 0 0 0 0,-1 0-1 0 0,0-1 1 0 0,1 1-1 0 0,-1 0 1 0 0,0-1 0 0 0,0 1-1 0 0,0-1 1 0 0,0 0 0 0 0,0 1-1 0 0,-1-1 1 0 0,-2 1 0 0 0,-8 3-764 0 0,-2-1 0 0 0,1 0 0 0 0,0-1 0 0 0,-24 2 0 0 0,-19 6 2558 0 0,17 10 2066 0 0,39-21-3590 0 0,1 0 0 0 0,-1 1 1 0 0,1-1-1 0 0,-1 1 0 0 0,1-1 1 0 0,-1 0-1 0 0,1 1 0 0 0,-1-1 1 0 0,1 1-1 0 0,0-1 0 0 0,-1 1 1 0 0,1-1-1 0 0,0 1 0 0 0,-1 0 1 0 0,1-1-1 0 0,0 1 0 0 0,-1-1 0 0 0,1 1 1 0 0,0 0-1 0 0,0-1 0 0 0,0 1 1 0 0,0-1-1 0 0,0 2 0 0 0,0-1-35 0 0,1-1 0 0 0,0 1 0 0 0,0 0 0 0 0,-1-1 0 0 0,1 1-1 0 0,0-1 1 0 0,0 1 0 0 0,0-1 0 0 0,0 1 0 0 0,0-1 0 0 0,-1 1-1 0 0,1-1 1 0 0,0 0 0 0 0,0 0 0 0 0,0 1 0 0 0,0-1 0 0 0,0 0-1 0 0,0 0 1 0 0,0 0 0 0 0,0 0 0 0 0,2 0 0 0 0,17 0 92 0 0,0 0 0 0 0,1-1 0 0 0,-1-1 0 0 0,1 0 0 0 0,23-8 0 0 0,-29 6-1191 0 0,-1 0 0 0 0,1-1 1 0 0,-1-1-1 0 0,17-9 1 0 0,-27 13-64 0 0,0-1 1 0 0,0 0 0 0 0,0 0-1 0 0,-1 0 1 0 0,1-1-1 0 0,-1 1 1 0 0,5-7 0 0 0,1-4-2411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7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6 216 9554 0 0,'0'0'89'0'0,"-1"0"1"0"0,1 0-1 0 0,0 0 0 0 0,0 0 0 0 0,0 0 1 0 0,-1 0-1 0 0,1 0 0 0 0,0 0 0 0 0,0 1 1 0 0,0-1-1 0 0,0 0 0 0 0,-1 0 0 0 0,1 0 1 0 0,0 0-1 0 0,0 0 0 0 0,0 0 0 0 0,0 0 1 0 0,0 0-1 0 0,-1 0 0 0 0,1 0 0 0 0,0 0 1 0 0,0 1-1 0 0,0-1 0 0 0,0 0 0 0 0,0 0 1 0 0,0 0-1 0 0,0 0 0 0 0,-1 0 0 0 0,1 1 1 0 0,0-1-1 0 0,0 0 0 0 0,0 0 0 0 0,0 0 1 0 0,0 0-1 0 0,0 1 0 0 0,0-1 0 0 0,0 0 1 0 0,0 0-1 0 0,0 0 0 0 0,0 0 1 0 0,0 1-1 0 0,0-1 0 0 0,0 0 0 0 0,0 0 1 0 0,0 0-1 0 0,0 0 0 0 0,0 1 0 0 0,0-1 1 0 0,0 0-1 0 0,0 0 0 0 0,0 0 0 0 0,1 1 1 0 0,11 2 1651 0 0,16-3-882 0 0,13-11-684 0 0,54-20 1 0 0,-7-4-5167 0 0,-68 20 282 0 0,-15 9 2257 0 0,1 5-1248 0 0</inkml:trace>
  <inkml:trace contextRef="#ctx0" brushRef="#br0" timeOffset="1">211 5 1800 0 0,'0'0'155'0'0,"-1"-1"-1"0"0,1 1 0 0 0,0 0 1 0 0,0-1-1 0 0,0 1 0 0 0,-1 0 0 0 0,1 0 1 0 0,0-1-1 0 0,0 1 0 0 0,-1 0 1 0 0,1 0-1 0 0,0 0 0 0 0,0-1 1 0 0,-1 1-1 0 0,1 0 0 0 0,0 0 0 0 0,-1 0 1 0 0,1 0-1 0 0,0 0 0 0 0,-1-1 1 0 0,1 1-1 0 0,0 0 0 0 0,-1 0 1 0 0,1 0-1 0 0,0 0 0 0 0,-1 0 0 0 0,1 0 1 0 0,0 0-1 0 0,-1 0 0 0 0,1 0 1 0 0,0 1-1 0 0,-1-1 0 0 0,1 0 1 0 0,0 0-1 0 0,-1 0 0 0 0,1 0 0 0 0,0 0 1 0 0,-1 0-1 0 0,1 1 0 0 0,0-1 1 0 0,-1 0-1 0 0,-4 18 2830 0 0,5 23-593 0 0,1-25-1760 0 0,14 126 2197 0 0,-13-128-2892 0 0,1 0 0 0 0,1 0 0 0 0,0-1 0 0 0,1 1 0 0 0,0-1 0 0 0,1-1-1 0 0,14 25 1 0 0,-20-37-45 0 0,0 1-1 0 0,0-1 0 0 0,0 1 1 0 0,1-1-1 0 0,-1 1 1 0 0,0 0-1 0 0,0-1 0 0 0,1 1 1 0 0,-1-1-1 0 0,0 1 1 0 0,1-1-1 0 0,-1 0 0 0 0,0 1 1 0 0,1-1-1 0 0,-1 1 1 0 0,1-1-1 0 0,-1 0 0 0 0,1 1 1 0 0,-1-1-1 0 0,1 0 1 0 0,-1 1-1 0 0,1-1 0 0 0,-1 0 1 0 0,1 0-1 0 0,-1 1 1 0 0,1-1-1 0 0,-1 0 0 0 0,1 0 1 0 0,-1 0-1 0 0,1 0 1 0 0,0 0-1 0 0,-1 0 1 0 0,1 0-1 0 0,-1 0 0 0 0,1 0 1 0 0,0 0-1 0 0,-1 0 1 0 0,1 0-1 0 0,-1 0 0 0 0,1-1 1 0 0,-1 1-1 0 0,1 0 1 0 0,-1 0-1 0 0,1-1 0 0 0,-1 1 1 0 0,1 0-1 0 0,-1-1 1 0 0,2 0-1 0 0,-2 0-377 0 0,1-1-1 0 0,0 1 1 0 0,-1-1-1 0 0,1 1 1 0 0,-1-1-1 0 0,1 0 1 0 0,-1 1 0 0 0,0-1-1 0 0,1 0 1 0 0,-1 1-1 0 0,0-1 1 0 0,0 0 0 0 0,0 1-1 0 0,-1-3 1 0 0,2-8-2682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7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3249 0 0,'10'-12'6018'0'0,"24"-4"-4568"0"0,-21 10-543 0 0,-12 5-841 0 0,56-24 1052 0 0,-55 24-1085 0 0,0 0 0 0 0,1 0-1 0 0,-1 0 1 0 0,1 0-1 0 0,-1 1 1 0 0,0-1-1 0 0,1 1 1 0 0,-1 0 0 0 0,1 0-1 0 0,-1 0 1 0 0,1 0-1 0 0,-1 0 1 0 0,1 0-1 0 0,-1 1 1 0 0,0-1 0 0 0,1 1-1 0 0,-1 0 1 0 0,1-1-1 0 0,-1 1 1 0 0,0 0-1 0 0,0 1 1 0 0,3 0 0 0 0,-5 0 31 0 0,1-1 0 0 0,0 1 0 0 0,0-1 0 0 0,-1 1 0 0 0,1 0 0 0 0,-1-1 0 0 0,1 1 0 0 0,-1 0 1 0 0,0-1-1 0 0,0 1 0 0 0,1 0 0 0 0,-1 0 0 0 0,-1-1 0 0 0,1 1 0 0 0,0 0 0 0 0,0 0 0 0 0,-1-1 1 0 0,1 1-1 0 0,0 0 0 0 0,-1-1 0 0 0,0 1 0 0 0,1-1 0 0 0,-3 3 0 0 0,-21 42 1049 0 0,20-39-888 0 0,-29 38 720 0 0,26-37-791 0 0,0 0 1 0 0,0 1-1 0 0,1 0 0 0 0,0 1 0 0 0,1-1 0 0 0,-8 21 1 0 0,13-29-155 0 0,0-1 0 0 0,-1 1 1 0 0,1 0-1 0 0,0 0 1 0 0,0-1-1 0 0,0 1 0 0 0,0 0 1 0 0,0 0-1 0 0,0 0 1 0 0,0-1-1 0 0,1 1 0 0 0,-1 0 1 0 0,0 0-1 0 0,0-1 0 0 0,0 1 1 0 0,1 0-1 0 0,-1 0 1 0 0,1-1-1 0 0,-1 1 0 0 0,0 0 1 0 0,1-1-1 0 0,-1 1 1 0 0,1-1-1 0 0,-1 1 0 0 0,1-1 1 0 0,0 1-1 0 0,-1 0 0 0 0,1-1 1 0 0,-1 0-1 0 0,1 1 1 0 0,0-1-1 0 0,-1 1 0 0 0,1-1 1 0 0,0 0-1 0 0,0 0 1 0 0,-1 1-1 0 0,1-1 0 0 0,0 0 1 0 0,0 0-1 0 0,-1 0 1 0 0,1 0-1 0 0,0 0 0 0 0,0 0 1 0 0,0 0-1 0 0,-1 0 0 0 0,1 0 1 0 0,0 0-1 0 0,1-1 1 0 0,48-6-272 0 0,-39 5 140 0 0,44-4-955 0 0,-32 4-674 0 0,45-9-1 0 0,-62 9 1049 0 0,0 1 1 0 0,-1-2-1 0 0,1 1 1 0 0,-1 0-1 0 0,1-1 0 0 0,-1 0 1 0 0,6-5-1 0 0,4-15-3582 0 0,0 19 1668 0 0</inkml:trace>
  <inkml:trace contextRef="#ctx0" brushRef="#br0" timeOffset="0.65">372 1 5313 0 0,'10'25'7661'0'0,"-8"27"-5118"0"0,-1-30-1652 0 0,3 38-356 0 0,3 35-160 0 0,-1-32-4873 0 0,-6-63 4359 0 0,0 0-1 0 0,0 0 1 0 0,0 0-1 0 0,-1 0 1 0 0,1-1-1 0 0,0 1 1 0 0,0 0-1 0 0,0 0 1 0 0,-1 0-1 0 0,1 0 1 0 0,0 0-1 0 0,0 0 1 0 0,0 0 0 0 0,-1 0-1 0 0,1 0 1 0 0,0 0-1 0 0,0 0 1 0 0,0 0-1 0 0,-1 0 1 0 0,1 1-1 0 0,0-1 1 0 0,0 0-1 0 0,0 0 1 0 0,-1 0-1 0 0,1 0 1 0 0,0 0 0 0 0,0 0-1 0 0,-2 2-1673 0 0,2-1 1674 0 0,0-1-1 0 0,0 0 1 0 0,0 0-1 0 0,0 0 1 0 0,0 1-1 0 0,0-1 1 0 0,0 0-1 0 0,0 0 1 0 0,0 0-1 0 0,0 1 1 0 0,0-1-1 0 0,0 0 1 0 0,0 0 0 0 0,0 0-1 0 0,0 1 1 0 0,0-1-1 0 0,1 0 1 0 0,-1 0-1 0 0,0 0 1 0 0,0 0-1 0 0,0 1 1 0 0,0-1-1 0 0,1 0-139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1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5081 0 0,'-7'6'686'0'0,"0"-1"0"0"0,0 1 0 0 0,0 1 0 0 0,1-1 0 0 0,0 1 0 0 0,0 0 0 0 0,1 1 0 0 0,0-1 0 0 0,0 1 1 0 0,1 0-1 0 0,0 0 0 0 0,-5 15 0 0 0,8-19-607 0 0,0 0 1 0 0,0-1 0 0 0,0 1-1 0 0,1 0 1 0 0,0 0 0 0 0,0 0-1 0 0,0-1 1 0 0,0 1 0 0 0,0 0-1 0 0,1 0 1 0 0,-1-1 0 0 0,1 1-1 0 0,0 0 1 0 0,0-1 0 0 0,1 1-1 0 0,-1-1 1 0 0,1 1 0 0 0,0-1-1 0 0,0 0 1 0 0,0 1 0 0 0,0-1-1 0 0,0 0 1 0 0,1-1 0 0 0,-1 1-1 0 0,1 0 1 0 0,0-1 0 0 0,0 1 0 0 0,0-1-1 0 0,0 0 1 0 0,0 0 0 0 0,0 0-1 0 0,7 2 1 0 0,-2 0 1 0 0,1-1 0 0 0,0 0 0 0 0,0 0 0 0 0,0-1 0 0 0,1 0 0 0 0,-1-1 0 0 0,0 0 1 0 0,1-1-1 0 0,-1 0 0 0 0,14-1 0 0 0,-18 0-37 0 0,0 1 1 0 0,0-1-1 0 0,0 0 0 0 0,0 0 1 0 0,0 0-1 0 0,0-1 1 0 0,-1 0-1 0 0,1 1 0 0 0,-1-2 1 0 0,1 1-1 0 0,-1-1 0 0 0,0 1 1 0 0,0-1-1 0 0,0 0 1 0 0,0 0-1 0 0,0-1 0 0 0,-1 1 1 0 0,0-1-1 0 0,1 0 1 0 0,-1 0-1 0 0,3-6 0 0 0,-5 8-15 0 0,0 0-1 0 0,0 0 1 0 0,-1 0-1 0 0,1-1 1 0 0,0 1-1 0 0,-1 0 1 0 0,0 0-1 0 0,0-1 1 0 0,1 1-1 0 0,-1 0 1 0 0,0 0-1 0 0,-1-1 1 0 0,1 1-1 0 0,0 0 1 0 0,-1 0-1 0 0,1-1 0 0 0,-1 1 1 0 0,0 0-1 0 0,0 0 1 0 0,1 0-1 0 0,-3-2 1 0 0,1 0-2 0 0,-1 0 1 0 0,0 0-1 0 0,-1 0 1 0 0,1 1-1 0 0,-1-1 1 0 0,0 1-1 0 0,1 0 1 0 0,-1 0-1 0 0,-7-4 0 0 0,2 2-79 0 0,-1 0 0 0 0,0 0 0 0 0,-1 1 0 0 0,1 1 0 0 0,-1-1 0 0 0,0 2 0 0 0,1-1 0 0 0,-14 0-1 0 0,-50 9-2591 0 0,15-1-6786 0 0,44-2 4231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46.2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22 144 0 0,'-6'1'4571'0'0,"-16"-2"-1504"0"0,21-18-1538 0 0,2 16-891 0 0,-3 16-447 0 0,6 12-1193 0 0,-2-12-5409 0 0,0-9 4108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4.9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1331 0 3041 0 0,'-14'5'5686'0'0,"-11"10"-3400"0"0,4-1-1310 0 0,-71 20 580 0 0,-1-4 0 0 0,-148 28 1 0 0,40-12-1025 0 0,-46 26 168 0 0,198-55-409 0 0,1 3 1 0 0,-89 49-1 0 0,129-65-261 0 0,4-2-14 0 0,1-1-1 0 0,0 1 0 0 0,1 0 0 0 0,-1 0 0 0 0,0 0 0 0 0,0 0 0 0 0,1 0 0 0 0,-1 1 0 0 0,-3 4 0 0 0,35-34-291 0 0,-18 7 131 0 0,-2-1-1 0 0,-1-1 0 0 0,0 0 0 0 0,-2 0 0 0 0,6-28 1 0 0,-8 28 36 0 0,1 1 0 0 0,1-1 0 0 0,1 1 0 0 0,0 0 0 0 0,21-36 0 0 0,-13 42 93 0 0,-5 17 588 0 0,-10-1-531 0 0,0 0-1 0 0,1 0 1 0 0,-1 0-1 0 0,0 0 1 0 0,0 0-1 0 0,0 0 1 0 0,0 1-1 0 0,0-1 0 0 0,0 0 1 0 0,0 0-1 0 0,0 0 1 0 0,0 0-1 0 0,-1 0 1 0 0,1 1-1 0 0,0-1 1 0 0,-1 0-1 0 0,1 0 1 0 0,-1 0-1 0 0,1 0 1 0 0,-1 0-1 0 0,1 0 0 0 0,-1 0 1 0 0,0 0-1 0 0,0 0 1 0 0,1-1-1 0 0,-1 1 1 0 0,0 0-1 0 0,-2 1 1 0 0,-81 97 852 0 0,0 1-525 0 0,-19 3-40 0 0,103-102-326 0 0,-1 0-1 0 0,0 0 1 0 0,1 0 0 0 0,-1-1-1 0 0,1 1 1 0 0,0 0-1 0 0,-1 0 1 0 0,1 0-1 0 0,0 0 1 0 0,-1 0-1 0 0,1 0 1 0 0,0 0-1 0 0,0 0 1 0 0,0 0-1 0 0,0 0 1 0 0,0 0-1 0 0,0 0 1 0 0,0 0 0 0 0,0 0-1 0 0,0 0 1 0 0,0 0-1 0 0,1 0 1 0 0,-1 0-1 0 0,0-1 1 0 0,1 1-1 0 0,-1 0 1 0 0,1 0-1 0 0,-1 0 1 0 0,1 0-1 0 0,-1 0 1 0 0,1-1-1 0 0,-1 1 1 0 0,1 0 0 0 0,0 0-1 0 0,0-1 1 0 0,-1 1-1 0 0,1-1 1 0 0,0 1-1 0 0,0-1 1 0 0,0 1-1 0 0,0-1 1 0 0,-1 1-1 0 0,1-1 1 0 0,2 1-1 0 0,46 22 50 0 0,-46-21-44 0 0,302 96 1437 0 0,-284-89-1123 0 0,-20-9-324 0 0,-1 0 0 0 0,1 0-1 0 0,-1 0 1 0 0,1 1 0 0 0,-1-1-1 0 0,1 0 1 0 0,-1 0 0 0 0,1 0-1 0 0,-1 1 1 0 0,1-1 0 0 0,-1 0-1 0 0,0 0 1 0 0,1 1 0 0 0,-1-1 0 0 0,1 1-1 0 0,-1-1 1 0 0,0 0 0 0 0,1 1-1 0 0,-1-1 1 0 0,0 1 0 0 0,0-1-1 0 0,1 0 1 0 0,-1 1 0 0 0,0-1-1 0 0,0 1 1 0 0,0-1 0 0 0,1 1-1 0 0,-1-1 1 0 0,0 1 0 0 0,0-1-1 0 0,0 1 1 0 0,0-1 0 0 0,0 1-1 0 0,0-1 1 0 0,0 1 0 0 0,0 0-1 0 0,0 0 1 0 0,-14-14-11204 0 0,5 2 3005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6.4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176 8 6153 0 0,'-1'-1'282'0'0,"1"0"0"0"0,-1 1 0 0 0,0-1 0 0 0,1 0 0 0 0,-1 1 0 0 0,0-1 0 0 0,0 1 0 0 0,0-1 0 0 0,1 1 0 0 0,-1 0 0 0 0,0-1 0 0 0,0 1 0 0 0,0 0 0 0 0,0 0 0 0 0,0-1 0 0 0,0 1 0 0 0,1 0 0 0 0,-1 0 0 0 0,0 0 0 0 0,0 0 0 0 0,0 0 0 0 0,0 0 0 0 0,0 0 0 0 0,0 1 0 0 0,-1-1 0 0 0,-20 18 2529 0 0,-12 37-2165 0 0,30-48-150 0 0,-59 123 217 0 0,41-72-5145 0 0,14-73-3934 0 0,8 6 4365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6.7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4961 0 0,'0'2'397'0'0,"2"66"6590"0"0,-2-58-6296 0 0,2 0-1 0 0,-1 1 1 0 0,7 18 0 0 0,-6-24-789 0 0,0 1 1 0 0,0-1 0 0 0,1-1 0 0 0,0 1 0 0 0,0 0-1 0 0,0-1 1 0 0,0 1 0 0 0,1-1 0 0 0,-1 0 0 0 0,1 0-1 0 0,0-1 1 0 0,0 1 0 0 0,1-1 0 0 0,-1 0 0 0 0,1 0 0 0 0,0 0-1 0 0,0 0 1 0 0,0-1 0 0 0,0 0 0 0 0,0 0 0 0 0,7 2-1 0 0,-5-2-369 0 0,-7-2 236 0 0,1 1 0 0 0,-1-1 0 0 0,1 0 0 0 0,0 1 0 0 0,-1-1 0 0 0,1 0 0 0 0,0 1 0 0 0,-1-1 0 0 0,1 0 0 0 0,0 1 0 0 0,0-1 0 0 0,-1 0 0 0 0,1 0 0 0 0,0 0 1 0 0,0 0-1 0 0,-1 0 0 0 0,1 0 0 0 0,0 0 0 0 0,0 0 0 0 0,-1 0 0 0 0,1 0 0 0 0,0 0 0 0 0,0-1 0 0 0,-1 1 0 0 0,1 0 0 0 0,0 0 0 0 0,-1-1 0 0 0,1 1 0 0 0,0-1 0 0 0,-1 1 0 0 0,1 0 0 0 0,-1-1 0 0 0,1 1 0 0 0,0-1 1 0 0,0 0-1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7.14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452 45 6953 0 0,'4'-1'489'0'0,"1"0"0"0"0,-1 0-1 0 0,0 0 1 0 0,1 1 0 0 0,-1-1-1 0 0,1 1 1 0 0,-1 0-1 0 0,1 1 1 0 0,-1-1 0 0 0,5 2-1 0 0,8-1 265 0 0,122-6 867 0 0,-48-7-4221 0 0,-72 6-550 0 0,-18 6 2996 0 0,-1-1 0 0 0,0 1-1 0 0,1 0 1 0 0,-1 0 0 0 0,0-1 0 0 0,1 1 0 0 0,-1 0 0 0 0,0 0-1 0 0,0-1 1 0 0,1 1 0 0 0,-1 0 0 0 0,0-1 0 0 0,0 1 0 0 0,1-1-1 0 0,-1 1 1 0 0,0 0 0 0 0,0-1 0 0 0,0 1 0 0 0,0-1-1 0 0,0 1 1 0 0,0 0 0 0 0,0-1 0 0 0,0 1 0 0 0,0-1 0 0 0,0 1-1 0 0,0 0 1 0 0,0-1 0 0 0,0 1 0 0 0,0-1 0 0 0,0 1 0 0 0,0-1-1 0 0,0 1 1 0 0,0 0 0 0 0,0-1 0 0 0,-1 1 0 0 0,1 0-1 0 0,0-1 1 0 0,0 1 0 0 0,-1-1 0 0 0,-2-4-2099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7.5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 1 2841 0 0,'-6'2'536'0'0,"1"0"0"0"0,-1 1 1 0 0,1 0-1 0 0,-1 0 0 0 0,1 0 1 0 0,0 1-1 0 0,0-1 0 0 0,1 1 0 0 0,-1 1 1 0 0,1-1-1 0 0,-1 0 0 0 0,1 1 1 0 0,1 0-1 0 0,-1 0 0 0 0,1 0 1 0 0,0 0-1 0 0,-4 10 0 0 0,5-11-445 0 0,0 0 0 0 0,1-1-1 0 0,-1 1 1 0 0,1 0 0 0 0,0 0-1 0 0,0 0 1 0 0,0 0 0 0 0,1 0-1 0 0,-1 0 1 0 0,1 0 0 0 0,0 0-1 0 0,0 0 1 0 0,1 0-1 0 0,-1 0 1 0 0,1 0 0 0 0,0 0-1 0 0,0 0 1 0 0,0-1 0 0 0,0 1-1 0 0,1 0 1 0 0,0 0 0 0 0,0-1-1 0 0,0 1 1 0 0,0-1 0 0 0,0 0-1 0 0,1 1 1 0 0,-1-1 0 0 0,4 3-1 0 0,12 4-1865 0 0,-17-10 1370 0 0,0-1 0 0 0,0 1 1 0 0,1 0-1 0 0,-1-1 0 0 0,0 1 1 0 0,0 0-1 0 0,0-1 0 0 0,0 1 1 0 0,0-1-1 0 0,0 0 0 0 0,0 1 1 0 0,0-1-1 0 0,-1 0 0 0 0,1 1 1 0 0,0-1-1 0 0,0 0 0 0 0,0 0 1 0 0,-1 0-1 0 0,2-2 0 0 0,4 1-3209 0 0</inkml:trace>
  <inkml:trace contextRef="#ctx0" brushRef="#br0" timeOffset="1">131 11 3201 0 0,'0'10'7797'0'0,"-1"32"-4228"0"0,1 21-1123 0 0,0-58-2520 0 0,1 0 0 0 0,-1 0 0 0 0,1 0-1 0 0,0-1 1 0 0,0 1 0 0 0,1 0 0 0 0,-1-1-1 0 0,1 1 1 0 0,0-1 0 0 0,5 8 0 0 0,-18-37-12390 0 0,2 16 9411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9.0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26 4313 0 0,'-26'-3'5976'0'0,"39"-3"-2549"0"0,44-4-2290 0 0,-37 8-1070 0 0,42-2 59 0 0,-59 4-101 0 0,0 0 0 0 0,1 0 0 0 0,-1 0 0 0 0,0 0 0 0 0,0 1 0 0 0,1 0 0 0 0,-1 0 0 0 0,0 0 0 0 0,0 0 0 0 0,0 0 0 0 0,0 1 0 0 0,0-1 0 0 0,0 1 0 0 0,4 2 0 0 0,-7-2 18 0 0,1-1 0 0 0,0 0 0 0 0,-1 1 0 0 0,1-1 0 0 0,-1 1 0 0 0,0-1 1 0 0,1 1-1 0 0,-1-1 0 0 0,0 1 0 0 0,0-1 0 0 0,0 1 0 0 0,0-1 0 0 0,0 1 1 0 0,0-1-1 0 0,-1 1 0 0 0,1-1 0 0 0,0 1 0 0 0,-1-1 0 0 0,1 1 0 0 0,-1-1 1 0 0,0 0-1 0 0,1 1 0 0 0,-1-1 0 0 0,0 0 0 0 0,0 1 0 0 0,-1 0 0 0 0,-24 35 790 0 0,-21 5 90 0 0,38-36-808 0 0,0 1-1 0 0,0 1 1 0 0,1-1-1 0 0,-11 15 0 0 0,18-22-115 0 0,1 1 0 0 0,0-1 0 0 0,0 0 0 0 0,0 0-1 0 0,0 0 1 0 0,-1 0 0 0 0,1 1 0 0 0,0-1 0 0 0,0 0-1 0 0,0 0 1 0 0,0 0 0 0 0,0 1 0 0 0,0-1 0 0 0,-1 0-1 0 0,1 0 1 0 0,0 0 0 0 0,0 1 0 0 0,0-1 0 0 0,0 0-1 0 0,0 0 1 0 0,0 1 0 0 0,0-1 0 0 0,0 0 0 0 0,0 0-1 0 0,0 1 1 0 0,0-1 0 0 0,0 0 0 0 0,0 0 0 0 0,0 1-1 0 0,0-1 1 0 0,1 0 0 0 0,-1 0 0 0 0,0 0 0 0 0,0 1-1 0 0,0-1 1 0 0,0 0 0 0 0,0 0 0 0 0,0 0 0 0 0,1 1-1 0 0,-1-1 1 0 0,0 0 0 0 0,0 0 0 0 0,0 0 0 0 0,1 1 0 0 0,13 0-108 0 0,16-7-157 0 0,26-6-565 0 0,-30 7-509 0 0,0-1 0 0 0,-1-1-1 0 0,1-1 1 0 0,35-17 0 0 0,-58 22 782 0 0,1 1-1 0 0,0-1 1 0 0,-1 0 0 0 0,1 0 0 0 0,-1 0-1 0 0,0-1 1 0 0,0 1 0 0 0,0-1 0 0 0,0 0-1 0 0,-1 0 1 0 0,1 0 0 0 0,-1 0 0 0 0,0 0-1 0 0,-1-1 1 0 0,1 1 0 0 0,-1 0-1 0 0,2-7 1 0 0,2-3-338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9.4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 1680 0 0,'0'-2'8662'0'0,"2"19"-4483"0"0,9 82-1530 0 0,-8-30-2030 0 0,0 10-767 0 0,-2-28-4244 0 0,-1-50 4252 0 0,0-1-1 0 0,-1 0 0 0 0,1 0 1 0 0,0 1-1 0 0,0-1 0 0 0,0 0 0 0 0,0 0 1 0 0,0 0-1 0 0,-1 1 0 0 0,1-1 0 0 0,0 0 1 0 0,0 0-1 0 0,0 0 0 0 0,-1 0 1 0 0,1 1-1 0 0,0-1 0 0 0,0 0 0 0 0,0 0 1 0 0,-1 0-1 0 0,1 0 0 0 0,0 0 0 0 0,0 0 1 0 0,-1 0-1 0 0,1 0 0 0 0,0 0 0 0 0,0 0 1 0 0,-1 0-1 0 0,1 0 0 0 0,0 0 1 0 0,0 0-1 0 0,-1 0 0 0 0,1 0 0 0 0,0 0 1 0 0,0 0-1 0 0,-1 0 0 0 0,1 0 0 0 0,0 0 1 0 0,0 0-1 0 0,-1 0 0 0 0,1 0 0 0 0,0-1 1 0 0,0 1-1 0 0,0 0 0 0 0,-1 0 1 0 0,1 0-1 0 0,0 0 0 0 0,0-1 0 0 0,0 1 1 0 0,-1 0-1 0 0,1 0 0 0 0,0 0 0 0 0,0-1 1 0 0,0 1-1 0 0,-1-1-617 0 0,-5-2-3046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29.8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152 1 4313 0 0,'-11'9'2105'0'0,"0"0"0"0"0,0 1 0 0 0,-13 16 0 0 0,22-24-1932 0 0,0 0 0 0 0,0 1 0 0 0,0-1 1 0 0,0 1-1 0 0,1-1 0 0 0,-1 1 0 0 0,0 0 0 0 0,1 0 0 0 0,0-1 0 0 0,0 1 0 0 0,0 0 0 0 0,0 0 0 0 0,0 0 0 0 0,1 0 0 0 0,-1 1 0 0 0,1-1 0 0 0,0 0 0 0 0,0 0 0 0 0,0 0 0 0 0,0 0 0 0 0,0 0 0 0 0,1 4 0 0 0,1-5-134 0 0,0 1 0 0 0,0-1 0 0 0,0 0 1 0 0,0 0-1 0 0,0 0 0 0 0,0 0 0 0 0,0 0 0 0 0,1 0 0 0 0,-1 0 1 0 0,1-1-1 0 0,-1 0 0 0 0,1 1 0 0 0,0-1 0 0 0,-1 0 0 0 0,1 0 1 0 0,0 0-1 0 0,0-1 0 0 0,0 1 0 0 0,0-1 0 0 0,-1 1 0 0 0,1-1 1 0 0,6 0-1 0 0,5 0-6 0 0,0-1 0 0 0,1 0 0 0 0,16-4 0 0 0,-18 2 5 0 0,0 0 0 0 0,-1-1 0 0 0,21-8 0 0 0,-30 10-20 0 0,1 1-1 0 0,-1-1 0 0 0,1 0 0 0 0,-1 0 1 0 0,1 0-1 0 0,-1 0 0 0 0,0-1 0 0 0,0 1 1 0 0,0-1-1 0 0,-1 0 0 0 0,1 0 1 0 0,-1 0-1 0 0,1 0 0 0 0,-1 0 0 0 0,0-1 1 0 0,3-5-1 0 0,-5 7 5 0 0,0 0 0 0 0,0 0 0 0 0,0 1 0 0 0,0-1 1 0 0,0 0-1 0 0,0 0 0 0 0,-1 0 0 0 0,1 0 0 0 0,-1 0 0 0 0,1 0 0 0 0,-1 1 0 0 0,0-1 0 0 0,1 0 1 0 0,-1 0-1 0 0,0 1 0 0 0,0-1 0 0 0,0 0 0 0 0,0 1 0 0 0,-1-1 0 0 0,1 1 0 0 0,0 0 1 0 0,-1-1-1 0 0,1 1 0 0 0,-1 0 0 0 0,1 0 0 0 0,-1 0 0 0 0,1 0 0 0 0,-1 0 0 0 0,0 0 1 0 0,0 0-1 0 0,1 1 0 0 0,-1-1 0 0 0,0 1 0 0 0,0-1 0 0 0,-3 1 0 0 0,-5-3 61 0 0,0 0-1 0 0,-1 1 1 0 0,1 1-1 0 0,0-1 0 0 0,-13 2 1 0 0,0 2-126 0 0,-1 1 0 0 0,1 1 1 0 0,0 1-1 0 0,-43 17 0 0 0,6-3-8321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34.4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45 5897 0 0,'-7'-1'4805'0'0,"12"6"-2201"0"0,17 5-639 0 0,11-9-1451 0 0,-1-1 0 0 0,1-2-1 0 0,-1-1 1 0 0,1-2 0 0 0,57-15 0 0 0,-41 9-539 0 0,63-7 1 0 0,-111 18-441 0 0,16 0 426 0 0,-10 2-3065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35.0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2 4457 0 0,'0'0'98'0'0,"0"0"1"0"0,0-1-1 0 0,0 1 1 0 0,0 0-1 0 0,-1 0 0 0 0,1 0 1 0 0,0 0-1 0 0,0 0 1 0 0,0 0-1 0 0,-1 0 0 0 0,1-1 1 0 0,0 1-1 0 0,0 0 1 0 0,0 0-1 0 0,-1 0 0 0 0,1 0 1 0 0,0 0-1 0 0,0 0 1 0 0,-1 0-1 0 0,1 0 0 0 0,0 0 1 0 0,0 0-1 0 0,0 0 1 0 0,-1 0-1 0 0,1 0 0 0 0,0 0 1 0 0,0 0-1 0 0,0 1 1 0 0,-1-1-1 0 0,1 0 0 0 0,0 0 1 0 0,0 0-1 0 0,0 0 1 0 0,-1 0-1 0 0,1 0 0 0 0,0 1 1 0 0,0-1-1 0 0,0 0 1 0 0,0 0-1 0 0,0 0 0 0 0,-1 0 1 0 0,1 1-1 0 0,0-1 1 0 0,0 0-1 0 0,0 0 0 0 0,0 0 1 0 0,0 1-1 0 0,0-1 1 0 0,0 0-1 0 0,0 0 0 0 0,0 0 1 0 0,0 1-1 0 0,0-1 1 0 0,0 0-1 0 0,0 0 0 0 0,0 0 1 0 0,0 1-1 0 0,0-1 1 0 0,0 0-1 0 0,0 0 0 0 0,0 1 1 0 0,0-1-1 0 0,0 0 1 0 0,0 0-1 0 0,0 0 0 0 0,0 1 1 0 0,0-1-1 0 0,0 0 1 0 0,1 0-1 0 0,16 7 2085 0 0,169-13 1307 0 0,1 1-6794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42.1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42 1960 0 0,'0'0'236'0'0,"-1"-1"-1"0"0,1 1 0 0 0,0-1 1 0 0,0 0-1 0 0,0 1 1 0 0,0-1-1 0 0,0 1 0 0 0,0-1 1 0 0,0 1-1 0 0,0-1 0 0 0,0 0 1 0 0,0 1-1 0 0,0-1 0 0 0,0 1 1 0 0,0-1-1 0 0,0 1 1 0 0,0-1-1 0 0,1 1 0 0 0,-1-1 1 0 0,0 0-1 0 0,0 1 0 0 0,1-1 1 0 0,-1 1-1 0 0,0 0 0 0 0,1-1 1 0 0,-1 1-1 0 0,1-1 0 0 0,-1 1 1 0 0,0 0-1 0 0,1-1 1 0 0,22-6 2599 0 0,36 8-2521 0 0,-46 0 345 0 0,15-1-434 0 0,1-2-1 0 0,41-7 1 0 0,-45 5-139 0 0,1 1 1 0 0,-1 1-1 0 0,35 1 0 0 0,-37 10-194 0 0,-23-9-8 0 0,0 0 0 0 0,0 1 0 0 0,1-1 0 0 0,-1 0 0 0 0,0 1 0 0 0,0-1-1 0 0,1 0 1 0 0,-1 1 0 0 0,0-1 0 0 0,0 1 0 0 0,0-1 0 0 0,0 1 0 0 0,0-1-1 0 0,1 0 1 0 0,-1 1 0 0 0,0-1 0 0 0,0 1 0 0 0,0-1 0 0 0,0 1 0 0 0,0-1 0 0 0,0 1-1 0 0,-1-1 1 0 0,1 0 0 0 0,0 1 0 0 0,0-1 0 0 0,0 1 0 0 0,0-1 0 0 0,0 1 0 0 0,-1-1-1 0 0,1 0 1 0 0,0 1 0 0 0,0-1 0 0 0,-1 0 0 0 0,1 1 0 0 0,0-1 0 0 0,-1 0-1 0 0,1 1 1 0 0,0-1 0 0 0,-1 0 0 0 0,1 1 0 0 0,0-1 0 0 0,-1 0 0 0 0,1 0 0 0 0,0 0-1 0 0,-1 1 1 0 0,1-1 0 0 0,-1 0 0 0 0,1 0 0 0 0,-1 0 0 0 0,-13 0-5013 0 0,8 1 2560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42.4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 5977 0 0,'-1'0'230'0'0,"1"0"0"0"0,-1 0-1 0 0,1 0 1 0 0,-1 0 0 0 0,0 0 0 0 0,1 0-1 0 0,-1 0 1 0 0,1 0 0 0 0,-1 1 0 0 0,1-1-1 0 0,-1 0 1 0 0,1 0 0 0 0,-1 0 0 0 0,1 1-1 0 0,0-1 1 0 0,-1 0 0 0 0,1 1-1 0 0,-1-1 1 0 0,1 0 0 0 0,-1 1 0 0 0,1-1-1 0 0,0 0 1 0 0,-1 1 0 0 0,1-1 0 0 0,0 1-1 0 0,0-1 1 0 0,-1 1 0 0 0,1-1 0 0 0,0 1-1 0 0,0 19 2960 0 0,7 0-4973 0 0,1-7-6242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42.9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 16 2553 0 0,'-25'0'8210'0'0,"44"0"-5367"0"0,12-6-2538 0 0,0 2 1 0 0,0 1 0 0 0,0 1 0 0 0,0 2 0 0 0,45 5 0 0 0,-76-5-290 0 0,0 0 0 0 0,0 0 0 0 0,0 0 0 0 0,0 0 0 0 0,1 0 0 0 0,-1 0 0 0 0,0 0 0 0 0,0 0 0 0 0,0 1 0 0 0,0-1 0 0 0,0 0 0 0 0,0 0 0 0 0,1 0 0 0 0,-1 0 0 0 0,0 0 0 0 0,0 0 0 0 0,0 0 0 0 0,0 0 1 0 0,0 0-1 0 0,0 1 0 0 0,0-1 0 0 0,0 0 0 0 0,0 0 0 0 0,0 0 0 0 0,0 0 0 0 0,1 0 0 0 0,-1 0 0 0 0,0 1 0 0 0,0-1 0 0 0,0 0 0 0 0,0 0 0 0 0,0 0 0 0 0,0 0 0 0 0,0 0 0 0 0,0 1 0 0 0,0-1 0 0 0,0 0 0 0 0,0 0 0 0 0,0 0 1 0 0,0 0-1 0 0,-1 0 0 0 0,1 0 0 0 0,0 1 0 0 0,0-1 0 0 0,0 0 0 0 0,0 0 0 0 0,0 0 0 0 0,0 0 0 0 0,0 0 0 0 0,0 0 0 0 0,0 0 0 0 0,0 1 0 0 0,0-1 0 0 0,-1 0 0 0 0,1 0 0 0 0,0 0 0 0 0,0 0 0 0 0,0 0 0 0 0,0 0 0 0 0,-13 11 500 0 0,-15 6-110 0 0,-9 0-80 0 0,-38 19 5 0 0,70-33-322 0 0,1-1 0 0 0,-1 1 0 0 0,1 1 0 0 0,-1-1 0 0 0,1 1 0 0 0,0-1 0 0 0,0 1 0 0 0,1 0 0 0 0,-1 1 0 0 0,1-1 0 0 0,-4 8 1 0 0,6-11-9 0 0,1-1 0 0 0,0 1 0 0 0,-1 0 0 0 0,1-1 0 0 0,0 1 0 0 0,0-1 0 0 0,0 1 0 0 0,0-1 1 0 0,-1 1-1 0 0,1-1 0 0 0,0 1 0 0 0,0 0 0 0 0,0-1 0 0 0,0 1 0 0 0,0-1 0 0 0,0 1 0 0 0,1-1 0 0 0,-1 1 1 0 0,0 0-1 0 0,0-1 0 0 0,0 1 0 0 0,0-1 0 0 0,1 1 0 0 0,-1-1 0 0 0,0 1 0 0 0,1-1 0 0 0,-1 1 1 0 0,0-1-1 0 0,1 1 0 0 0,-1-1 0 0 0,0 1 0 0 0,1-1 0 0 0,-1 0 0 0 0,1 1 0 0 0,0-1 0 0 0,25 6-8 0 0,29-10-41 0 0,-54 4 48 0 0,37-7-229 0 0,0-2 0 0 0,37-14 0 0 0,-12 1-5047 0 0,-52 20 2027 0 0,4 8-2077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5:50.0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22 32 0 0,'-13'-3'1733'0'0,"12"3"-1653"0"0,1 0-1 0 0,-1 0 1 0 0,1 1 0 0 0,0-1 0 0 0,-1 0-1 0 0,1 0 1 0 0,-1 0 0 0 0,1 0 0 0 0,-1-1-1 0 0,1 1 1 0 0,-1 0 0 0 0,1 0 0 0 0,-1 0-1 0 0,1 0 1 0 0,0 0 0 0 0,-1 0-1 0 0,1-1 1 0 0,-1 1 0 0 0,1 0 0 0 0,0 0-1 0 0,-1-1 1 0 0,1 1 0 0 0,0 0 0 0 0,-1-1-1 0 0,1 1 1 0 0,0 0 0 0 0,-1-1 0 0 0,1 1-1 0 0,0 0 1 0 0,0-1 0 0 0,-1 1 0 0 0,1-1-1 0 0,0 1 1 0 0,0-1 0 0 0,0 1 0 0 0,0 0-1 0 0,0-1 1 0 0,-1 1 0 0 0,1-1-1 0 0,0 1 1 0 0,0-1 0 0 0,0 1 0 0 0,0-1-1 0 0,0 0 1 0 0,0 1-31 0 0,0 0-1 0 0,0 0 1 0 0,0 0 0 0 0,0-1-1 0 0,0 1 1 0 0,0 0 0 0 0,0 0-1 0 0,-1 0 1 0 0,1 0 0 0 0,0 0-1 0 0,0-1 1 0 0,0 1 0 0 0,0 0-1 0 0,-1 0 1 0 0,1 0 0 0 0,0 0-1 0 0,0 0 1 0 0,0 0 0 0 0,-1 0-1 0 0,1 0 1 0 0,0 0 0 0 0,0 0-1 0 0,0 0 1 0 0,-1 0 0 0 0,1 0-1 0 0,0 0 1 0 0,0 0-1 0 0,0 0 1 0 0,0 0 0 0 0,-1 0-1 0 0,1 0 1 0 0,0 0 0 0 0,0 0-1 0 0,0 0 1 0 0,-1 0 0 0 0,1 0-1 0 0,0 0 1 0 0,0 1 0 0 0,0-1-1 0 0,0 0 1 0 0,-1 0 0 0 0,1 0-1 0 0,0 0 1 0 0,0 0 0 0 0,0 0-1 0 0,0 1 1 0 0,0-1 0 0 0,0 0-1 0 0,-1 0 1 0 0,1 0 0 0 0,0 0-1 0 0,0 1 1 0 0,0-1 0 0 0,0 0-1 0 0,0 0 1 0 0,0 1 5 0 0,0-1 1 0 0,0 0-1 0 0,-1 1 1 0 0,1-1-1 0 0,0 0 1 0 0,0 1-1 0 0,0-1 1 0 0,-1 0-1 0 0,1 1 1 0 0,0-1-1 0 0,0 0 1 0 0,-1 0-1 0 0,1 1 1 0 0,0-1-1 0 0,-1 0 1 0 0,1 0-1 0 0,0 0 1 0 0,-1 0-1 0 0,1 1 1 0 0,0-1-1 0 0,-1 0 1 0 0,1 0-1 0 0,0 0 1 0 0,-1 0-1 0 0,1 0 1 0 0,0 0-1 0 0,-1 0 1 0 0,1 0-1 0 0,0 0 1 0 0,-1 0-1 0 0,1 0 1 0 0,0 0-1 0 0,-1 0 1 0 0,1 0-1 0 0,-1 0 1 0 0,1 0-1 0 0,0-1 1 0 0,-1 1-1 0 0,1 0 1 0 0,0 0-1 0 0,0 0 1 0 0,-1 0-1 0 0,1-1 1 0 0,0 1-1 0 0,-1 0 1 0 0,1 0-1 0 0,0-1 1 0 0,0 1-1 0 0,-1 0 1 0 0,1 0-1 0 0,0-1 1 0 0,0 1 0 0 0,0 0-1 0 0,0-1 1 0 0,-1 1-1 0 0,1 0 1 0 0,0-1-1 0 0,0 1 1 0 0,0 0-1 0 0,0-1 1 0 0,0 1-1 0 0,0-1 1 0 0,0 1-1 0 0,0 0 1 0 0,0-1-1 0 0,0 1 1 0 0,0 0-1 0 0,0-1 1 0 0,0 1 3 0 0,0 0 0 0 0,0 0 1 0 0,0 0-1 0 0,-1 0 0 0 0,1 0 1 0 0,0 0-1 0 0,0 0 0 0 0,0 0 1 0 0,0 1-1 0 0,0-1 0 0 0,-1 0 1 0 0,1 0-1 0 0,0 0 0 0 0,0 0 1 0 0,0 0-1 0 0,0 0 0 0 0,-1 0 1 0 0,1 0-1 0 0,0 0 0 0 0,0 0 1 0 0,0 0-1 0 0,0 0 0 0 0,0 0 0 0 0,-1 0 1 0 0,1 0-1 0 0,0 0 0 0 0,0 0 1 0 0,0-1-1 0 0,0 1 0 0 0,0 0 1 0 0,-1 0-1 0 0,1 0 0 0 0,0 0 1 0 0,0 0-1 0 0,0 0 0 0 0,0 0 1 0 0,0 0-1 0 0,0-1 0 0 0,-1 1 1 0 0,1 0-1 0 0,0 0 0 0 0,0 0 1 0 0,0 0-1 0 0,0 0 0 0 0,0-1 1 0 0,0 1-1 0 0,0 0 0 0 0,0 0 1 0 0,0 0-1 0 0,0 0 0 0 0,0 0 1 0 0,0-1-1 0 0,0 1 0 0 0,-1 1 16 0 0,1 0 0 0 0,-1 0-1 0 0,1 0 1 0 0,0 0-1 0 0,-1 0 1 0 0,1 0-1 0 0,0 0 1 0 0,0 0 0 0 0,0 0-1 0 0,-1 0 1 0 0,1 1-1 0 0,0-1 1 0 0,1 0 0 0 0,-1 0-1 0 0,0 0 1 0 0,0 0-1 0 0,1 2 1 0 0,4 11 25 0 0,0 1 1 0 0,-2-1-1 0 0,1 1 0 0 0,-2 0 1 0 0,2 23-1 0 0,-4-38-149 0 0,0 0-1 0 0,0 0 1 0 0,0 0 0 0 0,0 0-1 0 0,0 0 1 0 0,0-1 0 0 0,0 1-1 0 0,0 0 1 0 0,0 0 0 0 0,0 0 0 0 0,0 0-1 0 0,0 0 1 0 0,0 0 0 0 0,0 0-1 0 0,0 0 1 0 0,0-1 0 0 0,1 1-1 0 0,-1 0 1 0 0,0 0 0 0 0,0 0-1 0 0,0 0 1 0 0,0 0 0 0 0,0 0-1 0 0,0 0 1 0 0,0 0 0 0 0,0 0 0 0 0,1 0-1 0 0,-1 0 1 0 0,0 0 0 0 0,0 0-1 0 0,0 0 1 0 0,0 0 0 0 0,0 0-1 0 0,0 0 1 0 0,0 0 0 0 0,1 0-1 0 0,-1 0 1 0 0,0 0 0 0 0,0 0 0 0 0,0 0-1 0 0,0 0 1 0 0,0 0 0 0 0,0 0-1 0 0,0 0 1 0 0,1 0 0 0 0,-1 0-1 0 0,0 0 1 0 0,0 0 0 0 0,0 0-1 0 0,0 0 1 0 0,0 0 0 0 0,0 0 0 0 0,0 0-1 0 0,1 1 1 0 0,3-15-6682 0 0,-4 7 1715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9.50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155 1 5553 0 0,'-7'0'548'0'0,"0"1"-1"0"0,0 0 0 0 0,1 1 1 0 0,-1-1-1 0 0,0 1 0 0 0,1 0 1 0 0,0 1-1 0 0,-1 0 0 0 0,-7 5 1 0 0,7-5-367 0 0,1 0 0 0 0,0 1 0 0 0,1 0 1 0 0,-1 1-1 0 0,1-1 0 0 0,0 1 0 0 0,0 0 1 0 0,0 1-1 0 0,1-1 0 0 0,-1 1 1 0 0,1 0-1 0 0,1 0 0 0 0,-1 0 0 0 0,1 0 1 0 0,-3 7-1 0 0,6-12-176 0 0,0 0 0 0 0,-1 1 0 0 0,1-1 0 0 0,0 0 0 0 0,0 0 0 0 0,0 0 0 0 0,0 0 0 0 0,0 0 0 0 0,0 0 0 0 0,0 0-1 0 0,0 1 1 0 0,0-1 0 0 0,0 0 0 0 0,1 0 0 0 0,-1 0 0 0 0,0 0 0 0 0,1 0 0 0 0,-1 0 0 0 0,1 0 0 0 0,-1 0 0 0 0,1 0 0 0 0,0 0 0 0 0,-1 0 0 0 0,1 0 0 0 0,0-1 0 0 0,0 1 0 0 0,1 1 0 0 0,1 0 0 0 0,-1-1 0 0 0,1 1 0 0 0,0-1 0 0 0,0 0 0 0 0,0 0 0 0 0,0 0 0 0 0,0-1 0 0 0,0 1 0 0 0,0-1 0 0 0,3 1-1 0 0,9-1 6 0 0,-1 0 0 0 0,0-1 0 0 0,19-3 0 0 0,41-14 83 0 0,-70 17-76 0 0,-1 0 0 0 0,1 0 0 0 0,-1-1 0 0 0,1 0 0 0 0,-1 1-1 0 0,0-1 1 0 0,1-1 0 0 0,-1 1 0 0 0,0 0 0 0 0,0-1 0 0 0,0 1-1 0 0,-1-1 1 0 0,1 0 0 0 0,-1 0 0 0 0,1 0 0 0 0,-1 0 0 0 0,2-5-1 0 0,-4 7-9 0 0,1 0-1 0 0,-1 0 0 0 0,1 0 0 0 0,-1 0 1 0 0,0-1-1 0 0,1 1 0 0 0,-1 0 0 0 0,0 0 1 0 0,0 0-1 0 0,0-1 0 0 0,0 1 0 0 0,0 0 1 0 0,0 0-1 0 0,0 0 0 0 0,-1-1 0 0 0,1 1 1 0 0,0 0-1 0 0,-1 0 0 0 0,1 0 0 0 0,-1 0 1 0 0,1-1-1 0 0,-1 1 0 0 0,1 0 0 0 0,-1 0 1 0 0,0 0-1 0 0,-1-1 0 0 0,0 0-2 0 0,0 1 0 0 0,0 0 0 0 0,0-1-1 0 0,-1 1 1 0 0,1 0 0 0 0,-1 0 0 0 0,1 0 0 0 0,0 0 0 0 0,-1 1-1 0 0,1-1 1 0 0,-6 0 0 0 0,-1 1 2 0 0,0-1-1 0 0,0 1 1 0 0,0 1-1 0 0,0 0 1 0 0,1 0-1 0 0,-13 3 1 0 0,16-2 35 0 0,-1 0 0 0 0,1 0 0 0 0,0 1 0 0 0,0-1 0 0 0,0 1 0 0 0,0 0 0 0 0,0 1 0 0 0,1-1 0 0 0,-1 1 0 0 0,1 0 0 0 0,0 0 1 0 0,0 0-1 0 0,1 1 0 0 0,-1-1 0 0 0,1 1 0 0 0,0 0 0 0 0,0 0 0 0 0,-3 8 0 0 0,4-9 3 0 0,1 1 0 0 0,0-1 0 0 0,0 1 0 0 0,0 0-1 0 0,1-1 1 0 0,0 1 0 0 0,0 0 0 0 0,0-1 0 0 0,0 1 0 0 0,1 0 0 0 0,0-1 0 0 0,0 1 0 0 0,0-1-1 0 0,0 1 1 0 0,1-1 0 0 0,-1 1 0 0 0,1-1 0 0 0,1 0 0 0 0,-1 0 0 0 0,0 0 0 0 0,1 0 0 0 0,5 6 0 0 0,29 26-128 0 0,1 2-1902 0 0,-20-8-2276 0 0,-18-42-5438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9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1 2865 0 0,'-6'52'8565'0'0,"8"31"-4937"0"0,1-22-2277 0 0,-2-52-1566 0 0,0 17 205 0 0,-3-17-2616 0 0</inkml:trace>
  <inkml:trace contextRef="#ctx0" brushRef="#br0" timeOffset="1">16 297 5353 0 0,'-14'9'5188'0'0,"12"-4"-1809"0"0,27-4-530 0 0,40-12-2141 0 0,34-10-508 0 0,39-10-1449 0 0,-50 4-5348 0 0,-68 23 416 0 0,-14 2 3115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0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90 29 4745 0 0,'-29'16'5443'0'0,"23"-13"-5089"0"0,1 0 0 0 0,0 0 0 0 0,1 0 0 0 0,-1 1 0 0 0,0 0 0 0 0,1 0-1 0 0,0 0 1 0 0,0 0 0 0 0,0 1 0 0 0,1-1 0 0 0,-1 1 0 0 0,-2 6-1 0 0,5-10-316 0 0,1-1-1 0 0,0 1 0 0 0,0 0 0 0 0,0-1 1 0 0,0 1-1 0 0,0-1 0 0 0,-1 1 0 0 0,1 0 1 0 0,0-1-1 0 0,1 1 0 0 0,-1-1 0 0 0,0 1 1 0 0,0-1-1 0 0,0 1 0 0 0,0 0 0 0 0,0-1 0 0 0,0 1 1 0 0,1-1-1 0 0,-1 1 0 0 0,0-1 0 0 0,1 1 1 0 0,-1-1-1 0 0,0 1 0 0 0,1-1 0 0 0,-1 1 1 0 0,0-1-1 0 0,1 0 0 0 0,-1 1 0 0 0,1-1 1 0 0,-1 1-1 0 0,1-1 0 0 0,0 1 0 0 0,24 5 337 0 0,26-7-277 0 0,-38-1-39 0 0,1 0-1 0 0,-1-2 1 0 0,19-5 0 0 0,-30 8-28 0 0,0 0 0 0 0,1 1 1 0 0,-1-1-1 0 0,0 0 0 0 0,0 0 0 0 0,0 0 1 0 0,1 0-1 0 0,-1 0 0 0 0,0-1 1 0 0,0 1-1 0 0,-1-1 0 0 0,1 1 0 0 0,0-1 1 0 0,0 0-1 0 0,-1 1 0 0 0,1-1 1 0 0,-1 0-1 0 0,0 0 0 0 0,1 0 0 0 0,-1 0 1 0 0,0 0-1 0 0,0-1 0 0 0,0 1 1 0 0,-1 0-1 0 0,1-1 0 0 0,0 1 0 0 0,0-4 1 0 0,-2 4-6 0 0,0 1 1 0 0,0-1 0 0 0,0 1-1 0 0,1-1 1 0 0,-2 1 0 0 0,1 0-1 0 0,0-1 1 0 0,0 1 0 0 0,0 0-1 0 0,0 0 1 0 0,-1 0 0 0 0,1 0 0 0 0,-1 0-1 0 0,1 0 1 0 0,-1 0 0 0 0,1 0-1 0 0,-1 1 1 0 0,1-1 0 0 0,-1 0-1 0 0,0 1 1 0 0,1-1 0 0 0,-1 1-1 0 0,0 0 1 0 0,1 0 0 0 0,-4-1-1 0 0,-46-2 48 0 0,50 3-69 0 0,-23 1-119 0 0,18 0-235 0 0,0 0 0 0 0,-1-1 0 0 0,1 1 0 0 0,-1-2 0 0 0,1 1 0 0 0,0-1 0 0 0,-1 0 0 0 0,1 0 0 0 0,-8-3 0 0 0,14 4 10 0 0,0-1 1 0 0,0 0 0 0 0,0 0-1 0 0,0 1 1 0 0,0-1-1 0 0,0 0 1 0 0,0 0-1 0 0,0 0 1 0 0,0 1 0 0 0,0-1-1 0 0,0 0 1 0 0,0 0-1 0 0,1 1 1 0 0,-1-1-1 0 0,0 0 1 0 0,1 1 0 0 0,-1-1-1 0 0,0 0 1 0 0,1 0-1 0 0,-1 1 1 0 0,1-1 0 0 0,0 0-1 0 0,8-9-4339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0.6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14 150 3297 0 0,'-5'-3'2877'0'0,"-3"-2"2763"0"0,17 0-4061 0 0,4-1-1529 0 0,3-3 124 0 0,0 1 1 0 0,1 1-1 0 0,-1 1 1 0 0,1 0 0 0 0,1 1-1 0 0,-1 1 1 0 0,26-3-1 0 0,-43 7-144 0 0,1 0 0 0 0,0 0 0 0 0,-1 0 0 0 0,1 0 0 0 0,-1 0 0 0 0,1 0 0 0 0,-1 0 0 0 0,1 0 0 0 0,-1 1 0 0 0,1-1 0 0 0,-1 0 0 0 0,1 0 0 0 0,-1 0 0 0 0,1 1 0 0 0,-1-1 0 0 0,1 0 0 0 0,-1 1 0 0 0,1-1 0 0 0,-1 0 0 0 0,0 1 0 0 0,1-1 0 0 0,-1 1 0 0 0,1-1 0 0 0,-1 0 0 0 0,0 1 0 0 0,0-1 0 0 0,1 1 0 0 0,-1-1 0 0 0,0 1 0 0 0,0-1 0 0 0,0 1 0 0 0,1-1 0 0 0,-1 1 0 0 0,0 0 0 0 0,0-1 0 0 0,0 1-1 0 0,0-1 1 0 0,0 1 0 0 0,0-1 0 0 0,0 1 0 0 0,0-1 0 0 0,0 1 0 0 0,0-1 0 0 0,0 1 0 0 0,-1 0 0 0 0,1-1 0 0 0,0 1 0 0 0,0-1 0 0 0,0 1 0 0 0,-1-1 0 0 0,1 0 0 0 0,0 1 0 0 0,-1-1 0 0 0,1 1 0 0 0,-1 0 0 0 0,-21 33 1113 0 0,18-28-983 0 0,-25 33 702 0 0,21-30-748 0 0,0 0 0 0 0,1 1 0 0 0,0 0 0 0 0,1 0 1 0 0,0 0-1 0 0,1 1 0 0 0,0-1 0 0 0,0 1 0 0 0,-2 12 0 0 0,6-22-116 0 0,1 0-1 0 0,0 0 1 0 0,0 0-1 0 0,0-1 0 0 0,0 1 1 0 0,0 0-1 0 0,0 0 1 0 0,0 0-1 0 0,0 0 1 0 0,0 0-1 0 0,0 0 0 0 0,0 0 1 0 0,1-1-1 0 0,-1 1 1 0 0,0 0-1 0 0,1 0 1 0 0,-1 0-1 0 0,1 0 0 0 0,-1-1 1 0 0,1 1-1 0 0,-1 0 1 0 0,1-1-1 0 0,-1 1 1 0 0,1 0-1 0 0,0-1 0 0 0,-1 1 1 0 0,1-1-1 0 0,0 1 1 0 0,0 0-1 0 0,2 0-29 0 0,-1 0 0 0 0,1-1 0 0 0,-1 1 0 0 0,1-1 0 0 0,-1 1 0 0 0,1-1 0 0 0,-1 0 0 0 0,1 0 0 0 0,-1 0 0 0 0,5-1 0 0 0,60-16-1496 0 0,-64 15 1343 0 0,10-2-1034 0 0,1-1-1 0 0,-1 0 1 0 0,17-11-1 0 0,-26 14 605 0 0,-1-1 0 0 0,1 0-1 0 0,-1 1 1 0 0,0-1-1 0 0,0 0 1 0 0,0 0 0 0 0,0-1-1 0 0,-1 1 1 0 0,0 0-1 0 0,1-1 1 0 0,-1 0 0 0 0,0 1-1 0 0,-1-1 1 0 0,1 0-1 0 0,1-6 1 0 0,3-6-1863 0 0</inkml:trace>
  <inkml:trace contextRef="#ctx0" brushRef="#br0" timeOffset="1">356 0 4377 0 0,'-9'19'6286'0'0,"3"20"-3723"0"0,4-20-1255 0 0,-4 13 30 0 0,-2 43-1 0 0,7-66-1317 0 0,1 0-1 0 0,0 1 0 0 0,1-1 0 0 0,0 0 0 0 0,0 0 0 0 0,1 0 1 0 0,0 0-1 0 0,1 0 0 0 0,5 13 0 0 0,-7-20-194 0 0,0 0 0 0 0,1 0 0 0 0,-1 0-1 0 0,0-1 1 0 0,1 1 0 0 0,0-1 0 0 0,-1 1 0 0 0,1-1 0 0 0,0 1 0 0 0,0-1-1 0 0,2 2 1 0 0,-3-3 51 0 0,-1 0-1 0 0,1 0 1 0 0,-1 0 0 0 0,1 0-1 0 0,-1 0 1 0 0,1 1 0 0 0,-1-1-1 0 0,1 0 1 0 0,-1 0 0 0 0,1 0-1 0 0,-1 0 1 0 0,1 0 0 0 0,-1-1-1 0 0,1 1 1 0 0,-1 0-1 0 0,1 0 1 0 0,-1 0 0 0 0,1 0-1 0 0,-1 0 1 0 0,0-1 0 0 0,1 1-1 0 0,-1 0 1 0 0,1 0 0 0 0,-1-1-1 0 0,1 1 1 0 0,-1 0 0 0 0,0-1-1 0 0,1 1 1 0 0,-1 0-1 0 0,0-1 1 0 0,1 1 0 0 0,-1-1-1 0 0,0 1 1 0 0,0-1 0 0 0,1 1-1 0 0,-1 0 1 0 0,0-1 0 0 0,0 1-1 0 0,0-1 1 0 0,1 1 0 0 0,-1-1-1 0 0,0 1 1 0 0,0-1-1 0 0,0 1 1 0 0,0-1 0 0 0,0 1-1 0 0,0-1 1 0 0,0 1 0 0 0,0-1-1 0 0,0 1 1 0 0,-1-1 0 0 0,1 1-1 0 0,0-1 1 0 0,0 1-1 0 0,-1-1 1 0 0,2-11-2738 0 0,7 5-1019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1.06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 5753 0 0,'0'0'219'0'0,"0"0"0"0"0,-1 0 0 0 0,1 1 0 0 0,0-1 0 0 0,-1 1-1 0 0,1-1 1 0 0,0 0 0 0 0,0 1 0 0 0,-1-1 0 0 0,1 1 0 0 0,0-1 0 0 0,0 0 0 0 0,0 1-1 0 0,0-1 1 0 0,-1 1 0 0 0,1-1 0 0 0,0 1 0 0 0,0-1 0 0 0,0 1 0 0 0,0-1-1 0 0,0 1 1 0 0,0-1 0 0 0,0 1 0 0 0,0-1 0 0 0,1 1 0 0 0,-1-1 0 0 0,0 1 0 0 0,0-1-1 0 0,0 0 1 0 0,0 1 0 0 0,1-1 0 0 0,-1 1 0 0 0,15 12 2851 0 0,21 0-1294 0 0,-18-12-1581 0 0,0-1-1 0 0,31-3 1 0 0,-42 2-991 0 0,1-1-1 0 0,-1 1 1 0 0,1-2 0 0 0,-1 1 0 0 0,9-5-1 0 0,-35 4-9041 0 0,14 11 6984 0 0</inkml:trace>
  <inkml:trace contextRef="#ctx0" brushRef="#br0" timeOffset="1">9 106 4073 0 0,'-1'1'269'0'0,"1"0"1"0"0,-1 0-1 0 0,0 0 1 0 0,0 0-1 0 0,0 0 1 0 0,1 0-1 0 0,-1 1 1 0 0,1-1-1 0 0,-1 0 1 0 0,1 0-1 0 0,-1 0 1 0 0,1 1-1 0 0,0-1 1 0 0,0 0-1 0 0,-1 0 1 0 0,1 1-1 0 0,0-1 1 0 0,0 0-1 0 0,0 1 1 0 0,0-1-1 0 0,0 0 1 0 0,1 0-1 0 0,-1 1 1 0 0,0-1-1 0 0,1 0 1 0 0,-1 0-1 0 0,1 2 1 0 0,1-2-119 0 0,-1 1 1 0 0,1-1-1 0 0,0 0 0 0 0,-1 0 1 0 0,1 0-1 0 0,0 0 1 0 0,0 0-1 0 0,0 0 0 0 0,0-1 1 0 0,0 1-1 0 0,0-1 1 0 0,-1 1-1 0 0,1-1 0 0 0,0 0 1 0 0,4 1-1 0 0,10-1-222 0 0,1 0 1 0 0,0-1-1 0 0,19-4 0 0 0,-31 4 263 0 0,20-2-567 0 0,24-3-1173 0 0,-23-3-3181 0 0,-24 0 823 0 0,-3 8 3207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1.4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155 0 3641 0 0,'-11'9'1390'0'0,"1"0"1"0"0,0 0-1 0 0,0 1 1 0 0,1 0-1 0 0,-14 20 1 0 0,21-27-1186 0 0,0 0 0 0 0,0 1 0 0 0,0-1 0 0 0,1 1 0 0 0,-1 0 1 0 0,1 0-1 0 0,0 0 0 0 0,0-1 0 0 0,0 1 0 0 0,0 8 0 0 0,1-10-117 0 0,0 0 1 0 0,1 1-1 0 0,-1-1 0 0 0,0 0 0 0 0,1 0 0 0 0,0 0 0 0 0,0 0 0 0 0,-1 1 0 0 0,1-1 0 0 0,0 0 0 0 0,1-1 0 0 0,-1 1 0 0 0,0 0 1 0 0,1 0-1 0 0,-1 0 0 0 0,1-1 0 0 0,-1 1 0 0 0,1-1 0 0 0,0 1 0 0 0,3 1 0 0 0,-2-1-57 0 0,1 0 1 0 0,-1 0-1 0 0,1 0 0 0 0,0-1 1 0 0,-1 0-1 0 0,1 0 0 0 0,0 0 1 0 0,0 0-1 0 0,0-1 0 0 0,0 1 0 0 0,-1-1 1 0 0,1 0-1 0 0,0 0 0 0 0,0 0 1 0 0,0-1-1 0 0,0 0 0 0 0,0 1 1 0 0,0-1-1 0 0,-1 0 0 0 0,1-1 1 0 0,0 1-1 0 0,-1-1 0 0 0,1 0 0 0 0,-1 0 1 0 0,1 0-1 0 0,-1 0 0 0 0,0 0 1 0 0,0-1-1 0 0,0 1 0 0 0,0-1 1 0 0,-1 0-1 0 0,1 0 0 0 0,-1 0 1 0 0,1 0-1 0 0,-1 0 0 0 0,3-7 0 0 0,-4 8-16 0 0,1-1-1 0 0,0 0 1 0 0,-1 0-1 0 0,0 0 0 0 0,0 0 1 0 0,0 0-1 0 0,0-1 0 0 0,0 1 1 0 0,-1 0-1 0 0,1 0 0 0 0,-1-1 1 0 0,0 1-1 0 0,0 0 1 0 0,0-1-1 0 0,-1 1 0 0 0,1 0 1 0 0,-1 0-1 0 0,-1-5 0 0 0,1 5 20 0 0,-1 0-1 0 0,0 0 0 0 0,0 1 1 0 0,0-1-1 0 0,0 0 0 0 0,0 1 1 0 0,-1 0-1 0 0,1 0 0 0 0,-1-1 1 0 0,1 1-1 0 0,-1 1 0 0 0,0-1 1 0 0,0 0-1 0 0,1 1 0 0 0,-1-1 1 0 0,-1 1-1 0 0,1 0 0 0 0,0 0 1 0 0,0 0-1 0 0,0 0 0 0 0,0 1 1 0 0,-6-1-1 0 0,0 1-33 0 0,0 0 0 0 0,0 0-1 0 0,0 1 1 0 0,0 0 0 0 0,0 0 0 0 0,0 1 0 0 0,0 0 0 0 0,0 1 0 0 0,-10 5 0 0 0,-36 8-2230 0 0,47-19-1637 0 0,14-6-1284 0 0,3 0 328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1.9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251 0 6937 0 0,'-6'3'1185'0'0,"0"0"-1"0"0,0 0 0 0 0,0 1 0 0 0,1 0 0 0 0,0 0 0 0 0,-6 5 0 0 0,-49 58 1621 0 0,29-30-1687 0 0,-11 13-471 0 0,29-33-964 0 0,0-1 0 0 0,-1-1 0 0 0,-18 16 0 0 0,50-74-12255 0 0,-12 23 8304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2.41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166 1 5833 0 0,'4'1'461'0'0,"0"1"0"0"0,-1 0 0 0 0,1 0-1 0 0,0 0 1 0 0,-1 0 0 0 0,0 1 0 0 0,0-1 0 0 0,0 1-1 0 0,0 0 1 0 0,0 0 0 0 0,0 0 0 0 0,-1 1 0 0 0,1-1-1 0 0,-1 0 1 0 0,0 1 0 0 0,0 0 0 0 0,0-1 0 0 0,0 1 0 0 0,-1 0-1 0 0,2 7 1 0 0,0-3-177 0 0,-1 1 0 0 0,0 0 0 0 0,0 0 0 0 0,-1 0 0 0 0,-1 0-1 0 0,1 0 1 0 0,-1 0 0 0 0,-2 13 0 0 0,-2-1-191 0 0,-2 0-1 0 0,0 0 1 0 0,-1-1 0 0 0,-1 0-1 0 0,0 0 1 0 0,-2-1-1 0 0,-1 0 1 0 0,0-1 0 0 0,-1 0-1 0 0,-1-1 1 0 0,0 0-1 0 0,-2-1 1 0 0,-21 19-1 0 0,35-34-245 0 0,0 0-1 0 0,0 0 0 0 0,0 0 0 0 0,0 0 0 0 0,0-1 1 0 0,0 1-1 0 0,0 0 0 0 0,0-1 0 0 0,0 1 0 0 0,0-1 1 0 0,0 1-1 0 0,0-1 0 0 0,-1 1 0 0 0,1-1 0 0 0,0 0 0 0 0,0 0 1 0 0,0 0-1 0 0,-1 1 0 0 0,1-1 0 0 0,0 0 0 0 0,0 0 1 0 0,0-1-1 0 0,-1 1 0 0 0,1 0 0 0 0,0 0 0 0 0,0-1 1 0 0,0 1-1 0 0,-1 0 0 0 0,1-1 0 0 0,0 1 0 0 0,0-1 1 0 0,0 0-1 0 0,0 1 0 0 0,0-1 0 0 0,-1-1 0 0 0,-2-2-1081 0 0,1-1 1 0 0,0 1-1 0 0,0-1 0 0 0,0 0 0 0 0,1 0 0 0 0,-4-7 1 0 0,3 4 158 0 0,-3-6-2165 0 0</inkml:trace>
  <inkml:trace contextRef="#ctx0" brushRef="#br0" timeOffset="1">47 165 7450 0 0,'23'31'7691'0'0,"2"3"-5614"0"0,-20-30-2088 0 0,0 0 0 0 0,0 0 0 0 0,0 0-1 0 0,1-1 1 0 0,-1 0 0 0 0,1 0 0 0 0,0-1 0 0 0,0 1-1 0 0,0-1 1 0 0,1 0 0 0 0,11 1 0 0 0,-3-1-1275 0 0,-1 0-1 0 0,0-2 1 0 0,1 0 0 0 0,17-2 0 0 0,-10-6-4545 0 0,-9 5 2153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2.7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251 0 8066 0 0,'-55'83'10015'0'0,"5"2"-6562"0"0,-45 69-3897 0 0,90-147 674 0 0,-14 16-4838 0 0,19-23 4324 0 0,-1 0 1 0 0,1 1 0 0 0,-1-1 0 0 0,0 0 0 0 0,1 1 0 0 0,-1-1 0 0 0,1 0 0 0 0,-1 0 0 0 0,0 0 0 0 0,1 0 0 0 0,-1 1 0 0 0,0-1-1 0 0,1 0 1 0 0,-1 0 0 0 0,0 0 0 0 0,1 0 0 0 0,-1 0 0 0 0,0-1 0 0 0,1 1 0 0 0,-1 0 0 0 0,0 0 0 0 0,1 0 0 0 0,-1 0-1 0 0,1-1 1 0 0,-1 1 0 0 0,0 0 0 0 0,1-1 0 0 0,-1 1 0 0 0,1 0 0 0 0,-1-1 0 0 0,1 1 0 0 0,-1-1 0 0 0,1 1 0 0 0,-1-1-1 0 0,1 1 1 0 0,-1-2 0 0 0,-4-5-4362 0 0</inkml:trace>
  <inkml:trace contextRef="#ctx0" brushRef="#br0" timeOffset="1">140 85 7762 0 0,'12'4'5535'0'0,"11"12"-3589"0"0,-11-8-801 0 0,6 3-474 0 0,1 0 1 0 0,-1 2 0 0 0,-1 0 0 0 0,-1 1 0 0 0,28 28 0 0 0,-41-38-647 0 0,1 1-1 0 0,-1-1 1 0 0,0 1-1 0 0,0 0 0 0 0,-1-1 1 0 0,0 1-1 0 0,1 1 1 0 0,-2-1-1 0 0,1 0 0 0 0,0 0 1 0 0,-1 1-1 0 0,0-1 1 0 0,-1 1-1 0 0,1-1 0 0 0,-1 1 1 0 0,0-1-1 0 0,0 1 1 0 0,-1-1-1 0 0,1 1 0 0 0,-1-1 1 0 0,0 1-1 0 0,-1-1 1 0 0,0 0-1 0 0,1 0 1 0 0,-2 0-1 0 0,1 1 0 0 0,0-2 1 0 0,-5 7-1 0 0,0 0-70 0 0,-1 1 0 0 0,-1-1 0 0 0,0 0 0 0 0,0-1-1 0 0,-1 0 1 0 0,-1-1 0 0 0,-12 10 0 0 0,16-15-321 0 0,1 1-1 0 0,-1-1 1 0 0,0 0 0 0 0,1 0-1 0 0,-2-1 1 0 0,1 0 0 0 0,0 0 0 0 0,-1-1-1 0 0,1 0 1 0 0,-1 0 0 0 0,0-1-1 0 0,0 0 1 0 0,1 0 0 0 0,-11-1 0 0 0,14-1-303 0 0,0 0 1 0 0,0 0 0 0 0,0-1 0 0 0,0 0 0 0 0,0 0 0 0 0,0 0 0 0 0,0 0-1 0 0,1 0 1 0 0,0-1 0 0 0,-1 1 0 0 0,1-1 0 0 0,0 0 0 0 0,0 0 0 0 0,0 0-1 0 0,-2-4 1 0 0,-6-10-2921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23.19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9802 0 0,'4'7'2913'0'0,"0"2"-1177"0"0,6 4-288 0 0,0 2-359 0 0,1-2-249 0 0,-1 2-256 0 0,0-4-176 0 0,0 0-160 0 0,1-1-152 0 0,-1-2-72 0 0,1-1-240 0 0,1 1-424 0 0,-1-3-680 0 0,0 0-1033 0 0,-3-4-1656 0 0,4-1-3080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55.50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27 1 6777 0 0,'-2'0'430'0'0,"1"2"0"0"0,0-1 0 0 0,0 0 0 0 0,0 0 0 0 0,0 0 0 0 0,0 0 0 0 0,0 1 0 0 0,0-1 0 0 0,0 1 0 0 0,1-1 0 0 0,-1 0 0 0 0,1 1 0 0 0,-1-1 0 0 0,1 1 0 0 0,-1-1 0 0 0,1 1 0 0 0,-1 3 0 0 0,-6 30 1799 0 0,4-6-1316 0 0,2 0 1 0 0,1 42-1 0 0,1-58-845 0 0,1 0 0 0 0,0 1 0 0 0,0-1 0 0 0,1 0 0 0 0,1-1 1 0 0,0 1-1 0 0,10 19 0 0 0,-14-31-137 0 0,0-1 1 0 0,0 1 0 0 0,1-1-1 0 0,-1 1 1 0 0,0-1-1 0 0,0 1 1 0 0,1-1-1 0 0,-1 1 1 0 0,0-1-1 0 0,1 0 1 0 0,-1 1-1 0 0,0-1 1 0 0,1 1 0 0 0,-1-1-1 0 0,0 0 1 0 0,1 0-1 0 0,-1 1 1 0 0,1-1-1 0 0,-1 0 1 0 0,1 0-1 0 0,-1 1 1 0 0,1-1-1 0 0,-1 0 1 0 0,1 0 0 0 0,-1 0-1 0 0,1 0 1 0 0,-1 0-1 0 0,1 0 1 0 0,-1 0-1 0 0,1 0 1 0 0,-1 0-1 0 0,1 0 1 0 0,-1 0-1 0 0,1 0 1 0 0,-1 0 0 0 0,1 0-1 0 0,-1 0 1 0 0,1 0-1 0 0,-1-1 1 0 0,1 1-1 0 0,-1 0 1 0 0,1 0-1 0 0,-1-1 1 0 0,0 1-1 0 0,1 0 1 0 0,-1-1-1 0 0,1 1 1 0 0,0-1-257 0 0,0 0 0 0 0,0 0 1 0 0,-1 0-1 0 0,1 0 0 0 0,0 0 0 0 0,-1-1 1 0 0,1 1-1 0 0,-1 0 0 0 0,1 0 0 0 0,-1 0 1 0 0,0 0-1 0 0,1-1 0 0 0,-1 1 0 0 0,0 0 0 0 0,0 0 1 0 0,0-1-1 0 0,0 1 0 0 0,0 0 0 0 0,0 0 1 0 0,0-2-1 0 0,-7-16-3891 0 0,6 4-173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55.958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133 1 5881 0 0,'-7'2'991'0'0,"0"0"0"0"0,1 1 0 0 0,-1 0 0 0 0,1 0 0 0 0,0 1 0 0 0,0 0-1 0 0,0 0 1 0 0,-9 9 0 0 0,8-8-782 0 0,1 1 0 0 0,0 0 1 0 0,1 1-1 0 0,-1 0 0 0 0,1 0 0 0 0,1 0 0 0 0,-1 0 0 0 0,1 1 1 0 0,0-1-1 0 0,1 1 0 0 0,-5 14 0 0 0,7-17-191 0 0,0-1 1 0 0,1 1-1 0 0,-1-1 0 0 0,1 1 1 0 0,0 0-1 0 0,0-1 0 0 0,0 1 1 0 0,1 0-1 0 0,-1-1 0 0 0,1 1 1 0 0,1-1-1 0 0,-1 1 1 0 0,0-1-1 0 0,1 1 0 0 0,0-1 1 0 0,0 0-1 0 0,0 0 0 0 0,1 0 1 0 0,-1 0-1 0 0,1 0 0 0 0,0-1 1 0 0,0 1-1 0 0,0-1 0 0 0,1 0 1 0 0,-1 0-1 0 0,1 0 0 0 0,-1 0 1 0 0,1 0-1 0 0,6 2 0 0 0,-3-2-41 0 0,-1 0 0 0 0,0-1 0 0 0,1 0 0 0 0,-1 0 0 0 0,1 0 0 0 0,-1-1 0 0 0,1 0-1 0 0,0-1 1 0 0,0 1 0 0 0,0-1 0 0 0,-1 0 0 0 0,1-1 0 0 0,0 0 0 0 0,0 0 0 0 0,-1 0 0 0 0,1-1-1 0 0,-1 0 1 0 0,1 0 0 0 0,10-6 0 0 0,16-17-2977 0 0,-32 24 2617 0 0,0 0-1 0 0,0 0 1 0 0,0-1 0 0 0,-1 1-1 0 0,1 0 1 0 0,0-1 0 0 0,-1 1-1 0 0,1 0 1 0 0,-1-1 0 0 0,0 1-1 0 0,1-1 1 0 0,-1 1 0 0 0,0-1-1 0 0,0 1 1 0 0,0-1 0 0 0,0 1-1 0 0,0-1 1 0 0,0 1 0 0 0,0-1-1 0 0,-1 1 1 0 0,1-1 0 0 0,0 1-1 0 0,-2-3 1 0 0,0-4-3454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56.38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19 51 7314 0 0,'-19'18'4480'0'0,"32"-17"-2169"0"0,40-21-1403 0 0,-46 18-939 0 0,24-12 339 0 0,-18 8 149 0 0,0 0-1 0 0,0 1 1 0 0,0 1-1 0 0,1 0 0 0 0,0 1 1 0 0,18-3-1 0 0,-33 7-323 0 0,0 0 0 0 0,0-1 0 0 0,0 1-1 0 0,0 0 1 0 0,0 0 0 0 0,0 0 0 0 0,0 0 0 0 0,1 0-1 0 0,-1 0 1 0 0,0 0 0 0 0,0 0 0 0 0,1 0 0 0 0,-1 1-1 0 0,1-1 1 0 0,-1 0 0 0 0,1 0 0 0 0,0 0 0 0 0,-1 1-1 0 0,1 1 1 0 0,-6 26 513 0 0,5-21-480 0 0,0-1 0 0 0,1 1 1 0 0,0-1-1 0 0,1 1 0 0 0,-1-1 0 0 0,1 1 0 0 0,4 11 0 0 0,11 13-2302 0 0,-14-30 1232 0 0,-1 0 1 0 0,1 0 0 0 0,0 0 0 0 0,0 0-1 0 0,0-1 1 0 0,0 1 0 0 0,1-1 0 0 0,-1 1 0 0 0,0-1-1 0 0,1 0 1 0 0,2 1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58.103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16 0 4969 0 0,'-8'21'5892'0'0,"5"22"-3262"0"0,2-23-1390 0 0,-2 11-666 0 0,2-1 1 0 0,1 1-1 0 0,2 0 0 0 0,0-1 1 0 0,2 1-1 0 0,2-1 0 0 0,9 33 0 0 0,6-36-985 0 0,-9-22-2381 0 0,-11-5 2533 0 0,-1-1 0 0 0,1 1 0 0 0,-1 0 1 0 0,0-1-1 0 0,1 1 0 0 0,-1-1 0 0 0,1 1 1 0 0,-1 0-1 0 0,0-1 0 0 0,0 1 0 0 0,1-1 1 0 0,-1 1-1 0 0,0-1 0 0 0,0 1 0 0 0,1-1 1 0 0,-1 1-1 0 0,0-1 0 0 0,0 1 0 0 0,0-1 1 0 0,0 1-1 0 0,0-1 0 0 0,0 1 0 0 0,0-1 1 0 0,0 1-1 0 0,0-1 0 0 0,0 1 0 0 0,0-2 1 0 0,0-6-5498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01.911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1 53 5489 0 0,'45'-4'10796'0'0,"52"-14"-7239"0"0,64-9-4574 0 0,-146 25-4613 0 0,-27 1 1028 0 0,-28 1-1780 0 0,27 2 4419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02.320"/>
    </inkml:context>
    <inkml:brush xml:id="br0">
      <inkml:brushProperty name="width" value="0.05" units="cm"/>
      <inkml:brushProperty name="height" value="0.05" units="cm"/>
      <inkml:brushProperty name="color" value="#849398"/>
    </inkml:brush>
  </inkml:definitions>
  <inkml:trace contextRef="#ctx0" brushRef="#br0">4 1 2689 0 0,'-4'1'13150'0'0,"13"20"-9331"0"0,-2 51-1239 0 0,-5-47-2380 0 0,0 0 0 0 0,2-1-1 0 0,0 1 1 0 0,16 47 0 0 0,-5-57-1319 0 0,-15-15 972 0 0,0 0-1 0 0,0-1 1 0 0,0 1 0 0 0,0 0 0 0 0,0 0 0 0 0,0 0 0 0 0,0-1 0 0 0,0 1-1 0 0,0 0 1 0 0,0 0 0 0 0,0-1 0 0 0,0 1 0 0 0,0 0 0 0 0,0 0-1 0 0,0 0 1 0 0,0-1 0 0 0,0 1 0 0 0,0 0 0 0 0,0 0 0 0 0,0 0 0 0 0,1-1-1 0 0,-1 1 1 0 0,0 0 0 0 0,0 0 0 0 0,1-1-442 0 0,-1 1 442 0 0,0 0 0 0 0,0 0 0 0 0,0 0 0 0 0,1 0 0 0 0,-1 0-1 0 0,0-1 1 0 0,0 1 0 0 0,0 0 0 0 0,1 0 0 0 0,-1 0 0 0 0,0 0 0 0 0,0 0-1 0 0,1 0 1 0 0,-1 0 0 0 0,0 0 0 0 0,0 0 0 0 0,1 0 0 0 0,-1 0-1 0 0,0 0 1 0 0,0 0 0 0 0,0 0 0 0 0,1 0 0 0 0,-1 1 0 0 0,0-1 0 0 0,0 0-1 0 0,-6-17-4883 0 0,1 2-1193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2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119 121 504 0 0,'-3'-6'898'0'0,"0"0"0"0"0,0 0 0 0 0,0 0 0 0 0,1 0 0 0 0,0-1 0 0 0,-2-8 0 0 0,3 10-363 0 0,0 0-1 0 0,0-1 1 0 0,-1 1-1 0 0,0 0 1 0 0,0 0 0 0 0,0 0-1 0 0,-1 0 1 0 0,0 1-1 0 0,-4-7 1 0 0,7 11-504 0 0,0 0-1 0 0,-1-1 1 0 0,1 1 0 0 0,-1 0 0 0 0,1 0-1 0 0,0-1 1 0 0,-1 1 0 0 0,1 0 0 0 0,0 0-1 0 0,-1 0 1 0 0,1 0 0 0 0,-1-1-1 0 0,1 1 1 0 0,-1 0 0 0 0,1 0 0 0 0,0 0-1 0 0,-1 0 1 0 0,1 0 0 0 0,-1 0 0 0 0,1 0-1 0 0,-1 0 1 0 0,1 0 0 0 0,0 0 0 0 0,-1 1-1 0 0,1-1 1 0 0,-1 0 0 0 0,1 0 0 0 0,-1 0-1 0 0,1 0 1 0 0,0 1 0 0 0,-1-1-1 0 0,0 1 1 0 0,-13 15 396 0 0,-8 25-247 0 0,20-38-118 0 0,-2 6-38 0 0,0 0-1 0 0,1 0 1 0 0,0 0-1 0 0,0 0 1 0 0,1 1 0 0 0,-1 9-1 0 0,2-17-21 0 0,1-1 1 0 0,0 1-1 0 0,0-1 0 0 0,0 1 0 0 0,0-1 0 0 0,0 1 0 0 0,0-1 0 0 0,1 0 0 0 0,-1 1 0 0 0,0-1 1 0 0,1 1-1 0 0,-1-1 0 0 0,1 0 0 0 0,0 1 0 0 0,-1-1 0 0 0,1 0 0 0 0,0 0 0 0 0,0 1 0 0 0,0-1 0 0 0,-1 0 1 0 0,1 0-1 0 0,0 0 0 0 0,1 0 0 0 0,-1 0 0 0 0,0 0 0 0 0,0 0 0 0 0,0-1 0 0 0,1 1 0 0 0,-1 0 1 0 0,0-1-1 0 0,0 1 0 0 0,1-1 0 0 0,-1 1 0 0 0,1-1 0 0 0,-1 1 0 0 0,1-1 0 0 0,-1 0 0 0 0,0 0 0 0 0,1 0 1 0 0,-1 0-1 0 0,1 0 0 0 0,-1 0 0 0 0,1 0 0 0 0,-1 0 0 0 0,1-1 0 0 0,-1 1 0 0 0,0-1 0 0 0,1 1 1 0 0,1-1-1 0 0,26-8-43 0 0,0-2 1 0 0,0 0 0 0 0,-1-2-1 0 0,-1-1 1 0 0,0-1-1 0 0,30-22 1 0 0,-53 34 3 0 0,0 0 0 0 0,-1 0 0 0 0,1 0 1 0 0,-1-1-1 0 0,1 1 0 0 0,-1-1 0 0 0,0 0 0 0 0,0 0 0 0 0,0 0 1 0 0,2-5-1 0 0,-5 8 17 0 0,1 0 0 0 0,-1 1 0 0 0,0-1 1 0 0,1 0-1 0 0,-1 0 0 0 0,0 1 0 0 0,0-1 0 0 0,0 0 1 0 0,0 0-1 0 0,0 0 0 0 0,0 0 0 0 0,0 1 0 0 0,0-1 1 0 0,0 0-1 0 0,0 0 0 0 0,0 0 0 0 0,0 1 0 0 0,-1-1 1 0 0,1 0-1 0 0,0 0 0 0 0,-1 0 0 0 0,1 1 1 0 0,0-1-1 0 0,-2-1 0 0 0,1 1-14 0 0,0 0 0 0 0,-1 0 1 0 0,1 0-1 0 0,-1 1 0 0 0,0-1 0 0 0,1 0 1 0 0,-1 1-1 0 0,0-1 0 0 0,0 1 1 0 0,1-1-1 0 0,-1 1 0 0 0,0 0 0 0 0,0 0 1 0 0,1-1-1 0 0,-1 1 0 0 0,-2 1 0 0 0,-3-1 53 0 0,0 1 0 0 0,1-1 0 0 0,-1 1 0 0 0,1 1 0 0 0,-1-1 0 0 0,1 1 0 0 0,0 1 0 0 0,-1-1 0 0 0,1 1 0 0 0,0 0-1 0 0,1 0 1 0 0,-1 1 0 0 0,0-1 0 0 0,1 1 0 0 0,0 0 0 0 0,0 1 0 0 0,0 0 0 0 0,1-1 0 0 0,-1 1 0 0 0,1 1 0 0 0,0-1 0 0 0,1 1 0 0 0,-1-1 0 0 0,-2 8-1 0 0,4-8-24 0 0,-1 1-1 0 0,1-1 0 0 0,0 1 1 0 0,1 0-1 0 0,-1-1 0 0 0,1 1 1 0 0,1 0-1 0 0,-1 0 1 0 0,1 0-1 0 0,0 0 0 0 0,0 0 1 0 0,0 0-1 0 0,1 0 0 0 0,0 0 1 0 0,0-1-1 0 0,1 1 0 0 0,-1 0 1 0 0,1 0-1 0 0,1-1 0 0 0,-1 1 1 0 0,1-1-1 0 0,0 0 0 0 0,0 0 1 0 0,0 0-1 0 0,1 0 0 0 0,7 7 1 0 0,-19-30-9306 0 0,6 12 6629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3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1 2457 0 0,'-7'17'6141'0'0,"6"21"-4109"0"0,0-21-821 0 0,-6 43 876 0 0,3-40-1826 0 0,2-1-1 0 0,0 1 1 0 0,1 35 0 0 0,1-54-364 0 0,0-1 1 0 0,0 0-1 0 0,0 1 0 0 0,0-1 0 0 0,0 1 1 0 0,0-1-1 0 0,0 0 0 0 0,0 1 0 0 0,0-1 0 0 0,0 0 1 0 0,0 1-1 0 0,0-1 0 0 0,1 0 0 0 0,-1 1 1 0 0,0-1-1 0 0,0 1 0 0 0,0-1 0 0 0,0 0 1 0 0,0 0-1 0 0,1 1 0 0 0,-1-1 0 0 0,0 0 0 0 0,0 1 1 0 0,1-1-1 0 0,-1 0 0 0 0,0 0 0 0 0,1 1 1 0 0,-1-1-1 0 0,0 0 0 0 0,0 0 0 0 0,1 0 0 0 0,-1 1 1 0 0,0-1-1 0 0,1 0 0 0 0,-1 0 0 0 0,1 0 1 0 0,-1 0-103 0 0,1 0 1 0 0,-1-1-1 0 0,0 1 1 0 0,0-1-1 0 0,1 1 1 0 0,-1 0-1 0 0,0-1 1 0 0,0 1 0 0 0,0-1-1 0 0,1 1 1 0 0,-1-1-1 0 0,0 1 1 0 0,0 0-1 0 0,0-1 1 0 0,0 1 0 0 0,0-1-1 0 0,0 1 1 0 0,0-1-1 0 0,0 1 1 0 0,0-1-1 0 0,0 1 1 0 0,0-1-1 0 0,0 1 1 0 0,-1 0 0 0 0,1-1-1 0 0,0 1 1 0 0,0-1-1 0 0,-1 0 1 0 0,-2-7-3588 0 0</inkml:trace>
  <inkml:trace contextRef="#ctx0" brushRef="#br0" timeOffset="1">38 279 7538 0 0,'-5'5'609'0'0,"0"-1"1"0"0,1 1 0 0 0,0 0 0 0 0,0 1 0 0 0,0-1-1 0 0,0 1 1 0 0,-2 6 0 0 0,6-11-541 0 0,-1-1 1 0 0,1 1-1 0 0,0 0 0 0 0,0-1 0 0 0,0 1 1 0 0,-1 0-1 0 0,1-1 0 0 0,0 1 1 0 0,0 0-1 0 0,0 0 0 0 0,0-1 0 0 0,0 1 1 0 0,0 0-1 0 0,1-1 0 0 0,-1 1 0 0 0,0 0 1 0 0,0-1-1 0 0,0 1 0 0 0,1 0 1 0 0,-1-1-1 0 0,0 1 0 0 0,1 0 0 0 0,-1-1 1 0 0,1 1-1 0 0,-1-1 0 0 0,1 2 0 0 0,1-1-12 0 0,0 0-1 0 0,0 0 0 0 0,1 0 0 0 0,-1 0 1 0 0,0-1-1 0 0,0 1 0 0 0,0 0 0 0 0,0-1 1 0 0,1 0-1 0 0,-1 1 0 0 0,0-1 0 0 0,1 0 1 0 0,2-1-1 0 0,31-2-386 0 0,1-1 0 0 0,-1-2 0 0 0,1-2 0 0 0,-2-1 0 0 0,67-27-1 0 0,-97 35-326 0 0,-1-1-1 0 0,0 0 0 0 0,1 0 0 0 0,-1 0 0 0 0,0-1 1 0 0,0 1-1 0 0,-1-1 0 0 0,1 0 0 0 0,0 0 0 0 0,-1 0 1 0 0,6-7-1 0 0,-3 2-3134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3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26 6145 0 0,'-10'12'780'0'0,"0"-1"0"0"0,0 1 0 0 0,1 1 0 0 0,1 0 0 0 0,0 0 0 0 0,1 0-1 0 0,0 1 1 0 0,-8 23 0 0 0,15-36-757 0 0,0 0 0 0 0,-1 0 0 0 0,1 1 0 0 0,0-1 0 0 0,0 0 0 0 0,0 0-1 0 0,0 0 1 0 0,0 0 0 0 0,0 0 0 0 0,0 0 0 0 0,0 0 0 0 0,0 1 0 0 0,0-1 0 0 0,0 0 0 0 0,1 0 0 0 0,-1 0-1 0 0,1 0 1 0 0,-1 0 0 0 0,1 0 0 0 0,-1 0 0 0 0,1 0 0 0 0,-1 0 0 0 0,1 0 0 0 0,0 0 0 0 0,-1-1 0 0 0,1 1-1 0 0,0 0 1 0 0,0 0 0 0 0,0-1 0 0 0,1 2 0 0 0,0-1-5 0 0,1 0 0 0 0,0-1 0 0 0,0 1-1 0 0,-1 0 1 0 0,1-1 0 0 0,0 0 0 0 0,0 1 0 0 0,0-1 0 0 0,0 0 0 0 0,-1-1 0 0 0,6 0-1 0 0,6-2-20 0 0,1 0-1 0 0,-1-1 0 0 0,21-9 1 0 0,-24 8-11 0 0,68-34-22 0 0,-72 36 30 0 0,-1-1-1 0 0,0 0 0 0 0,-1-1 0 0 0,1 0 0 0 0,-1 1 1 0 0,1-2-1 0 0,-2 1 0 0 0,1 0 0 0 0,7-12 0 0 0,-12 16 11 0 0,1 1 0 0 0,-1-1 0 0 0,0 1 0 0 0,1-1 0 0 0,-1 1 0 0 0,0-1 0 0 0,0 1 0 0 0,1-1 0 0 0,-1 1 0 0 0,0-1 0 0 0,0 0 0 0 0,0 1 0 0 0,0-1 0 0 0,0 1 0 0 0,0-1 0 0 0,0 0 0 0 0,0 1 0 0 0,0-1 0 0 0,0 1 0 0 0,0-1 0 0 0,0 0-1 0 0,0 1 1 0 0,-1-1 0 0 0,1 1 0 0 0,0-1 0 0 0,0 1 0 0 0,-1-1 0 0 0,1 0 0 0 0,0 1 0 0 0,-1-1 0 0 0,1 1 0 0 0,-1-1 0 0 0,-23-7 109 0 0,-36 10 25 0 0,54-2-129 0 0,-26 4 2 0 0,23-2-175 0 0,1-1 0 0 0,-1 0 0 0 0,0 0 0 0 0,0-1 0 0 0,1-1 1 0 0,-1 1-1 0 0,-11-3 0 0 0,20 2-76 0 0,0 1 0 0 0,-1-1 0 0 0,1 0 1 0 0,0 0-1 0 0,-1 1 0 0 0,1-1 0 0 0,0 0 1 0 0,0 0-1 0 0,0 1 0 0 0,0-1 0 0 0,0 0 0 0 0,-1 0 1 0 0,2 0-1 0 0,-1 1 0 0 0,0-1 0 0 0,0 0 1 0 0,0 0-1 0 0,0 0 0 0 0,0 1 0 0 0,1-1 1 0 0,-1 0-1 0 0,0 0 0 0 0,1 1 0 0 0,-1-1 0 0 0,1-1 1 0 0,9-20-3792 0 0,1 11 1713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4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13 197 3321 0 0,'0'0'205'0'0,"-1"-1"0"0"0,0 1 0 0 0,1 0 0 0 0,-1 0 0 0 0,1 0 0 0 0,-1-1 0 0 0,0 1 0 0 0,1 0 0 0 0,-1-1 0 0 0,1 1 0 0 0,-1 0 0 0 0,1-1 0 0 0,-1 1 1 0 0,1-1-1 0 0,-1 1 0 0 0,1-1 0 0 0,0 1 0 0 0,-1-1 0 0 0,1 1 0 0 0,0-1 0 0 0,-1 1 0 0 0,1-1 0 0 0,0 0 0 0 0,0 1 0 0 0,-1-1 0 0 0,1 1 0 0 0,0-1 0 0 0,0 0 0 0 0,0 1 0 0 0,0-1 1 0 0,0 0-1 0 0,0 1 0 0 0,0-1 0 0 0,0 0 0 0 0,0 1 0 0 0,0-1 0 0 0,0-1 0 0 0,2 0-76 0 0,-1 0 0 0 0,1 1 0 0 0,0-1-1 0 0,-1 0 1 0 0,1 1 0 0 0,0-1 0 0 0,0 1 0 0 0,0-1 0 0 0,0 1 0 0 0,4-2 0 0 0,7-4 20 0 0,-1 1 0 0 0,1 1 0 0 0,1 0 0 0 0,-1 1 1 0 0,1 0-1 0 0,-1 1 0 0 0,29-2 0 0 0,-42 5-123 0 0,1-1-1 0 0,-1 1 1 0 0,1 0-1 0 0,-1 0 1 0 0,1 0-1 0 0,-1 0 1 0 0,1 0-1 0 0,-1 0 1 0 0,0 0-1 0 0,1 1 1 0 0,-1-1-1 0 0,1 0 1 0 0,-1 0-1 0 0,1 0 1 0 0,-1 0-1 0 0,0 0 1 0 0,1 1-1 0 0,-1-1 1 0 0,0 0-1 0 0,1 0 1 0 0,-1 1-1 0 0,1-1 1 0 0,-1 0-1 0 0,0 1 1 0 0,0-1 0 0 0,1 0-1 0 0,-1 1 1 0 0,0-1-1 0 0,0 0 1 0 0,1 1-1 0 0,-1-1 1 0 0,0 1-1 0 0,0-1 1 0 0,0 0-1 0 0,0 1 1 0 0,1-1-1 0 0,-1 1 1 0 0,0-1-1 0 0,0 1 1 0 0,0-1-1 0 0,0 1 1 0 0,-10 23 918 0 0,-21 18 360 0 0,23-34-1148 0 0,1 0 1 0 0,0 1 0 0 0,1 0-1 0 0,0 0 1 0 0,1 1 0 0 0,-7 14-1 0 0,12-23-151 0 0,-1 1 0 0 0,0 0-1 0 0,1 0 1 0 0,0 0 0 0 0,-1 0-1 0 0,1-1 1 0 0,0 1-1 0 0,0 0 1 0 0,0 0 0 0 0,0 0-1 0 0,0 0 1 0 0,1 0 0 0 0,-1 0-1 0 0,1 0 1 0 0,-1-1 0 0 0,1 1-1 0 0,1 3 1 0 0,0-3-9 0 0,-1 0 0 0 0,1 0 1 0 0,0 0-1 0 0,0 0 0 0 0,0 0 1 0 0,0-1-1 0 0,1 1 0 0 0,-1-1 1 0 0,0 0-1 0 0,0 0 0 0 0,1 0 1 0 0,-1 0-1 0 0,1 0 0 0 0,-1 0 1 0 0,1 0-1 0 0,5 0 0 0 0,0 1-146 0 0,0-1-1 0 0,0 0 1 0 0,1 0-1 0 0,-1-1 0 0 0,1 0 1 0 0,-1-1-1 0 0,0 0 1 0 0,1 0-1 0 0,-1 0 1 0 0,0-1-1 0 0,14-5 0 0 0,-17 4-187 0 0,-1 1-1 0 0,1 0 0 0 0,-1-1 0 0 0,1 0 0 0 0,-1 0 1 0 0,0-1-1 0 0,0 1 0 0 0,-1-1 0 0 0,1 0 0 0 0,-1 1 0 0 0,1-2 1 0 0,-1 1-1 0 0,-1 0 0 0 0,1-1 0 0 0,0 1 0 0 0,-1-1 1 0 0,0 0-1 0 0,0 0 0 0 0,2-9 0 0 0,-1-6-1358 0 0,0-1 1 0 0,1-37-1 0 0,0-14 598 0 0,-2 62 1648 0 0,-1 1 1 0 0,1 0-1 0 0,1 0 1 0 0,0 0-1 0 0,6-13 0 0 0,-16 37 1514 0 0,2 0 0 0 0,-1 0 0 0 0,-4 25 0 0 0,6-22-1804 0 0,1 0 0 0 0,1 0 1 0 0,1 0-1 0 0,1 0 0 0 0,2 31 1 0 0,11-14-243 0 0,-13-33-161 0 0,1-1-1 0 0,-1 0 0 0 0,1 0 0 0 0,-1 0 0 0 0,1 0 0 0 0,-1 0 1 0 0,1 0-1 0 0,0-1 0 0 0,-1 1 0 0 0,1 0 0 0 0,0 0 0 0 0,0 0 0 0 0,0-1 1 0 0,0 1-1 0 0,0 0 0 0 0,-1-1 0 0 0,1 1 0 0 0,0-1 0 0 0,1 1 1 0 0,-1-1-1 0 0,0 1 0 0 0,0-1 0 0 0,0 0 0 0 0,0 1 0 0 0,0-1 1 0 0,0 0-1 0 0,0 0 0 0 0,0 0 0 0 0,3 0 0 0 0,-3-4-519 0 0,-1 0 0 0 0,1 0 0 0 0,-1 0 0 0 0,1 0 0 0 0,-1 1 0 0 0,-1-1 0 0 0,1 0 0 0 0,0 0 0 0 0,-1 0 0 0 0,0 0 0 0 0,-1-5 0 0 0,1 6 256 0 0,-2-39-1010 0 0,3 35 1905 0 0,0 0-1 0 0,0 0 1 0 0,-1 0 0 0 0,0 0-1 0 0,0 0 1 0 0,-1 0-1 0 0,-3-11 1 0 0,3 27 5481 0 0,2-8-5890 0 0,0 0 0 0 0,0 0 0 0 0,1 1 0 0 0,-1-1 0 0 0,1 0 1 0 0,-1 1-1 0 0,1-1 0 0 0,-1 0 0 0 0,1 0 0 0 0,-1 0 0 0 0,1 0 0 0 0,0 0 0 0 0,0 0 0 0 0,0 0 0 0 0,1 2 1 0 0,2-1-5 0 0,0 0 1 0 0,1 0 0 0 0,-1 0-1 0 0,0-1 1 0 0,1 1 0 0 0,-1-1 0 0 0,0 0-1 0 0,1 0 1 0 0,-1-1 0 0 0,1 0 0 0 0,0 1-1 0 0,-1-1 1 0 0,1-1 0 0 0,-1 1 0 0 0,1-1-1 0 0,-1 0 1 0 0,9-2 0 0 0,9-4-931 0 0,1 0-1 0 0,24-13 1 0 0,-31 13-1034 0 0,-16 7 1811 0 0,0 0 1 0 0,0 0-1 0 0,1 0 1 0 0,-1 0-1 0 0,0-1 1 0 0,0 1-1 0 0,0 0 1 0 0,0 0-1 0 0,0 0 1 0 0,0 0-1 0 0,1 0 1 0 0,-1 0-1 0 0,0 0 1 0 0,0 0-1 0 0,0-1 1 0 0,0 1-1 0 0,0 0 1 0 0,0 0-1 0 0,0 0 1 0 0,0 0-1 0 0,0 0 1 0 0,1 0-1 0 0,-1-1 1 0 0,0 1-1 0 0,0 0 1 0 0,0 0-1 0 0,0 0 1 0 0,0 0-1 0 0,0 0 1 0 0,0-1-1 0 0,0 1 1 0 0,0 0-1 0 0,0 0 1 0 0,0 0-1 0 0,0 0 1 0 0,0-1-1 0 0,0 1 1 0 0,0 0-1 0 0,-1 0 1 0 0,1 0-1 0 0,0 0 1 0 0,0 0-1 0 0,0-1 1 0 0,0 1-1 0 0,0 0 1 0 0,0 0-1 0 0,0 0 1 0 0,0 0 0 0 0,0 0-1 0 0,0 0 1 0 0,-1 0-1 0 0,1-1 1 0 0,0 1-1 0 0,0 0 1 0 0,0 0-1 0 0,0 0 1 0 0,0 0-1 0 0,-1 0 1 0 0,1 0-1 0 0,0 0 1 0 0,0 0-1 0 0,0 0 1 0 0,0 0-1 0 0,0 0 1 0 0,-1 0-1 0 0,1 0 1 0 0,0 0-1 0 0,0 0 1 0 0,0 0-1 0 0,-11-4-2012 0 0,3 5-211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4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3929 0 0,'-1'0'196'0'0,"0"1"0"0"0,0 0 0 0 0,0 0 0 0 0,1 0 1 0 0,-1 0-1 0 0,0 0 0 0 0,1 0 0 0 0,-1 0 0 0 0,1 0 0 0 0,-1 0 1 0 0,1 1-1 0 0,-1-1 0 0 0,1 0 0 0 0,0 0 0 0 0,0 0 0 0 0,0 0 1 0 0,-1 1-1 0 0,1-1 0 0 0,0 0 0 0 0,0 0 0 0 0,1 1 0 0 0,-1-1 1 0 0,0 0-1 0 0,0 0 0 0 0,1 0 0 0 0,-1 0 0 0 0,0 1 0 0 0,2 0 1 0 0,-1 0-83 0 0,1-1 1 0 0,0 0-1 0 0,-1 0 1 0 0,1 0 0 0 0,0-1-1 0 0,0 1 1 0 0,-1 0-1 0 0,1-1 1 0 0,0 1 0 0 0,0-1-1 0 0,0 1 1 0 0,0-1-1 0 0,0 0 1 0 0,0 0 0 0 0,3 0-1 0 0,9-1-395 0 0,0 0-1 0 0,0-1 0 0 0,21-5 1 0 0,-2-6-2624 0 0,-16-3-1786 0 0,-13 13 2506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6:14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0 1752 0 0,'-10'9'928'0'0,"0"-1"-1"0"0,1 2 1 0 0,0-1 0 0 0,1 1-1 0 0,0 1 1 0 0,0-1-1 0 0,1 1 1 0 0,-9 20-1 0 0,14-27-732 0 0,0 0 1 0 0,0 1-1 0 0,1-1 0 0 0,-1 1 0 0 0,1 0 0 0 0,0-1 0 0 0,1 1 0 0 0,-1 0 0 0 0,1 0 1 0 0,0-1-1 0 0,1 10 0 0 0,0-11-138 0 0,0 0 1 0 0,0-1-1 0 0,0 1 1 0 0,0-1-1 0 0,0 1 0 0 0,0-1 1 0 0,1 1-1 0 0,-1-1 1 0 0,1 0-1 0 0,0 0 1 0 0,0 0-1 0 0,0 0 1 0 0,0 0-1 0 0,0 0 0 0 0,0-1 1 0 0,0 1-1 0 0,0 0 1 0 0,1-1-1 0 0,-1 0 1 0 0,1 0-1 0 0,-1 0 1 0 0,4 1-1 0 0,1 0 11 0 0,0-2-1 0 0,-1 1 1 0 0,1-1-1 0 0,0 0 1 0 0,-1 0 0 0 0,1-1-1 0 0,0 0 1 0 0,-1 0-1 0 0,1-1 1 0 0,-1 0 0 0 0,1 0-1 0 0,-1 0 1 0 0,0-1-1 0 0,0 0 1 0 0,0 0 0 0 0,0 0-1 0 0,0-1 1 0 0,-1 0-1 0 0,1 0 1 0 0,-1 0 0 0 0,0-1-1 0 0,-1 0 1 0 0,1 0-1 0 0,-1 0 1 0 0,0 0 0 0 0,0-1-1 0 0,-1 1 1 0 0,6-13-1 0 0,-8 17-55 0 0,-1 0-1 0 0,0 0 0 0 0,1 0 1 0 0,-1 0-1 0 0,0 0 0 0 0,0 0 1 0 0,0 0-1 0 0,0-1 0 0 0,0 1 1 0 0,0 0-1 0 0,0 0 0 0 0,0 0 1 0 0,-1 0-1 0 0,1 0 0 0 0,0 0 1 0 0,0 0-1 0 0,-1 0 0 0 0,1 0 1 0 0,-1 0-1 0 0,1 0 0 0 0,-1 0 1 0 0,1 1-1 0 0,-1-1 1 0 0,0 0-1 0 0,1 0 0 0 0,-1 0 1 0 0,-2-1-1 0 0,1 1 5 0 0,0 0 1 0 0,0 0-1 0 0,-1 0 0 0 0,1 0 1 0 0,-1 1-1 0 0,1-1 0 0 0,-1 0 1 0 0,1 1-1 0 0,-1 0 1 0 0,1 0-1 0 0,-4 0 0 0 0,-6 0-8 0 0,1 1-1 0 0,0 1 0 0 0,0 0 1 0 0,-14 4-1 0 0,5 1-148 0 0,12-3-330 0 0,0-1 0 0 0,-1-1 0 0 0,0 1 1 0 0,-16 1-1 0 0,37-14-7233 0 0,8 7 3565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59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3161 0 0,'-8'21'4069'0'0,"-18"14"-2357"0"0,14-19-1164 0 0,2 0-380 0 0,-1-1 0 0 0,-1 0 1 0 0,0 0-1 0 0,-1-1 0 0 0,0-1 0 0 0,-25 19 1 0 0,38-32-291 0 0,0 0 1 0 0,0 0 0 0 0,-1 0-1 0 0,1 0 1 0 0,0 0 0 0 0,0 0 0 0 0,-1 0-1 0 0,1 0 1 0 0,0 0 0 0 0,0 0 0 0 0,0 0-1 0 0,-1 0 1 0 0,1 0 0 0 0,0 0-1 0 0,0 0 1 0 0,0 0 0 0 0,0 0 0 0 0,-1-1-1 0 0,1 1 1 0 0,0 0 0 0 0,0 0-1 0 0,0 0 1 0 0,0 0 0 0 0,-1 0 0 0 0,1-1-1 0 0,0 1 1 0 0,0 0 0 0 0,0 0-1 0 0,0 0 1 0 0,0 0 0 0 0,0-1 0 0 0,0 1-1 0 0,-1 0 1 0 0,1 0 0 0 0,0 0 0 0 0,0-1-1 0 0,0 1 1 0 0,0 0 0 0 0,0 0-1 0 0,0 0 1 0 0,0-1 0 0 0,0 1 0 0 0,0 0-1 0 0,0 0 1 0 0,0 0 0 0 0,0-1-1 0 0,0 1 1 0 0,0 0 0 0 0,1 0 0 0 0,-1-1-1 0 0,2-5-3144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8:00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1 2513 0 0,'-3'8'5700'0'0,"-2"51"-4288"0"0,10-25-787 0 0,2 1-1 0 0,1-1 1 0 0,24 64 0 0 0,-16-51 83 0 0,-16-46-672 0 0,1-1 0 0 0,-1 0 0 0 0,0 1 0 0 0,0-1-1 0 0,1 1 1 0 0,-1-1 0 0 0,0 1 0 0 0,0-1 0 0 0,0 1 0 0 0,0-1 0 0 0,1 1 0 0 0,-1 0-1 0 0,0-1 1 0 0,0 1 0 0 0,0-1 0 0 0,0 1 0 0 0,0-1 0 0 0,0 1 0 0 0,-1-1-1 0 0,1 1 1 0 0,0-1 0 0 0,0 1 0 0 0,0-1 0 0 0,0 1 0 0 0,-1-1 0 0 0,1 1 0 0 0,0-1-1 0 0,0 1 1 0 0,-1-1 0 0 0,1 1 0 0 0,0-1 0 0 0,-1 1 0 0 0,-18-5 636 0 0,-34-30-222 0 0,40 24-370 0 0,0 2-256 0 0,-12-7-829 0 0,8 11-5246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8:00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2385 0 0,'22'16'7976'0'0,"13"3"-4976"0"0,-8-6-4723 0 0,1-1-1 0 0,50 13 1 0 0,-79-25 1669 0 0,1 0-1 0 0,0-1 0 0 0,0 1 1 0 0,0 0-1 0 0,0 0 1 0 0,0 0-1 0 0,0 0 1 0 0,-1 0-1 0 0,1-1 1 0 0,0 1-1 0 0,0 0 1 0 0,0 0-1 0 0,0 0 1 0 0,0 0-1 0 0,0-1 0 0 0,0 1 1 0 0,0 0-1 0 0,0 0 1 0 0,0 0-1 0 0,0-1 1 0 0,0 1-1 0 0,0 0 1 0 0,0 0-1 0 0,0 0 1 0 0,0 0-1 0 0,0-1 1 0 0,0 1-1 0 0,0 0 0 0 0,0 0 1 0 0,0 0-1 0 0,0-1 1 0 0,0 1-1 0 0,0 0 1 0 0,0 0-1 0 0,0 0 1 0 0,1 0-1 0 0,-1-1 1 0 0,0 1-1 0 0,0 0 0 0 0,0 0 1 0 0,0 0-1 0 0,0 0 1 0 0,1 0-1 0 0,-1 0 1 0 0,0-1-1 0 0,0 1 1 0 0,0 0-1 0 0,0 0 1 0 0,1 0-1 0 0,-1 0 1 0 0,0 0-1 0 0,0 0 0 0 0,0 0 1 0 0,0 0-1 0 0,1 0 1 0 0,-1 0-1 0 0,0 0 1 0 0,0 0-1 0 0,0 0 1 0 0,1 0-1 0 0,-1 0 1 0 0,0 0-1 0 0,0 0 1 0 0,1 0-1 0 0,-3-2-678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8:01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6 2457 0 0,'1'0'263'0'0,"0"0"1"0"0,-1 1-1 0 0,1-1 1 0 0,0 0 0 0 0,0 1-1 0 0,-1-1 1 0 0,1 0-1 0 0,0 0 1 0 0,0 1 0 0 0,0-1-1 0 0,-1 0 1 0 0,1 0 0 0 0,0 0-1 0 0,0 0 1 0 0,0 0-1 0 0,-1 0 1 0 0,1-1 0 0 0,0 1-1 0 0,0 0 1 0 0,0 0 0 0 0,-1 0-1 0 0,1-1 1 0 0,0 1-1 0 0,0 0 1 0 0,-1-1 0 0 0,1 1-1 0 0,0-1 1 0 0,0 0 0 0 0,16-2 2063 0 0,-17 4-2256 0 0,-1 0 1 0 0,1 0-1 0 0,0 1 0 0 0,-1-1 1 0 0,1 0-1 0 0,-1 0 0 0 0,1 0 0 0 0,-1 0 1 0 0,1 0-1 0 0,-1 0 0 0 0,0 0 1 0 0,0 0-1 0 0,1 0 0 0 0,-1 0 0 0 0,0-1 1 0 0,0 1-1 0 0,0 0 0 0 0,0 0 1 0 0,-1 0-1 0 0,-46 47 1478 0 0,-59 44 1 0 0,89-78-1966 0 0,0-1 1 0 0,0-2 0 0 0,-2 1 0 0 0,1-2 0 0 0,-1-1 0 0 0,-1 0-1 0 0,-31 8 1 0 0,50-17-60 0 0,0 1 0 0 0,-1-1 0 0 0,1 1 0 0 0,0-1 0 0 0,0 0 0 0 0,0 0 0 0 0,-1 0 0 0 0,1 0 0 0 0,0 0-1 0 0,0-1 1 0 0,0 1 0 0 0,-3-1 0 0 0,-7-5-4669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38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3222 1457 3953 0 0,'-25'7'838'0'0,"-46"22"0"0"0,-13 3-864 0 0,-91 11 556 0 0,-198 23 0 0 0,126-27 229 0 0,41-1-558 0 0,-457 73 1130 0 0,482-90-174 0 0,-304-2 0 0 0,413-21-831 0 0,1-3 0 0 0,-1-4 0 0 0,-71-17 1 0 0,122 21-328 0 0,-1 0 0 0 0,1-2 0 0 0,1-1 1 0 0,-1 0-1 0 0,2-1 0 0 0,-1-2 0 0 0,1 0 1 0 0,1 0-1 0 0,0-2 0 0 0,0 0 0 0 0,1-2 1 0 0,1 1-1 0 0,1-2 0 0 0,-18-21 0 0 0,26 25-32 0 0,0 1 0 0 0,1-1 0 0 0,0 0 0 0 0,0-1 0 0 0,1 1 0 0 0,1-1 0 0 0,0 0 0 0 0,1 0 0 0 0,-2-17 0 0 0,3 7-8 0 0,1 1 0 0 0,1 0-1 0 0,1 0 1 0 0,1 0 0 0 0,5-24 0 0 0,6-9-38 0 0,3 1-1 0 0,2 0 1 0 0,38-79-1 0 0,-35 86 15 0 0,3 1 0 0 0,1 1 0 0 0,2 1 0 0 0,3 2-1 0 0,1 0 1 0 0,2 3 0 0 0,1 0 0 0 0,2 2-1 0 0,2 2 1 0 0,82-58 0 0 0,-20 30-21 0 0,2 5 1 0 0,140-57-1 0 0,234-55-908 0 0,-355 135 788 0 0,0 5 0 0 0,223-24 0 0 0,-268 48 179 0 0,1 4 0 0 0,-1 3 1 0 0,0 3-1 0 0,0 4 0 0 0,138 31 0 0 0,-112-10 100 0 0,-2 4 0 0 0,186 88 0 0 0,-226-89-98 0 0,-1 2-1 0 0,-2 2 0 0 0,-2 3 1 0 0,-1 3-1 0 0,81 80 1 0 0,-115-101 57 0 0,-1 1 1 0 0,-1 1-1 0 0,-1 0 1 0 0,-1 1-1 0 0,-2 1 1 0 0,21 46 0 0 0,-28-55 39 0 0,-2 0 0 0 0,0 0 1 0 0,-1 0-1 0 0,-1 1 0 0 0,0-1 1 0 0,-1 1-1 0 0,-1 0 0 0 0,-1 0 1 0 0,0 0-1 0 0,-1-1 0 0 0,-1 1 1 0 0,-7 31-1 0 0,-1-18 48 0 0,-2 0-1 0 0,0-1 1 0 0,-2 0 0 0 0,-1-1 0 0 0,-1-1-1 0 0,-2 0 1 0 0,0-2 0 0 0,-2 0 0 0 0,-38 38-1 0 0,-10 1 14 0 0,-1-4-1 0 0,-84 54 1 0 0,-243 136-4831 0 0,304-195 833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40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2729 1435 2345 0 0,'-36'3'4421'0'0,"-20"12"-2767"0"0,6-3-960 0 0,-199 30 1036 0 0,-1-10 0 0 0,-2-12 0 0 0,-408-19 0 0 0,224-39-512 0 0,352 25-1068 0 0,1-4 0 0 0,1-3 0 0 0,-91-36 0 0 0,149 47-147 0 0,0-2 1 0 0,0 0-1 0 0,1-2 0 0 0,1 0 1 0 0,0-2-1 0 0,1 0 1 0 0,0-1-1 0 0,-33-36 0 0 0,45 42-29 0 0,0-1-1 0 0,1 0 0 0 0,1 0 0 0 0,0-1 0 0 0,0 0 1 0 0,1 0-1 0 0,0 0 0 0 0,1-1 0 0 0,1 0 0 0 0,0 0 1 0 0,1 0-1 0 0,0-1 0 0 0,1 1 0 0 0,1-1 0 0 0,0 1 0 0 0,0-1 1 0 0,2 0-1 0 0,2-21 0 0 0,3 5-14 0 0,2 1 0 0 0,1-1 0 0 0,1 1 0 0 0,1 1 0 0 0,1 0 0 0 0,2 1 0 0 0,1 0 0 0 0,1 1 0 0 0,34-42 0 0 0,-11 22 6 0 0,1 2 0 0 0,3 2 0 0 0,1 1 1 0 0,51-34-1 0 0,-18 22-27 0 0,2 3 0 0 0,2 4 0 0 0,2 3 0 0 0,3 4 0 0 0,155-49 1 0 0,-134 58-34 0 0,2 4 0 0 0,1 6 1 0 0,0 4-1 0 0,166-3 1 0 0,-192 19-21 0 0,0 4 1 0 0,-1 3-1 0 0,0 4 1 0 0,-1 4-1 0 0,108 33 1 0 0,-145-33 187 0 0,0 2 0 0 0,0 1-1 0 0,-2 3 1 0 0,-1 1 0 0 0,0 2 0 0 0,-2 2 0 0 0,-1 2 0 0 0,-1 1 0 0 0,-1 2 0 0 0,55 61-1 0 0,-79-77-17 0 0,-1 1 0 0 0,0 1 0 0 0,-1-1 0 0 0,-1 2 0 0 0,-1-1 0 0 0,0 2 0 0 0,-1-1 0 0 0,-1 1 0 0 0,-1 0 0 0 0,-1 0 0 0 0,0 1 0 0 0,-1 0 0 0 0,-2 0 0 0 0,0 0-1 0 0,-1 0 1 0 0,0 0 0 0 0,-2 0 0 0 0,-1 0 0 0 0,0 0 0 0 0,-2-1 0 0 0,0 1 0 0 0,-1 0 0 0 0,-1-1 0 0 0,0 0 0 0 0,-15 27 0 0 0,2-9-475 0 0,-1-1 1 0 0,-3-1-1 0 0,0 0 1 0 0,-44 47-1 0 0,28-41-2787 0 0,-51 44 1 0 0,27-35-2522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41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3172 1054 4569 0 0,'-10'10'432'0'0,"-1"-1"-1"0"0,-1-1 1 0 0,1 0-1 0 0,-1-1 1 0 0,-1 0 0 0 0,0 0-1 0 0,0-2 1 0 0,0 1 0 0 0,0-2-1 0 0,-1 0 1 0 0,-25 5-1 0 0,-13-2 49 0 0,-98 1 0 0 0,106-8-114 0 0,-1084-8 3806 0 0,8-114-1801 0 0,1111 120-2360 0 0,-227-50 342 0 0,213 45-221 0 0,-1-1 0 0 0,1-1 0 0 0,1-1 0 0 0,-1-1 0 0 0,2-1 0 0 0,0-1 0 0 0,-33-26 0 0 0,50 36-119 0 0,0-1-1 0 0,0 0 0 0 0,0-1 0 0 0,1 1 1 0 0,-1-1-1 0 0,1 1 0 0 0,0-1 0 0 0,0 0 1 0 0,0 0-1 0 0,1-1 0 0 0,0 1 0 0 0,0 0 1 0 0,0-1-1 0 0,1 1 0 0 0,0-1 0 0 0,0 1 0 0 0,0-1 1 0 0,1 0-1 0 0,0 0 0 0 0,0 1 0 0 0,0-1 1 0 0,1 0-1 0 0,-1 1 0 0 0,1-1 0 0 0,1 1 1 0 0,-1-1-1 0 0,1 1 0 0 0,0-1 0 0 0,0 1 1 0 0,1 0-1 0 0,-1 0 0 0 0,6-8 0 0 0,5-6-46 0 0,1 0 0 0 0,1 0 0 0 0,0 2 0 0 0,2-1 0 0 0,0 2 0 0 0,32-25 0 0 0,18-6-93 0 0,2 2 0 0 0,136-65 0 0 0,166-35-196 0 0,-212 97 151 0 0,2 7 1 0 0,1 7-1 0 0,177-13 1 0 0,-128 31-10 0 0,416 25-1 0 0,-298 32 110 0 0,-277-31 76 0 0,0 4 1 0 0,0 1 0 0 0,-2 3-1 0 0,55 26 1 0 0,-90-36 23 0 0,0 0-1 0 0,-1 0 0 0 0,0 2 1 0 0,-1-1-1 0 0,0 2 1 0 0,-1 0-1 0 0,0 0 1 0 0,18 23-1 0 0,-25-27 17 0 0,0 0 0 0 0,-1 0 0 0 0,0 0 0 0 0,0 1 0 0 0,-1 0 0 0 0,0-1 0 0 0,0 1 0 0 0,0 0-1 0 0,-1 0 1 0 0,-1 1 0 0 0,1-1 0 0 0,-2 0 0 0 0,1 1 0 0 0,-1-1 0 0 0,0 0 0 0 0,0 1 0 0 0,-1-1 0 0 0,-4 16 0 0 0,-3 2 15 0 0,-1 0 0 0 0,-1-1 0 0 0,-2 0 0 0 0,0 0 0 0 0,-2-1 0 0 0,-1-1 1 0 0,-26 32-1 0 0,3-9-428 0 0,-2-2 0 0 0,-65 54 0 0 0,34-40-1413 0 0,-148 91-1 0 0,9-34-4665 0 0,132-75 1277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43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1419 1689 4001 0 0,'-18'8'807'0'0,"-6"3"-144"0"0,1 0 1 0 0,-2-2-1 0 0,1 0 1 0 0,-1-2-1 0 0,-51 8 1 0 0,-28-12 790 0 0,-1-5 1 0 0,-204-29-1 0 0,298 30-1355 0 0,-35-6 295 0 0,0-2 1 0 0,1-1 0 0 0,0-3-1 0 0,0-2 1 0 0,-46-22-1 0 0,64 24-287 0 0,0-1-1 0 0,1-1 0 0 0,1-2 0 0 0,1 0 0 0 0,0-2 0 0 0,1-1 0 0 0,1 0 0 0 0,1-2 0 0 0,-19-24 1 0 0,27 26-93 0 0,1-1 0 0 0,0 0 0 0 0,2-1 1 0 0,0 0-1 0 0,1 0 0 0 0,2-1 0 0 0,0 0 0 0 0,2 0 1 0 0,0-1-1 0 0,1 0 0 0 0,2 0 0 0 0,0-46 1 0 0,4 22-17 0 0,2 1 0 0 0,2-1 0 0 0,2 1 0 0 0,2 1 0 0 0,25-71 0 0 0,-16 70-18 0 0,2 2 0 0 0,2 0 0 0 0,1 2 0 0 0,3 0-1 0 0,1 2 1 0 0,2 1 0 0 0,2 2 0 0 0,2 1 0 0 0,1 1 0 0 0,2 2 0 0 0,1 2 0 0 0,1 1 0 0 0,2 2 0 0 0,80-43 0 0 0,-77 50-24 0 0,0 2 0 0 0,2 2 0 0 0,0 2 0 0 0,0 2 0 0 0,2 2 0 0 0,78-9 0 0 0,-86 17 17 0 0,0 2 1 0 0,1 2 0 0 0,-1 2 0 0 0,0 1-1 0 0,0 2 1 0 0,0 2 0 0 0,-1 2 0 0 0,55 19-1 0 0,-63-15 57 0 0,0 0-1 0 0,0 3 0 0 0,-2 0 1 0 0,0 2-1 0 0,-1 1 0 0 0,-1 2 1 0 0,0 0-1 0 0,-2 2 0 0 0,-1 0 1 0 0,0 2-1 0 0,-2 1 0 0 0,-1 1 1 0 0,22 36-1 0 0,-27-36 71 0 0,0 1 0 0 0,-2 1-1 0 0,-2 0 1 0 0,0 0 0 0 0,-2 1 0 0 0,-1 1 0 0 0,-2 0 0 0 0,-1 0 0 0 0,-1 1 0 0 0,-2-1-1 0 0,-1 1 1 0 0,-1 0 0 0 0,-2-1 0 0 0,-6 41 0 0 0,-2-24-129 0 0,-3-1 0 0 0,-1-1 1 0 0,-3 0-1 0 0,-1-1 0 0 0,-2 0 1 0 0,-3-2-1 0 0,-30 47 0 0 0,26-50-1430 0 0,-35 40 0 0 0,34-50-1699 0 0,-47 42-1 0 0,32-36-2315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17:45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1308 1487 3825 0 0,'-21'10'535'0'0,"1"1"1"0"0,-2-2-1 0 0,1-1 1 0 0,-1-1-1 0 0,0-1 1 0 0,-1 0 0 0 0,1-2-1 0 0,-26 2 1 0 0,15-5 87 0 0,-1 0 0 0 0,1-3 0 0 0,0 0 0 0 0,-65-15 0 0 0,24-4-66 0 0,1-2 1 0 0,1-4-1 0 0,1-4 0 0 0,-74-42 0 0 0,112 54-398 0 0,1 0 0 0 0,1-2 0 0 0,1-2 0 0 0,0 0 1 0 0,2-2-1 0 0,1-2 0 0 0,1 0 0 0 0,1-1 0 0 0,1-2 0 0 0,-27-44 0 0 0,39 52-133 0 0,0 0-1 0 0,1-1 0 0 0,2 0 1 0 0,0-1-1 0 0,2 0 0 0 0,0 0 0 0 0,2 0 1 0 0,0-1-1 0 0,2 0 0 0 0,1 0 1 0 0,0 0-1 0 0,2 0 0 0 0,1 0 0 0 0,1 0 1 0 0,2 0-1 0 0,9-39 0 0 0,-5 39-45 0 0,0-1-1 0 0,2 1 1 0 0,1 1-1 0 0,1 0 1 0 0,1 0-1 0 0,1 1 0 0 0,1 1 1 0 0,1 0-1 0 0,26-26 1 0 0,-16 22-14 0 0,2 1 1 0 0,0 1 0 0 0,2 2-1 0 0,0 1 1 0 0,2 1 0 0 0,38-18-1 0 0,-2 9 11 0 0,1 3 0 0 0,0 3 0 0 0,2 2-1 0 0,0 4 1 0 0,2 3 0 0 0,101-6 0 0 0,-132 17 2 0 0,0 2 0 0 0,0 1 0 0 0,0 3 0 0 0,0 1 0 0 0,0 3 0 0 0,0 1-1 0 0,-1 1 1 0 0,65 26 0 0 0,-84-26 69 0 0,-1 0 0 0 0,-1 2-1 0 0,0 0 1 0 0,0 1 0 0 0,-1 1-1 0 0,-1 1 1 0 0,0 1 0 0 0,-1 0-1 0 0,0 1 1 0 0,-2 1-1 0 0,0 1 1 0 0,0 0 0 0 0,-2 0-1 0 0,0 2 1 0 0,-2 0 0 0 0,0 0-1 0 0,11 30 1 0 0,-13-25 117 0 0,-2 0 0 0 0,-1 1-1 0 0,-1 0 1 0 0,-1 0 0 0 0,-1 0 0 0 0,-1 1 0 0 0,-3 38 0 0 0,-2-27 110 0 0,-3-1 1 0 0,0 1-1 0 0,-3-1 1 0 0,-21 59-1 0 0,3-31-615 0 0,-2-1 0 0 0,-4-2 0 0 0,-2-1-1 0 0,-3-2 1 0 0,-55 67 0 0 0,67-93-1883 0 0,-35 33 1 0 0,-8-11-3698 0 0,31-28 957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7:13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1464 0 0,'0'11'4101'0'0,"0"15"-1344"0"0,17 49 4608 0 0,21 40-7104 0 0,-22-68 265 0 0,-9-27-476 0 0,1 0-1 0 0,0-1 1 0 0,19 30-1 0 0,-23-42-37 0 0,0-1-1 0 0,0 0 1 0 0,0-1 0 0 0,1 1 0 0 0,0-1-1 0 0,0 0 1 0 0,1 0 0 0 0,-1 0-1 0 0,1-1 1 0 0,0 0 0 0 0,0 0-1 0 0,0 0 1 0 0,1-1 0 0 0,8 4 0 0 0,-12-7-7 0 0,-1 0 0 0 0,0 1 0 0 0,1-1 0 0 0,-1 0 0 0 0,1 0 0 0 0,-1 0 0 0 0,0 0 0 0 0,1-1 0 0 0,-1 1 0 0 0,0-1 0 0 0,1 1 1 0 0,-1-1-1 0 0,0 0 0 0 0,1 0 0 0 0,-1 0 0 0 0,0 0 0 0 0,0 0 0 0 0,0 0 0 0 0,3-3 0 0 0,37-39 104 0 0,-37 36-101 0 0,0 1 0 0 0,0 0 0 0 0,1 1 0 0 0,0-1 0 0 0,0 1 0 0 0,9-6 0 0 0,175-70 94 0 0,-188 80-92 0 0,1 1 1 0 0,-1-1 0 0 0,1 1 0 0 0,0 0 0 0 0,-1 0 0 0 0,1 0-1 0 0,-1 0 1 0 0,1 0 0 0 0,-1 0 0 0 0,1 1 0 0 0,0-1-1 0 0,-1 1 1 0 0,1 0 0 0 0,-1 0 0 0 0,0 0 0 0 0,1 0-1 0 0,-1 0 1 0 0,0 0 0 0 0,0 1 0 0 0,0-1 0 0 0,1 1 0 0 0,-2-1-1 0 0,1 1 1 0 0,0 0 0 0 0,0 0 0 0 0,2 3 0 0 0,9 9 54 0 0,-2 0 0 0 0,16 24 0 0 0,-24-33-66 0 0,1 1 11 0 0,3 6 1 0 0,1 0-1 0 0,1-1 0 0 0,-1 0 1 0 0,2-1-1 0 0,19 19 0 0 0,-26-27-6 0 0,0-1-1 0 0,-1 1 1 0 0,1 0-1 0 0,0-1 1 0 0,0 0-1 0 0,-1 0 1 0 0,1 0-1 0 0,0 0 1 0 0,0 0-1 0 0,0-1 1 0 0,1 1-1 0 0,-1-1 1 0 0,0 0-1 0 0,0 1 1 0 0,0-2-1 0 0,0 1 1 0 0,0 0-1 0 0,0-1 0 0 0,0 1 1 0 0,0-1-1 0 0,0 0 1 0 0,0 0-1 0 0,0 0 1 0 0,0 0-1 0 0,0-1 1 0 0,-1 1-1 0 0,1-1 1 0 0,0 1-1 0 0,-1-1 1 0 0,1 0-1 0 0,-1 0 1 0 0,4-4-1 0 0,184-185 67 0 0,-190 191-70 0 0,7-8 7 0 0,1 0 0 0 0,-1 1 1 0 0,2-1-1 0 0,11-7 0 0 0,-19 14-4 0 0,1 0 0 0 0,0 0-1 0 0,0 0 1 0 0,-1 0 0 0 0,1 0-1 0 0,0 0 1 0 0,0 1 0 0 0,0-1-1 0 0,0 1 1 0 0,0-1 0 0 0,0 1 0 0 0,0 0-1 0 0,0 0 1 0 0,0 0 0 0 0,0 0-1 0 0,0 0 1 0 0,0 0 0 0 0,1 0-1 0 0,-1 1 1 0 0,0-1 0 0 0,0 1-1 0 0,-1-1 1 0 0,1 1 0 0 0,0 0-1 0 0,0 0 1 0 0,0 0 0 0 0,0 0-1 0 0,-1 0 1 0 0,3 2 0 0 0,64 66 127 0 0,-56-54-129 0 0,1-1-1 0 0,0 0 1 0 0,1-1 0 0 0,1-1 0 0 0,0 0 0 0 0,19 10 0 0 0,-15-10 2 0 0,-11-7-8 0 0,-1-1 1 0 0,1 0-1 0 0,1 0 1 0 0,-1 0-1 0 0,14 3 0 0 0,-19-7 3 0 0,-1 1 0 0 0,1-1 0 0 0,-1 0 1 0 0,1 0-1 0 0,-1 0 0 0 0,1 0 0 0 0,0 0 0 0 0,-1-1 0 0 0,1 1 0 0 0,-1-1 0 0 0,1 0 0 0 0,-1 0 0 0 0,0 0 0 0 0,1 0 0 0 0,-1 0 0 0 0,0 0 0 0 0,0-1 0 0 0,1 1 0 0 0,-1-1 0 0 0,0 1 0 0 0,0-1 0 0 0,-1 0 0 0 0,1 0 1 0 0,2-2-1 0 0,56-73-60 0 0,-39 47 50 0 0,2 2 0 0 0,40-41 0 0 0,-58 66 9 0 0,-1-1 0 0 0,1 1-1 0 0,0 0 1 0 0,0 0 0 0 0,1 0 0 0 0,-1 1-1 0 0,0 0 1 0 0,1 0 0 0 0,0 0 0 0 0,-1 1-1 0 0,1-1 1 0 0,0 1 0 0 0,0 1 0 0 0,-1-1-1 0 0,1 1 1 0 0,0 0 0 0 0,0 1 0 0 0,0-1-1 0 0,0 1 1 0 0,-1 0 0 0 0,1 0-1 0 0,0 1 1 0 0,6 2 0 0 0,2 2-3 0 0,1 0 1 0 0,-1 1-1 0 0,0 1 0 0 0,-1 0 0 0 0,0 1 1 0 0,0 0-1 0 0,16 16 0 0 0,-19-16 11 0 0,-4-2-3 0 0,1-1-1 0 0,0 1 0 0 0,0-2 1 0 0,1 1-1 0 0,-1-1 0 0 0,12 5 1 0 0,-17-9-8 0 0,0 0 1 0 0,0-1-1 0 0,0 1 1 0 0,0-1-1 0 0,0 1 1 0 0,0-1-1 0 0,0 0 0 0 0,0 0 1 0 0,0 0-1 0 0,0 0 1 0 0,0 0-1 0 0,0-1 1 0 0,0 1-1 0 0,0-1 1 0 0,0 1-1 0 0,0-1 0 0 0,0 0 1 0 0,0 1-1 0 0,0-1 1 0 0,-1 0-1 0 0,1 0 1 0 0,0-1-1 0 0,0 1 1 0 0,-1 0-1 0 0,1 0 0 0 0,-1-1 1 0 0,1 1-1 0 0,-1-1 1 0 0,0 1-1 0 0,0-1 1 0 0,1 0-1 0 0,-1 0 1 0 0,0 1-1 0 0,-1-1 0 0 0,2-2 1 0 0,39-82-2591 0 0,-13-4-6207 0 0,-21 61 4398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4.8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375 7 3689 0 0,'-7'-1'677'0'0,"1"-1"-1"0"0,0 1 1 0 0,0 0 0 0 0,-1 0 0 0 0,1 1 0 0 0,0 0-1 0 0,-1 0 1 0 0,1 0 0 0 0,-1 1 0 0 0,-9 2 0 0 0,4 0-202 0 0,1 1 0 0 0,-1 0 0 0 0,1 1 0 0 0,0 0 1 0 0,-12 8-1 0 0,5-1-108 0 0,0 1 0 0 0,1 0 1 0 0,1 1-1 0 0,0 1 0 0 0,-25 31 1 0 0,29-30-110 0 0,2 1 0 0 0,0-1 1 0 0,1 2-1 0 0,0-1 0 0 0,2 2 0 0 0,0-1 1 0 0,1 1-1 0 0,-7 33 0 0 0,11-43-211 0 0,1 0 0 0 0,0 0 0 0 0,0 0 0 0 0,0 0 0 0 0,1 0 0 0 0,1 0 0 0 0,-1 0 0 0 0,1 0 0 0 0,1 0 0 0 0,0 0 0 0 0,0 0 0 0 0,1-1 0 0 0,0 1 0 0 0,0-1 0 0 0,1 1 0 0 0,0-1 0 0 0,1 0 0 0 0,-1-1 0 0 0,2 1 0 0 0,10 12 0 0 0,-9-15-48 0 0,0 0 1 0 0,1-1-1 0 0,-1 1 0 0 0,1-2 1 0 0,0 1-1 0 0,0-1 0 0 0,0 0 1 0 0,0-1-1 0 0,1 0 0 0 0,-1 0 1 0 0,0-1-1 0 0,1 0 0 0 0,0 0 1 0 0,-1-1-1 0 0,1 0 0 0 0,-1-1 0 0 0,15-2 1 0 0,3-1-164 0 0,-1-1 0 0 0,0-2 0 0 0,0 0 0 0 0,39-18 0 0 0,-29 8-1058 0 0,56-37 1 0 0,-11-1-6576 0 0,-72 49 6413 0 0,6-1-3315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5.1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1 7842 0 0,'-18'189'8518'0'0,"13"96"-6550"0"0,15-216-1882 0 0,-10-66-236 0 0,1 0 1 0 0,0 0-1 0 0,0 0 1 0 0,0 0-1 0 0,0 0 1 0 0,0 0-1 0 0,1 0 1 0 0,-1 0-1 0 0,1 0 0 0 0,0-1 1 0 0,0 1-1 0 0,0-1 1 0 0,0 0-1 0 0,0 1 1 0 0,0-1-1 0 0,1 0 1 0 0,-1 0-1 0 0,6 3 1 0 0,-7-5 32 0 0,0 0 0 0 0,-1 1 0 0 0,1-1 1 0 0,-1 0-1 0 0,1 0 0 0 0,0 0 0 0 0,-1 0 0 0 0,1 0 1 0 0,-1 0-1 0 0,1 0 0 0 0,0 0 0 0 0,-1-1 0 0 0,1 1 1 0 0,-1 0-1 0 0,1 0 0 0 0,0 0 0 0 0,-1-1 0 0 0,1 1 1 0 0,-1 0-1 0 0,1-1 0 0 0,-1 1 0 0 0,1 0 0 0 0,-1-1 1 0 0,1 1-1 0 0,-1 0 0 0 0,0-1 0 0 0,1 1 0 0 0,-1-1 1 0 0,1 1-1 0 0,-1-1 0 0 0,0 1 0 0 0,0-1 1 0 0,1 1-1 0 0,-1-1 0 0 0,0 0 0 0 0,0 1 0 0 0,1-1 1 0 0,-1 1-1 0 0,0-1 0 0 0,0 0 0 0 0,0 1 0 0 0,0-1 1 0 0,0 1-1 0 0,0-1 0 0 0,0 0 0 0 0,0 1 0 0 0,0-1 1 0 0,0 1-1 0 0,-1-1 0 0 0,1 0 0 0 0,0 1 0 0 0,-1-2 1 0 0,-5-31-4451 0 0,1 12 1063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5.5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7722 0 0,'15'10'6510'0'0,"4"2"-5127"0"0,0-7-1082 0 0,-1 1-1 0 0,0 1 0 0 0,0 0 0 0 0,0 2 0 0 0,-1 0 1 0 0,-1 1-1 0 0,1 1 0 0 0,22 19 0 0 0,-36-27-222 0 0,0 1 0 0 0,-1-1 0 0 0,1 1 0 0 0,-1 0 0 0 0,0 0 0 0 0,0 0 0 0 0,0 0 0 0 0,0 0 0 0 0,-1 1 0 0 0,0-1 0 0 0,0 0 0 0 0,0 1 0 0 0,0-1 0 0 0,-1 1-1 0 0,0-1 1 0 0,0 1 0 0 0,0-1 0 0 0,0 1 0 0 0,-1-1 0 0 0,1 1 0 0 0,-1-1 0 0 0,0 0 0 0 0,-1 1 0 0 0,1-1 0 0 0,-4 6 0 0 0,-4 12 112 0 0,-2-1 1 0 0,0 0-1 0 0,-23 30 0 0 0,21-31-149 0 0,-19 22 6 0 0,24-33-301 0 0,1-1 0 0 0,0 2 0 0 0,0-1 0 0 0,1 1 0 0 0,0 0 0 0 0,0 0 0 0 0,1 0 0 0 0,-5 17 0 0 0,10-27 176 0 0,0 0 1 0 0,0 1-1 0 0,0-1 1 0 0,-1 0-1 0 0,1 0 1 0 0,0 0-1 0 0,0 1 1 0 0,0-1-1 0 0,0 0 0 0 0,-1 0 1 0 0,1 0-1 0 0,0 1 1 0 0,0-1-1 0 0,0 0 1 0 0,0 0-1 0 0,0 1 1 0 0,0-1-1 0 0,0 0 1 0 0,0 0-1 0 0,0 1 1 0 0,0-1-1 0 0,0 0 1 0 0,0 0-1 0 0,0 1 1 0 0,0-1-1 0 0,0 0 1 0 0,0 0-1 0 0,0 1 1 0 0,0-1-1 0 0,0 0 1 0 0,0 0-1 0 0,1 1 1 0 0,-1-1-1 0 0,0 0 0 0 0,0 0 1 0 0,0 0-1 0 0,0 1 1 0 0,0-1-1 0 0,1 0 1 0 0,-1 0-1 0 0,0 0 1 0 0,0 1-1 0 0,0-1 1 0 0,1 0-1 0 0,-1 0 1 0 0,0 0-1 0 0,0 0 1 0 0,1 0-1 0 0,-1 0 1 0 0,0 0-1 0 0,0 1 1 0 0,1-1-1 0 0,-1 0 1 0 0,0 0-1 0 0,0 0 1 0 0,1 0-1 0 0,-1 0 0 0 0,0 0 1 0 0,0 0-1 0 0,1 0 1 0 0,-1 0-1 0 0,0 0 1 0 0,0-1-1 0 0,1 1 1 0 0,-1 0-1 0 0,0 0 1 0 0,0 0-1 0 0,1 0 1 0 0,-1 0-1 0 0,15-13-5979 0 0,-5 2 1075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5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80 6929 0 0,'-1'0'330'0'0,"0"0"0"0"0,0 0-1 0 0,0 0 1 0 0,0 0 0 0 0,0 0-1 0 0,0 0 1 0 0,0 1 0 0 0,0-1-1 0 0,0 0 1 0 0,0 1 0 0 0,0-1-1 0 0,0 1 1 0 0,1-1 0 0 0,-1 1-1 0 0,0-1 1 0 0,0 1 0 0 0,1 0-1 0 0,-1-1 1 0 0,0 1 0 0 0,1 0-1 0 0,-2 1 1 0 0,-5 22 2309 0 0,10 30-2129 0 0,-2-47 32 0 0,4 36-71 0 0,3 0 0 0 0,15 54 0 0 0,-20-85-437 0 0,1-1-1 0 0,0-1 1 0 0,1 1 0 0 0,0 0 0 0 0,0-1 0 0 0,1 0 0 0 0,0 0 0 0 0,1-1-1 0 0,0 0 1 0 0,0 0 0 0 0,1 0 0 0 0,1-1 0 0 0,-1-1 0 0 0,10 8 0 0 0,-14-13-13 0 0,0 1 1 0 0,0-1 0 0 0,0 0 0 0 0,0 0-1 0 0,0-1 1 0 0,0 1 0 0 0,1-1 0 0 0,-1 0-1 0 0,1 0 1 0 0,-1 0 0 0 0,0-1 0 0 0,1 0-1 0 0,-1 0 1 0 0,1 0 0 0 0,-1 0 0 0 0,1 0-1 0 0,-1-1 1 0 0,1 0 0 0 0,5-2 0 0 0,-4 1 16 0 0,0-1 0 0 0,0-1 0 0 0,-1 1 1 0 0,1-1-1 0 0,-1 0 0 0 0,0 0 0 0 0,0 0 1 0 0,0-1-1 0 0,-1 0 0 0 0,1 0 0 0 0,6-11 1 0 0,-2 2 13 0 0,0-1 0 0 0,-1-1 0 0 0,-1 0 1 0 0,-1 0-1 0 0,0 0 0 0 0,-1-1 0 0 0,0 0 0 0 0,-2 0 1 0 0,2-21-1 0 0,-4-58-164 0 0,-2 65-850 0 0,1 0 1 0 0,2 0-1 0 0,6-36 1 0 0,-7 65 429 0 0,-1 1 218 0 0,0 0-1 0 0,0-1 0 0 0,0 1 1 0 0,0 0-1 0 0,0 0 1 0 0,1 0-1 0 0,-1 0 1 0 0,0 0-1 0 0,1 0 1 0 0,-1 0-1 0 0,1 0 1 0 0,-1 0-1 0 0,1 0 1 0 0,-1 0-1 0 0,1 0 1 0 0,0 0-1 0 0,0 1 1 0 0,-1-1-1 0 0,1 0 1 0 0,0 0-1 0 0,1 0 1 0 0,12 5-5174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6.5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97 1 5321 0 0,'-1'0'318'0'0,"-1"-1"-1"0"0,1 1 1 0 0,0 0 0 0 0,-1 0-1 0 0,1 0 1 0 0,-1 0 0 0 0,1 0-1 0 0,-1 0 1 0 0,1 1 0 0 0,0-1-1 0 0,-1 0 1 0 0,1 1 0 0 0,0-1-1 0 0,-1 1 1 0 0,1-1 0 0 0,0 1-1 0 0,-1-1 1 0 0,1 1 0 0 0,-2 1-1 0 0,-18 26 2010 0 0,15-15-2055 0 0,1 0 0 0 0,-7 29 1 0 0,11-36 76 0 0,-6 19 24 0 0,2 0-1 0 0,0 1 0 0 0,-1 41 1 0 0,6-59-342 0 0,1-1 1 0 0,-1 0-1 0 0,1 1 1 0 0,0-1-1 0 0,1 0 1 0 0,0 0-1 0 0,5 13 1 0 0,-6-16-29 0 0,1-2 0 0 0,0 1 0 0 0,-1 0 0 0 0,1 0-1 0 0,0 0 1 0 0,1-1 0 0 0,-1 1 0 0 0,0-1 0 0 0,1 0 0 0 0,-1 0 0 0 0,1 1 0 0 0,0-2 0 0 0,0 1-1 0 0,0 0 1 0 0,0-1 0 0 0,0 1 0 0 0,6 1 0 0 0,-4-1 2 0 0,-1-1 1 0 0,1 0-1 0 0,0 0 0 0 0,0-1 1 0 0,-1 0-1 0 0,1 1 0 0 0,0-1 1 0 0,0-1-1 0 0,0 1 0 0 0,-1-1 1 0 0,1 0-1 0 0,0 0 0 0 0,-1 0 1 0 0,1-1-1 0 0,0 1 1 0 0,-1-1-1 0 0,0 0 0 0 0,1-1 1 0 0,-1 1-1 0 0,0-1 0 0 0,0 0 1 0 0,-1 1-1 0 0,1-2 0 0 0,0 1 1 0 0,-1 0-1 0 0,0-1 0 0 0,3-4 1 0 0,-2 3 18 0 0,0-1 1 0 0,-1 0-1 0 0,1 0 1 0 0,-1 0-1 0 0,-1 0 1 0 0,1 0-1 0 0,-1-1 1 0 0,0 1-1 0 0,-1-1 0 0 0,1 0 1 0 0,-1 1-1 0 0,-1-1 1 0 0,1 0-1 0 0,-1 0 1 0 0,0 1-1 0 0,-1-1 1 0 0,0 0-1 0 0,-2-9 1 0 0,0 3-24 0 0,-1 0 0 0 0,-1 0 0 0 0,0 0-1 0 0,0 0 1 0 0,-2 1 0 0 0,1 0 0 0 0,-11-14 0 0 0,13 22-160 0 0,1 0 0 0 0,-1 0 0 0 0,0 0 0 0 0,0 1 0 0 0,0-1-1 0 0,0 1 1 0 0,-1 0 0 0 0,1 1 0 0 0,-7-4 0 0 0,6 4-290 0 0,1 1-1 0 0,-1 0 1 0 0,1 0 0 0 0,-1 0-1 0 0,0 0 1 0 0,0 1-1 0 0,1-1 1 0 0,-1 1 0 0 0,0 0-1 0 0,0 1 1 0 0,-8 1 0 0 0,-5-3-5013 0 0,13 2 1668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6.8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9 7242 0 0,'-1'0'264'0'0,"0"1"0"0"0,0 0 0 0 0,0-1 0 0 0,0 1 0 0 0,0 0 0 0 0,0 0 0 0 0,1 0 1 0 0,-1 0-1 0 0,0 0 0 0 0,0 0 0 0 0,1 0 0 0 0,-1 0 0 0 0,0 0 0 0 0,1 0 1 0 0,-1 0-1 0 0,1 1 0 0 0,-1-1 0 0 0,1 0 0 0 0,0 0 0 0 0,-1 0 0 0 0,1 1 0 0 0,0-1 1 0 0,0 0-1 0 0,0 0 0 0 0,0 1 0 0 0,0-1 0 0 0,1 2 0 0 0,0-2-129 0 0,0 0 0 0 0,1 0 0 0 0,-1 0 0 0 0,1 0 0 0 0,-1 0 0 0 0,1 0 0 0 0,-1-1 0 0 0,1 1 0 0 0,0-1 0 0 0,-1 1 0 0 0,1-1-1 0 0,-1 0 1 0 0,1 0 0 0 0,0 1 0 0 0,0-1 0 0 0,-1 0 0 0 0,3-1 0 0 0,15 0-27 0 0,1 0-1 0 0,23-6 1 0 0,-42 6-75 0 0,59-12-13 0 0,-19 3-286 0 0,44-4 0 0 0,-72 13-531 0 0,0 1 0 0 0,0-1 0 0 0,0 2-1 0 0,16 2 1 0 0,-29-3 643 0 0,1 0 1 0 0,-1 0-1 0 0,1 0 0 0 0,0 0 0 0 0,-1 0 1 0 0,1 0-1 0 0,-1 0 0 0 0,1 0 0 0 0,-1 0 1 0 0,1 0-1 0 0,-1 0 0 0 0,1 0 0 0 0,-1 0 1 0 0,1 0-1 0 0,-1 1 0 0 0,1-1 0 0 0,-1 0 1 0 0,1 0-1 0 0,-1 1 0 0 0,1-1 0 0 0,-1 0 1 0 0,1 1-1 0 0,-1-1 0 0 0,1 1 1 0 0,-1-1-1 0 0,0 0 0 0 0,1 1 0 0 0,-1-1 1 0 0,0 1-1 0 0,1-1 0 0 0,-1 1 0 0 0,0-1 1 0 0,0 1-1 0 0,0-1 0 0 0,1 1 0 0 0,-1-1 1 0 0,0 1-1 0 0,0-1 0 0 0,0 1 0 0 0,0-1 1 0 0,0 1-1 0 0,0 0 0 0 0,0-1 0 0 0,0 1 1 0 0,0 0-1 0 0,-7 8-3898 0 0</inkml:trace>
  <inkml:trace contextRef="#ctx0" brushRef="#br0" timeOffset="1">63 250 5321 0 0,'0'1'237'0'0,"-1"0"1"0"0,2 1-1 0 0,-1-1 0 0 0,0 0 0 0 0,0 1 0 0 0,0-1 1 0 0,1 1-1 0 0,-1-1 0 0 0,0 0 0 0 0,1 0 0 0 0,-1 1 1 0 0,1-1-1 0 0,0 0 0 0 0,-1 0 0 0 0,1 0 0 0 0,0 1 1 0 0,0-1-1 0 0,0 0 0 0 0,0 0 0 0 0,0 0 0 0 0,0-1 1 0 0,0 1-1 0 0,0 0 0 0 0,0 0 0 0 0,0 0 0 0 0,0-1 1 0 0,3 2-1 0 0,0-1-35 0 0,1 0-1 0 0,-1 0 1 0 0,0-1 0 0 0,0 1 0 0 0,1-1-1 0 0,-1 0 1 0 0,0 0 0 0 0,1 0 0 0 0,5-2 0 0 0,12-2-142 0 0,0-2-1 0 0,34-13 1 0 0,-53 18 74 0 0,2-1-173 0 0,90-37-2028 0 0,-39 5-4997 0 0,-41 23 3356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7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 6929 0 0,'-4'13'1351'0'0,"1"0"-1"0"0,0 0 0 0 0,1 1 1 0 0,0 13-1 0 0,6 101 1691 0 0,0-68-2211 0 0,-4-47-904 0 0,2 34 664 0 0,11 72 0 0 0,-10-103-812 0 0,1 1 0 0 0,1-1-1 0 0,7 16 1 0 0,-8-24-395 0 0,0 0-1 0 0,1 1 1 0 0,-1-1-1 0 0,2-1 1 0 0,-1 1-1 0 0,11 10 1 0 0,-16-18 469 0 0,11 9-2283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7.6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5 6321 0 0,'27'-5'5749'0'0,"21"6"-3822"0"0,-22-1-1490 0 0,-23 0-420 0 0,0 0-1 0 0,-1 0 1 0 0,1 0 0 0 0,0 1 0 0 0,0-1-1 0 0,0 1 1 0 0,0-1 0 0 0,-1 1 0 0 0,1 0-1 0 0,0 0 1 0 0,0 0 0 0 0,-1 1 0 0 0,1-1 0 0 0,-1 0-1 0 0,1 1 1 0 0,-1 0 0 0 0,0 0 0 0 0,0-1-1 0 0,4 5 1 0 0,-4-2 21 0 0,0-1-1 0 0,0 1 1 0 0,0-1 0 0 0,-1 1-1 0 0,1 0 1 0 0,-1 0 0 0 0,0-1-1 0 0,0 1 1 0 0,-1 0 0 0 0,1 0-1 0 0,-1 0 1 0 0,0 8 0 0 0,-2 10 236 0 0,-1 0 1 0 0,-1 0-1 0 0,-1 0 0 0 0,-9 27 1 0 0,6-25 119 0 0,1-1-92 0 0,-10 43 244 0 0,16-62-514 0 0,0 1 0 0 0,1-1 0 0 0,-1 1 1 0 0,1 0-1 0 0,0-1 0 0 0,0 1 0 0 0,1 0 0 0 0,0-1 0 0 0,-1 1 0 0 0,2 0 0 0 0,1 5 1 0 0,-2-9-31 0 0,0 1 0 0 0,1-1 0 0 0,-1 1 0 0 0,1-1 1 0 0,-1 0-1 0 0,1 0 0 0 0,0 1 0 0 0,-1-1 0 0 0,1 0 1 0 0,0-1-1 0 0,0 1 0 0 0,0 0 0 0 0,-1 0 0 0 0,1-1 1 0 0,0 1-1 0 0,0-1 0 0 0,0 0 0 0 0,0 1 0 0 0,0-1 1 0 0,0 0-1 0 0,0 0 0 0 0,0 0 0 0 0,0-1 0 0 0,0 1 1 0 0,0 0-1 0 0,0-1 0 0 0,4-1 0 0 0,61-18-649 0 0,-59 16 434 0 0,7 0-270 0 0,29-15-2223 0 0,-43 19 2348 0 0,0-1-1 0 0,0 0 1 0 0,1 0 0 0 0,-1 0-1 0 0,0 0 1 0 0,0 1-1 0 0,0-1 1 0 0,0-1 0 0 0,0 1-1 0 0,-1 0 1 0 0,1 0-1 0 0,0 0 1 0 0,0 0-1 0 0,-1-1 1 0 0,1 1 0 0 0,-1 0-1 0 0,1 0 1 0 0,-1-1-1 0 0,1 1 1 0 0,-1-1 0 0 0,0 1-1 0 0,0 0 1 0 0,0-1-1 0 0,0 1 1 0 0,0 0-1 0 0,0-1 1 0 0,0-2 0 0 0,-2-6-3038 0 0</inkml:trace>
  <inkml:trace contextRef="#ctx0" brushRef="#br0" timeOffset="1">245 190 6657 0 0,'0'0'209'0'0,"-1"1"0"0"0,1-1 0 0 0,0 1-1 0 0,0-1 1 0 0,0 0 0 0 0,-1 1-1 0 0,1-1 1 0 0,0 1 0 0 0,0-1-1 0 0,0 0 1 0 0,0 1 0 0 0,0-1 0 0 0,0 1-1 0 0,0-1 1 0 0,0 1 0 0 0,0-1-1 0 0,0 0 1 0 0,0 1 0 0 0,0-1-1 0 0,0 1 1 0 0,0-1 0 0 0,0 1 0 0 0,0-1-1 0 0,0 0 1 0 0,1 1 0 0 0,-1-1-1 0 0,0 1 1 0 0,0-1 0 0 0,0 0-1 0 0,1 1 1 0 0,-1-1 0 0 0,15 4 2379 0 0,16-10-1467 0 0,-4-5-1250 0 0,47-26 0 0 0,-10-3-5392 0 0,-37 14-1085 0 0,-13 14 2954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8.0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 2144 0 0,'-1'2'524'0'0,"-1"0"0"0"0,1 0-1 0 0,0 0 1 0 0,0 0 0 0 0,0 1-1 0 0,1-1 1 0 0,-1 0 0 0 0,1 1-1 0 0,-1-1 1 0 0,1 1-1 0 0,0-1 1 0 0,-1 0 0 0 0,2 5-1 0 0,2 39 1250 0 0,-2-34-829 0 0,23 163 3339 0 0,-20-154-4398 0 0,1 0 0 0 0,2 0 0 0 0,0 0 0 0 0,1-1 0 0 0,22 39 0 0 0,-15-38-2079 0 0,-1-8-2127 0 0,2-3-1444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8.4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33 2128 0 0,'6'-4'1057'0'0,"1"0"-1"0"0,0 1 1 0 0,0-1-1 0 0,0 1 1 0 0,0 1-1 0 0,0-1 1 0 0,1 1-1 0 0,9-1 1 0 0,-7 1-710 0 0,0 1-1 0 0,1 0 1 0 0,-1 0-1 0 0,1 1 1 0 0,0 0 0 0 0,-1 1-1 0 0,1 1 1 0 0,-1-1 0 0 0,16 6-1 0 0,-21-5-212 0 0,1 1 1 0 0,-1 0-1 0 0,0 0 0 0 0,0 0 1 0 0,0 0-1 0 0,-1 1 0 0 0,1 0 0 0 0,-1 0 1 0 0,0 0-1 0 0,0 1 0 0 0,0-1 0 0 0,-1 1 1 0 0,1 0-1 0 0,-1 0 0 0 0,-1 0 1 0 0,1 0-1 0 0,0 1 0 0 0,-1-1 0 0 0,2 9 1 0 0,2 11 46 0 0,-1 0 1 0 0,-1 0 0 0 0,1 35-1 0 0,6 32-1027 0 0,0-56-1094 0 0,-4-19-1178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8.84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82 6233 0 0,'9'125'7382'0'0,"-8"-83"-6570"0"0,3 1 0 0 0,13 68 0 0 0,2-43-925 0 0,-1-25-3960 0 0,-27-57-7160 0 0</inkml:trace>
  <inkml:trace contextRef="#ctx0" brushRef="#br0" timeOffset="1">26 259 5569 0 0,'2'0'1505'0'0,"1"0"-89"0"0,2-2-96 0 0,0 1-168 0 0,3-2-359 0 0,2-2-377 0 0,3-2-160 0 0,0 2-256 0 0,3-3-248 0 0,0 0-313 0 0,-1 2-415 0 0,1-4-376 0 0,-1 0-240 0 0,-4-1-361 0 0,-3-4-215 0 0,4 5-561 0 0</inkml:trace>
  <inkml:trace contextRef="#ctx0" brushRef="#br0" timeOffset="2">202 0 2921 0 0,'-1'1'260'0'0,"-1"0"1"0"0,1 0 0 0 0,0 0-1 0 0,-1 0 1 0 0,1 0 0 0 0,0 1-1 0 0,0-1 1 0 0,0 0 0 0 0,0 0 0 0 0,0 1-1 0 0,0-1 1 0 0,0 1 0 0 0,1-1-1 0 0,-1 1 1 0 0,0-1 0 0 0,1 1-1 0 0,-1-1 1 0 0,1 1 0 0 0,0 0-1 0 0,-1-1 1 0 0,1 1 0 0 0,0 0 0 0 0,0 2-1 0 0,1 47 1621 0 0,-1-38-1039 0 0,4 39 711 0 0,1-1 1 0 0,23 96-1 0 0,19 13-6156 0 0,-45-152 1082 0 0,0-2-1954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9.3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178 0 6105 0 0,'-6'4'512'0'0,"1"-1"0"0"0,0 1 0 0 0,-1 0 0 0 0,2 1 0 0 0,-1-1 0 0 0,0 1 0 0 0,1 0 0 0 0,0 0 0 0 0,0 0 0 0 0,0 0 0 0 0,-3 8 0 0 0,-30 69 510 0 0,30-64-671 0 0,-12 25-201 0 0,-25 69 525 0 0,42-103-929 0 0,-1-1 0 0 0,1 1 0 0 0,0 1 0 0 0,1-1 0 0 0,0 0 0 0 0,1 0 0 0 0,-1 0 0 0 0,2 1 0 0 0,2 17 0 0 0,-3-26-98 0 0,1 1 0 0 0,-1 0 1 0 0,1-1-1 0 0,-1 1 1 0 0,1 0-1 0 0,0-1 0 0 0,0 1 1 0 0,0-1-1 0 0,0 1 1 0 0,0-1-1 0 0,0 1 0 0 0,0-1 1 0 0,2 2-1 0 0,15 14-4183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09.6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5 137 5041 0 0,'-1'2'370'0'0,"0"-1"0"0"0,1 1 0 0 0,-1 0 0 0 0,1 0 1 0 0,-1-1-1 0 0,1 1 0 0 0,0 0 0 0 0,0 0 0 0 0,0 0 0 0 0,0 0 0 0 0,0 0 0 0 0,0-1 0 0 0,0 1 0 0 0,0 0 0 0 0,1 0 0 0 0,0 2 1 0 0,19 29 2239 0 0,-12-25-2433 0 0,-1-1 1 0 0,1 0-1 0 0,1 0 0 0 0,-1-1 1 0 0,11 5-1 0 0,-2-1-328 0 0,1-1-1 0 0,29 10 1 0 0,-2-10-2483 0 0,-3-11-4072 0 0,-23-2 2749 0 0</inkml:trace>
  <inkml:trace contextRef="#ctx0" brushRef="#br0" timeOffset="1">361 0 6745 0 0,'-3'20'1215'0'0,"1"-1"0"0"0,0 1 0 0 0,1 0 0 0 0,3 24 0 0 0,14 79 960 0 0,-10-90-1949 0 0,14 40 0 0 0,4-21-1651 0 0,-22-47 692 0 0,1-1-1 0 0,0 0 1 0 0,1 1 0 0 0,-1-1-1 0 0,1 0 1 0 0,-1-1-1 0 0,7 6 1 0 0,-6-8-2641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10.07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67 5145 0 0,'6'3'1456'0'0,"2"0"-431"0"0,5 2-41 0 0,2-5-144 0 0,1 0-248 0 0,2-3-320 0 0,5-2-344 0 0,3-3-440 0 0,2-2-544 0 0,1-5-713 0 0,-1-4-759 0 0,4 1-761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10.4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203 1 3481 0 0,'-15'0'940'0'0,"0"2"0"0"0,1-1 1 0 0,-1 2-1 0 0,1 0 0 0 0,-1 0 0 0 0,1 2 1 0 0,0 0-1 0 0,-17 8 0 0 0,27-11-751 0 0,0 1 1 0 0,0-1-1 0 0,0 1 0 0 0,0 0 0 0 0,0 0 0 0 0,1 0 1 0 0,-1 0-1 0 0,1 1 0 0 0,0-1 0 0 0,0 1 1 0 0,0 0-1 0 0,-4 7 0 0 0,6-7-154 0 0,0-1-1 0 0,0 0 1 0 0,0 1 0 0 0,1-1-1 0 0,-1 1 1 0 0,1-1 0 0 0,0 1-1 0 0,0-1 1 0 0,0 1 0 0 0,0-1-1 0 0,1 1 1 0 0,-1-1 0 0 0,1 0 0 0 0,0 1-1 0 0,0-1 1 0 0,0 1 0 0 0,0-1-1 0 0,1 0 1 0 0,2 5 0 0 0,0-4-26 0 0,-1 1 0 0 0,1-1 0 0 0,0 0 0 0 0,0 0 0 0 0,1 0 0 0 0,-1 0 0 0 0,1-1 0 0 0,0 0 0 0 0,0 0 0 0 0,0 0 0 0 0,0-1 0 0 0,0 0 1 0 0,0 0-1 0 0,1 0 0 0 0,-1 0 0 0 0,1-1 0 0 0,0 0 0 0 0,6 1 0 0 0,-6-1-2 0 0,0 0 1 0 0,1-1-1 0 0,-1 1 0 0 0,0-1 1 0 0,0 0-1 0 0,0-1 0 0 0,1 0 1 0 0,-1 0-1 0 0,0 0 1 0 0,0 0-1 0 0,0-1 0 0 0,0 0 1 0 0,-1 0-1 0 0,1-1 0 0 0,0 0 1 0 0,8-6-1 0 0,-12 7-63 0 0,-1 0-1 0 0,1-1 1 0 0,-1 1-1 0 0,0-1 1 0 0,0 1 0 0 0,0-1-1 0 0,0 0 1 0 0,0 1 0 0 0,0-1-1 0 0,-1 0 1 0 0,1 0-1 0 0,-1 0 1 0 0,0 1 0 0 0,0-1-1 0 0,0 0 1 0 0,0 0 0 0 0,0 0-1 0 0,-1 1 1 0 0,0-7-1 0 0,0 8 26 0 0,1-1 0 0 0,0 0 0 0 0,-1 0-1 0 0,1 1 1 0 0,-1-1 0 0 0,1 0-1 0 0,-1 0 1 0 0,0 1 0 0 0,1-1 0 0 0,-1 1-1 0 0,0-1 1 0 0,0 1 0 0 0,0-1 0 0 0,0 1-1 0 0,-1-1 1 0 0,1 1 0 0 0,0 0-1 0 0,-1 0 1 0 0,1-1 0 0 0,-1 1 0 0 0,1 0-1 0 0,-1 1 1 0 0,1-1 0 0 0,-1 0-1 0 0,0 0 1 0 0,1 1 0 0 0,-1-1 0 0 0,0 0-1 0 0,0 1 1 0 0,1 0 0 0 0,-4-1-1 0 0,3 2 39 0 0,0 0 0 0 0,-1 0 0 0 0,1 0 0 0 0,0 0 0 0 0,0 0 0 0 0,0 0 0 0 0,0 1 0 0 0,0-1 0 0 0,0 1 0 0 0,0 0 0 0 0,0-1 0 0 0,1 1 0 0 0,-1 0 0 0 0,1 0 0 0 0,-1 0 0 0 0,1 0 0 0 0,-2 3 0 0 0,-21 41 676 0 0,22-41-565 0 0,-7 14 264 0 0,2 1-1 0 0,0 0 1 0 0,-5 25-1 0 0,10-38-338 0 0,1 0-1 0 0,0 1 0 0 0,0-1 0 0 0,0 0 0 0 0,1 0 0 0 0,0 0 1 0 0,1 0-1 0 0,0 0 0 0 0,0 1 0 0 0,0-1 0 0 0,1 0 0 0 0,0-1 1 0 0,3 9-1 0 0,-4-14-105 0 0,-1 0 0 0 0,1 1 0 0 0,0-1 1 0 0,0 0-1 0 0,0 0 0 0 0,0 0 0 0 0,0 1 0 0 0,0-1 0 0 0,0 0 1 0 0,0 0-1 0 0,0 0 0 0 0,0-1 0 0 0,1 1 0 0 0,-1 0 1 0 0,0 0-1 0 0,1-1 0 0 0,-1 1 0 0 0,1-1 0 0 0,-1 1 0 0 0,0-1 1 0 0,1 1-1 0 0,-1-1 0 0 0,1 0 0 0 0,-1 0 0 0 0,1 0 0 0 0,-1 0 1 0 0,1 0-1 0 0,-1 0 0 0 0,1 0 0 0 0,-1 0 0 0 0,1-1 1 0 0,1 0-1 0 0,1 0-605 0 0,0-1-1 0 0,-1 1 1 0 0,0-1 0 0 0,1 0 0 0 0,-1 0 0 0 0,0 0-1 0 0,0 0 1 0 0,0-1 0 0 0,0 0 0 0 0,0 1 0 0 0,3-5-1 0 0,8-9-3652 0 0</inkml:trace>
  <inkml:trace contextRef="#ctx0" brushRef="#br0" timeOffset="0.25">292 95 7226 0 0,'-3'10'912'0'0,"-1"-1"1"0"0,1 1 0 0 0,1 0 0 0 0,0 0-1 0 0,0 0 1 0 0,1 0 0 0 0,0 1-1 0 0,1 10 1 0 0,9 83 533 0 0,-3-71-1374 0 0,3 15-767 0 0,-12-18-2872 0 0,3-30 3388 0 0,0 1 0 0 0,0-1 0 0 0,0 1 0 0 0,0-1 0 0 0,0 0 0 0 0,0 1 0 0 0,-1-1 0 0 0,1 1 0 0 0,0-1 0 0 0,0 0 0 0 0,-1 1 0 0 0,1-1 0 0 0,0 0 0 0 0,-1 1-1 0 0,1-1 1 0 0,0 0 0 0 0,-1 0 0 0 0,1 1 0 0 0,0-1 0 0 0,-1 0 0 0 0,1 0 0 0 0,-1 1 0 0 0,1-1 0 0 0,0 0 0 0 0,-1 0 0 0 0,1 0 0 0 0,-1 0 0 0 0,1 0 0 0 0,-1 0 0 0 0,1 0 0 0 0,-1 0 0 0 0,-1 1-543 0 0,-6 1-3787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10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57 6681 0 0,'0'2'252'0'0,"0"-1"0"0"0,0 1-1 0 0,0-1 1 0 0,1 0-1 0 0,-1 1 1 0 0,0-1-1 0 0,1 0 1 0 0,-1 1 0 0 0,0-1-1 0 0,1 0 1 0 0,0 0-1 0 0,-1 1 1 0 0,1-1 0 0 0,0 0-1 0 0,0 0 1 0 0,-1 0-1 0 0,1 0 1 0 0,0 0-1 0 0,0 0 1 0 0,0 0 0 0 0,0 0-1 0 0,1 0 1 0 0,1 1-1 0 0,0-1-2 0 0,0 1 0 0 0,1-1 0 0 0,0 0 0 0 0,-1 0 0 0 0,1 0 0 0 0,-1 0 0 0 0,1-1 0 0 0,6 1 0 0 0,6-2-48 0 0,-1 0 0 0 0,0 0 1 0 0,18-5-1 0 0,10-4-427 0 0,56-21-1 0 0,-8-6-4503 0 0,-67 29 1654 0 0,8 7-1781 0 0</inkml:trace>
  <inkml:trace contextRef="#ctx0" brushRef="#br0" timeOffset="1">285 149 2168 0 0,'-10'7'812'0'0,"0"1"-1"0"0,1 0 0 0 0,0 1 0 0 0,1 0 0 0 0,0 1 0 0 0,0-1 0 0 0,1 1 0 0 0,0 1 1 0 0,-8 18-1 0 0,13-26-708 0 0,0 0 0 0 0,1 1 0 0 0,0-1 0 0 0,0 1 0 0 0,0-1 0 0 0,0 1 0 0 0,1-1 0 0 0,-1 1 0 0 0,1 0 0 0 0,0-1 0 0 0,0 1 0 0 0,0-1 0 0 0,1 1 0 0 0,-1 0 0 0 0,1-1 0 0 0,0 1 0 0 0,0-1 0 0 0,0 1 0 0 0,0-1 0 0 0,0 0 0 0 0,1 1 0 0 0,0-1 0 0 0,0 0 0 0 0,0 0 0 0 0,0 0 0 0 0,0 0 0 0 0,0 0 0 0 0,1-1 0 0 0,-1 1 0 0 0,1-1 0 0 0,0 0 0 0 0,0 1 0 0 0,0-1 0 0 0,0 0 0 0 0,0-1 0 0 0,0 1 0 0 0,4 1 0 0 0,3 0 12 0 0,-1 1 1 0 0,1-2-1 0 0,-1 1 1 0 0,1-1-1 0 0,0-1 0 0 0,0 0 1 0 0,0 0-1 0 0,0-1 1 0 0,0 0-1 0 0,0-1 1 0 0,15-2-1 0 0,-17 2-10 0 0,1-1 0 0 0,-1 0-1 0 0,0 0 1 0 0,1-1 0 0 0,-1 0-1 0 0,0 0 1 0 0,-1-1 0 0 0,1 0 0 0 0,-1 0-1 0 0,1-1 1 0 0,-1 0 0 0 0,0 0-1 0 0,9-10 1 0 0,-14 13-66 0 0,-1 1 0 0 0,1-1 0 0 0,-1 0-1 0 0,0 0 1 0 0,0 0 0 0 0,1 0 0 0 0,-1 0 0 0 0,0 0 0 0 0,0 0 0 0 0,-1 0 0 0 0,1-1 0 0 0,0 1-1 0 0,-1 0 1 0 0,0 0 0 0 0,1-1 0 0 0,-1 1 0 0 0,0 0 0 0 0,0-1 0 0 0,0 1 0 0 0,0 0-1 0 0,-1-1 1 0 0,1 1 0 0 0,-1-3 0 0 0,-1 2-8 0 0,0-1 0 0 0,0 1-1 0 0,0 0 1 0 0,0 0 0 0 0,-1 0 0 0 0,1 0 0 0 0,-1 0-1 0 0,0 0 1 0 0,1 1 0 0 0,-1 0 0 0 0,0-1 0 0 0,-7-3-1 0 0,-1 0-213 0 0,0 1 0 0 0,-1 0-1 0 0,0 0 1 0 0,0 1 0 0 0,0 1-1 0 0,0 0 1 0 0,-20-2 0 0 0,-34 4-7235 0 0,49 3 1349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11.6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13 132 6601 0 0,'-1'-1'155'0'0,"0"1"0"0"0,0-1-1 0 0,0 1 1 0 0,1-1-1 0 0,-1 0 1 0 0,0 1-1 0 0,0-1 1 0 0,1 0-1 0 0,-1 0 1 0 0,0 1 0 0 0,1-1-1 0 0,-1 0 1 0 0,1 0-1 0 0,-1 0 1 0 0,1 0-1 0 0,0 0 1 0 0,-1 0-1 0 0,1 0 1 0 0,0 0 0 0 0,0 0-1 0 0,0 0 1 0 0,-1 0-1 0 0,1 0 1 0 0,0 0-1 0 0,0 0 1 0 0,0 0 0 0 0,1 0-1 0 0,-1 1 1 0 0,0-1-1 0 0,0 0 1 0 0,1-2-1 0 0,0 1 13 0 0,1-1-1 0 0,0 1 0 0 0,0-1 1 0 0,-1 1-1 0 0,1 0 1 0 0,1-1-1 0 0,-1 1 0 0 0,0 0 1 0 0,1 1-1 0 0,3-4 0 0 0,6-2 122 0 0,1 0 0 0 0,-1 1 0 0 0,23-8-1 0 0,5 3-78 0 0,1 1 1 0 0,1 2-1 0 0,-1 2 0 0 0,1 2 0 0 0,0 2 0 0 0,0 1 0 0 0,62 8 0 0 0,-73-4-68 0 0,0 3 0 0 0,1 0 0 0 0,-2 2 0 0 0,1 1 0 0 0,-1 1 0 0 0,-1 2 1 0 0,0 1-1 0 0,0 1 0 0 0,-2 1 0 0 0,40 29 0 0 0,-53-32 38 0 0,1 0 0 0 0,-1 1 0 0 0,-1 1 0 0 0,0 0 0 0 0,-1 1 0 0 0,-1 0 0 0 0,0 1 0 0 0,-1 0 0 0 0,-1 1 1 0 0,0 0-1 0 0,-1 0 0 0 0,-1 1 0 0 0,-1 0 0 0 0,-1 0 0 0 0,0 1 0 0 0,-1-1 0 0 0,-1 1 0 0 0,-1 0 0 0 0,0 0 0 0 0,-2 0 0 0 0,0 0 0 0 0,-1 0 0 0 0,-4 22 0 0 0,5-41-174 0 0,0 1-1 0 0,0-1 1 0 0,0 1 0 0 0,-1-1 0 0 0,1 0-1 0 0,0 1 1 0 0,0-1 0 0 0,0 1-1 0 0,0-1 1 0 0,0 0 0 0 0,-1 1 0 0 0,1-1-1 0 0,0 1 1 0 0,0-1 0 0 0,0 0-1 0 0,-1 1 1 0 0,1-1 0 0 0,0 0 0 0 0,-1 1-1 0 0,1-1 1 0 0,0 0 0 0 0,-1 0-1 0 0,1 1 1 0 0,0-1 0 0 0,-1 0 0 0 0,1 0-1 0 0,-1 0 1 0 0,1 1 0 0 0,0-1-1 0 0,-1 0 1 0 0,1 0 0 0 0,-1 0 0 0 0,1 0-1 0 0,-1 0 1 0 0,1 0 0 0 0,0 0-1 0 0,-1 0 1 0 0,1 0 0 0 0,-1 0 0 0 0,-21-12-83 0 0,-29-37-420 0 0,38 35 329 0 0,-36-37-316 0 0,36 36 463 0 0,0 0 1 0 0,-1 1 0 0 0,-1 0 0 0 0,0 1 0 0 0,-1 1-1 0 0,0 1 1 0 0,-31-18 0 0 0,37 29 425 0 0,18 11-227 0 0,22 15-51 0 0,-27-24-87 0 0,47 41 416 0 0,2-3 0 0 0,1-3 0 0 0,85 46 0 0 0,-137-82-402 0 0,0-1 0 0 0,0 1 0 0 0,0 0 0 0 0,0-1 0 0 0,0 1 0 0 0,0 0 0 0 0,0-1 0 0 0,1 1 0 0 0,-1-1 0 0 0,0 0 0 0 0,0 1 0 0 0,0-1 0 0 0,1 0 0 0 0,-1 0 0 0 0,0 0 0 0 0,0 0 0 0 0,0 0 0 0 0,1 0 0 0 0,-1 0 0 0 0,0 0 0 0 0,0 0 0 0 0,0-1 0 0 0,1 1 0 0 0,-1 0 0 0 0,0-1 0 0 0,0 1 0 0 0,0-1 0 0 0,0 1 0 0 0,0-1 0 0 0,0 0 0 0 0,0 1 0 0 0,0-1 0 0 0,0 0 0 0 0,0 0 0 0 0,0 0 1 0 0,0 1-1 0 0,-1-1 0 0 0,1 0 0 0 0,0 0 0 0 0,-1 0 0 0 0,1 0 0 0 0,0-1 0 0 0,-1 1 0 0 0,1 0 0 0 0,-1 0 0 0 0,0 0 0 0 0,1-2 0 0 0,1-7 101 0 0,-1 0 1 0 0,0-1-1 0 0,0 1 0 0 0,-2-20 1 0 0,0 5-163 0 0,2-9 62 0 0,1 0 0 0 0,2 1 0 0 0,12-49 0 0 0,-12 68-418 0 0,1 0 1 0 0,0 1 0 0 0,1-1-1 0 0,10-15 1 0 0,-11 20-482 0 0,1 1 0 0 0,0 0 0 0 0,0 0 0 0 0,1 1-1 0 0,0-1 1 0 0,1 2 0 0 0,8-8 0 0 0,4 3-3792 0 0,9 2-3445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0:55.3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71 63 6905 0 0,'-6'-1'877'0'0,"0"1"-1"0"0,0-1 1 0 0,1 1-1 0 0,-1 1 1 0 0,0-1-1 0 0,-6 3 0 0 0,11-4-739 0 0,0 1-1 0 0,0 0 1 0 0,1 0 0 0 0,-1 0-1 0 0,0 1 1 0 0,0-1-1 0 0,0 0 1 0 0,0 0 0 0 0,0 0-1 0 0,0 1 1 0 0,0-1-1 0 0,1 0 1 0 0,-1 1-1 0 0,0-1 1 0 0,0 1 0 0 0,1-1-1 0 0,-1 1 1 0 0,0-1-1 0 0,0 1 1 0 0,1 0-1 0 0,-1-1 1 0 0,1 1 0 0 0,-1 0-1 0 0,0-1 1 0 0,1 1-1 0 0,0 0 1 0 0,-1 0-1 0 0,1 0 1 0 0,-1-1 0 0 0,1 1-1 0 0,0 0 1 0 0,-1 0-1 0 0,1 0 1 0 0,0 0-1 0 0,0 0 1 0 0,0-1 0 0 0,0 1-1 0 0,0 0 1 0 0,0 0-1 0 0,0 0 1 0 0,0 0 0 0 0,0 0-1 0 0,0 0 1 0 0,1 0-1 0 0,-1 1 1 0 0,1-1-61 0 0,1 1 1 0 0,-1-1-1 0 0,0 0 0 0 0,1 0 1 0 0,-1 0-1 0 0,1 0 0 0 0,-1 0 1 0 0,1 0-1 0 0,-1 0 0 0 0,1 0 1 0 0,-1-1-1 0 0,1 1 1 0 0,0-1-1 0 0,0 1 0 0 0,-1-1 1 0 0,1 1-1 0 0,0-1 0 0 0,0 0 1 0 0,1 0-1 0 0,43 0 340 0 0,-35 0-216 0 0,529-31 1024 0 0,-245 8-1128 0 0,473-5 32 0 0,3 6 304 0 0,-751 21-269 0 0,103-2 487 0 0,-110 4-397 0 0,0 0 0 0 0,0 0 1 0 0,-1 1-1 0 0,1 1 1 0 0,-1 0-1 0 0,1 1 0 0 0,14 6 1 0 0,-19-5-609 0 0,21 10 1488 0 0,-14-14-3628 0 0,-4-8-4906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08.9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140 3 3697 0 0,'0'-1'208'0'0,"0"1"0"0"0,-1 0 0 0 0,1 0 0 0 0,0-1 0 0 0,-1 1 0 0 0,1 0-1 0 0,0 0 1 0 0,-1 0 0 0 0,1 0 0 0 0,-1 0 0 0 0,1-1 0 0 0,-1 1 0 0 0,1 0 0 0 0,0 0 0 0 0,-1 0 0 0 0,1 0 0 0 0,-1 0 0 0 0,1 0 0 0 0,-1 1 0 0 0,1-1 0 0 0,0 0 0 0 0,-1 0 0 0 0,1 0 0 0 0,-1 0 0 0 0,1 0 0 0 0,0 1 0 0 0,-1-1-1 0 0,1 0 1 0 0,0 0 0 0 0,-1 0 0 0 0,0 1 0 0 0,-15 15 2452 0 0,-9 22-1269 0 0,24-37-1201 0 0,-16 27 342 0 0,8-15-534 0 0,0 1 0 0 0,1 0 0 0 0,0 0 0 0 0,1 0 0 0 0,1 1 1 0 0,0 1-1 0 0,1-1 0 0 0,-4 18 0 0 0,9-32-168 0 0,0 0 0 0 0,0-1 0 0 0,0 1 0 0 0,0-1 0 0 0,0 1 0 0 0,0-1 0 0 0,0 1-1 0 0,0-1 1 0 0,0 1 0 0 0,0 0 0 0 0,0-1 0 0 0,0 1 0 0 0,1-1 0 0 0,-1 1 0 0 0,0-1 0 0 0,0 1-1 0 0,0-1 1 0 0,1 1 0 0 0,-1-1 0 0 0,0 1 0 0 0,1-1 0 0 0,-1 1 0 0 0,0-1 0 0 0,1 0 0 0 0,-1 1 0 0 0,1-1-1 0 0,-1 0 1 0 0,1 1 0 0 0,-1-1 0 0 0,1 0 0 0 0,-1 1 0 0 0,1-1 0 0 0,-1 0 0 0 0,1 0 0 0 0,-1 0 0 0 0,1 1-1 0 0,-1-1 1 0 0,1 0 0 0 0,-1 0 0 0 0,1 0 0 0 0,0 0 0 0 0,-1 0 0 0 0,1 0 0 0 0,-1 0 0 0 0,1 0-1 0 0,-1 0 1 0 0,1 0 0 0 0,-1-1 0 0 0,1 1 0 0 0,0 0 0 0 0,-1 0 0 0 0,1 0 0 0 0,-1-1 0 0 0,1 0 0 0 0,4 1-770 0 0,7 0-2336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09.3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5249 0 0,'0'3'497'0'0,"1"-1"0"0"0,-1 1-1 0 0,0 0 1 0 0,1 0 0 0 0,0-1-1 0 0,-1 1 1 0 0,1 0 0 0 0,0-1-1 0 0,0 1 1 0 0,1 0 0 0 0,-1-1-1 0 0,0 0 1 0 0,1 1 0 0 0,-1-1 0 0 0,1 0-1 0 0,4 4 1 0 0,-2-2-232 0 0,1-1 0 0 0,-1 1 0 0 0,1-1 1 0 0,0 0-1 0 0,0 0 0 0 0,1 0 0 0 0,8 2 0 0 0,3 1-381 0 0,1-2 0 0 0,-1 0 0 0 0,1-1 0 0 0,21 1 0 0 0,25-3-2642 0 0,-24-11-5196 0 0,-30 11 4800 0 0</inkml:trace>
  <inkml:trace contextRef="#ctx0" brushRef="#br0" timeOffset="1">163 98 3505 0 0,'-4'9'644'0'0,"-1"0"1"0"0,2 0 0 0 0,-1 0 0 0 0,1 0-1 0 0,1 0 1 0 0,0 1 0 0 0,0-1-1 0 0,-1 15 1 0 0,-5 25 290 0 0,7-48-1279 0 0,0-1 1 0 0,-1 0-1 0 0,1 0 0 0 0,0 0 1 0 0,0 0-1 0 0,0 0 0 0 0,-1 0 0 0 0,1 0 1 0 0,0 0-1 0 0,0-1 0 0 0,0 1 1 0 0,-1 0-1 0 0,1-1 0 0 0,0 1 0 0 0,0-1 1 0 0,0 1-1 0 0,0-1 0 0 0,0 1 1 0 0,0-1-1 0 0,-2-1 0 0 0,1 1-130 0 0,-5-1-1556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09.7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56 4657 0 0,'0'0'132'0'0,"-1"0"0"0"0,1 0 0 0 0,0 0 0 0 0,-1 0 0 0 0,1 0 0 0 0,0 0 0 0 0,-1 0 0 0 0,1 0 0 0 0,0 1 0 0 0,0-1 0 0 0,-1 0 0 0 0,1 0 0 0 0,0 0 1 0 0,-1 0-1 0 0,1 1 0 0 0,0-1 0 0 0,0 0 0 0 0,-1 0 0 0 0,1 0 0 0 0,0 1 0 0 0,0-1 0 0 0,-1 0 0 0 0,1 1 0 0 0,0-1 0 0 0,0 0 0 0 0,0 0 0 0 0,0 1 0 0 0,0-1 0 0 0,-1 0 0 0 0,1 1 0 0 0,0-1 0 0 0,0 0 0 0 0,0 1 0 0 0,0-1 0 0 0,0 0 0 0 0,0 1 0 0 0,0-1 0 0 0,0 0 0 0 0,0 1 1 0 0,0 0-1 0 0,16 5 2541 0 0,24-3-574 0 0,124-30-88 0 0,-110 13-4068 0 0,-1-2-3611 0 0,-53 16 5495 0 0,1 0 0 0 0,-1 0 1 0 0,1 0-1 0 0,-1 0 1 0 0,1 0-1 0 0,0 0 0 0 0,-1 0 1 0 0,1-1-1 0 0,-1 1 0 0 0,1 0 1 0 0,-1 0-1 0 0,1-1 1 0 0,-1 1-1 0 0,1 0 0 0 0,-1-1 1 0 0,1 1-1 0 0,-1-1 1 0 0,0 1-1 0 0,1-1 0 0 0,-1 1 1 0 0,0 0-1 0 0,1-1 1 0 0,-1 1-1 0 0,0-1 0 0 0,1 1 1 0 0,-1-1-1 0 0,0 0 0 0 0,0 1 1 0 0,0-1-1 0 0,0 1 1 0 0,1-1-1 0 0,-1 1 0 0 0,0-1 1 0 0,0 0-1 0 0,0 1 1 0 0,0-2-1 0 0,2 0-2025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10.0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31 3201 0 0,'7'4'5568'0'0,"-5"-3"-5377"0"0,0 0 0 0 0,0-1 0 0 0,0 1 0 0 0,0-1 0 0 0,0 1 0 0 0,0-1 0 0 0,1 0 0 0 0,-1 0 0 0 0,0 0 0 0 0,0 0 0 0 0,3 0 0 0 0,51-14 2142 0 0,-36 8-1805 0 0,1 1 0 0 0,0 0 0 0 0,0 2 0 0 0,0 0 0 0 0,0 1-1 0 0,0 1 1 0 0,32 3 0 0 0,-51-1-506 0 0,0-1 0 0 0,0 0 1 0 0,-1 1-1 0 0,1-1 0 0 0,0 1 0 0 0,0 0 0 0 0,-1 0 0 0 0,1 0 0 0 0,0-1 1 0 0,-1 2-1 0 0,1-1 0 0 0,-1 0 0 0 0,1 0 0 0 0,-1 0 0 0 0,0 1 0 0 0,1-1 1 0 0,-1 1-1 0 0,0-1 0 0 0,0 1 0 0 0,0-1 0 0 0,0 1 0 0 0,0 0 1 0 0,0-1-1 0 0,-1 1 0 0 0,1 0 0 0 0,0 0 0 0 0,0 3 0 0 0,0 4 69 0 0,-1 0 0 0 0,0-1 0 0 0,0 1-1 0 0,-1 0 1 0 0,-2 9 0 0 0,2-13-481 0 0,0 0 0 0 0,0 1 0 0 0,1-1-1 0 0,-1 0 1 0 0,1 0 0 0 0,0 0 0 0 0,0 0 0 0 0,1 0 0 0 0,0 0 0 0 0,0 0 0 0 0,0 0 0 0 0,2 5 0 0 0,-3-9 285 0 0,0-1 1 0 0,0 0-1 0 0,0 0 0 0 0,0 1 1 0 0,0-1-1 0 0,0 0 0 0 0,0 0 0 0 0,0 0 1 0 0,0 1-1 0 0,0-1 0 0 0,0 0 1 0 0,0 0-1 0 0,0 1 0 0 0,0-1 1 0 0,1 0-1 0 0,-1 0 0 0 0,0 0 1 0 0,0 1-1 0 0,0-1 0 0 0,0 0 1 0 0,0 0-1 0 0,1 0 0 0 0,-1 1 1 0 0,0-1-1 0 0,0 0 0 0 0,0 0 0 0 0,0 0 1 0 0,1 0-1 0 0,-1 0 0 0 0,0 0 1 0 0,0 1-1 0 0,1-1 0 0 0,-1 0 1 0 0,0 0-1 0 0,0 0 0 0 0,0 0 1 0 0,1 0-1 0 0,-1 0 0 0 0,0 0 1 0 0,0 0-1 0 0,1 0 0 0 0,-1 0 1 0 0,0 0-1 0 0,0 0 0 0 0,1 0 0 0 0,-1 0 1 0 0,0 0-1 0 0,0 0 0 0 0,0 0 1 0 0,1-1-1 0 0,-1 1 0 0 0,0 0 1 0 0,0 0-1 0 0,1 0 0 0 0,-1 0 1 0 0,0 0-1 0 0,0-1 0 0 0,2-11-3516 0 0,-2 11 3474 0 0,4-10-2812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10.4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48 4569 0 0,'0'0'213'0'0,"1"0"1"0"0,-1 1-1 0 0,0-1 0 0 0,0 1 1 0 0,1-1-1 0 0,-1 1 0 0 0,0-1 1 0 0,0 0-1 0 0,1 1 0 0 0,-1-1 1 0 0,0 0-1 0 0,1 1 0 0 0,-1-1 1 0 0,1 0-1 0 0,-1 0 1 0 0,0 1-1 0 0,1-1 0 0 0,-1 0 1 0 0,1 0-1 0 0,-1 0 0 0 0,1 0 1 0 0,-1 1-1 0 0,1-1 0 0 0,-1 0 1 0 0,1 0-1 0 0,-1 0 0 0 0,1 0 1 0 0,-1 0-1 0 0,1 0 0 0 0,-1 0 1 0 0,0 0-1 0 0,1 0 0 0 0,21 2 1331 0 0,2-3-1180 0 0,-1-1 0 0 0,0-1 0 0 0,0-1 0 0 0,0-2-1 0 0,0 0 1 0 0,-1-1 0 0 0,0-1 0 0 0,22-11 0 0 0,-44 18-284 0 0,-5 2-44 0 0,0 1 0 0 0,0-1 0 0 0,0 1 1 0 0,0 0-1 0 0,0 0 0 0 0,0 0 1 0 0,1 1-1 0 0,-1-1 0 0 0,-4 4 0 0 0,-7 4 6 0 0,-10 2-11 0 0,4-2 0 0 0,0 1 0 0 0,-21 15 1 0 0,39-23-28 0 0,-1-1 0 0 0,2 1 0 0 0,-1 0 0 0 0,0 1 0 0 0,0-1 1 0 0,1 1-1 0 0,0-1 0 0 0,0 1 0 0 0,0 0 0 0 0,0 0 1 0 0,1 0-1 0 0,-1 1 0 0 0,1-1 0 0 0,0 1 0 0 0,0-1 0 0 0,-1 8 1 0 0,2-9-5 0 0,1 0 0 0 0,0 0-1 0 0,0 0 1 0 0,0 0 0 0 0,0 0 0 0 0,0 0 0 0 0,1 0 0 0 0,-1 0 0 0 0,1 0 0 0 0,0 0 0 0 0,0 0 0 0 0,0 0 0 0 0,0-1 0 0 0,1 1 0 0 0,-1 0 0 0 0,1-1 0 0 0,-1 1 0 0 0,5 4 0 0 0,-2-4 0 0 0,0 1 1 0 0,0-1 0 0 0,0 1 0 0 0,1-1 0 0 0,-1 0 0 0 0,1-1-1 0 0,0 1 1 0 0,-1-1 0 0 0,1 0 0 0 0,6 1 0 0 0,-1 0 9 0 0,0-1-1 0 0,-1 0 1 0 0,1 0 0 0 0,0-1 0 0 0,0-1 0 0 0,0 1 0 0 0,0-2 0 0 0,0 1 0 0 0,0-2 0 0 0,0 1-1 0 0,10-4 1 0 0,-17 4 94 0 0,0-1-1 0 0,0 1 0 0 0,0 0 1 0 0,0 0-1 0 0,0 1 1 0 0,0-1-1 0 0,1 1 0 0 0,-1-1 1 0 0,0 1-1 0 0,0 0 0 0 0,6 1 1 0 0,-8-1-12 0 0,0 1 0 0 0,0 0 0 0 0,0 0 1 0 0,0 1-1 0 0,0-1 0 0 0,0 0 0 0 0,0 0 1 0 0,-1 0-1 0 0,1 1 0 0 0,0-1 0 0 0,-1 0 1 0 0,1 0-1 0 0,-1 1 0 0 0,1-1 0 0 0,-1 1 1 0 0,0-1-1 0 0,0 0 0 0 0,0 1 0 0 0,1-1 0 0 0,-1 1 1 0 0,-1-1-1 0 0,1 0 0 0 0,0 1 0 0 0,0-1 1 0 0,0 1-1 0 0,-1-1 0 0 0,1 0 0 0 0,-1 1 1 0 0,0 1-1 0 0,0 7-259 0 0,-1 1 0 0 0,0-1 0 0 0,0 0 0 0 0,-1 0 0 0 0,0 0 0 0 0,-8 15 0 0 0,9-21-134 0 0,-1-1-1 0 0,0 1 1 0 0,1-1 0 0 0,-1 0 0 0 0,-1 0-1 0 0,1 0 1 0 0,0-1 0 0 0,-1 1-1 0 0,1-1 1 0 0,-1 0 0 0 0,0 0-1 0 0,0 0 1 0 0,0 0 0 0 0,0 0 0 0 0,0-1-1 0 0,0 0 1 0 0,0 0 0 0 0,0 0-1 0 0,-5 0 1 0 0,-11 1-321 0 0,0-1 0 0 0,-30-1-1 0 0,33-1 1131 0 0,0 1 0 0 0,1 0 0 0 0,-1 1-1 0 0,-21 5 1 0 0,38-6-473 0 0,0 0 1 0 0,0 0-1 0 0,0 0 0 0 0,0 0 0 0 0,1 0 0 0 0,-1 0 1 0 0,0 0-1 0 0,0 0 0 0 0,0 0 0 0 0,0 0 0 0 0,0 0 1 0 0,0 0-1 0 0,0 1 0 0 0,0-1 0 0 0,0 0 1 0 0,0 0-1 0 0,0 0 0 0 0,0 0 0 0 0,0 0 0 0 0,0 0 1 0 0,0 0-1 0 0,0 0 0 0 0,0 0 0 0 0,0 0 0 0 0,0 1 1 0 0,0-1-1 0 0,0 0 0 0 0,0 0 0 0 0,0 0 1 0 0,0 0-1 0 0,0 0 0 0 0,0 0 0 0 0,0 0 0 0 0,0 0 1 0 0,0 0-1 0 0,0 0 0 0 0,0 1 0 0 0,0-1 0 0 0,0 0 1 0 0,0 0-1 0 0,0 0 0 0 0,0 0 0 0 0,0 0 1 0 0,-1 0-1 0 0,1 0 0 0 0,0 0 0 0 0,0 0 0 0 0,0 0 1 0 0,0 0-1 0 0,0 0 0 0 0,0 0 0 0 0,0 0 0 0 0,0 0 1 0 0,0 0-1 0 0,0 0 0 0 0,0 0 0 0 0,-1 0 0 0 0,1 0 1 0 0,0 0-1 0 0,0 0 0 0 0,0 0 0 0 0,0 0 1 0 0,0 0-1 0 0,0 0 0 0 0,0 0 0 0 0,0 0 0 0 0,11 5 1161 0 0,14 1 84 0 0,15-3-713 0 0,0-2 1 0 0,0-2 0 0 0,0-2 0 0 0,0-1 0 0 0,-1-2-1 0 0,1-2 1 0 0,-1-1 0 0 0,53-21 0 0 0,-51 11-735 0 0,0 1-2447 0 0,-13 8-5330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17.5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8 212 3041 0 0,'-1'0'96'0'0,"1"0"1"0"0,0 0 0 0 0,0 0 0 0 0,-1 0-1 0 0,1 0 1 0 0,0 0 0 0 0,0 0 0 0 0,-1 0-1 0 0,1 0 1 0 0,0 0 0 0 0,0 1 0 0 0,-1-1-1 0 0,1 0 1 0 0,0 0 0 0 0,0 0-1 0 0,-1 0 1 0 0,1 0 0 0 0,0 1 0 0 0,0-1-1 0 0,0 0 1 0 0,-1 0 0 0 0,1 0 0 0 0,0 0-1 0 0,0 1 1 0 0,0-1 0 0 0,0 0 0 0 0,0 0-1 0 0,-1 1 1 0 0,1-1 0 0 0,0 0 0 0 0,0 0-1 0 0,0 1 1 0 0,0-1 0 0 0,0 0 0 0 0,0 0-1 0 0,0 1 1 0 0,0-1-32 0 0,0 1 1 0 0,1-1-1 0 0,-1 0 1 0 0,0 1-1 0 0,1-1 1 0 0,-1 0-1 0 0,0 0 0 0 0,1 0 1 0 0,-1 1-1 0 0,0-1 1 0 0,1 0-1 0 0,-1 0 1 0 0,1 0-1 0 0,-1 0 0 0 0,0 0 1 0 0,1 0-1 0 0,-1 0 1 0 0,1 0-1 0 0,-1 0 0 0 0,0 0 1 0 0,1 0-1 0 0,-1 0 1 0 0,1 0-1 0 0,-1 0 1 0 0,1 0-1 0 0,-1 0 0 0 0,0 0 1 0 0,1 0-1 0 0,-1-1 1 0 0,0 1-1 0 0,1 0 1 0 0,-1 0-1 0 0,0 0 0 0 0,1-1 1 0 0,0 1-1 0 0,13-5 542 0 0,1 2-1 0 0,1-1 0 0 0,-1 2 1 0 0,0 0-1 0 0,20 1 1 0 0,22-3-397 0 0,110-14 395 0 0,115-20 368 0 0,-221 27-886 0 0,1 2 0 0 0,0 3 0 0 0,1 3 1 0 0,68 4-1 0 0,-84-1 16 0 0,0-2 0 0 0,50-8 0 0 0,23-2-43 0 0,3 6 85 0 0,278-27-6 0 0,-336 25-132 0 0,72 1 0 0 0,9-1-87 0 0,-18 5 97 0 0,-89 3-88 0 0,-31-1-437 0 0,-8 0 198 0 0,1 1 1 0 0,-1 0-1 0 0,0-1 1 0 0,1 1-1 0 0,-1-1 1 0 0,0 1-1 0 0,1-1 0 0 0,-1 1 1 0 0,0 0-1 0 0,0-1 1 0 0,1 1-1 0 0,-1-1 1 0 0,0 1-1 0 0,0-1 0 0 0,0 1 1 0 0,0-1-1 0 0,0 1 1 0 0,0-1-1 0 0,0 1 1 0 0,0-1-1 0 0,0 0 0 0 0,0 1 1 0 0,0-1-1 0 0,0 1 1 0 0,0-1-1 0 0,0 1 1 0 0,0-1-1 0 0,-1 1 0 0 0,1-1 1 0 0,-2-7-3563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19.6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0 343 2176 0 0,'6'1'3487'0'0,"37"9"-2609"0"0,-1-7-414 0 0,0-2-1 0 0,45-5 0 0 0,-25 1-362 0 0,42-1-122 0 0,578-39 916 0 0,-499 27-608 0 0,280 11 1 0 0,-150-3-264 0 0,46 2 89 0 0,169-9 104 0 0,-350 4-198 0 0,-51 4 134 0 0,529-23 233 0 0,635-9 278 0 0,-617 12-124 0 0,-495 18-344 0 0,75-2-161 0 0,467-28 396 0 0,22-6-9 0 0,-181 34-257 0 0,-442 11-39 0 0,-84-3 247 0 0,-21-2-520 0 0,-15 5 111 0 0,0 0 0 0 0,0 0 0 0 0,0 0 0 0 0,0-1 0 0 0,0 1 0 0 0,1 0 0 0 0,-1 0 0 0 0,0 0 0 0 0,0 0 0 0 0,0-1 0 0 0,0 1 1 0 0,0 0-1 0 0,0 0 0 0 0,0-1 0 0 0,0 1 0 0 0,0 0 0 0 0,0 0 0 0 0,0 0 0 0 0,0-1 0 0 0,0 1 0 0 0,0 0 0 0 0,0 0 0 0 0,0 0 0 0 0,0-1 0 0 0,0 1 0 0 0,0 0 0 0 0,0 0 0 0 0,-1 0 0 0 0,1-1 0 0 0,0 1 0 0 0,0 0 0 0 0,0 0 0 0 0,0 0 0 0 0,0 0 0 0 0,0-1 0 0 0,-1 1 0 0 0,1 0 0 0 0,0 0 0 0 0,0 0 0 0 0,0 0 0 0 0,0 0 1 0 0,-1 0-1 0 0,1-1 0 0 0,0 1 0 0 0,0 0 0 0 0,0 0 0 0 0,-1 0 0 0 0,1 0 0 0 0,0 0 0 0 0,-6-8-5485 0 0,13 8 1626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27.0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160 136 2064 0 0,'-6'0'187'0'0,"0"0"-1"0"0,-1 0 0 0 0,1 0 1 0 0,-1 1-1 0 0,1 0 0 0 0,0 0 1 0 0,0 1-1 0 0,0 0 0 0 0,0 0 0 0 0,0 0 1 0 0,0 0-1 0 0,0 1 0 0 0,1 0 1 0 0,-1 1-1 0 0,1-1 0 0 0,0 1 1 0 0,0 0-1 0 0,0 0 0 0 0,1 1 0 0 0,-1-1 1 0 0,1 1-1 0 0,0 0 0 0 0,0 0 1 0 0,1 0-1 0 0,-1 1 0 0 0,1-1 1 0 0,1 1-1 0 0,-1 0 0 0 0,1 0 0 0 0,0 0 1 0 0,-3 12-1 0 0,4-13-150 0 0,0 1 0 0 0,0-1 0 0 0,1 0 0 0 0,-1 1 0 0 0,1-1 0 0 0,0 1 0 0 0,1-1 0 0 0,-1 0-1 0 0,1 1 1 0 0,0-1 0 0 0,0 0 0 0 0,1 1 0 0 0,0-1 0 0 0,0 0 0 0 0,0 0 0 0 0,0 0 0 0 0,1 0 0 0 0,0-1 0 0 0,0 1 0 0 0,0-1 0 0 0,0 0-1 0 0,1 0 1 0 0,0 0 0 0 0,-1 0 0 0 0,2 0 0 0 0,-1-1 0 0 0,0 0 0 0 0,1 0 0 0 0,-1 0 0 0 0,1 0 0 0 0,0-1 0 0 0,0 0 0 0 0,0 0 0 0 0,0 0 0 0 0,0 0-1 0 0,1-1 1 0 0,6 1 0 0 0,4 0-4 0 0,-1 0 0 0 0,1-2 0 0 0,-1 0 0 0 0,1 0 0 0 0,-1-2 0 0 0,1 1 0 0 0,-1-2 0 0 0,0 0 0 0 0,0-1 0 0 0,0-1 0 0 0,0 0 0 0 0,-1-1 0 0 0,0-1 0 0 0,16-9 0 0 0,-24 12 18 0 0,1 0 1 0 0,-1 0 0 0 0,0 0-1 0 0,0-1 1 0 0,-1 0 0 0 0,1 0-1 0 0,-1-1 1 0 0,0 0 0 0 0,0 0-1 0 0,-1 0 1 0 0,0 0 0 0 0,0 0-1 0 0,-1-1 1 0 0,1 0 0 0 0,-1 0-1 0 0,-1 0 1 0 0,1 0 0 0 0,-1 0-1 0 0,-1-1 1 0 0,1 1-1 0 0,-1 0 1 0 0,0-1 0 0 0,-1 1-1 0 0,0-1 1 0 0,0 0 0 0 0,-1 1-1 0 0,0-1 1 0 0,0 1 0 0 0,0 0-1 0 0,-5-14 1 0 0,2 12-10 0 0,0-1 0 0 0,0 1 1 0 0,0 0-1 0 0,-1 0 0 0 0,-1 0 0 0 0,1 1 0 0 0,-2 0 0 0 0,1 0 0 0 0,-1 0 0 0 0,0 1 1 0 0,0 0-1 0 0,-1 0 0 0 0,0 1 0 0 0,0 0 0 0 0,-14-7 0 0 0,16 10-110 0 0,-1 0 0 0 0,1 0 0 0 0,0 1-1 0 0,-1 0 1 0 0,0 0 0 0 0,1 1 0 0 0,-1 0 0 0 0,0 0-1 0 0,0 1 1 0 0,0 0 0 0 0,0 0 0 0 0,1 0 0 0 0,-1 1-1 0 0,0 0 1 0 0,0 0 0 0 0,1 1 0 0 0,-1 0-1 0 0,0 0 1 0 0,1 0 0 0 0,0 1 0 0 0,0 0 0 0 0,0 0-1 0 0,-11 8 1 0 0,15-10-287 0 0,0 0 0 0 0,0 1-1 0 0,1-1 1 0 0,-1 0 0 0 0,0 1 0 0 0,1-1-1 0 0,-1 1 1 0 0,1 0 0 0 0,0-1-1 0 0,-1 1 1 0 0,1 0 0 0 0,0 0 0 0 0,0 0-1 0 0,0 0 1 0 0,0 0 0 0 0,0 0-1 0 0,1 0 1 0 0,-1 3 0 0 0,6 1-2441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27.4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169 1 1800 0 0,'-10'4'356'0'0,"1"0"-1"0"0,-1 0 0 0 0,0 0 0 0 0,1 1 0 0 0,0 1 0 0 0,0-1 0 0 0,1 2 1 0 0,0-1-1 0 0,0 1 0 0 0,0 0 0 0 0,1 1 0 0 0,0 0 0 0 0,0 0 0 0 0,1 0 1 0 0,0 1-1 0 0,0 0 0 0 0,1 0 0 0 0,0 1 0 0 0,-4 13 0 0 0,7-18-316 0 0,0 0-1 0 0,0 0 1 0 0,0 1-1 0 0,1-1 1 0 0,0 1-1 0 0,0-1 1 0 0,0 1-1 0 0,1-1 1 0 0,-1 1-1 0 0,2-1 0 0 0,-1 1 1 0 0,0 0-1 0 0,1-1 1 0 0,0 1-1 0 0,1-1 1 0 0,-1 1-1 0 0,1-1 1 0 0,0 0-1 0 0,0 0 1 0 0,0 0-1 0 0,1 0 0 0 0,0 0 1 0 0,0 0-1 0 0,0-1 1 0 0,1 1-1 0 0,-1-1 1 0 0,1 0-1 0 0,0 0 1 0 0,0 0-1 0 0,1-1 1 0 0,-1 1-1 0 0,1-1 1 0 0,0 0-1 0 0,0 0 0 0 0,0-1 1 0 0,0 0-1 0 0,6 3 1 0 0,5 0-25 0 0,1-1 0 0 0,-1 0-1 0 0,1-1 1 0 0,0-1 0 0 0,0 0 0 0 0,0-1 0 0 0,0-1 0 0 0,0-1-1 0 0,0 0 1 0 0,17-4 0 0 0,-20 2 26 0 0,0 0-1 0 0,0 0 1 0 0,-1-1-1 0 0,0-1 1 0 0,1 0 0 0 0,-2-1-1 0 0,1 0 1 0 0,-1-1-1 0 0,0-1 1 0 0,0 0 0 0 0,-1 0-1 0 0,15-15 1 0 0,-22 19 5 0 0,0 0 0 0 0,-1-1 1 0 0,0 1-1 0 0,0-1 1 0 0,-1 0-1 0 0,1 0 0 0 0,-1 0 1 0 0,0 0-1 0 0,0 0 0 0 0,-1 0 1 0 0,1-1-1 0 0,-1 1 1 0 0,0 0-1 0 0,-1-1 0 0 0,1 1 1 0 0,-1-1-1 0 0,0 1 1 0 0,-1-1-1 0 0,1 1 0 0 0,-1-1 1 0 0,0 1-1 0 0,-1 0 0 0 0,1-1 1 0 0,-1 1-1 0 0,0 0 1 0 0,0 0-1 0 0,0 0 0 0 0,-1 0 1 0 0,0 1-1 0 0,0-1 0 0 0,0 1 1 0 0,-7-8-1 0 0,5 5-58 0 0,-1 0 0 0 0,-1 1 0 0 0,1 0 0 0 0,-1 0 0 0 0,0 0 0 0 0,0 1 0 0 0,-1-1 0 0 0,0 2 0 0 0,0-1 0 0 0,0 1 0 0 0,0 1-1 0 0,-1-1 1 0 0,1 1 0 0 0,-1 1 0 0 0,0 0 0 0 0,0 0 0 0 0,0 0 0 0 0,0 1 0 0 0,-11 1 0 0 0,11 1-125 0 0,-1 0 0 0 0,1 1 1 0 0,0 1-1 0 0,0-1 0 0 0,0 2 0 0 0,0-1 1 0 0,-11 7-1 0 0,15-7-344 0 0,-1 0 1 0 0,1 1-1 0 0,0 0 1 0 0,0 0-1 0 0,0 0 1 0 0,1 0-1 0 0,-5 6 1 0 0,5 2-4958 0 0,12-9 3740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27.83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200 45 3641 0 0,'-2'-1'193'0'0,"1"-1"1"0"0,-1 1-1 0 0,1 0 0 0 0,-1 0 1 0 0,1 0-1 0 0,-1 0 1 0 0,0 0-1 0 0,1 0 0 0 0,-1 0 1 0 0,0 1-1 0 0,0-1 1 0 0,0 1-1 0 0,1-1 0 0 0,-1 1 1 0 0,0 0-1 0 0,0 0 1 0 0,0-1-1 0 0,0 1 0 0 0,0 1 1 0 0,0-1-1 0 0,0 0 1 0 0,0 0-1 0 0,1 1 0 0 0,-1-1 1 0 0,0 1-1 0 0,0-1 1 0 0,0 1-1 0 0,1 0 0 0 0,-4 1 1 0 0,-55 27 1256 0 0,54-25-1313 0 0,0 1-1 0 0,0-1 1 0 0,0 1 0 0 0,0 1-1 0 0,1-1 1 0 0,-1 1-1 0 0,1 0 1 0 0,1 0 0 0 0,-1 1-1 0 0,1-1 1 0 0,0 1 0 0 0,1 0-1 0 0,0 0 1 0 0,0 0-1 0 0,0 1 1 0 0,1-1 0 0 0,0 1-1 0 0,1-1 1 0 0,-2 16 0 0 0,2-16-129 0 0,1-1 0 0 0,0 1 0 0 0,1-1 0 0 0,0 1 0 0 0,0 0 0 0 0,0-1 0 0 0,1 1 0 0 0,-1-1 0 0 0,2 0 0 0 0,-1 0 0 0 0,1 0 0 0 0,0 0 0 0 0,0 0 0 0 0,0 0 0 0 0,1-1 1 0 0,0 1-1 0 0,0-1 0 0 0,1 0 0 0 0,-1 0 0 0 0,1-1 0 0 0,0 0 0 0 0,0 1 0 0 0,8 3 0 0 0,3 1-12 0 0,0-1 0 0 0,1-1 0 0 0,0-1 1 0 0,0 0-1 0 0,1-1 0 0 0,0-1 0 0 0,-1-1 0 0 0,1 0 0 0 0,36 0 1 0 0,-38-3 29 0 0,0-1 1 0 0,0 0-1 0 0,0-1 1 0 0,0 0-1 0 0,0-2 1 0 0,0 0-1 0 0,-1 0 1 0 0,0-2-1 0 0,0 0 1 0 0,0 0-1 0 0,19-13 1 0 0,-29 15 6 0 0,0 0 1 0 0,0 0-1 0 0,0-1 0 0 0,0 0 0 0 0,-1 0 1 0 0,0 0-1 0 0,0 0 0 0 0,-1-1 0 0 0,1 1 1 0 0,-1-1-1 0 0,0 0 0 0 0,-1 0 1 0 0,1 0-1 0 0,-1-1 0 0 0,0 1 0 0 0,-1 0 1 0 0,1-1-1 0 0,-2 1 0 0 0,1-1 1 0 0,0 1-1 0 0,-1-1 0 0 0,-1 0 0 0 0,1 1 1 0 0,-1-1-1 0 0,0 1 0 0 0,0-1 0 0 0,-1 1 1 0 0,0 0-1 0 0,-5-12 0 0 0,4 8-176 0 0,-2-1 0 0 0,1 2 0 0 0,-1-1-1 0 0,-1 1 1 0 0,0-1 0 0 0,0 1-1 0 0,-1 1 1 0 0,0-1 0 0 0,0 1 0 0 0,-1 1-1 0 0,0-1 1 0 0,0 1 0 0 0,-1 1 0 0 0,0 0-1 0 0,0 0 1 0 0,0 0 0 0 0,-16-5 0 0 0,16 8-174 0 0,0 0 1 0 0,-1 1-1 0 0,1 1 1 0 0,-1 0-1 0 0,0 0 1 0 0,1 0-1 0 0,-1 2 1 0 0,-10 0 0 0 0,-18 9-3311 0 0,27-10 593 0 0,10-1 2623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28.2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127 0 3721 0 0,'-6'3'460'0'0,"1"0"0"0"0,-1 0-1 0 0,1 0 1 0 0,0 1 0 0 0,0-1 0 0 0,1 1 0 0 0,-1 0 0 0 0,1 1 0 0 0,0-1-1 0 0,-6 9 1 0 0,-32 52 1295 0 0,38-58-1697 0 0,1-1-1 0 0,-1 1 0 0 0,2 0 0 0 0,-1 0 1 0 0,1 0-1 0 0,0 0 0 0 0,0 1 0 0 0,1-1 1 0 0,0 0-1 0 0,0 1 0 0 0,1-1 1 0 0,0 1-1 0 0,0-1 0 0 0,1 1 0 0 0,0-1 1 0 0,0 0-1 0 0,0 1 0 0 0,1-1 0 0 0,1 0 1 0 0,-1 0-1 0 0,1 0 0 0 0,0 0 1 0 0,0-1-1 0 0,1 1 0 0 0,0-1 0 0 0,0 0 1 0 0,1 0-1 0 0,0 0 0 0 0,0 0 0 0 0,0-1 1 0 0,0 0-1 0 0,1 0 0 0 0,0-1 1 0 0,0 1-1 0 0,0-1 0 0 0,13 6 0 0 0,-5-4-20 0 0,0-1-1 0 0,1 0 1 0 0,-1 0-1 0 0,1-1 1 0 0,0-1-1 0 0,0-1 0 0 0,0 0 1 0 0,0-1-1 0 0,29-2 1 0 0,-35 1 53 0 0,1-1 0 0 0,-1-1 0 0 0,1 0 1 0 0,-1 0-1 0 0,0-1 0 0 0,0 0 0 0 0,14-7 1 0 0,-18 7 25 0 0,-1 1 1 0 0,1-1 0 0 0,-1 0 0 0 0,0-1 0 0 0,0 1 0 0 0,0-1 0 0 0,-1 0 0 0 0,1 0-1 0 0,-1 0 1 0 0,0 0 0 0 0,0 0 0 0 0,0-1 0 0 0,0 1 0 0 0,2-8 0 0 0,-3 5-16 0 0,-1 0 0 0 0,0-1 0 0 0,0 1 1 0 0,0-1-1 0 0,-1 1 0 0 0,0 0 1 0 0,-1-1-1 0 0,1 1 0 0 0,-2-1 0 0 0,1 1 1 0 0,-1 0-1 0 0,0 0 0 0 0,0 0 0 0 0,-1 0 1 0 0,0 0-1 0 0,0 0 0 0 0,-5-7 0 0 0,1 2-238 0 0,0 0 0 0 0,0 1 0 0 0,-2 0 0 0 0,1 1 0 0 0,-1-1 0 0 0,0 2 0 0 0,-1-1 0 0 0,-18-12 0 0 0,21 17-335 0 0,-1 1 1 0 0,0 0-1 0 0,0 0 0 0 0,0 1 0 0 0,-12-3 1 0 0,12 4-685 0 0,0 1 1 0 0,0-1-1 0 0,0 1 1 0 0,0 1-1 0 0,-15 0 1 0 0,7 4-2571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29.5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308 12 4345 0 0,'-6'-2'292'0'0,"0"0"1"0"0,-1 0-1 0 0,1 0 0 0 0,-1 1 1 0 0,1 0-1 0 0,-1 0 0 0 0,1 1 1 0 0,-1 0-1 0 0,1 0 0 0 0,-1 1 1 0 0,1-1-1 0 0,-1 1 0 0 0,1 1 1 0 0,-1-1-1 0 0,-8 4 0 0 0,6-1-74 0 0,1 1 0 0 0,0-1-1 0 0,0 2 1 0 0,0-1 0 0 0,0 1-1 0 0,1 0 1 0 0,0 0 0 0 0,0 1 0 0 0,-10 13-1 0 0,3-1-27 0 0,1 1-1 0 0,1 0 1 0 0,1 1-1 0 0,1 1 0 0 0,1-1 1 0 0,0 2-1 0 0,-8 39 1 0 0,12-43-144 0 0,2 1 0 0 0,0-1 0 0 0,2 1 0 0 0,0 0 0 0 0,1 0 0 0 0,1 0 0 0 0,0 0 0 0 0,2 0 0 0 0,0-1 0 0 0,7 22 0 0 0,-6-31-32 0 0,-1 0 0 0 0,1-1 0 0 0,0 1 0 0 0,1-1 0 0 0,0-1 0 0 0,1 1 0 0 0,0-1 0 0 0,0 1 0 0 0,1-2-1 0 0,0 1 1 0 0,0-1 0 0 0,0 0 0 0 0,1 0 0 0 0,0-1 0 0 0,1 0 0 0 0,-1-1 0 0 0,1 0 0 0 0,0 0 0 0 0,1-1 0 0 0,-1 0 0 0 0,14 4 0 0 0,-4-4 22 0 0,1-1-1 0 0,-1 0 0 0 0,1-1 1 0 0,0-1-1 0 0,0-1 1 0 0,0-1-1 0 0,-1-1 0 0 0,1-1 1 0 0,0 0-1 0 0,-1-1 1 0 0,28-11-1 0 0,-20 6 41 0 0,-1-2-1 0 0,0-1 1 0 0,0-1-1 0 0,-1-1 1 0 0,-1-1 0 0 0,-1-1-1 0 0,30-27 1 0 0,-45 36 21 0 0,-1 0-1 0 0,0-1 1 0 0,0 1 0 0 0,0-2 0 0 0,-1 1 0 0 0,-1-1 0 0 0,1 0 0 0 0,-1 0-1 0 0,-1 0 1 0 0,0-1 0 0 0,0 1 0 0 0,-1-1 0 0 0,0 0 0 0 0,-1 0 0 0 0,0 0-1 0 0,1-17 1 0 0,-3 15-15 0 0,-1-1-1 0 0,0 1 1 0 0,-1 0 0 0 0,0 0-1 0 0,-1 0 1 0 0,0 0-1 0 0,-1 0 1 0 0,0 0-1 0 0,-1 1 1 0 0,0 0 0 0 0,-1 0-1 0 0,0 0 1 0 0,-13-15-1 0 0,12 16-184 0 0,-1 1 0 0 0,0 0 0 0 0,-1 0 0 0 0,1 1 0 0 0,-2 0 0 0 0,1 1 0 0 0,-1-1 0 0 0,0 2 0 0 0,0 0 0 0 0,-1 0 0 0 0,0 1 0 0 0,0 0 0 0 0,-1 1 0 0 0,1 0 0 0 0,-1 1 0 0 0,1 0 0 0 0,-1 1 0 0 0,0 0 0 0 0,0 1 0 0 0,-22 0 0 0 0,13 3-618 0 0,1 0 0 0 0,0 1 1 0 0,1 2-1 0 0,-1 0 0 0 0,1 1 0 0 0,0 0 0 0 0,0 2 1 0 0,1 0-1 0 0,0 2 0 0 0,0 0 0 0 0,-28 21 0 0 0,13-2-1486 0 0,10 5-839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29.9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284 0 4481 0 0,'-6'5'804'0'0,"1"0"0"0"0,0-1 1 0 0,1 2-1 0 0,-1-1 0 0 0,1 0 0 0 0,-7 12 1 0 0,-1 7 1131 0 0,-17 45 1 0 0,8-19-519 0 0,-34 61 222 0 0,-25 55 121 0 0,70-142-2860 0 0,1 2 0 0 0,1-1 1 0 0,1 1-1 0 0,-5 43 1 0 0,11-62-3709 0 0,3-22-305 0 0,3 2 2433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0.3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4281 0 0,'1'30'2966'0'0,"2"-1"0"0"0,7 39-1 0 0,3-10-1790 0 0,25 69-1 0 0,-27-98-1263 0 0,0-1-1 0 0,2 0 0 0 0,28 45 0 0 0,5-17-5915 0 0,-38-49 2806 0 0,-1-3-1053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1.4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30 1352 0 0,'-22'-25'5036'0'0,"16"21"-2117"0"0,16 18-1173 0 0,14 15-1345 0 0,1 0 0 0 0,2-2 0 0 0,56 45 0 0 0,104 60-31 0 0,-125-90-214 0 0,100 66-248 0 0,184 91 1 0 0,-342-197-253 0 0,31 14-931 0 0,-19-14-1131 0 0,-16-2 2269 0 0,1 0-1 0 0,-1 0 1 0 0,0 0 0 0 0,1 0 0 0 0,-1 0 0 0 0,0 0 0 0 0,0 0 0 0 0,1-1 0 0 0,-1 1 0 0 0,0 0 0 0 0,0 0 0 0 0,1 0 0 0 0,-1-1 0 0 0,0 1 0 0 0,0 0 0 0 0,1 0 0 0 0,-1-1 0 0 0,0 1 0 0 0,0 0-1 0 0,0 0 1 0 0,0-1 0 0 0,0 1 0 0 0,1 0 0 0 0,-1 0 0 0 0,0-1 0 0 0,0 1 0 0 0,0 0 0 0 0,0-1 0 0 0,0 1 0 0 0,0 0 0 0 0,0-1 0 0 0,0 1 0 0 0,0 0 0 0 0,0 0 0 0 0,0-1 0 0 0,0 0 0 0 0,-2-8-2735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1.7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3417 0 0,'120'169'7080'0'0,"-52"-75"-7127"0"0,63 111 1 0 0,-116-176-696 0 0,0 1-2771 0 0,39 54 1 0 0,-37-63 1763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2.1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150 1 2961 0 0,'0'0'70'0'0,"0"0"1"0"0,-1 0-1 0 0,1 0 1 0 0,0 0-1 0 0,0 0 1 0 0,0 0-1 0 0,-1 0 1 0 0,1-1-1 0 0,0 1 1 0 0,0 0-1 0 0,-1 0 1 0 0,1 0-1 0 0,0 0 1 0 0,-1 0-1 0 0,1 0 1 0 0,0 0-1 0 0,0 0 1 0 0,-1 0-1 0 0,1 0 1 0 0,0 0 0 0 0,0 1-1 0 0,-1-1 1 0 0,1 0-1 0 0,0 0 1 0 0,0 0-1 0 0,0 0 1 0 0,-1 0-1 0 0,1 0 1 0 0,0 0-1 0 0,0 1 1 0 0,0-1-1 0 0,-1 0 1 0 0,1 0-1 0 0,0 0 1 0 0,0 1-1 0 0,0-1 1 0 0,0 0-1 0 0,-1 0 1 0 0,1 0-1 0 0,0 1 1 0 0,0-1-1 0 0,0 1 1 0 0,-10 18 1496 0 0,-4 27-167 0 0,13-42-1099 0 0,-108 483 4473 0 0,106-469-4747 0 0,1 1 0 0 0,1 29 0 0 0,0-42-376 0 0,2-1 1 0 0,-1 0 0 0 0,1 0 0 0 0,-1 0 0 0 0,1 0 0 0 0,1 0 0 0 0,-1 0 0 0 0,1 0 0 0 0,0 0-1 0 0,0 0 1 0 0,0-1 0 0 0,0 1 0 0 0,1-1 0 0 0,4 6 0 0 0,-6-9 181 0 0,-1-1-1 0 0,0 1 1 0 0,1-1 0 0 0,-1 1 0 0 0,1-1 0 0 0,-1 0-1 0 0,1 1 1 0 0,-1-1 0 0 0,1 1 0 0 0,-1-1-1 0 0,1 0 1 0 0,-1 1 0 0 0,1-1 0 0 0,-1 0-1 0 0,1 0 1 0 0,-1 0 0 0 0,1 1 0 0 0,0-1 0 0 0,-1 0-1 0 0,1 0 1 0 0,-1 0 0 0 0,1 0 0 0 0,0 0-1 0 0,-1 0 1 0 0,1 0 0 0 0,-1 0 0 0 0,1 0 0 0 0,0 0-1 0 0,-1 0 1 0 0,1-1 0 0 0,-1 1 0 0 0,2 0-1 0 0,4-4-2383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2.5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531 13 3209 0 0,'19'-12'2053'0'0,"-19"12"-2008"0"0,0 0 1 0 0,0 0-1 0 0,1 0 1 0 0,-1 0-1 0 0,0 0 1 0 0,0 0-1 0 0,0 0 1 0 0,0 0-1 0 0,1 0 1 0 0,-1 0-1 0 0,0 0 0 0 0,0 0 1 0 0,0 0-1 0 0,0 0 1 0 0,1 0-1 0 0,-1 0 1 0 0,0 0-1 0 0,0 0 1 0 0,0 0-1 0 0,0 0 1 0 0,0 0-1 0 0,1 1 1 0 0,-1-1-1 0 0,0 0 1 0 0,0 0-1 0 0,0 0 1 0 0,0 0-1 0 0,0 0 0 0 0,0 0 1 0 0,1 0-1 0 0,-1 1 1 0 0,0-1-1 0 0,0 0 1 0 0,0 0-1 0 0,0 0 1 0 0,0 0-1 0 0,0 0 1 0 0,0 1-1 0 0,0-1 1 0 0,0 0-1 0 0,0 0 1 0 0,0 0-1 0 0,0 0 1 0 0,0 1-1 0 0,0-1 1 0 0,0 0-1 0 0,0 0 0 0 0,0 0 1 0 0,0 0-1 0 0,0 1 1 0 0,-13 34 2910 0 0,11-29-2933 0 0,-35 68 2141 0 0,-3 0 1 0 0,-90 123-1 0 0,47-92-1327 0 0,-98 97 0 0 0,147-162-1579 0 0,17-19-1296 0 0,0-1-3641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2.9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 3393 0 0,'-1'0'129'0'0,"0"0"0"0"0,0 0 1 0 0,0 1-1 0 0,0-1 0 0 0,1 0 0 0 0,-1 1 1 0 0,0-1-1 0 0,0 0 0 0 0,0 1 1 0 0,1-1-1 0 0,-1 1 0 0 0,0-1 0 0 0,1 1 1 0 0,-1-1-1 0 0,0 1 0 0 0,1 0 0 0 0,-1-1 1 0 0,1 1-1 0 0,-1 0 0 0 0,1 0 1 0 0,-1-1-1 0 0,1 1 0 0 0,0 0 0 0 0,-1 0 1 0 0,1-1-1 0 0,0 1 0 0 0,-1 0 1 0 0,1 0-1 0 0,0 0 0 0 0,0 0 0 0 0,0 0 1 0 0,0-1-1 0 0,0 1 0 0 0,0 0 0 0 0,0 0 1 0 0,0 0-1 0 0,0 0 0 0 0,0 0 1 0 0,1 0-1 0 0,-1-1 0 0 0,0 1 0 0 0,1 0 1 0 0,-1 0-1 0 0,0 0 0 0 0,1 0 0 0 0,17 45 1841 0 0,-17-44-1787 0 0,130 241 5139 0 0,-71-137-3908 0 0,55 90 554 0 0,-55-101-1070 0 0,-5 4 0 0 0,69 168 0 0 0,-118-257-6195 0 0,-8-28 737 0 0,-11-49-2020 0 0,8 46 4863 0 0,-1-19-1763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33.30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887 1 6321 0 0,'-36'32'7399'0'0,"-23"11"-3345"0"0,-22 19-1990 0 0,-114 131 1313 0 0,-26 25-1171 0 0,172-178-2378 0 0,-1-2 0 0 0,-1-2-1 0 0,-93 49 1 0 0,188-116-17559 0 0,-32 21 12618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1:57.7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67 167 1800 0 0,'-63'-26'6042'0'0,"62"26"-5970"0"0,1-1 1 0 0,0 1-1 0 0,0 0 1 0 0,0 0-1 0 0,-1 0 1 0 0,1 0-1 0 0,0 0 1 0 0,0 0-1 0 0,0 0 1 0 0,0 0-1 0 0,0 0 1 0 0,-1-1-1 0 0,1 1 1 0 0,0 0-1 0 0,0 0 1 0 0,0 0-1 0 0,0 0 1 0 0,0 0-1 0 0,0-1 1 0 0,0 1 0 0 0,-1 0-1 0 0,1 0 1 0 0,0 0-1 0 0,0 0 1 0 0,0-1-1 0 0,0 1 1 0 0,0 0-1 0 0,0 0 1 0 0,0 0-1 0 0,0 0 1 0 0,0-1-1 0 0,0 1 1 0 0,0 0-1 0 0,0 0 1 0 0,0 0-1 0 0,0-1 1 0 0,0 1-1 0 0,0 0 1 0 0,0 0-1 0 0,0 0 1 0 0,0 0-1 0 0,1-1 1 0 0,-1 1-1 0 0,0 0 1 0 0,0 0-1 0 0,0 0 1 0 0,0 0-1 0 0,0-1 1 0 0,0 1-1 0 0,1 0 1 0 0,12-5 1807 0 0,15 1-662 0 0,-2 5-909 0 0,1 0 0 0 0,46-7 1 0 0,35 1 386 0 0,-82 6-543 0 0,44 3 341 0 0,1-3 0 0 0,98-11 0 0 0,-82 2-143 0 0,105 4 0 0 0,-34 1 125 0 0,94-17 206 0 0,17-2-419 0 0,-99 12-150 0 0,132-1 124 0 0,-135 32 18 0 0,4-1-44 0 0,77-13-4 0 0,232 13-95 0 0,58 2 140 0 0,-78-31-107 0 0,-243-2-111 0 0,-8 1 146 0 0,124-2-47 0 0,-264 12-110 0 0,385 15 57 0 0,-343-9-7 0 0,171-12-1 0 0,-55-2 18 0 0,269-3-61 0 0,-283 5 0 0 0,617-7-51 0 0,-817 13 22 0 0,598-17 102 0 0,-595 15-148 0 0,16 1-93 0 0,0-3 0 0 0,1 0 0 0 0,-1-2 0 0 0,41-14 0 0 0,-58 17-2691 0 0,-7 2-3222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3.7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159 0 6257 0 0,'-5'1'502'0'0,"1"1"-1"0"0,0-1 0 0 0,0 0 0 0 0,0 1 0 0 0,0 0 1 0 0,0 0-1 0 0,0 0 0 0 0,0 1 0 0 0,1-1 1 0 0,-1 1-1 0 0,-3 3 0 0 0,2-1-134 0 0,1 0-1 0 0,0 0 1 0 0,0 1-1 0 0,0-1 1 0 0,1 1 0 0 0,-6 12-1 0 0,5-10-240 0 0,1 1-1 0 0,0-1 0 0 0,1 1 0 0 0,0 0 0 0 0,1 0 1 0 0,-1 0-1 0 0,2 1 0 0 0,-1-1 0 0 0,1 0 0 0 0,1 0 1 0 0,1 11-1 0 0,-2-18-99 0 0,0 1 1 0 0,1 0-1 0 0,-1-1 0 0 0,1 1 1 0 0,0 0-1 0 0,0-1 0 0 0,0 1 1 0 0,0-1-1 0 0,0 1 0 0 0,0-1 1 0 0,1 0-1 0 0,-1 1 0 0 0,1-1 1 0 0,0 0-1 0 0,-1 0 0 0 0,1 0 1 0 0,0 0-1 0 0,0 0 0 0 0,0-1 1 0 0,1 1-1 0 0,-1 0 0 0 0,0-1 1 0 0,1 0-1 0 0,-1 0 0 0 0,1 1 1 0 0,-1-2-1 0 0,1 1 0 0 0,-1 0 1 0 0,1 0-1 0 0,0-1 0 0 0,-1 1 1 0 0,1-1-1 0 0,0 0 0 0 0,0 0 1 0 0,-1 0-1 0 0,1 0 0 0 0,0 0 1 0 0,2-1-1 0 0,2-1 49 0 0,-1 0 0 0 0,1 0 0 0 0,-1 0 1 0 0,0-1-1 0 0,0 1 0 0 0,0-2 0 0 0,0 1 0 0 0,0-1 0 0 0,-1 1 0 0 0,1-2 0 0 0,-1 1 0 0 0,0 0 0 0 0,0-1 1 0 0,5-8-1 0 0,-6 7 67 0 0,0 0 0 0 0,-1 0 1 0 0,0 0-1 0 0,0 0 0 0 0,0-1 1 0 0,-1 0-1 0 0,0 1 0 0 0,0-1 0 0 0,-1 0 1 0 0,0 0-1 0 0,0 0 0 0 0,-1 0 1 0 0,0-10-1 0 0,0 14-108 0 0,0 1 1 0 0,-1-1-1 0 0,1 1 1 0 0,-1-1-1 0 0,0 1 0 0 0,1 0 1 0 0,-1 0-1 0 0,0-1 1 0 0,0 1-1 0 0,-1 0 0 0 0,1 0 1 0 0,0 0-1 0 0,-1 0 1 0 0,1 0-1 0 0,-1 0 0 0 0,1 0 1 0 0,-1 1-1 0 0,0-1 0 0 0,0 1 1 0 0,0-1-1 0 0,0 1 1 0 0,0 0-1 0 0,0-1 0 0 0,-1 1 1 0 0,1 0-1 0 0,0 1 1 0 0,0-1-1 0 0,-1 0 0 0 0,1 1 1 0 0,0-1-1 0 0,-1 1 0 0 0,1-1 1 0 0,-1 1-1 0 0,1 0 1 0 0,-1 0-1 0 0,1 1 0 0 0,-1-1 1 0 0,1 0-1 0 0,0 1 1 0 0,-1-1-1 0 0,-2 2 0 0 0,-6 1-8 0 0,-1 0 0 0 0,1 1 0 0 0,0 0 0 0 0,1 1 0 0 0,-1 0 0 0 0,1 1-1 0 0,0 0 1 0 0,0 0 0 0 0,-14 13 0 0 0,17-13-368 0 0,0 0 0 0 0,1 1 0 0 0,0 0 0 0 0,1 0 0 0 0,-9 14-1 0 0,11-17-293 0 0,1 0-1 0 0,0 1 0 0 0,0-1 0 0 0,1 1 1 0 0,-1-1-1 0 0,1 1 0 0 0,0 0 0 0 0,0-1 0 0 0,1 1 1 0 0,-1 0-1 0 0,1 6 0 0 0,3 2-3057 0 0,4 0-1787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4.15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 67 7290 0 0,'-1'0'269'0'0,"0"0"0"0"0,0 0 1 0 0,0 0-1 0 0,0 0 1 0 0,0 0-1 0 0,0 1 1 0 0,0-1-1 0 0,0 0 1 0 0,1 1-1 0 0,-1-1 0 0 0,0 0 1 0 0,0 1-1 0 0,0-1 1 0 0,0 1-1 0 0,1-1 1 0 0,-1 1-1 0 0,0 0 0 0 0,0-1 1 0 0,1 1-1 0 0,-1 0 1 0 0,0-1-1 0 0,1 1 1 0 0,-1 0-1 0 0,0 1 1 0 0,2-2-82 0 0,1 1 1 0 0,-1-1 0 0 0,0 1 0 0 0,0-1 0 0 0,0 0 0 0 0,1 1 0 0 0,-1-1 0 0 0,0 0 0 0 0,0 0-1 0 0,1 0 1 0 0,-1 0 0 0 0,0 0 0 0 0,1 0 0 0 0,-1 0 0 0 0,0 0 0 0 0,0 0 0 0 0,1-1 0 0 0,1 0-1 0 0,141-34 2054 0 0,-109 24-2499 0 0,1 2 0 0 0,1 1 0 0 0,-1 1 0 0 0,1 2-1 0 0,54 1 1 0 0,-89 3 38 0 0,0 1 0 0 0,0 0 0 0 0,0 0 0 0 0,0 0 0 0 0,-1 1 0 0 0,1-1 0 0 0,0 0 0 0 0,0 1 0 0 0,0-1 0 0 0,0 1 0 0 0,-1-1 0 0 0,1 1 0 0 0,0 0 0 0 0,-1 0 0 0 0,1 0 0 0 0,0 0 0 0 0,1 1 0 0 0,-3 0 143 0 0,-1-1 0 0 0,1 0 0 0 0,0 0 0 0 0,-1 0 0 0 0,1 1 0 0 0,0-1 0 0 0,-1 0 0 0 0,0 0 1 0 0,1 0-1 0 0,-1 0 0 0 0,0 0 0 0 0,1 0 0 0 0,-1 0 0 0 0,0 0 0 0 0,0 0 0 0 0,0-1 0 0 0,0 1 0 0 0,0 0 1 0 0,0 0-1 0 0,0-1 0 0 0,0 1 0 0 0,0 0 0 0 0,0-1 0 0 0,0 0 0 0 0,0 1 0 0 0,-2 0 0 0 0,-9 5 565 0 0,1 1 0 0 0,0 1 0 0 0,0 0 0 0 0,-12 13 0 0 0,19-18-327 0 0,1 1 0 0 0,0 1-1 0 0,0-1 1 0 0,0 0 0 0 0,0 1-1 0 0,1-1 1 0 0,0 1 0 0 0,0 0-1 0 0,0 0 1 0 0,1 0 0 0 0,0 0 0 0 0,0 0-1 0 0,0 0 1 0 0,0 7 0 0 0,0 11-107 0 0,1-1-1 0 0,0 1 1 0 0,2 0 0 0 0,1-1 0 0 0,1 1 0 0 0,11 35 0 0 0,17 20-9817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4.5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94 7922 0 0,'-6'6'1043'0'0,"0"1"1"0"0,0 0 0 0 0,1 1 0 0 0,0 0 0 0 0,0-1-1 0 0,1 2 1 0 0,0-1 0 0 0,-4 12 0 0 0,7-17-983 0 0,1 0-1 0 0,0 1 1 0 0,-1-1 0 0 0,1 0 0 0 0,0 0 0 0 0,1 0 0 0 0,-1 0 0 0 0,1 0 0 0 0,-1 0 0 0 0,1 0-1 0 0,0 0 1 0 0,0 0 0 0 0,0 0 0 0 0,0 0 0 0 0,1 0 0 0 0,-1 0 0 0 0,1-1 0 0 0,0 1-1 0 0,-1-1 1 0 0,1 1 0 0 0,0-1 0 0 0,1 0 0 0 0,-1 1 0 0 0,0-1 0 0 0,1 0 0 0 0,-1-1 0 0 0,1 1-1 0 0,3 2 1 0 0,-1-1-64 0 0,1 1-1 0 0,0-1 1 0 0,0 0-1 0 0,0-1 0 0 0,0 0 1 0 0,0 0-1 0 0,1 0 1 0 0,-1 0-1 0 0,1-1 0 0 0,-1 0 1 0 0,1 0-1 0 0,-1-1 0 0 0,9 0 1 0 0,-3-2-289 0 0,0 1 1 0 0,0-2 0 0 0,0 1-1 0 0,-1-2 1 0 0,1 1 0 0 0,18-10-1 0 0,3-5-1553 0 0,-1-1-1 0 0,-1-2 0 0 0,46-39 1 0 0,-60 45 579 0 0,-1-1 0 0 0,0 0 0 0 0,-2 0 0 0 0,18-26 0 0 0,-12 13-1093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4.8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152 63 5057 0 0,'-3'-6'723'0'0,"0"1"0"0"0,0 0 0 0 0,0 0 0 0 0,-1 1 1 0 0,0-1-1 0 0,0 1 0 0 0,0-1 0 0 0,-1 1 0 0 0,1 1 0 0 0,-7-5 0 0 0,9 7-553 0 0,0 0 0 0 0,0 0 0 0 0,0 0 0 0 0,0 1 1 0 0,-1-1-1 0 0,1 1 0 0 0,0 0 0 0 0,0 0 0 0 0,0 0 0 0 0,-1 0 0 0 0,1 0 0 0 0,0 0 0 0 0,0 0 0 0 0,0 1 0 0 0,-1-1 0 0 0,1 1 0 0 0,0-1 0 0 0,0 1 0 0 0,0 0 1 0 0,0 0-1 0 0,0 0 0 0 0,0 0 0 0 0,0 0 0 0 0,1 1 0 0 0,-1-1 0 0 0,0 0 0 0 0,0 1 0 0 0,1 0 0 0 0,-1-1 0 0 0,1 1 0 0 0,-2 2 0 0 0,-1 1-44 0 0,-1 1-1 0 0,1 0 1 0 0,1 0-1 0 0,-1 1 1 0 0,1-1-1 0 0,0 1 0 0 0,0 0 1 0 0,1 0-1 0 0,0 0 1 0 0,0 0-1 0 0,1 0 1 0 0,0 0-1 0 0,0 0 1 0 0,1 0-1 0 0,0 1 1 0 0,0-1-1 0 0,0 0 1 0 0,1 0-1 0 0,0 0 0 0 0,1 1 1 0 0,-1-1-1 0 0,1 0 1 0 0,5 9-1 0 0,-5-11-142 0 0,0 0-1 0 0,0 0 0 0 0,0 0 1 0 0,1-1-1 0 0,0 1 0 0 0,0-1 1 0 0,0 0-1 0 0,1 0 0 0 0,-1 0 1 0 0,1 0-1 0 0,0 0 0 0 0,0-1 1 0 0,0 0-1 0 0,1 0 1 0 0,-1 0-1 0 0,1 0 0 0 0,0-1 1 0 0,0 0-1 0 0,-1 0 0 0 0,2 0 1 0 0,-1 0-1 0 0,0-1 0 0 0,0 0 1 0 0,0 0-1 0 0,0 0 0 0 0,1-1 1 0 0,-1 0-1 0 0,0 0 0 0 0,1 0 1 0 0,-1-1-1 0 0,0 1 0 0 0,9-3 1 0 0,-12 2-46 0 0,0 1 1 0 0,0-1 0 0 0,0 1-1 0 0,0-1 1 0 0,0 0-1 0 0,0 0 1 0 0,0 0-1 0 0,0 0 1 0 0,0 0 0 0 0,0 0-1 0 0,-1 0 1 0 0,1-1-1 0 0,0 1 1 0 0,-1-1-1 0 0,1 1 1 0 0,-1-1 0 0 0,0 0-1 0 0,1 1 1 0 0,-1-1-1 0 0,0 0 1 0 0,0 0-1 0 0,0 0 1 0 0,0 0 0 0 0,1-4-1 0 0,-2 2-5 0 0,1 0 0 0 0,-1-1 1 0 0,0 1-1 0 0,-1 0 0 0 0,1-1 0 0 0,-1 1 0 0 0,1 0 1 0 0,-1-1-1 0 0,0 1 0 0 0,-1 0 0 0 0,-3-7 0 0 0,0-2 58 0 0,-2 1 0 0 0,0 0 0 0 0,0 1 0 0 0,-1-1 0 0 0,0 2 0 0 0,-1-1 0 0 0,-12-11 0 0 0,5 11 51 0 0,4 0 1518 0 0,12 10-1520 0 0,0 0 0 0 0,1 1 0 0 0,-1-1 0 0 0,1 1 1 0 0,-1-1-1 0 0,1 1 0 0 0,0-1 0 0 0,-1 1 0 0 0,1-1 0 0 0,-1 1 0 0 0,1-1 0 0 0,0 1 0 0 0,0 0 0 0 0,-1-1 1 0 0,1 1-1 0 0,0 0 0 0 0,-1 0 0 0 0,1-1 0 0 0,0 1 0 0 0,0 0 0 0 0,0 0 0 0 0,-1 0 0 0 0,1 0 0 0 0,1 0 0 0 0,328-49-1151 0 0,-296 52-3270 0 0,-25 3-657 0 0,-22 4 795 0 0,-1-3 1791 0 0,1 7-225 0 0</inkml:trace>
  <inkml:trace contextRef="#ctx0" brushRef="#br0" timeOffset="1">312 135 4457 0 0,'-11'4'1321'0'0,"-1"0"-1"0"0,1 1 1 0 0,0 1-1 0 0,1-1 1 0 0,-1 2-1 0 0,1 0 1 0 0,0 0 0 0 0,-15 15-1 0 0,25-22-1276 0 0,0 0 0 0 0,-1 1 0 0 0,1-1 0 0 0,0 0-1 0 0,0 1 1 0 0,0-1 0 0 0,0 0 0 0 0,0 1 0 0 0,0-1 0 0 0,0 1-1 0 0,0-1 1 0 0,0 0 0 0 0,0 1 0 0 0,0-1 0 0 0,0 0 0 0 0,0 1 0 0 0,0-1-1 0 0,0 0 1 0 0,1 1 0 0 0,-1-1 0 0 0,0 0 0 0 0,0 1 0 0 0,0-1-1 0 0,0 0 1 0 0,1 1 0 0 0,-1-1 0 0 0,0 0 0 0 0,0 0 0 0 0,1 1 0 0 0,-1-1-1 0 0,0 0 1 0 0,0 0 0 0 0,1 1 0 0 0,-1-1 0 0 0,0 0 0 0 0,1 0-1 0 0,-1 0 1 0 0,0 0 0 0 0,1 0 0 0 0,-1 1 0 0 0,0-1 0 0 0,1 0 0 0 0,-1 0-1 0 0,1 0 1 0 0,-1 0 0 0 0,0 0 0 0 0,1 0 0 0 0,-1 0 0 0 0,0 0-1 0 0,1 0 1 0 0,-1 0 0 0 0,1-1 0 0 0,21 3 361 0 0,41-4-235 0 0,69-11-1 0 0,-4-8-5220 0 0,-97 10 1410 0 0,-30 10 3317 0 0,0 0 0 0 0,0-1 0 0 0,0 1 0 0 0,0 0 0 0 0,0-1-1 0 0,-1 1 1 0 0,1-1 0 0 0,0 1 0 0 0,-1-1 0 0 0,1 1 0 0 0,-1-1-1 0 0,1 0 1 0 0,-1-1 0 0 0,9-8-3808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5.2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1 6529 0 0,'-1'1'349'0'0,"-1"0"0"0"0,1 0 0 0 0,0 0 0 0 0,0 0 0 0 0,0 1 0 0 0,0-1 0 0 0,1 0 0 0 0,-1 1 0 0 0,0-1 0 0 0,1 1 0 0 0,-1-1 0 0 0,0 1 0 0 0,1-1 0 0 0,0 1 0 0 0,-1-1 0 0 0,1 1 0 0 0,0-1 0 0 0,0 1-1 0 0,0 0 1 0 0,0 1 0 0 0,2 41 935 0 0,-1-32-850 0 0,4 38-846 0 0,2-1 1 0 0,14 49-1 0 0,-12-57-2760 0 0,-8-5-2404 0 0,2-20 1760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5.5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63 603 7226 0 0,'-43'45'4662'0'0,"41"-43"-4490"0"0,0 0 0 0 0,0 0 1 0 0,0 1-1 0 0,1-1 0 0 0,-1 1 1 0 0,1-1-1 0 0,0 1 1 0 0,-1-1-1 0 0,1 1 0 0 0,1 0 1 0 0,-1 0-1 0 0,0-1 1 0 0,1 1-1 0 0,-1 0 0 0 0,1 0 1 0 0,0 0-1 0 0,0 0 1 0 0,0 0-1 0 0,0 3 0 0 0,2-4-123 0 0,-1 0 0 0 0,1 0 0 0 0,0 0 0 0 0,-1-1 0 0 0,1 1-1 0 0,0 0 1 0 0,0-1 0 0 0,0 0 0 0 0,0 1 0 0 0,0-1 0 0 0,1 0 0 0 0,-1 0 0 0 0,0 0-1 0 0,1 0 1 0 0,-1 0 0 0 0,0-1 0 0 0,1 1 0 0 0,-1-1 0 0 0,1 0 0 0 0,3 1-1 0 0,53 2 455 0 0,-43-3-318 0 0,-1-2 0 0 0,1 0 0 0 0,-1 0 0 0 0,1-2 0 0 0,20-7 1 0 0,-31 10-103 0 0,1-1 1 0 0,-1 0 0 0 0,1 0 0 0 0,-1-1 0 0 0,0 1-1 0 0,0-1 1 0 0,0-1 0 0 0,0 1 0 0 0,-1 0 0 0 0,1-1-1 0 0,-1 0 1 0 0,0 0 0 0 0,0-1 0 0 0,-1 1-1 0 0,1-1 1 0 0,-1 1 0 0 0,5-11 0 0 0,-7 13-43 0 0,0-1-1 0 0,0 1 1 0 0,-1-1 0 0 0,1 1 0 0 0,-1-1-1 0 0,0 1 1 0 0,0 0 0 0 0,0-1 0 0 0,0 1-1 0 0,0-1 1 0 0,-1 1 0 0 0,1-1 0 0 0,-1 1-1 0 0,1-1 1 0 0,-1 1 0 0 0,0 0 0 0 0,0-1-1 0 0,0 1 1 0 0,-2-3 0 0 0,0 1-4 0 0,0 0 1 0 0,0 1-1 0 0,-1 0 0 0 0,1-1 0 0 0,-1 1 1 0 0,1 0-1 0 0,-1 1 0 0 0,0-1 1 0 0,-8-3-1 0 0,3 1-26 0 0,-1 2 1 0 0,0-1-1 0 0,1 1 1 0 0,-1 1-1 0 0,0-1 1 0 0,0 2-1 0 0,-1-1 0 0 0,-19 1 1 0 0,18 3-45 0 0,0-1 1 0 0,0 2-1 0 0,-21 7 1 0 0,0 8-1522 0 0,32-17 1282 0 0,0 0 0 0 0,0 0-1 0 0,0 0 1 0 0,0 0 0 0 0,0 0 0 0 0,0 0-1 0 0,0 1 1 0 0,0-1 0 0 0,0 0-1 0 0,1 1 1 0 0,-1-1 0 0 0,0 1-1 0 0,1-1 1 0 0,0 1 0 0 0,-1-1-1 0 0,1 1 1 0 0,0-1 0 0 0,-1 2-1 0 0,7 9-5784 0 0,3-8 1119 0 0</inkml:trace>
  <inkml:trace contextRef="#ctx0" brushRef="#br0" timeOffset="1">599 23 9378 0 0,'0'-1'354'0'0,"0"-1"0"0"0,-1 1 0 0 0,1 0 0 0 0,-1 0-1 0 0,1-1 1 0 0,-1 1 0 0 0,0 0 0 0 0,0 0 0 0 0,1 0 0 0 0,-1 0 0 0 0,0 0 0 0 0,0 0-1 0 0,0 0 1 0 0,0 0 0 0 0,0 0 0 0 0,0 1 0 0 0,-1-1 0 0 0,1 0 0 0 0,0 0 0 0 0,0 1-1 0 0,-3-1 1 0 0,3 1-207 0 0,1 0-1 0 0,-1 1 0 0 0,0-1 1 0 0,0 1-1 0 0,0-1 1 0 0,0 1-1 0 0,1-1 0 0 0,-1 1 1 0 0,0 0-1 0 0,1-1 0 0 0,-1 1 1 0 0,0 0-1 0 0,1-1 0 0 0,-1 1 1 0 0,1 0-1 0 0,-1 0 1 0 0,1 0-1 0 0,0 0 0 0 0,-1-1 1 0 0,1 1-1 0 0,0 0 0 0 0,-1 1 1 0 0,-2 8-63 0 0,1-1-1 0 0,0 1 1 0 0,1-1 0 0 0,-1 17-1 0 0,6 21-1160 0 0,2 4-2265 0 0,-6-47 2372 0 0,0 1-1 0 0,-1-1 1 0 0,1 1-1 0 0,-1-1 1 0 0,1 0-1 0 0,-1 1 1 0 0,0-1-1 0 0,-3 6 1 0 0,0 3-4048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5.9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86 9394 0 0,'33'-16'7744'0'0,"68"-31"-5557"0"0,-91 43-2162 0 0,0 0 0 0 0,0 0 1 0 0,1 1-1 0 0,-1 1 1 0 0,1 0-1 0 0,0 0 1 0 0,0 1-1 0 0,13 1 1 0 0,-22 0-23 0 0,0 0 0 0 0,-1 0 0 0 0,1 0 1 0 0,0 1-1 0 0,0-1 0 0 0,0 1 0 0 0,-1-1 1 0 0,1 1-1 0 0,0 0 0 0 0,0 0 0 0 0,-1-1 1 0 0,1 1-1 0 0,-1 0 0 0 0,1 1 0 0 0,-1-1 1 0 0,1 0-1 0 0,-1 0 0 0 0,0 1 1 0 0,0-1-1 0 0,1 0 0 0 0,-1 1 0 0 0,1 2 1 0 0,-1-1 0 0 0,0 0 1 0 0,0 0-1 0 0,0 1 1 0 0,-1-1-1 0 0,1 0 1 0 0,-1 0-1 0 0,0 0 1 0 0,0 0 0 0 0,0 0-1 0 0,-1 0 1 0 0,1 1-1 0 0,-2 3 1 0 0,-3 11-9 0 0,-1-1 0 0 0,-1 0-1 0 0,-16 28 1 0 0,16-31-36 0 0,-25 41-25 0 0,-8 16-489 0 0,92-119-166 0 0,-37 36 725 0 0,-10 6 87 0 0,1 1 0 0 0,1 0 0 0 0,-1 1 0 0 0,1 0 0 0 0,-1 0 0 0 0,1 0 0 0 0,13-4 0 0 0,-17 7-49 0 0,0 0 0 0 0,0 1 1 0 0,0-1-1 0 0,0 1 0 0 0,0 0 0 0 0,0 0 0 0 0,0 0 1 0 0,0 0-1 0 0,0 1 0 0 0,-1-1 0 0 0,1 1 0 0 0,0 0 1 0 0,0 0-1 0 0,0 0 0 0 0,0 0 0 0 0,-1 0 0 0 0,1 0 0 0 0,0 1 1 0 0,-1 0-1 0 0,1-1 0 0 0,-1 1 0 0 0,0 0 0 0 0,3 3 1 0 0,44 45-269 0 0,-35-31-3376 0 0,-2 1-5232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6.2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18 231 4737 0 0,'-2'-2'639'0'0,"1"1"-1"0"0,-1-1 1 0 0,1-1-1 0 0,-1 1 1 0 0,1 0-1 0 0,-1 0 1 0 0,1 0 0 0 0,0-1-1 0 0,0 1 1 0 0,0-1-1 0 0,1 1 1 0 0,-1 0 0 0 0,0-6-1 0 0,2 6-536 0 0,-1 0 0 0 0,1 0-1 0 0,0 1 1 0 0,0-1 0 0 0,1 0 0 0 0,-1 0-1 0 0,0 0 1 0 0,0 1 0 0 0,1-1 0 0 0,-1 1-1 0 0,1-1 1 0 0,0 1 0 0 0,-1-1 0 0 0,1 1-1 0 0,0 0 1 0 0,0 0 0 0 0,3-2 0 0 0,35-23-11 0 0,89-53-1549 0 0,-129 79 1497 0 0,0 0 0 0 0,0 0 1 0 0,0 0-1 0 0,1 0 0 0 0,-1-1 1 0 0,0 1-1 0 0,0 0 0 0 0,1 0 1 0 0,-1 0-1 0 0,0 0 0 0 0,0 0 1 0 0,1 0-1 0 0,-1 0 1 0 0,0 0-1 0 0,0 0 0 0 0,1 0 1 0 0,-1 0-1 0 0,0 0 0 0 0,0 0 1 0 0,1 0-1 0 0,-1 0 0 0 0,0 0 1 0 0,0 0-1 0 0,1 0 0 0 0,-1 1 1 0 0,0-1-1 0 0,0 0 0 0 0,1 0 1 0 0,-1 0-1 0 0,0 0 0 0 0,0 0 1 0 0,0 1-1 0 0,1-1 0 0 0,-1 0 1 0 0,0 0-1 0 0,0 0 0 0 0,0 1 1 0 0,0-1-1 0 0,1 0 0 0 0,1 16 1442 0 0,-7 28 778 0 0,2-28-1678 0 0,1 14-308 0 0,2 0 0 0 0,0-1 0 0 0,2 1 0 0 0,7 37 0 0 0,-5-48-1343 0 0,2 1-1 0 0,-1-1 0 0 0,2 0 0 0 0,10 21 0 0 0,-3-20-2675 0 0,-14-19 3633 0 0,0-1-1 0 0,1 0 1 0 0,-1 0 0 0 0,0 0 0 0 0,0 1 0 0 0,0-1 0 0 0,0 0 0 0 0,0 0 0 0 0,0 0 0 0 0,1 1 0 0 0,-1-1 0 0 0,0 0 0 0 0,0 0 0 0 0,0 0 0 0 0,0 0 0 0 0,1 1 0 0 0,-1-1 0 0 0,0 0 0 0 0,0 0 0 0 0,0 0 0 0 0,1 0 0 0 0,-1 0 0 0 0,0 0 0 0 0,0 0 0 0 0,1 0 0 0 0,-1 0 0 0 0,0 0 0 0 0,0 0 0 0 0,1 0 0 0 0,-1 0-1 0 0,0 0 1 0 0,0 0 0 0 0,0 0 0 0 0,1 0 0 0 0,-1 0 0 0 0,0 0 0 0 0,0 0 0 0 0,1 0 0 0 0,-1 0 0 0 0,0 0 0 0 0,0 0 0 0 0,0 0 0 0 0,1-1 0 0 0,-1 1 0 0 0,0 0 0 0 0,0 0 0 0 0,0 0 0 0 0,1 0 0 0 0,-1 0 0 0 0,0-1 0 0 0,0 1 0 0 0,0 0 0 0 0,0 0 0 0 0,0 0 0 0 0,1-1 0 0 0,-1 1 0 0 0,0 0 0 0 0,0 0 0 0 0,0-1 0 0 0,6-4-3654 0 0</inkml:trace>
  <inkml:trace contextRef="#ctx0" brushRef="#br0" timeOffset="1">362 0 4153 0 0,'-8'3'9737'0'0,"8"-3"-9553"0"0,-5 19 3344 0 0,2 20-1574 0 0,3 4-1129 0 0,1 1 0 0 0,10 58-1 0 0,-6-69-2417 0 0,18 56-1 0 0,-12-64-2560 0 0,-7-18 636 0 0,-5-12-674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6.65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75 4681 0 0,'0'0'338'0'0,"0"-1"1"0"0,0 1-1 0 0,0-1 0 0 0,0 1 1 0 0,0-1-1 0 0,-1 0 0 0 0,1 1 1 0 0,0-1-1 0 0,0 1 0 0 0,0-1 1 0 0,1 1-1 0 0,-1-1 0 0 0,0 0 0 0 0,0 1 1 0 0,0-1-1 0 0,0 1 0 0 0,0-1 1 0 0,1 1-1 0 0,-1-1 0 0 0,0 1 1 0 0,0-1-1 0 0,1 1 0 0 0,-1-1 1 0 0,1 1-1 0 0,-1-1 0 0 0,0 1 1 0 0,1-1-1 0 0,19-13 2078 0 0,22-4-2632 0 0,-41 18 444 0 0,9-3-112 0 0,61-18 566 0 0,-67 20-604 0 0,0 0 0 0 0,0 1 0 0 0,0-1-1 0 0,0 1 1 0 0,0 0 0 0 0,0 0-1 0 0,0 0 1 0 0,0 1 0 0 0,-1-1 0 0 0,1 1-1 0 0,0 0 1 0 0,0 0 0 0 0,0 1 0 0 0,-1-1-1 0 0,6 4 1 0 0,-7-4-19 0 0,-1 1 0 0 0,0 0 0 0 0,1-1 0 0 0,-1 1-1 0 0,0 0 1 0 0,0 0 0 0 0,0 0 0 0 0,-1 0 0 0 0,1 0 0 0 0,0 0 0 0 0,-1 0 0 0 0,1 0 0 0 0,-1 0 0 0 0,0 1-1 0 0,0-1 1 0 0,0 0 0 0 0,0 0 0 0 0,0 0 0 0 0,0 0 0 0 0,0 0 0 0 0,-1 0 0 0 0,1 0 0 0 0,-1 1 0 0 0,0-1-1 0 0,-1 3 1 0 0,-23 55 482 0 0,22-54-489 0 0,-33 60 106 0 0,26-50-165 0 0,0 1-1 0 0,1 0 1 0 0,0 1-1 0 0,2 0 0 0 0,0 1 1 0 0,1-1-1 0 0,-6 33 1 0 0,11-51-26 0 0,1 1 1 0 0,0-1-1 0 0,0 1 1 0 0,0-1-1 0 0,0 1 1 0 0,-1-1 0 0 0,1 1-1 0 0,0 0 1 0 0,0-1-1 0 0,0 1 1 0 0,0-1-1 0 0,0 1 1 0 0,0-1-1 0 0,0 1 1 0 0,1-1-1 0 0,-1 1 1 0 0,0-1-1 0 0,0 1 1 0 0,0-1-1 0 0,0 1 1 0 0,1-1 0 0 0,-1 1-1 0 0,0-1 1 0 0,1 1-1 0 0,-1-1 1 0 0,0 0-1 0 0,1 1 1 0 0,-1-1-1 0 0,0 0 1 0 0,1 1-1 0 0,-1-1 1 0 0,1 0-1 0 0,-1 1 1 0 0,0-1-1 0 0,1 0 1 0 0,-1 0 0 0 0,1 1-1 0 0,0-1 1 0 0,21-11-1061 0 0,20-30-24 0 0,-40 39 1116 0 0,23-30-255 0 0,-19 25 300 0 0,-1-1 0 0 0,2 0 0 0 0,-1 1 0 0 0,1 0 0 0 0,0 1 0 0 0,15-12 0 0 0,-21 18-3 0 0,0-1 0 0 0,0 1 1 0 0,0 0-1 0 0,1 0 0 0 0,-1-1 0 0 0,0 1 0 0 0,0 0 0 0 0,0 0 1 0 0,1 0-1 0 0,-1 0 0 0 0,0 0 0 0 0,0 1 0 0 0,0-1 1 0 0,0 0-1 0 0,1 1 0 0 0,-1-1 0 0 0,0 0 0 0 0,0 1 0 0 0,0-1 1 0 0,0 1-1 0 0,0 0 0 0 0,0-1 0 0 0,0 1 0 0 0,0 0 0 0 0,0-1 1 0 0,0 1-1 0 0,-1 0 0 0 0,1 0 0 0 0,0 0 0 0 0,1 2 1 0 0,24 37 451 0 0,-17-26-408 0 0,49 60-2405 0 0,-10-34-6856 0 0,-38-34 4293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6.9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23 169 7170 0 0,'-2'-3'510'0'0,"-1"0"0"0"0,0 0 0 0 0,1-1 0 0 0,0 1 0 0 0,0-1 0 0 0,0 1 0 0 0,0-1 0 0 0,1 0 0 0 0,-2-5 0 0 0,3 7-422 0 0,0 0 0 0 0,1 1 0 0 0,-1-1 0 0 0,0 0 1 0 0,1 0-1 0 0,0 1 0 0 0,-1-1 0 0 0,1 0 0 0 0,0 1 0 0 0,0-1 0 0 0,0 0 0 0 0,0 1 0 0 0,0-1 0 0 0,0 1 1 0 0,0 0-1 0 0,0-1 0 0 0,1 1 0 0 0,-1 0 0 0 0,1 0 0 0 0,-1 0 0 0 0,1 0 0 0 0,-1 0 0 0 0,3-1 0 0 0,8-6 32 0 0,6-6 105 0 0,1 1 1 0 0,0 1 0 0 0,1 1 0 0 0,0 1-1 0 0,35-13 1 0 0,-54 23-163 0 0,0-1-1 0 0,0 1 0 0 0,0 0 1 0 0,0 0-1 0 0,1 0 1 0 0,-1 0-1 0 0,0 0 1 0 0,0 0-1 0 0,0 0 0 0 0,1 0 1 0 0,-1 0-1 0 0,0 1 1 0 0,0-1-1 0 0,0 0 1 0 0,0 1-1 0 0,1-1 1 0 0,-1 1-1 0 0,0-1 0 0 0,0 1 1 0 0,0-1-1 0 0,0 1 1 0 0,0 0-1 0 0,0 0 1 0 0,1 1-1 0 0,-1 0 83 0 0,1 1-1 0 0,0-1 1 0 0,-1 1-1 0 0,1-1 1 0 0,-1 1-1 0 0,0 0 1 0 0,0 0 0 0 0,0 0-1 0 0,1 5 1 0 0,0 8 392 0 0,-1-1 1 0 0,0 0-1 0 0,-2 18 1 0 0,1-26-342 0 0,-6 77 1055 0 0,2-56-1095 0 0,2 1 0 0 0,1-1-1 0 0,5 46 1 0 0,5-48-309 0 0,6-13-3598 0 0,-14-13 3421 0 0,0 0 0 0 0,0 0 0 0 0,1 0 0 0 0,-1 0 1 0 0,0-1-1 0 0,1 1 0 0 0,-1 0 0 0 0,0-1 0 0 0,0 1 0 0 0,0 0 0 0 0,1-1 0 0 0,-1 0 0 0 0,0 1 0 0 0,0-1 0 0 0,0 0 0 0 0,0 1 0 0 0,0-1 0 0 0,0 0 0 0 0,0 0 0 0 0,0 0 0 0 0,0 0 0 0 0,-1 0 0 0 0,1 0 1 0 0,0 0-1 0 0,-1 0 0 0 0,1 0 0 0 0,0 0 0 0 0,-1-1 0 0 0,1 1 0 0 0,-1 0 0 0 0,0 0 0 0 0,1 0 0 0 0,-1-3 0 0 0,7-15-4776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7.3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0 10306 0 0,'-19'111'9976'0'0,"9"8"-6486"0"0,10-102-3994 0 0,0 0-1 0 0,1 1 0 0 0,1-1 1 0 0,0 0-1 0 0,2 0 0 0 0,0 0 0 0 0,0 0 1 0 0,2-1-1 0 0,0 0 0 0 0,1 0 1 0 0,11 19-1 0 0,-2-12-3276 0 0,-2-9-2199 0 0,-4-8 826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7.7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124 31 7474 0 0,'-4'-3'553'0'0,"1"0"0"0"0,-1 0 0 0 0,0 0 0 0 0,0 0 0 0 0,-1 1 0 0 0,1 0 0 0 0,0 0 0 0 0,-1 0 0 0 0,1 0 0 0 0,-1 1 0 0 0,0-1 0 0 0,1 1 0 0 0,-1 0 0 0 0,-7 0 0 0 0,10 2-487 0 0,-1-1-1 0 0,1 1 1 0 0,-1-1 0 0 0,1 1 0 0 0,0 0 0 0 0,0 0 0 0 0,-1 0 0 0 0,1 0 0 0 0,0 1 0 0 0,0-1 0 0 0,0 1 0 0 0,0-1 0 0 0,1 1 0 0 0,-1-1 0 0 0,0 1 0 0 0,0 0 0 0 0,1 0 0 0 0,0 0 0 0 0,-1 0 0 0 0,1 0 0 0 0,0 0 0 0 0,0 0 0 0 0,0 1-1 0 0,0-1 1 0 0,0 0 0 0 0,0 1 0 0 0,1-1 0 0 0,-1 0 0 0 0,1 1 0 0 0,0 2 0 0 0,-2 1-53 0 0,1 0 0 0 0,1-1-1 0 0,-1 1 1 0 0,1-1 0 0 0,0 1-1 0 0,0 0 1 0 0,1-1 0 0 0,0 1-1 0 0,0 0 1 0 0,0-1 0 0 0,0 1 0 0 0,1-1-1 0 0,0 0 1 0 0,0 1 0 0 0,1-1-1 0 0,-1 0 1 0 0,7 9 0 0 0,-6-11-25 0 0,0 0 1 0 0,1 1-1 0 0,-1-1 1 0 0,1 0-1 0 0,-1 0 0 0 0,1-1 1 0 0,0 1-1 0 0,0-1 1 0 0,0 0-1 0 0,0 0 1 0 0,1 0-1 0 0,-1-1 0 0 0,0 1 1 0 0,1-1-1 0 0,-1 0 1 0 0,1 0-1 0 0,0-1 1 0 0,-1 1-1 0 0,1-1 0 0 0,-1 0 1 0 0,1 0-1 0 0,8-2 1 0 0,-5 0-13 0 0,-1 0 1 0 0,1 0 0 0 0,0 0-1 0 0,-1-1 1 0 0,0 0-1 0 0,1-1 1 0 0,-1 1-1 0 0,-1-2 1 0 0,1 1 0 0 0,-1-1-1 0 0,1 0 1 0 0,5-6-1 0 0,-10 9 33 0 0,0 0 0 0 0,0 0 0 0 0,0 0 0 0 0,0 0 0 0 0,-1 0 0 0 0,1-1 0 0 0,-1 1 0 0 0,0 0 0 0 0,1-1 0 0 0,-1 1 0 0 0,0-1 0 0 0,-1 0 0 0 0,1 1 0 0 0,0-1 0 0 0,-1 0 0 0 0,1 1 0 0 0,-1-1 0 0 0,0 0 0 0 0,0 0 0 0 0,0 1 0 0 0,0-1 0 0 0,-1 0 0 0 0,1 0 0 0 0,-1 1 0 0 0,1-1 0 0 0,-1 0 0 0 0,0 1 0 0 0,0-1 0 0 0,0 1 0 0 0,0-1 0 0 0,-1 1 0 0 0,1 0 0 0 0,-1-1 0 0 0,0 1 0 0 0,1 0 0 0 0,-1 0 0 0 0,0 0 0 0 0,-2-2 0 0 0,3 4 11 0 0,0-1-1 0 0,1 0 0 0 0,-1 0 1 0 0,0 1-1 0 0,1-1 0 0 0,-1 1 0 0 0,0-1 1 0 0,0 1-1 0 0,0-1 0 0 0,0 1 0 0 0,1 0 1 0 0,-1-1-1 0 0,0 1 0 0 0,0 0 0 0 0,0-1 1 0 0,0 1-1 0 0,0 0 0 0 0,0 0 0 0 0,0 0 1 0 0,0 0-1 0 0,0 0 0 0 0,0 0 0 0 0,0 0 1 0 0,0 0-1 0 0,0 1 0 0 0,1-1 1 0 0,-1 0-1 0 0,0 0 0 0 0,-1 1 0 0 0,-1 1 31 0 0,1 0 0 0 0,-1-1 0 0 0,1 1-1 0 0,0 0 1 0 0,0 0 0 0 0,0 0-1 0 0,0 1 1 0 0,0-1 0 0 0,-2 5 0 0 0,-1 2 100 0 0,0 0 1 0 0,1 1 0 0 0,0 0-1 0 0,-5 17 1 0 0,5 2 82 0 0,2 0 1 0 0,0 0-1 0 0,2 0 0 0 0,5 38 1 0 0,-2-26-147 0 0,-2 54-1 0 0,-2-82-67 0 0,-1 0 0 0 0,0 0-1 0 0,0-1 1 0 0,-1 1 0 0 0,-1-1-1 0 0,0 0 1 0 0,-1 0 0 0 0,-8 16-1 0 0,7-20-11 0 0,0-1 0 0 0,0 1 0 0 0,-1-1-1 0 0,0-1 1 0 0,-15 12 0 0 0,20-17-7 0 0,1 1 0 0 0,-1-1 1 0 0,0 0-1 0 0,0 0 0 0 0,-1 0 0 0 0,1 0 1 0 0,0 0-1 0 0,0 0 0 0 0,0-1 0 0 0,-1 1 1 0 0,1-1-1 0 0,0 1 0 0 0,-3-1 0 0 0,4 0 0 0 0,0-1 0 0 0,0 1 0 0 0,0 0 0 0 0,0-1 0 0 0,0 1 0 0 0,0-1-1 0 0,0 1 1 0 0,0-1 0 0 0,1 1 0 0 0,-1-1 0 0 0,0 0 0 0 0,0 1 0 0 0,1-1 0 0 0,-1 0-1 0 0,0 0 1 0 0,1 0 0 0 0,-1 0 0 0 0,1 1 0 0 0,-1-1 0 0 0,1 0 0 0 0,-1 0-1 0 0,1 0 1 0 0,0 0 0 0 0,-1 0 0 0 0,1 0 0 0 0,0 0 0 0 0,0 0 0 0 0,0 0 0 0 0,0 0-1 0 0,0 0 1 0 0,0-1 0 0 0,0 0 20 0 0,0 0 0 0 0,0 0-1 0 0,1 0 1 0 0,-1 0 0 0 0,1 1 0 0 0,-1-1 0 0 0,1 0-1 0 0,0 0 1 0 0,-1 0 0 0 0,1 1 0 0 0,0-1-1 0 0,0 1 1 0 0,0-1 0 0 0,1 1 0 0 0,-1-1-1 0 0,0 1 1 0 0,0-1 0 0 0,1 1 0 0 0,-1 0-1 0 0,1 0 1 0 0,-1 0 0 0 0,1 0 0 0 0,0 0 0 0 0,2-1-1 0 0,51-23 511 0 0,-37 18-414 0 0,17-6-356 0 0,0 1-1 0 0,0 1 1 0 0,1 3-1 0 0,43-6 1 0 0,-3 5-3533 0 0,-2 2-3554 0 0,-37 5 971 0 0</inkml:trace>
  <inkml:trace contextRef="#ctx0" brushRef="#br0" timeOffset="1">492 62 7754 0 0,'-4'30'6222'0'0,"10"19"-3844"0"0,-2-24-1272 0 0,23 173 2025 0 0,-16-139-3406 0 0,24 77-1 0 0,-15-78-2245 0 0,-3-23-3378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8.05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42 11707 0 0,'-6'0'6945'0'0,"10"0"-5401"0"0,4 0-463 0 0,5 0-353 0 0,4-2-336 0 0,6 0-192 0 0,4-1-80 0 0,2-1-64 0 0,3 0-312 0 0,2-2-624 0 0,1 2-1065 0 0,3 1-1432 0 0,-8-5-1240 0 0,1 2-2848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9.4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23 8066 0 0,'-2'1'643'0'0,"-1"0"1"0"0,1 1 0 0 0,0-1 0 0 0,0 1-1 0 0,0-1 1 0 0,0 1 0 0 0,0 0-1 0 0,0 0 1 0 0,0 0 0 0 0,-3 4-1 0 0,5-6-594 0 0,0 0-1 0 0,0 0 0 0 0,0 0 0 0 0,0 0 1 0 0,0 0-1 0 0,0 0 0 0 0,0 1 0 0 0,0-1 1 0 0,0 0-1 0 0,0 0 0 0 0,0 0 0 0 0,0 0 1 0 0,0 0-1 0 0,0 1 0 0 0,0-1 0 0 0,0 0 1 0 0,0 0-1 0 0,0 0 0 0 0,0 0 0 0 0,0 0 1 0 0,0 0-1 0 0,0 1 0 0 0,0-1 0 0 0,0 0 1 0 0,0 0-1 0 0,0 0 0 0 0,0 0 0 0 0,0 0 1 0 0,0 0-1 0 0,0 1 0 0 0,0-1 0 0 0,0 0 1 0 0,1 0-1 0 0,-1 0 0 0 0,0 0 0 0 0,0 0 1 0 0,0 0-1 0 0,0 0 0 0 0,0 0 0 0 0,0 0 1 0 0,0 0-1 0 0,1 0 0 0 0,-1 0 0 0 0,0 1 1 0 0,0-1-1 0 0,0 0 0 0 0,0 0 0 0 0,0 0 1 0 0,1 0-1 0 0,-1 0 0 0 0,0 0 0 0 0,0 0 1 0 0,0 0-1 0 0,0 0 0 0 0,20-6 872 0 0,0-3-538 0 0,45-18 177 0 0,-60 26-528 0 0,0-1 0 0 0,0 1 1 0 0,0 0-1 0 0,0 0 0 0 0,1 0 1 0 0,-1 1-1 0 0,0-1 1 0 0,0 1-1 0 0,1 1 0 0 0,5 0 1 0 0,-10-1-17 0 0,-1 1 1 0 0,1-1 0 0 0,0 1-1 0 0,0-1 1 0 0,-1 1 0 0 0,1-1-1 0 0,0 1 1 0 0,-1 0 0 0 0,1-1-1 0 0,0 1 1 0 0,-1 0 0 0 0,1 0-1 0 0,-1-1 1 0 0,1 1 0 0 0,-1 0-1 0 0,0 0 1 0 0,1 0 0 0 0,-1 0-1 0 0,0-1 1 0 0,1 1 0 0 0,-1 0-1 0 0,0 0 1 0 0,0 0 0 0 0,0 0-1 0 0,0 0 1 0 0,0 0 0 0 0,0 0-1 0 0,0 0 1 0 0,0 0 0 0 0,0 0-1 0 0,-1-1 1 0 0,1 1 0 0 0,0 0-1 0 0,0 0 1 0 0,-1 1 0 0 0,-14 36 334 0 0,14-36-327 0 0,-51 98 247 0 0,-13 28-699 0 0,120-196-665 0 0,-52 64 1166 0 0,1-1 1 0 0,-1 1 0 0 0,1 0-1 0 0,0 1 1 0 0,0-1 0 0 0,1 1-1 0 0,-1 0 1 0 0,1 0 0 0 0,0 0-1 0 0,-1 0 1 0 0,1 1 0 0 0,0 0-1 0 0,1 0 1 0 0,-1 0 0 0 0,0 1-1 0 0,0-1 1 0 0,8 1 0 0 0,-4 0-125 0 0,0 1 0 0 0,0 1 0 0 0,0 0 1 0 0,0 0-1 0 0,0 1 0 0 0,0 0 1 0 0,-1 1-1 0 0,1-1 0 0 0,16 9 0 0 0,-20-9-652 0 0,21 12-2234 0 0,-25-14 2635 0 0,0 0 0 0 0,-1 1 0 0 0,0-1 0 0 0,1 0 0 0 0,-1 1-1 0 0,1-1 1 0 0,-1 1 0 0 0,1-1 0 0 0,-1 1 0 0 0,0-1 0 0 0,1 0 0 0 0,-1 1 0 0 0,0-1 0 0 0,1 1-1 0 0,-1-1 1 0 0,0 1 0 0 0,0 0 0 0 0,0-1 0 0 0,1 1 0 0 0,-1-1 0 0 0,0 1 0 0 0,0-1-1 0 0,0 2 1 0 0,-4 8-5515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19.7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6 131 9186 0 0,'-5'6'3368'0'0,"15"-4"-1334"0"0,16-5-299 0 0,91-52 42 0 0,-1 0-1205 0 0,-102 50-516 0 0,0 0 0 0 0,0 1-1 0 0,1 0 1 0 0,-1 1-1 0 0,1 1 1 0 0,21-1-1 0 0,-33 3 2 0 0,-1 0-1 0 0,1 0 0 0 0,-1 0 1 0 0,1 0-1 0 0,-1 1 1 0 0,1-1-1 0 0,-1 1 0 0 0,1-1 1 0 0,-1 1-1 0 0,0 0 0 0 0,1 0 1 0 0,-1 0-1 0 0,0 0 0 0 0,0 0 1 0 0,0 0-1 0 0,0 1 0 0 0,0-1 1 0 0,0 1-1 0 0,0 0 0 0 0,0-1 1 0 0,0 1-1 0 0,-1 0 1 0 0,1 0-1 0 0,-1 0 0 0 0,1 0 1 0 0,-1 0-1 0 0,0 1 0 0 0,0-1 1 0 0,0 0-1 0 0,0 0 0 0 0,0 1 1 0 0,0-1-1 0 0,-1 1 0 0 0,1-1 1 0 0,-1 1-1 0 0,0-1 0 0 0,0 1 1 0 0,0-1-1 0 0,0 1 1 0 0,0-1-1 0 0,0 1 0 0 0,-1 2 1 0 0,-2 14 316 0 0,-1 0 1 0 0,0 1 0 0 0,-1-2-1 0 0,-11 27 1 0 0,7-22-363 0 0,7-18-75 0 0,1 1 1 0 0,-1-1 0 0 0,1 1 0 0 0,0 0 0 0 0,0-1 0 0 0,1 12-1 0 0,0-16-72 0 0,0 0-1 0 0,0 0 1 0 0,0 0 0 0 0,0 0-1 0 0,1 0 1 0 0,-1 0-1 0 0,0-1 1 0 0,1 1 0 0 0,-1 0-1 0 0,0 0 1 0 0,1 0-1 0 0,-1 0 1 0 0,1-1-1 0 0,-1 1 1 0 0,1 0 0 0 0,0-1-1 0 0,-1 1 1 0 0,1 0-1 0 0,0-1 1 0 0,0 1-1 0 0,1 0-238 0 0,-1-1 0 0 0,0 1-1 0 0,1-1 1 0 0,-1 0 0 0 0,1 1-1 0 0,-1-1 1 0 0,1 0-1 0 0,-1 0 1 0 0,1 0 0 0 0,-1 0-1 0 0,1-1 1 0 0,-1 1-1 0 0,1 0 1 0 0,-1 0 0 0 0,1-1-1 0 0,1 0 1 0 0,12-3-3371 0 0,11 6-2150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0.2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23 183 6881 0 0,'-1'0'286'0'0,"0"1"-1"0"0,0-1 0 0 0,0 0 0 0 0,0 0 1 0 0,0-1-1 0 0,0 1 0 0 0,0 0 0 0 0,0 0 0 0 0,0 0 1 0 0,0-1-1 0 0,0 1 0 0 0,0 0 0 0 0,1-1 1 0 0,-1 1-1 0 0,0-1 0 0 0,0 1 0 0 0,0-1 0 0 0,1 1 1 0 0,-1-1-1 0 0,0 0 0 0 0,0 1 0 0 0,1-1 0 0 0,-1 0 1 0 0,0 0-1 0 0,22-17 1861 0 0,-16 15-2374 0 0,15-10 690 0 0,1 0 0 0 0,38-15 1 0 0,-52 24-294 0 0,1 2 1 0 0,-1-1 0 0 0,0 1 0 0 0,1 0 0 0 0,0 0 0 0 0,-1 1 0 0 0,1 0 0 0 0,0 1 0 0 0,-1 0 0 0 0,1 0 0 0 0,0 0 0 0 0,12 3 0 0 0,-17-2-96 0 0,0 1 1 0 0,0 0-1 0 0,-1-1 1 0 0,1 1 0 0 0,0 0-1 0 0,-1 0 1 0 0,0 1 0 0 0,1-1-1 0 0,-1 0 1 0 0,0 1 0 0 0,0-1-1 0 0,0 1 1 0 0,-1 0 0 0 0,1-1-1 0 0,-1 1 1 0 0,1 0 0 0 0,-1 0-1 0 0,0 0 1 0 0,0 0 0 0 0,0 1-1 0 0,-1-1 1 0 0,1 0-1 0 0,-1 0 1 0 0,1 5 0 0 0,0 11 163 0 0,0 0 1 0 0,-3 33 0 0 0,2-50-230 0 0,-6 56 13 0 0,-2 59 175 0 0,8-105-864 0 0,1 1 0 0 0,0-1-1 0 0,1 0 1 0 0,0 0-1 0 0,1 0 1 0 0,0 0-1 0 0,7 14 1 0 0,-10-25 377 0 0,0 1-1 0 0,1-1 1 0 0,-1 0 0 0 0,1 0-1 0 0,-1 0 1 0 0,0 0 0 0 0,1 0 0 0 0,0 0-1 0 0,-1 0 1 0 0,1 0 0 0 0,0 0-1 0 0,0 0 1 0 0,-1 0 0 0 0,1 0-1 0 0,0-1 1 0 0,0 1 0 0 0,0 0 0 0 0,0 0-1 0 0,0-1 1 0 0,0 1 0 0 0,0-1-1 0 0,0 1 1 0 0,0-1 0 0 0,0 1-1 0 0,0-1 1 0 0,1 0 0 0 0,0 1 0 0 0,9-7-5074 0 0</inkml:trace>
  <inkml:trace contextRef="#ctx0" brushRef="#br0" timeOffset="1">492 0 10410 0 0,'-3'5'864'0'0,"0"-1"-1"0"0,0 1 1 0 0,1 0-1 0 0,-1-1 0 0 0,1 1 1 0 0,-3 10-1 0 0,-7 61 2426 0 0,9-54-2297 0 0,-3 21 57 0 0,1 87 0 0 0,5-116-1281 0 0,1 1 0 0 0,0-1 0 0 0,2 0 0 0 0,-1 0 0 0 0,2 0 0 0 0,0-1-1 0 0,0 1 1 0 0,1-1 0 0 0,1 0 0 0 0,8 13 0 0 0,8 1-3670 0 0,-3-14-1524 0 0,-5-8-1165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0.6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102 39 9450 0 0,'-4'0'577'0'0,"0"0"1"0"0,0 0-1 0 0,-1 0 1 0 0,1 1-1 0 0,0 0 1 0 0,0 0-1 0 0,0 0 1 0 0,0 1-1 0 0,0-1 0 0 0,0 1 1 0 0,0 0-1 0 0,0 0 1 0 0,1 0-1 0 0,-1 0 1 0 0,1 1-1 0 0,-1 0 0 0 0,-4 5 1 0 0,5-4-406 0 0,0 0 1 0 0,0 0 0 0 0,0 0-1 0 0,1 0 1 0 0,0 0-1 0 0,0 0 1 0 0,0 1-1 0 0,1-1 1 0 0,-1 1-1 0 0,1 0 1 0 0,0-1-1 0 0,0 1 1 0 0,1 0-1 0 0,-1 5 1 0 0,1-5-235 0 0,0 0-1 0 0,0 0 1 0 0,1 0 0 0 0,0 0-1 0 0,0 0 1 0 0,0 0 0 0 0,0 0-1 0 0,0 0 1 0 0,1-1-1 0 0,0 1 1 0 0,0 0 0 0 0,1-1-1 0 0,-1 1 1 0 0,1-1 0 0 0,0 0-1 0 0,0 0 1 0 0,0 0 0 0 0,1 0-1 0 0,-1-1 1 0 0,1 1 0 0 0,0-1-1 0 0,0 0 1 0 0,0 0 0 0 0,1-1-1 0 0,-1 1 1 0 0,0-1-1 0 0,1 0 1 0 0,0 0 0 0 0,-1 0-1 0 0,8 1 1 0 0,-7-2 4 0 0,-1 0 0 0 0,1-1 0 0 0,0 1 0 0 0,0-1 0 0 0,-1 0-1 0 0,1-1 1 0 0,0 1 0 0 0,-1-1 0 0 0,1 0 0 0 0,0 0 0 0 0,-1 0 0 0 0,1-1 0 0 0,-1 0 0 0 0,6-2-1 0 0,-8 3 67 0 0,-1-1-1 0 0,1 1 0 0 0,0 0 1 0 0,-1 0-1 0 0,1-1 0 0 0,-1 1 1 0 0,0-1-1 0 0,1 0 0 0 0,-1 1 1 0 0,0-1-1 0 0,0 0 1 0 0,0 0-1 0 0,0 1 0 0 0,0-1 1 0 0,0 0-1 0 0,-1 0 0 0 0,1 0 1 0 0,-1 0-1 0 0,1 0 0 0 0,-1 0 1 0 0,0 0-1 0 0,0 0 0 0 0,0 0 1 0 0,0-1-1 0 0,0 1 0 0 0,0 0 1 0 0,-1 0-1 0 0,1 0 0 0 0,0 0 1 0 0,-1 0-1 0 0,0 0 0 0 0,1 0 1 0 0,-1 1-1 0 0,-1-3 0 0 0,-1-3 52 0 0,-1 1 0 0 0,1 0-1 0 0,-1 0 1 0 0,0 0 0 0 0,0 1 0 0 0,-1-1-1 0 0,0 1 1 0 0,0 0 0 0 0,0 1-1 0 0,0-1 1 0 0,-9-5 0 0 0,10 8 38 0 0,1 0 0 0 0,0 0 0 0 0,-1 0 1 0 0,1 1-1 0 0,-1-1 0 0 0,0 1 0 0 0,0 0 0 0 0,1 0 0 0 0,-1 0 0 0 0,0 1 1 0 0,0-1-1 0 0,0 1 0 0 0,0 0 0 0 0,0 0 0 0 0,0 0 0 0 0,1 1 1 0 0,-1-1-1 0 0,0 1 0 0 0,0 0 0 0 0,0 0 0 0 0,1 0 0 0 0,-5 2 1 0 0,68-18 292 0 0,7-16-318 0 0,-44 19-41 0 0,0 2 1 0 0,1 0 0 0 0,1 1 0 0 0,46-10 0 0 0,-70 19 15 0 0,1 0 0 0 0,-1 0 0 0 0,1 0 0 0 0,-1 0 1 0 0,1 0-1 0 0,-1 0 0 0 0,1 0 0 0 0,-1 1 0 0 0,1-1 0 0 0,-1 1 0 0 0,1-1 0 0 0,-1 1 0 0 0,1-1 1 0 0,-1 1-1 0 0,0 0 0 0 0,1 0 0 0 0,-1 0 0 0 0,0 0 0 0 0,0 0 0 0 0,0 0 0 0 0,1 0 0 0 0,-1 0 0 0 0,0 0 1 0 0,0 0-1 0 0,-1 0 0 0 0,1 1 0 0 0,0-1 0 0 0,0 0 0 0 0,-1 1 0 0 0,1-1 0 0 0,-1 1 0 0 0,1-1 1 0 0,-1 1-1 0 0,1-1 0 0 0,-1 1 0 0 0,0-1 0 0 0,0 2 0 0 0,2 10 344 0 0,-1 0-1 0 0,-1 0 0 0 0,-1 22 1 0 0,0-6-322 0 0,3-10-17 0 0,1-1 0 0 0,0 1 1 0 0,9 24-1 0 0,0 2-1883 0 0,-5-1-4089 0 0,-6-42 5272 0 0,-1 0 1 0 0,0-1-1 0 0,0 1 0 0 0,0 0 1 0 0,0-1-1 0 0,-1 1 0 0 0,1 0 0 0 0,0-1 1 0 0,-1 1-1 0 0,1-1 0 0 0,-1 1 1 0 0,1-1-1 0 0,-1 1 0 0 0,0-1 0 0 0,0 1 1 0 0,0-1-1 0 0,0 0 0 0 0,-1 2 0 0 0,-5 5-4369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0.9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30 138 8418 0 0,'-27'0'7053'0'0,"27"0"-6954"0"0,0 0 0 0 0,-1 0 1 0 0,1 0-1 0 0,0 0 0 0 0,0-1 1 0 0,0 1-1 0 0,-1 0 1 0 0,1 0-1 0 0,0-1 0 0 0,0 1 1 0 0,0 0-1 0 0,0 0 0 0 0,0-1 1 0 0,-1 1-1 0 0,1 0 0 0 0,0 0 1 0 0,0-1-1 0 0,0 1 0 0 0,0 0 1 0 0,0-1-1 0 0,0 1 0 0 0,0 0 1 0 0,0 0-1 0 0,0-1 0 0 0,0 1 1 0 0,0 0-1 0 0,0-1 0 0 0,0 1 1 0 0,0 0-1 0 0,1 0 0 0 0,-1-1 1 0 0,0 1-1 0 0,0 0 0 0 0,0 0 1 0 0,0-1-1 0 0,0 1 0 0 0,1 0 1 0 0,-1 0-1 0 0,0 0 0 0 0,0-1 1 0 0,0 1-1 0 0,1 0 0 0 0,39-34 2248 0 0,-20 20-2014 0 0,1 1 0 0 0,0 1 0 0 0,0 1 0 0 0,1 1 0 0 0,1 1 0 0 0,40-10 0 0 0,-57 17-336 0 0,0 1-1 0 0,0 0 1 0 0,0 0-1 0 0,0 1 1 0 0,0 0-1 0 0,0 0 1 0 0,0 0-1 0 0,0 1 1 0 0,0 0-1 0 0,0 0 0 0 0,0 0 1 0 0,0 1-1 0 0,-1 0 1 0 0,1 0-1 0 0,0 0 1 0 0,-1 1-1 0 0,0 0 1 0 0,1 0-1 0 0,-1 0 1 0 0,0 1-1 0 0,-1-1 1 0 0,1 1-1 0 0,-1 0 1 0 0,1 1-1 0 0,-1-1 1 0 0,-1 1-1 0 0,1 0 0 0 0,-1 0 1 0 0,1 0-1 0 0,-1 0 1 0 0,-1 1-1 0 0,4 7 1 0 0,15 44-5011 0 0,-14-37 1062 0 0,-6-20 3861 0 0,-1 0 1 0 0,0 0-1 0 0,0 0 0 0 0,0 1 1 0 0,1-1-1 0 0,-1 0 1 0 0,0 0-1 0 0,0 0 0 0 0,0 0 1 0 0,0 0-1 0 0,0 0 0 0 0,1 1 1 0 0,-1-1-1 0 0,0 0 1 0 0,0 0-1 0 0,0 0 0 0 0,0 1 1 0 0,0-1-1 0 0,0 0 0 0 0,0 0 1 0 0,1 0-1 0 0,-1 1 1 0 0,0-1-1 0 0,0 0 0 0 0,0 0 1 0 0,0 0-1 0 0,0 1 0 0 0,0-1 1 0 0,0 0-1 0 0,0 0 1 0 0,0 0-1 0 0,0 1 0 0 0,0-1 1 0 0,0 0-1 0 0,-1 0 0 0 0,1 0 1 0 0,0 1-1 0 0,0-1 1 0 0,0 0-1 0 0,0 0 0 0 0,0 0 1 0 0,0 1-1 0 0,0-1 0 0 0,0 0 1 0 0,-1 0-1 0 0,1 0 1 0 0,0 0-1 0 0,0 1 0 0 0,0-1 1 0 0,0 0-1 0 0,-1 0 0 0 0,1 0 1 0 0,0 0-1 0 0,0 0 1 0 0,0 0-1 0 0,-1 0 0 0 0,1 0 1 0 0,-3 1-1994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1.3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76 4561 0 0,'0'-1'576'0'0,"0"-1"0"0"0,0 1 0 0 0,0-1 0 0 0,1 1-1 0 0,-1 0 1 0 0,0-1 0 0 0,1 1 0 0 0,0 0 0 0 0,-1-1 0 0 0,1 1 0 0 0,0 0 0 0 0,-1-1-1 0 0,1 1 1 0 0,0 0 0 0 0,2-2 0 0 0,21-14 3040 0 0,35-5-2459 0 0,-51 20-480 0 0,1-1-483 0 0,1 0-1 0 0,0 1 0 0 0,-1 1 1 0 0,1-1-1 0 0,0 2 0 0 0,0-1 0 0 0,-1 1 1 0 0,1 1-1 0 0,0 0 0 0 0,15 3 1 0 0,-22-3-162 0 0,0 0 0 0 0,0 0 1 0 0,0 0-1 0 0,-1 1 1 0 0,1-1-1 0 0,0 0 1 0 0,-1 1-1 0 0,1 0 1 0 0,-1 0-1 0 0,0-1 0 0 0,0 1 1 0 0,1 1-1 0 0,-1-1 1 0 0,0 0-1 0 0,-1 0 1 0 0,1 1-1 0 0,0-1 1 0 0,-1 1-1 0 0,1 0 0 0 0,-1-1 1 0 0,0 1-1 0 0,0 0 1 0 0,0 0-1 0 0,0 0 1 0 0,-1 0-1 0 0,1 0 1 0 0,-1 0-1 0 0,0 0 0 0 0,1 0 1 0 0,-1 0-1 0 0,0 0 1 0 0,-1 0-1 0 0,1-1 1 0 0,-1 1-1 0 0,1 0 1 0 0,-1 0-1 0 0,0 0 0 0 0,-1 3 1 0 0,-4 14-111 0 0,-1-1 1 0 0,-1 0-1 0 0,0-1 0 0 0,-2 0 1 0 0,0 0-1 0 0,-1-1 0 0 0,0-1 1 0 0,-1 1-1 0 0,-1-2 0 0 0,-1 0 1 0 0,0 0-1 0 0,-20 14 0 0 0,34-29 47 0 0,0 0 0 0 0,0 1 0 0 0,0-1 0 0 0,-1 1 0 0 0,1-1 0 0 0,0 0 1 0 0,-1 1-1 0 0,1-1 0 0 0,0 0 0 0 0,-1 1 0 0 0,1-1 0 0 0,0 0 0 0 0,-1 0 0 0 0,1 1 0 0 0,-1-1 0 0 0,1 0 0 0 0,-1 0 0 0 0,1 0 0 0 0,0 1 0 0 0,-1-1 0 0 0,1 0 0 0 0,-1 0 0 0 0,1 0 0 0 0,-1 0 0 0 0,1 0 0 0 0,-1 0 0 0 0,1 0 0 0 0,-1 0 0 0 0,1 0 0 0 0,-1 0 0 0 0,1 0 0 0 0,0 0 0 0 0,-1-1 0 0 0,1 1 0 0 0,-1 0 1 0 0,1 0-1 0 0,-1 0 0 0 0,1-1 0 0 0,-1 1 0 0 0,7-21-576 0 0,22-27 340 0 0,-21 39 315 0 0,1 0 0 0 0,0 0 0 0 0,0 1 0 0 0,1 0 0 0 0,16-12 1 0 0,-21 17 3 0 0,1 1 1 0 0,-1 0-1 0 0,0 0 1 0 0,1 0 0 0 0,0 0-1 0 0,-1 1 1 0 0,1-1-1 0 0,0 1 1 0 0,0 0 0 0 0,0 1-1 0 0,0-1 1 0 0,0 1-1 0 0,-1 0 1 0 0,1 0 0 0 0,0 1-1 0 0,7 1 1 0 0,9 4-203 0 0,0 1 0 0 0,39 18 0 0 0,-42-16-1894 0 0,1-1 1 0 0,0-1 0 0 0,31 8 0 0 0,-49-15 1903 0 0,0 1-199 0 0,0-1 0 0 0,0 0 0 0 0,1 1 1 0 0,-1-1-1 0 0,0 0 0 0 0,1 0 0 0 0,-1 0 0 0 0,0 0 0 0 0,1 0 1 0 0,-1-1-1 0 0,0 1 0 0 0,1 0 0 0 0,-1-1 0 0 0,0 1 0 0 0,0 0 1 0 0,1-1-1 0 0,1-1 0 0 0,9-2-3661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1.6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48 0 6921 0 0,'0'4'2425'0'0,"0"9"-56"0"0,0 5-97 0 0,0 6-176 0 0,0 5-375 0 0,6 0-1041 0 0,-1 1-304 0 0,3 3-168 0 0,1-1-104 0 0,-1-1-104 0 0,2 1-192 0 0,-3-1-352 0 0,1-3-488 0 0,0 1-625 0 0,-1-4-599 0 0,-3-4-417 0 0,-2-4-303 0 0,0-2-2137 0 0</inkml:trace>
  <inkml:trace contextRef="#ctx0" brushRef="#br0" timeOffset="1">2 178 9498 0 0,'-2'-2'3417'0'0,"4"4"-1913"0"0,2-2-232 0 0,5 4-327 0 0,5-1-681 0 0,3-1-208 0 0,4 2-168 0 0,2 0-336 0 0,2-2-513 0 0,1 0-599 0 0,-1 0-576 0 0,0-2-305 0 0,-8-8-80 0 0,4 6-1952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2.06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60 464 4609 0 0,'-6'7'467'0'0,"0"-1"1"0"0,0 1-1 0 0,1 0 1 0 0,0 0-1 0 0,1 0 1 0 0,-1 1-1 0 0,1 0 1 0 0,1 0-1 0 0,0 0 1 0 0,0 0-1 0 0,0 1 1 0 0,1-1-1 0 0,-2 14 1 0 0,4-19-343 0 0,0 1 1 0 0,0 0 0 0 0,0 0-1 0 0,0 0 1 0 0,1-1 0 0 0,0 1-1 0 0,-1 0 1 0 0,1 0 0 0 0,1-1-1 0 0,-1 1 1 0 0,0-1 0 0 0,1 1-1 0 0,0-1 1 0 0,0 0 0 0 0,0 1-1 0 0,0-1 1 0 0,0 0-1 0 0,1 0 1 0 0,-1-1 0 0 0,1 1-1 0 0,0 0 1 0 0,0-1 0 0 0,0 0-1 0 0,0 1 1 0 0,0-1 0 0 0,0 0-1 0 0,1-1 1 0 0,-1 1 0 0 0,1-1-1 0 0,-1 1 1 0 0,1-1 0 0 0,0 0-1 0 0,3 0 1 0 0,2 1 46 0 0,-1-1 0 0 0,1 0 0 0 0,0 0 0 0 0,-1-1-1 0 0,1 0 1 0 0,-1-1 0 0 0,1 0 0 0 0,0 0 0 0 0,-1-1 0 0 0,1 0 0 0 0,-1-1 0 0 0,11-4 0 0 0,-15 6-115 0 0,0-1 1 0 0,-1 0 0 0 0,1 1-1 0 0,0-1 1 0 0,-1-1 0 0 0,0 1-1 0 0,1 0 1 0 0,-1-1 0 0 0,0 0-1 0 0,0 0 1 0 0,0 0-1 0 0,-1 0 1 0 0,1 0 0 0 0,-1 0-1 0 0,1-1 1 0 0,-1 1 0 0 0,0-1-1 0 0,-1 0 1 0 0,1 1 0 0 0,-1-1-1 0 0,1 0 1 0 0,-1 0 0 0 0,0 0-1 0 0,-1 0 1 0 0,1 0 0 0 0,-1 0-1 0 0,1-8 1 0 0,-2 9-37 0 0,0 0 0 0 0,-1-1 0 0 0,1 1 0 0 0,0 0 0 0 0,-1 0 0 0 0,0 0 1 0 0,1 1-1 0 0,-1-1 0 0 0,0 0 0 0 0,-1 1 0 0 0,1-1 0 0 0,0 1 0 0 0,-1 0 0 0 0,1-1 0 0 0,-1 1 1 0 0,0 1-1 0 0,0-1 0 0 0,0 0 0 0 0,0 1 0 0 0,0-1 0 0 0,-4-1 0 0 0,-5-2-188 0 0,0 1 1 0 0,0 0-1 0 0,-1 1 0 0 0,-15-3 0 0 0,20 5-234 0 0,0 1-1 0 0,1 0 0 0 0,-1 0 0 0 0,0 1 1 0 0,0 0-1 0 0,1 0 0 0 0,-12 4 0 0 0,-26 10-7139 0 0,36-11 2496 0 0</inkml:trace>
  <inkml:trace contextRef="#ctx0" brushRef="#br0" timeOffset="1">527 1 14139 0 0,'-2'0'1864'0'0,"4"5"-335"0"0,-2 5-9 0 0,2 3-200 0 0,2 4-439 0 0,0 1-681 0 0,1 3-128 0 0,3 1-104 0 0,-2 3-264 0 0,1 2-433 0 0,-1-2-591 0 0,0-2-680 0 0,-2 0-673 0 0,-2-4-384 0 0,-4-4-335 0 0,-2-2-1905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2.4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1 327 11066 0 0,'14'-1'5364'0'0,"20"-10"-3451"0"0,-32 11-1639 0 0,37-14 622 0 0,63-18-133 0 0,-91 30-751 0 0,1 0 0 0 0,-1 0-1 0 0,0 1 1 0 0,0 0 0 0 0,1 1 0 0 0,-1 1 0 0 0,14 1 0 0 0,-23-2-10 0 0,0 1 0 0 0,0-1 0 0 0,0 0 0 0 0,0 1 0 0 0,0-1 0 0 0,0 1 0 0 0,0 0 0 0 0,0-1 0 0 0,0 1 1 0 0,0 0-1 0 0,0 0 0 0 0,0 1 0 0 0,-1-1 0 0 0,1 0 0 0 0,-1 1 0 0 0,1-1 0 0 0,-1 0 0 0 0,1 1 0 0 0,-1 0 0 0 0,0-1 0 0 0,1 1 0 0 0,-1 0 0 0 0,0 0 0 0 0,1 2 0 0 0,-2-1 1 0 0,1 0-1 0 0,-1 0 1 0 0,0 0-1 0 0,0 0 1 0 0,0 0-1 0 0,0 0 1 0 0,-1 0-1 0 0,1 0 1 0 0,-1 0-1 0 0,0 0 1 0 0,0 0-1 0 0,0 0 1 0 0,0 0-1 0 0,-2 4 1 0 0,-4 5 11 0 0,0 0 0 0 0,-1-1 0 0 0,0 0 0 0 0,-1 0 0 0 0,0-1 0 0 0,-12 11 0 0 0,13-14 4 0 0,-2 3-2 0 0,-1 0 0 0 0,0-1 1 0 0,-1 0-1 0 0,0-1 0 0 0,0 0 0 0 0,-1-1 1 0 0,-21 9-1 0 0,34-16-15 0 0,0 0 0 0 0,0 0 0 0 0,0 0 0 0 0,0-1 0 0 0,0 1 0 0 0,0 0 1 0 0,0 0-1 0 0,0 0 0 0 0,0 0 0 0 0,0 0 0 0 0,0 0 0 0 0,-1 0 0 0 0,1 0 0 0 0,0 0 1 0 0,0 0-1 0 0,0 0 0 0 0,0-1 0 0 0,0 1 0 0 0,0 0 0 0 0,0 0 0 0 0,0 0 0 0 0,0 0 1 0 0,0 0-1 0 0,0 0 0 0 0,0 0 0 0 0,0 0 0 0 0,0 0 0 0 0,0 0 0 0 0,0 0 0 0 0,0 0 1 0 0,-1 0-1 0 0,1 0 0 0 0,0 0 0 0 0,0 0 0 0 0,0 0 0 0 0,0 0 0 0 0,0 0 0 0 0,0 0 0 0 0,0 0 1 0 0,0 0-1 0 0,0 0 0 0 0,0 0 0 0 0,0 0 0 0 0,0 0 0 0 0,-1 0 0 0 0,1 0 0 0 0,0 0 1 0 0,0 0-1 0 0,11-9 15 0 0,17-8 29 0 0,-9 10 98 0 0,0 1 1 0 0,0 0-1 0 0,1 2 0 0 0,-1 1 1 0 0,1 0-1 0 0,0 1 1 0 0,0 1-1 0 0,25 3 0 0 0,57 10-2085 0 0,-3 8-8509 0 0,-87-16 4501 0 0</inkml:trace>
  <inkml:trace contextRef="#ctx0" brushRef="#br0" timeOffset="1">505 0 7034 0 0,'-3'17'1790'0'0,"1"0"1"0"0,1 0-1 0 0,1 0 1 0 0,0 0 0 0 0,5 25-1 0 0,21 88 886 0 0,-11-62-1771 0 0,-1-5-1259 0 0,34 92 0 0 0,-31-110-4551 0 0,1-1-4405 0 0,-16-33 4283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4.43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 1 9202 0 0,'-1'0'348'0'0,"0"1"1"0"0,0 0-1 0 0,-1 0 1 0 0,1-1-1 0 0,0 1 0 0 0,0 0 1 0 0,0 0-1 0 0,0 0 1 0 0,0 0-1 0 0,0 0 0 0 0,1 0 1 0 0,-1 0-1 0 0,0 0 1 0 0,1 1-1 0 0,-1-1 0 0 0,0 0 1 0 0,1 0-1 0 0,-1 1 1 0 0,1-1-1 0 0,0 0 0 0 0,-1 3 1 0 0,-7 30 2320 0 0,4 10-1460 0 0,1-1 0 0 0,7 85-1 0 0,-2-80-872 0 0,0-21-270 0 0,-2 1-106 0 0,1 0 1 0 0,2 0 0 0 0,0 0-1 0 0,3 0 1 0 0,10 37 0 0 0,-15-64-147 0 0,-1 0 0 0 0,1 0 0 0 0,-1 0 0 0 0,1 0 0 0 0,0 0 0 0 0,-1 0 1 0 0,1 0-1 0 0,0 0 0 0 0,0-1 0 0 0,0 1 0 0 0,-1 0 0 0 0,1 0 0 0 0,0-1 0 0 0,0 1 0 0 0,0-1 1 0 0,0 1-1 0 0,0-1 0 0 0,0 1 0 0 0,0-1 0 0 0,2 1 0 0 0,-3-1 4 0 0,1 0 0 0 0,-1 0 1 0 0,1 0-1 0 0,-1 0 0 0 0,1 0 0 0 0,0-1 0 0 0,-1 1 0 0 0,1 0 0 0 0,-1 0 1 0 0,1 0-1 0 0,-1 0 0 0 0,0-1 0 0 0,1 1 0 0 0,-1 0 0 0 0,1 0 0 0 0,-1-1 1 0 0,1 1-1 0 0,-1 0 0 0 0,0-1 0 0 0,1 1 0 0 0,-1-1 0 0 0,0 1 1 0 0,1 0-1 0 0,-1-1 0 0 0,0 1 0 0 0,1-1 0 0 0,-1 1 0 0 0,0-1 0 0 0,0 1 1 0 0,0-1-1 0 0,0 1 0 0 0,1-1 0 0 0,-1 1 0 0 0,0-1 0 0 0,0 1 0 0 0,0-1 1 0 0,0 1-1 0 0,0-1 0 0 0,0 1 0 0 0,0-1 0 0 0,0 0 0 0 0,0 1 0 0 0,-1-1 1 0 0,1 1-1 0 0,0-1 0 0 0,0 0 0 0 0,-5-21-3742 0 0,6 5-797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4.78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0 120 10242 0 0,'7'-11'5177'0'0,"10"-1"-3532"0"0,21-9-1941 0 0,-30 18 840 0 0,23-14-141 0 0,-17 9-66 0 0,0 0 0 0 0,0 1 0 0 0,1 0 0 0 0,0 2 0 0 0,1-1 0 0 0,-1 2 0 0 0,1 0 0 0 0,20-2 0 0 0,-34 6-235 0 0,-1 0-1 0 0,1 1 0 0 0,0-1 0 0 0,0 1 0 0 0,-1-1 0 0 0,1 1 1 0 0,0 0-1 0 0,-1 0 0 0 0,1 0 0 0 0,0 0 0 0 0,-1 0 1 0 0,1 0-1 0 0,-1 0 0 0 0,0 0 0 0 0,1 1 0 0 0,-1-1 0 0 0,0 0 1 0 0,0 1-1 0 0,0-1 0 0 0,0 1 0 0 0,0 0 0 0 0,0-1 0 0 0,0 1 1 0 0,-1 0-1 0 0,1-1 0 0 0,-1 1 0 0 0,1 0 0 0 0,-1 0 1 0 0,1 0-1 0 0,-1-1 0 0 0,0 1 0 0 0,0 3 0 0 0,1 12 329 0 0,0 0 1 0 0,-3 30-1 0 0,1-22-215 0 0,1-5-359 0 0,7 149 1071 0 0,11-87-1978 0 0,-15-71 320 0 0,1-1-1 0 0,1 1 1 0 0,0-1-1 0 0,0 0 1 0 0,7 9-1 0 0,-11-17 650 0 0,9 9-3744 0 0,-9-10 3618 0 0,-1-1-1 0 0,0 0 0 0 0,0 0 0 0 0,1 0 1 0 0,-1 0-1 0 0,0 0 0 0 0,0 0 1 0 0,1 0-1 0 0,-1 0 0 0 0,0 0 1 0 0,1 0-1 0 0,-1 0 0 0 0,0 0 1 0 0,0 0-1 0 0,1 0 0 0 0,-1 0 0 0 0,0 0 1 0 0,0 0-1 0 0,1 0 0 0 0,-1 0 1 0 0,0 0-1 0 0,0-1 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5.1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0 9706 0 0,'-3'6'921'0'0,"-1"0"-1"0"0,1 1 1 0 0,0-1 0 0 0,1 1-1 0 0,-1 0 1 0 0,1-1-1 0 0,1 1 1 0 0,-1 0 0 0 0,0 8-1 0 0,1-2-401 0 0,1 1 0 0 0,0 0 1 0 0,1 0-1 0 0,3 15 0 0 0,3 5-1158 0 0,1 0 1 0 0,23 57-1 0 0,-23-73-832 0 0,4 13-2980 0 0,-8-10-2292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5.5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0 235 5321 0 0,'2'-4'8006'0'0,"4"-3"-3574"0"0,30-22-3220 0 0,-14 12-711 0 0,0-3-414 0 0,29-27-2280 0 0,-46 41 1065 0 0,1 0 0 0 0,-1 0 0 0 0,0 0 0 0 0,-1-1 0 0 0,8-13 0 0 0,-7-6 438 0 0,-5 23 1147 0 0,0 1 0 0 0,1-1 0 0 0,-1 0 0 0 0,1 0 0 0 0,0 0-1 0 0,-1 1 1 0 0,1-1 0 0 0,0 0 0 0 0,1 1 0 0 0,1-4 0 0 0,-2 19 4545 0 0,2 16-3328 0 0,-5 49 559 0 0,0-45-1983 0 0,1-1 0 0 0,1 1 0 0 0,2 0 0 0 0,2 0 0 0 0,0-1 0 0 0,12 40 0 0 0,-15-70-421 0 0,0 1 0 0 0,0-1-1 0 0,0 1 1 0 0,0-1-1 0 0,0 1 1 0 0,1-1-1 0 0,-1 0 1 0 0,1 0-1 0 0,0 0 1 0 0,0 0-1 0 0,0 0 1 0 0,0 0-1 0 0,0 0 1 0 0,0 0-1 0 0,0-1 1 0 0,4 2 0 0 0,-6-2-67 0 0,1-1 0 0 0,0 0 0 0 0,-1 0 0 0 0,1 0 1 0 0,0 1-1 0 0,-1-1 0 0 0,1 0 0 0 0,0 0 1 0 0,-1 0-1 0 0,1 0 0 0 0,0 0 0 0 0,-1-1 0 0 0,1 1 1 0 0,0 0-1 0 0,-1 0 0 0 0,1 0 0 0 0,0 0 1 0 0,-1-1-1 0 0,1 1 0 0 0,0 0 0 0 0,-1-1 1 0 0,1 1-1 0 0,0-1 0 0 0,1-1-360 0 0,-1 1 0 0 0,0-1 1 0 0,0 1-1 0 0,0-1 0 0 0,0 1 0 0 0,0-1 0 0 0,0 0 1 0 0,-1 0-1 0 0,1 1 0 0 0,-1-1 0 0 0,1 0 0 0 0,0-3 1 0 0,1-10-5107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5.89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80 0 11338 0 0,'-31'61'8235'0'0,"9"8"-5299"0"0,-2 70-1768 0 0,22-114-1082 0 0,1 1 0 0 0,1-1 1 0 0,4 33-1 0 0,3-1-3084 0 0,-3-30-193 0 0,-8-3-3463 0 0,1-18 4612 0 0,-2 14-4086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3:03:26.2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43 38 8514 0 0,'-3'1'854'0'0,"0"0"-1"0"0,0 0 1 0 0,0 0 0 0 0,0 0-1 0 0,0 1 1 0 0,1 0 0 0 0,-1-1-1 0 0,1 1 1 0 0,-1 0 0 0 0,1 0-1 0 0,-1 0 1 0 0,-2 5 0 0 0,4-6-808 0 0,1-1 0 0 0,-1 1 0 0 0,1 0 1 0 0,-1 0-1 0 0,1 0 0 0 0,0 0 1 0 0,0 0-1 0 0,-1 0 0 0 0,1 0 0 0 0,0-1 1 0 0,0 1-1 0 0,0 0 0 0 0,0 0 0 0 0,0 0 1 0 0,0 0-1 0 0,0 0 0 0 0,0 0 1 0 0,0 0-1 0 0,1 0 0 0 0,-1 0 0 0 0,0 0 1 0 0,1-1-1 0 0,-1 1 0 0 0,0 0 0 0 0,1 0 1 0 0,-1 0-1 0 0,1 0 0 0 0,-1-1 1 0 0,1 1-1 0 0,0 0 0 0 0,-1-1 0 0 0,1 1 1 0 0,0 0-1 0 0,-1-1 0 0 0,1 1 0 0 0,0-1 1 0 0,0 1-1 0 0,0-1 0 0 0,-1 1 0 0 0,1-1 1 0 0,0 0-1 0 0,0 1 0 0 0,0-1 1 0 0,0 0-1 0 0,0 0 0 0 0,0 0 0 0 0,2 1 1 0 0,2-1-22 0 0,1 1 0 0 0,-1-1 0 0 0,1 0 0 0 0,-1-1 0 0 0,1 1 0 0 0,-1-1 0 0 0,0 0 0 0 0,1 0 0 0 0,-1-1 0 0 0,0 0 0 0 0,0 0 0 0 0,0 0 0 0 0,0 0 0 0 0,0-1 0 0 0,0 0 0 0 0,7-5 0 0 0,-12 8-16 0 0,1-1 1 0 0,-1 1-1 0 0,0 0 0 0 0,1 0 1 0 0,-1-1-1 0 0,0 1 0 0 0,0 0 0 0 0,1-1 1 0 0,-1 1-1 0 0,0-1 0 0 0,0 1 0 0 0,0 0 1 0 0,1-1-1 0 0,-1 1 0 0 0,0 0 1 0 0,0-1-1 0 0,0 1 0 0 0,0-1 0 0 0,0 1 1 0 0,0-1-1 0 0,0 1 0 0 0,0 0 1 0 0,0-1-1 0 0,0 1 0 0 0,0-1 0 0 0,0 1 1 0 0,0 0-1 0 0,0-1 0 0 0,0 1 1 0 0,0-1-1 0 0,-1 1 0 0 0,1 0 0 0 0,0-1 1 0 0,0 1-1 0 0,-1-1 0 0 0,-15-9 358 0 0,12 9-285 0 0,1 0-1 0 0,0 0 1 0 0,-1 0-1 0 0,1 1 1 0 0,0-1-1 0 0,-1 1 1 0 0,1 0-1 0 0,-1 0 1 0 0,-4 1-1 0 0,8-1-75 0 0,0 0 0 0 0,-1 0 0 0 0,1 0 0 0 0,0 0 0 0 0,0 0 0 0 0,-1 0 0 0 0,1 0-1 0 0,0 0 1 0 0,-1 0 0 0 0,1 0 0 0 0,0 0 0 0 0,0 0 0 0 0,0 1 0 0 0,-1-1-1 0 0,1 0 1 0 0,0 0 0 0 0,0 0 0 0 0,-1 0 0 0 0,1 1 0 0 0,0-1 0 0 0,0 0 0 0 0,0 0-1 0 0,0 0 1 0 0,-1 1 0 0 0,1-1 0 0 0,0 0 0 0 0,0 0 0 0 0,0 1 0 0 0,0-1-1 0 0,0 0 1 0 0,0 1 0 0 0,0-1 0 0 0,0 0 0 0 0,0 0 0 0 0,0 1 0 0 0,0-1 0 0 0,0 0-1 0 0,0 0 1 0 0,0 1 0 0 0,0-1 0 0 0,0 0 0 0 0,0 0 0 0 0,0 1 0 0 0,0-1 0 0 0,14 9 43 0 0,-11-8-39 0 0,0 0 0 0 0,-1 0 0 0 0,1-1 0 0 0,0 1 0 0 0,0-1 0 0 0,0 1 0 0 0,0-1 0 0 0,0 0 0 0 0,0 0 0 0 0,0 0 0 0 0,6-2 0 0 0,-7 1 9 0 0,0 0 1 0 0,-1 0-1 0 0,1-1 1 0 0,-1 1-1 0 0,1-1 1 0 0,-1 1-1 0 0,0-1 1 0 0,0 1-1 0 0,1-1 0 0 0,-1 0 1 0 0,0 0-1 0 0,0 0 1 0 0,-1 1-1 0 0,1-1 1 0 0,0 0-1 0 0,-1 0 1 0 0,1 0-1 0 0,0-3 1 0 0,-1 4-15 0 0,0 0 1 0 0,1 0 0 0 0,-1 1 0 0 0,0-1 0 0 0,0 0 0 0 0,0 0 0 0 0,0 0 0 0 0,0 0 0 0 0,0 0-1 0 0,0 1 1 0 0,0-1 0 0 0,0 0 0 0 0,0 0 0 0 0,0 0 0 0 0,0 0 0 0 0,-1 0 0 0 0,1 1 0 0 0,0-1-1 0 0,-1 0 1 0 0,1 0 0 0 0,-1 1 0 0 0,1-1 0 0 0,-1 0 0 0 0,1 0 0 0 0,-1 1 0 0 0,1-1-1 0 0,-1 1 1 0 0,0-1 0 0 0,1 0 0 0 0,-1 1 0 0 0,0-1 0 0 0,1 1 0 0 0,-1 0 0 0 0,0-1 0 0 0,0 1-1 0 0,0-1 1 0 0,1 1 0 0 0,-1 0 0 0 0,0 0 0 0 0,0 0 0 0 0,0-1 0 0 0,-1 1 0 0 0,0 1-1 0 0,1-1 1 0 0,-1 1-1 0 0,0 0 1 0 0,0 0-1 0 0,1 0 1 0 0,-1 0 0 0 0,1 0-1 0 0,-1 0 1 0 0,1 0-1 0 0,-1 0 1 0 0,1 0-1 0 0,0 1 1 0 0,-1-1 0 0 0,1 1-1 0 0,0-1 1 0 0,0 1-1 0 0,0-1 1 0 0,0 1-1 0 0,0 0 1 0 0,0-1 0 0 0,1 1-1 0 0,-1 0 1 0 0,0 2-1 0 0,0-2-99 0 0,0 1 0 0 0,0 0 0 0 0,0 0 0 0 0,0 0-1 0 0,1 0 1 0 0,-1 0 0 0 0,1 0 0 0 0,-1 0 0 0 0,1 0 0 0 0,0 0-1 0 0,1 0 1 0 0,-1 0 0 0 0,0 0 0 0 0,2 3 0 0 0,-2-5-95 0 0,0-1 0 0 0,1 1-1 0 0,-1 0 1 0 0,1-1 0 0 0,0 1 0 0 0,-1 0 0 0 0,1-1 0 0 0,-1 1 0 0 0,1-1 0 0 0,0 1 0 0 0,-1-1 0 0 0,1 1-1 0 0,0-1 1 0 0,0 1 0 0 0,-1-1 0 0 0,1 0 0 0 0,0 1 0 0 0,0-1 0 0 0,0 0 0 0 0,0 0 0 0 0,-1 1 0 0 0,2-1 0 0 0,20-4-7766 0 0,-8-3 1004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36.5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103 1 3777 0 0,'-3'0'506'0'0,"0"0"1"0"0,0 0-1 0 0,0 1 1 0 0,0-1-1 0 0,0 1 1 0 0,0 0-1 0 0,0 0 1 0 0,0 0-1 0 0,0 0 1 0 0,0 0-1 0 0,0 1 1 0 0,1-1-1 0 0,-1 1 0 0 0,1 0 1 0 0,-1 0-1 0 0,1 0 1 0 0,-1 0-1 0 0,-2 4 1 0 0,1-1-77 0 0,0 1 0 0 0,0 0-1 0 0,1 0 1 0 0,0 0 0 0 0,0 0 0 0 0,0 1 0 0 0,1-1 0 0 0,-2 8 0 0 0,-1 12 16 0 0,0 0 1 0 0,2 1-1 0 0,0 36 1 0 0,3-44-404 0 0,1 0-1 0 0,0 0 1 0 0,1 0 0 0 0,1 0 0 0 0,1 0 0 0 0,9 24 0 0 0,-11-38-34 0 0,-1-1-1 0 0,1 1 1 0 0,1-1 0 0 0,-1 1-1 0 0,1-1 1 0 0,0 0 0 0 0,-1 0 0 0 0,2 0-1 0 0,-1-1 1 0 0,0 1 0 0 0,1-1 0 0 0,0 0-1 0 0,4 3 1 0 0,-5-4-7 0 0,0-1 1 0 0,1 1-1 0 0,-1-1 1 0 0,0 0-1 0 0,1 0 0 0 0,-1-1 1 0 0,1 1-1 0 0,-1-1 0 0 0,1 0 1 0 0,-1 0-1 0 0,1 0 1 0 0,-1 0-1 0 0,1 0 0 0 0,-1-1 1 0 0,1 0-1 0 0,-1 0 0 0 0,1 0 1 0 0,-1 0-1 0 0,0 0 0 0 0,6-3 1 0 0,-5 1 4 0 0,1 1 1 0 0,-1-1-1 0 0,0 0 0 0 0,0 0 1 0 0,0-1-1 0 0,0 1 1 0 0,-1-1-1 0 0,1 0 0 0 0,-1 0 1 0 0,0 0-1 0 0,0 0 1 0 0,0 0-1 0 0,-1-1 0 0 0,1 0 1 0 0,-1 1-1 0 0,0-1 1 0 0,-1 0-1 0 0,1 0 0 0 0,-1 0 1 0 0,0 0-1 0 0,0 0 1 0 0,0 0-1 0 0,-1 0 0 0 0,0 0 1 0 0,0-1-1 0 0,0 1 0 0 0,-2-9 1 0 0,-1-5 18 0 0,0-1 0 0 0,-1 1 0 0 0,-1 0 1 0 0,-1 0-1 0 0,-16-34 0 0 0,16 39-340 0 0,-1 1 0 0 0,-1-1 0 0 0,0 1 1 0 0,-17-21-1 0 0,21 30-289 0 0,0 0 1 0 0,0 0-1 0 0,-1 1 1 0 0,1-1-1 0 0,-1 1 1 0 0,-9-5-1 0 0,10 6-362 0 0,0 1 0 0 0,0-1 0 0 0,0 1 0 0 0,0 0 0 0 0,0 0 0 0 0,-1 1 0 0 0,1-1 0 0 0,0 1 0 0 0,-9 0 0 0 0,3 1-2305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36.9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12 100 5697 0 0,'-12'11'6357'0'0,"17"-3"-3069"0"0,-3-7-3126 0 0,0 0 1 0 0,0-1 0 0 0,0 1 0 0 0,0 0 0 0 0,-1-1-1 0 0,1 0 1 0 0,0 1 0 0 0,0-1 0 0 0,0 0 0 0 0,0 0 0 0 0,0 0-1 0 0,0 0 1 0 0,3-1 0 0 0,151-40 359 0 0,-54 10-8344 0 0,-101 31 7576 0 0,0 0 0 0 0,-1 0 0 0 0,1 0 0 0 0,0-1 1 0 0,-1 1-1 0 0,1 0 0 0 0,-1 0 0 0 0,1-1 0 0 0,0 1 0 0 0,-1-1 1 0 0,1 1-1 0 0,-1 0 0 0 0,1-1 0 0 0,-1 1 0 0 0,1-1 0 0 0,-1 1 1 0 0,1-1-1 0 0,-1 1 0 0 0,1-1 0 0 0,-1 0 0 0 0,0 1 0 0 0,1-1 0 0 0,-1 0 1 0 0,0 1-1 0 0,0-1 0 0 0,0 0 0 0 0,1 1 0 0 0,-1-1 0 0 0,0 0 1 0 0,0 1-1 0 0,0-2 0 0 0,8 7-1528 0 0</inkml:trace>
  <inkml:trace contextRef="#ctx0" brushRef="#br0" timeOffset="1">260 1 2336 0 0,'-3'1'387'0'0,"1"1"-1"0"0,0-1 0 0 0,0 1 0 0 0,0-1 1 0 0,1 1-1 0 0,-1 0 0 0 0,0 0 0 0 0,1-1 1 0 0,-1 1-1 0 0,1 1 0 0 0,-1-1 0 0 0,1 0 0 0 0,0 0 1 0 0,0 0-1 0 0,0 1 0 0 0,0-1 0 0 0,1 0 1 0 0,-1 1-1 0 0,0-1 0 0 0,1 1 0 0 0,0-1 0 0 0,0 1 1 0 0,-1-1-1 0 0,1 1 0 0 0,1 2 0 0 0,5 67 2197 0 0,-1-41-2027 0 0,13 44 1 0 0,-15-66-1048 0 0,0 0 0 0 0,1-1 1 0 0,-1 1-1 0 0,2-1 0 0 0,-1 0 0 0 0,1 0 1 0 0,0 0-1 0 0,1-1 0 0 0,11 12 0 0 0,-17-18 307 0 0,0-1 0 0 0,1 1-1 0 0,-1 0 1 0 0,1-1 0 0 0,-1 1-1 0 0,1-1 1 0 0,-1 1 0 0 0,1-1 0 0 0,0 1-1 0 0,-1-1 1 0 0,1 0 0 0 0,-1 1-1 0 0,1-1 1 0 0,0 0 0 0 0,-1 1-1 0 0,1-1 1 0 0,0 0 0 0 0,0 0-1 0 0,-1 0 1 0 0,1 1 0 0 0,0-1-1 0 0,0 0 1 0 0,-1 0 0 0 0,1 0-1 0 0,0 0 1 0 0,0 0 0 0 0,-1-1-1 0 0,1 1 1 0 0,0 0 0 0 0,-1 0 0 0 0,1 0-1 0 0,0-1 1 0 0,0 1 0 0 0,-1 0-1 0 0,1-1 1 0 0,-1 1 0 0 0,1 0-1 0 0,0-1 1 0 0,-1 1 0 0 0,1-1-1 0 0,-1 1 1 0 0,2-1 0 0 0,2-5-2249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37.3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217 1 5441 0 0,'-2'3'632'0'0,"1"0"0"0"0,0 0-1 0 0,-1 0 1 0 0,1 0 0 0 0,0 1-1 0 0,1-1 1 0 0,-1 0 0 0 0,0 1-1 0 0,1-1 1 0 0,0 4 0 0 0,6 64 2359 0 0,-4-49-2031 0 0,5 20-195 0 0,13 46 1 0 0,-4-19-2208 0 0,-5 0-4360 0 0,-14-35 356 0 0,-2-17 1728 0 0</inkml:trace>
  <inkml:trace contextRef="#ctx0" brushRef="#br0" timeOffset="0.05">51 496 10098 0 0,'-6'7'790'0'0,"0"1"-1"0"0,1 0 1 0 0,-1 1-1 0 0,2 0 1 0 0,-1 0-1 0 0,1 0 1 0 0,1 0 0 0 0,-5 17-1 0 0,7-20-908 0 0,0 0 1 0 0,0 0-1 0 0,1 0 0 0 0,0 0 0 0 0,0-1 0 0 0,0 1 1 0 0,2 7-1 0 0,-2-9-370 0 0,1-1 0 0 0,0 1-1 0 0,1 0 1 0 0,-1-1 0 0 0,0 1 0 0 0,1-1 0 0 0,0 1-1 0 0,0-1 1 0 0,0 0 0 0 0,0 0 0 0 0,6 5 0 0 0,1-1-4424 0 0,-4-13 1085 0 0,-3-2 2401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37.73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17 2553 0 0,'-17'-16'5529'0'0,"17"26"448"0"0,9 13-1800 0 0,4-3-4049 0 0,-7-13-100 0 0,1 0-1 0 0,0-1 1 0 0,1 0 0 0 0,-1-1-1 0 0,1 0 1 0 0,0 0 0 0 0,0-1-1 0 0,1 1 1 0 0,0-2-1 0 0,-1 1 1 0 0,1-1 0 0 0,14 2-1 0 0,-12-2-961 0 0,-1-2-1 0 0,0 1 1 0 0,1-1-1 0 0,-1-1 0 0 0,1 0 1 0 0,15-2-1 0 0,16-13-6397 0 0,-18 13 3963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38.1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 71 3921 0 0,'-13'-8'6017'0'0,"14"0"-2848"0"0,23-6-1325 0 0,-20 13-1750 0 0,13-7 156 0 0,0 2 0 0 0,1 0 1 0 0,19-4-1 0 0,-33 9-175 0 0,0 0 0 0 0,0 0 0 0 0,-1 1 0 0 0,1-1 0 0 0,0 1 0 0 0,0 0-1 0 0,0 0 1 0 0,0 0 0 0 0,0 0 0 0 0,-1 1 0 0 0,1-1 0 0 0,0 1 0 0 0,0 0 0 0 0,-1 0 0 0 0,1 1 0 0 0,0-1 0 0 0,-1 1 0 0 0,1 0 0 0 0,-1 0 0 0 0,0 0 0 0 0,6 4-1 0 0,-7-2 85 0 0,0 0-1 0 0,0 0 0 0 0,0 0 1 0 0,-1 0-1 0 0,1 1 0 0 0,-1-1 0 0 0,0 0 1 0 0,0 1-1 0 0,-1-1 0 0 0,1 0 1 0 0,-1 1-1 0 0,0-1 0 0 0,0 1 1 0 0,0-1-1 0 0,-1 1 0 0 0,0-1 0 0 0,-1 6 1 0 0,-2 9 241 0 0,-2 0 0 0 0,-10 26 1 0 0,-30 48 323 0 0,31-68-1254 0 0,2 1 1 0 0,-13 34-1 0 0,39-85-6387 0 0,11-27 4711 0 0,-11-1 1582 0 0,8-22 2504 0 0,-20 75-1804 0 0,-1 0-1 0 0,0-1 0 0 0,0 1 1 0 0,0 0-1 0 0,0 0 0 0 0,0-1 1 0 0,0 1-1 0 0,1 0 0 0 0,-1 0 1 0 0,0 0-1 0 0,0 0 0 0 0,0-1 1 0 0,0 1-1 0 0,1 0 0 0 0,-1 0 1 0 0,0 0-1 0 0,0 0 0 0 0,0 0 1 0 0,1 0-1 0 0,-1-1 0 0 0,0 1 1 0 0,0 0-1 0 0,1 0 0 0 0,-1 0 1 0 0,0 0-1 0 0,0 0 0 0 0,1 0 1 0 0,-1 0-1 0 0,0 0 0 0 0,0 0 1 0 0,1 0-1 0 0,-1 0 0 0 0,0 0 1 0 0,0 0-1 0 0,1 0 0 0 0,-1 0 1 0 0,0 1-1 0 0,1-1 0 0 0,11 9 1533 0 0,15 25-551 0 0,-17-21-616 0 0,10 7-326 0 0,1-1-1 0 0,37 26 0 0 0,15-3-4847 0 0,-73-41 4542 0 0,1-1 1 0 0,-1 1-1 0 0,1-1 0 0 0,0 0 1 0 0,-1 1-1 0 0,1-1 0 0 0,0 0 1 0 0,0 1-1 0 0,-1-1 0 0 0,1 0 1 0 0,0 0-1 0 0,0 0 0 0 0,-1 0 1 0 0,1 0-1 0 0,0 0 0 0 0,0 0 1 0 0,-1 0-1 0 0,1 0 0 0 0,0 0 1 0 0,0 0-1 0 0,-1 0 0 0 0,1 0 1 0 0,0-1-1 0 0,-1 1 0 0 0,1 0 1 0 0,0-1-1 0 0,0 1 0 0 0,-1 0 1 0 0,1-1-1 0 0,-1 1 0 0 0,1-1 0 0 0,0 1 1 0 0,-1-1-1 0 0,2-1 0 0 0,4-25-5704 0 0,-5 20 5565 0 0,1-12-1278 0 0</inkml:trace>
  <inkml:trace contextRef="#ctx0" brushRef="#br0" timeOffset="1">391 1 6041 0 0,'-1'0'501'0'0,"0"1"-1"0"0,0-1 0 0 0,0 1 1 0 0,0-1-1 0 0,1 1 1 0 0,-1-1-1 0 0,0 1 0 0 0,0 0 1 0 0,1-1-1 0 0,-1 1 1 0 0,0 0-1 0 0,1 0 0 0 0,-1-1 1 0 0,1 1-1 0 0,-1 0 1 0 0,1 0-1 0 0,-1 0 0 0 0,1 0 1 0 0,0 0-1 0 0,-1 1 0 0 0,-2 27 3402 0 0,12 24-1876 0 0,41 104 144 0 0,-24-91-3909 0 0,-10-22-2488 0 0,0-2-3464 0 0,-14-34 3521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39.2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 1 3449 0 0,'-5'0'6212'0'0,"5"0"-6122"0"0,-3 13 2496 0 0,1 18-431 0 0,15 154 3324 0 0,29 92-3549 0 0,4-125-2601 0 0,-32-109-2443 0 0,-20-62-7228 0 0,-8-25 6093 0 0,7 18 1564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41.0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289 28 3049 0 0,'-6'-18'3722'0'0,"2"9"1754"0"0,-8 24-2484 0 0,-39 76-390 0 0,11-19-1558 0 0,-64 88 1 0 0,93-146-951 0 0,0 0 1 0 0,1 1-1 0 0,0 1 0 0 0,1 0 1 0 0,-11 29-1 0 0,20-44-92 0 0,0 0-1 0 0,-1-1 1 0 0,1 1-1 0 0,0-1 1 0 0,1 1-1 0 0,-1-1 0 0 0,0 1 1 0 0,0 0-1 0 0,0-1 1 0 0,0 1-1 0 0,0-1 1 0 0,1 1-1 0 0,-1-1 0 0 0,0 1 1 0 0,0-1-1 0 0,1 1 1 0 0,-1-1-1 0 0,0 1 1 0 0,1-1-1 0 0,-1 1 0 0 0,0-1 1 0 0,1 0-1 0 0,-1 1 1 0 0,1-1-1 0 0,-1 1 1 0 0,1-1-1 0 0,-1 0 0 0 0,1 0 1 0 0,-1 1-1 0 0,1-1 1 0 0,-1 0-1 0 0,1 0 0 0 0,-1 0 1 0 0,1 1-1 0 0,0-1 1 0 0,-1 0-1 0 0,1 0 1 0 0,-1 0-1 0 0,1 0 0 0 0,0 0 1 0 0,-1 0-1 0 0,1 0 1 0 0,-1 0-1 0 0,1 0 1 0 0,-1-1-1 0 0,1 1 0 0 0,0 0 1 0 0,38-4 68 0 0,-32 3-45 0 0,131-20 501 0 0,90-8 886 0 0,-163 32-1061 0 0,-63-3-306 0 0,1 0 1 0 0,-1 0-1 0 0,1 1 0 0 0,0-1 1 0 0,-1 1-1 0 0,1-1 0 0 0,-1 1 1 0 0,1 0-1 0 0,-1 0 0 0 0,0 0 1 0 0,1 1-1 0 0,-1-1 0 0 0,0 0 1 0 0,0 1-1 0 0,0 0 0 0 0,0-1 1 0 0,0 1-1 0 0,0 0 0 0 0,0 0 1 0 0,-1 0-1 0 0,3 4 0 0 0,-4-6-36 0 0,0 0 0 0 0,0 0 0 0 0,0 0 0 0 0,0 0 0 0 0,0 1 0 0 0,0-1 0 0 0,0 0 0 0 0,0 0 0 0 0,0 0 0 0 0,0 0 0 0 0,0 0 0 0 0,0 0 0 0 0,0 0 0 0 0,0 0 0 0 0,0 1 0 0 0,0-1 0 0 0,0 0 0 0 0,0 0 0 0 0,0 0 0 0 0,0 0 0 0 0,0 0 0 0 0,0 0 0 0 0,0 0 0 0 0,0 0 0 0 0,0 0 0 0 0,0 0 0 0 0,0 0 0 0 0,-1 1 0 0 0,1-1 0 0 0,0 0 0 0 0,0 0 0 0 0,0 0 0 0 0,0 0 0 0 0,0 0 0 0 0,0 0 0 0 0,0 0 0 0 0,0 0 0 0 0,0 0 0 0 0,-1 0 0 0 0,1 0 0 0 0,0 0 0 0 0,0 0 0 0 0,0 0 0 0 0,0 0 0 0 0,0 0 0 0 0,0 0 0 0 0,0 0 0 0 0,0 0 0 0 0,-1 0 0 0 0,1 0 0 0 0,0 0 0 0 0,0 0 0 0 0,0 0 0 0 0,0 0 0 0 0,0 0 0 0 0,0 0 0 0 0,0 0 0 0 0,0-1 0 0 0,0 1 0 0 0,-1 0 0 0 0,1 0 0 0 0,0 0 0 0 0,0 0 0 0 0,0 0 0 0 0,0 0 0 0 0,0 0 0 0 0,0 0 0 0 0,0 0 0 0 0,-14-8 196 0 0,-10-10-108 0 0,0-10-218 0 0,2-1 0 0 0,1-1 1 0 0,1-1-1 0 0,1 0 0 0 0,2-2 0 0 0,-18-49 0 0 0,-10-15-353 0 0,38 78 396 0 0,7 17 125 0 0,5 9 315 0 0,-5-4-323 0 0,0-1 1 0 0,0 0-1 0 0,0 0 0 0 0,0 0 1 0 0,0 0-1 0 0,0 0 0 0 0,0 0 1 0 0,-1 0-1 0 0,1 0 1 0 0,-1 0-1 0 0,0 0 0 0 0,1 0 1 0 0,-1 0-1 0 0,0 0 0 0 0,0 0 1 0 0,0 0-1 0 0,-2 1 1 0 0,-23 35 29 0 0,23-34-27 0 0,-24 30 1 0 0,-37 34-1 0 0,38-42-14 0 0,1 2 0 0 0,-27 37 0 0 0,45-50-143 0 0,19-22-147 0 0,18-24-205 0 0,32-50-47 0 0,72-89 400 0 0,-228 313 819 0 0,66-107-534 0 0,12-17-128 0 0,1 0-1 0 0,1 1 1 0 0,-18 35 0 0 0,31-55-54 0 0,1 1 1 0 0,-1-1-1 0 0,1 0 0 0 0,0 1 1 0 0,-1-1-1 0 0,1 0 0 0 0,0 1 1 0 0,-1-1-1 0 0,1 1 0 0 0,0-1 1 0 0,0 0-1 0 0,-1 1 0 0 0,1-1 1 0 0,0 1-1 0 0,0-1 0 0 0,0 1 1 0 0,0-1-1 0 0,0 1 0 0 0,-1-1 1 0 0,1 1-1 0 0,0-1 0 0 0,0 0 1 0 0,0 1-1 0 0,0-1 0 0 0,0 1 1 0 0,1-1-1 0 0,-1 1 0 0 0,0-1 1 0 0,0 1-1 0 0,0-1 0 0 0,0 1 1 0 0,0-1-1 0 0,1 1 0 0 0,-1-1 1 0 0,0 0-1 0 0,1 2 0 0 0,15-15-310 0 0,21-30-82 0 0,11-19 185 0 0,71-72 0 0 0,-153 193 482 0 0,-12-1 56 0 0,25-33-185 0 0,-25 40-1 0 0,126-143-1790 0 0,-22 27 1679 0 0,-51 46 77 0 0,-6 8 27 0 0,-29 28 187 0 0,-7 7-79 0 0,-53 74 0 0 0,88-112-240 0 0,0 0 1 0 0,0 0 0 0 0,0 0-1 0 0,0 0 1 0 0,0 0 0 0 0,1 0 0 0 0,-1 0-1 0 0,0 0 1 0 0,0 0 0 0 0,0 0-1 0 0,0 0 1 0 0,0 0 0 0 0,0 0 0 0 0,0 0-1 0 0,0 0 1 0 0,0 0 0 0 0,0 0-1 0 0,1 0 1 0 0,-1 0 0 0 0,0 0 0 0 0,0 0-1 0 0,0 0 1 0 0,0 0 0 0 0,0 0-1 0 0,0 0 1 0 0,0 0 0 0 0,0 0 0 0 0,0 1-1 0 0,0-1 1 0 0,0 0 0 0 0,1 0-1 0 0,-1 0 1 0 0,0 0 0 0 0,0 0 0 0 0,0 0-1 0 0,16-12-97 0 0,19-20-61 0 0,-1-7 4 0 0,-22 24 147 0 0,1 0 0 0 0,1 1 1 0 0,0 1-1 0 0,0 0 0 0 0,22-14 0 0 0,-36 27 14 0 0,0 0 0 0 0,0 0 0 0 0,1 0 1 0 0,-1 0-1 0 0,0 0 0 0 0,0 0 0 0 0,0 0 0 0 0,0-1 0 0 0,0 1 0 0 0,0 0 0 0 0,0 0 0 0 0,0 0 0 0 0,1 0 1 0 0,-1 0-1 0 0,0 0 0 0 0,0 0 0 0 0,0 0 0 0 0,0 0 0 0 0,0 0 0 0 0,0 0 0 0 0,1 0 0 0 0,-1 0 0 0 0,0 0 1 0 0,0 0-1 0 0,0 0 0 0 0,0 0 0 0 0,0 0 0 0 0,0 0 0 0 0,1 0 0 0 0,-1 0 0 0 0,0 1 0 0 0,0-1 0 0 0,0 0 1 0 0,0 0-1 0 0,0 0 0 0 0,0 0 0 0 0,0 0 0 0 0,0 0 0 0 0,0 0 0 0 0,1 0 0 0 0,-1 0 0 0 0,0 0 0 0 0,0 1 1 0 0,0-1-1 0 0,0 0 0 0 0,0 0 0 0 0,0 0 0 0 0,0 0 0 0 0,0 0 0 0 0,0 0 0 0 0,0 1 0 0 0,0-1 0 0 0,0 0 1 0 0,0 0-1 0 0,0 0 0 0 0,0 0 0 0 0,0 0 0 0 0,0 0 0 0 0,0 0 0 0 0,0 1 0 0 0,-3 14 147 0 0,-11 27 105 0 0,7-24-203 0 0,6-17-55 0 0,1 1 0 0 0,-1-1 0 0 0,0 0 0 0 0,1 1 0 0 0,-1-1 0 0 0,1 1 1 0 0,0 0-1 0 0,-1-1 0 0 0,1 1 0 0 0,0-1 0 0 0,0 1 0 0 0,0-1 0 0 0,0 1 1 0 0,0 0-1 0 0,0-1 0 0 0,1 1 0 0 0,-1-1 0 0 0,0 1 0 0 0,1-1 0 0 0,-1 1 1 0 0,1-1-1 0 0,0 1 0 0 0,-1-1 0 0 0,2 2 0 0 0,3 7-5 0 0,-5-10 9 0 0,1 0-1 0 0,-1 1 1 0 0,0-1-1 0 0,0 0 0 0 0,0 1 1 0 0,1-1-1 0 0,-1 1 1 0 0,0-1-1 0 0,1 0 0 0 0,-1 0 1 0 0,0 1-1 0 0,1-1 1 0 0,-1 0-1 0 0,0 0 1 0 0,1 1-1 0 0,-1-1 0 0 0,1 0 1 0 0,-1 0-1 0 0,0 0 1 0 0,1 0-1 0 0,-1 1 1 0 0,1-1-1 0 0,-1 0 0 0 0,0 0 1 0 0,1 0-1 0 0,-1 0 1 0 0,1 0-1 0 0,-1 0 0 0 0,1 0 1 0 0,-1 0-1 0 0,1 0 1 0 0,-1-1-1 0 0,18-9-44 0 0,17-26-49 0 0,-27 26 82 0 0,-16 22 151 0 0,1-1 0 0 0,-1 2 1 0 0,2-1-1 0 0,0 1 1 0 0,0-1-1 0 0,-5 21 1 0 0,11-33-141 0 0,0 1 1 0 0,0-1-1 0 0,-1 0 1 0 0,1 1-1 0 0,0-1 1 0 0,0 1-1 0 0,0-1 1 0 0,-1 0-1 0 0,1 1 0 0 0,0-1 1 0 0,0 1-1 0 0,0-1 1 0 0,0 1-1 0 0,0-1 1 0 0,0 0-1 0 0,0 1 1 0 0,0-1-1 0 0,0 1 1 0 0,0-1-1 0 0,0 1 1 0 0,0-1-1 0 0,0 0 1 0 0,1 1-1 0 0,-1-1 1 0 0,0 1-1 0 0,0-1 0 0 0,0 0 1 0 0,1 1-1 0 0,-1-1 1 0 0,0 1-1 0 0,0-1 1 0 0,1 0-1 0 0,-1 1 1 0 0,0-1-1 0 0,1 0 1 0 0,-1 0-1 0 0,1 1 1 0 0,18-7-43 0 0,32-31-62 0 0,-36 26 69 0 0,5 1-125 0 0,-20 10 164 0 0,0 1 0 0 0,1-1 0 0 0,-1 0-1 0 0,0 0 1 0 0,0 0 0 0 0,0 0 0 0 0,0 0 0 0 0,1 0 0 0 0,-1 0 0 0 0,0 0 0 0 0,0 1 0 0 0,0-1 0 0 0,0 0-1 0 0,1 0 1 0 0,-1 0 0 0 0,0 0 0 0 0,0 0 0 0 0,0 1 0 0 0,0-1 0 0 0,0 0 0 0 0,0 0 0 0 0,0 0-1 0 0,0 1 1 0 0,0-1 0 0 0,1 0 0 0 0,-1 0 0 0 0,0 0 0 0 0,0 1 0 0 0,0-1 0 0 0,0 0 0 0 0,0 0 0 0 0,0 0-1 0 0,0 1 1 0 0,0-1 0 0 0,0 0 0 0 0,-1 0 0 0 0,1 0 0 0 0,0 1 0 0 0,0-1 0 0 0,0 0 0 0 0,0 0-1 0 0,0 0 1 0 0,0 0 0 0 0,0 1 0 0 0,-18 32 265 0 0,13-22-789 0 0,25-34-1176 0 0,7-1-4253 0 0,-8 15-4937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0.22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1013 1070 4145 0 0,'-86'29'3504'0'0,"-1"-3"1"0"0,-141 22-1 0 0,201-44-3039 0 0,-1-1 1 0 0,1-2-1 0 0,-1-1 0 0 0,0-1 1 0 0,1-1-1 0 0,-1-1 0 0 0,1-2 1 0 0,0-1-1 0 0,0-1 0 0 0,1-1 0 0 0,0-1 1 0 0,-49-25-1 0 0,60 24-394 0 0,0-1 0 0 0,0-1 0 0 0,1 0 0 0 0,0-1 0 0 0,1 0 0 0 0,1-1 0 0 0,0-1 0 0 0,1 0-1 0 0,1-1 1 0 0,0 1 0 0 0,1-2 0 0 0,1 0 0 0 0,0 0 0 0 0,1 0 0 0 0,1-1 0 0 0,-4-21 0 0 0,3 12-103 0 0,2-1 1 0 0,0 0-1 0 0,2 0 1 0 0,2-1-1 0 0,0 1 1 0 0,2 0-1 0 0,1-1 1 0 0,1 1-1 0 0,1 0 0 0 0,9-29 1 0 0,-5 34-36 0 0,0 1-1 0 0,1 0 1 0 0,1 0 0 0 0,1 1 0 0 0,1 1-1 0 0,1-1 1 0 0,1 2 0 0 0,32-35-1 0 0,-23 31 19 0 0,1 1-1 0 0,1 2 0 0 0,1 0 0 0 0,1 2 0 0 0,0 0 1 0 0,31-13-1 0 0,-8 9 23 0 0,1 2 1 0 0,1 2-1 0 0,1 2 1 0 0,0 3 0 0 0,0 2-1 0 0,1 3 1 0 0,90-4-1 0 0,-112 11 50 0 0,0 2 0 0 0,1 1 0 0 0,-1 1 0 0 0,0 2 0 0 0,0 1 0 0 0,-1 2 0 0 0,1 1 0 0 0,46 21 0 0 0,-61-23 63 0 0,-1 2-1 0 0,0 0 0 0 0,-1 1 0 0 0,0 0 0 0 0,-1 2 0 0 0,0-1 0 0 0,0 2 0 0 0,-1 0 0 0 0,-1 0 0 0 0,-1 1 0 0 0,1 1 1 0 0,-2 0-1 0 0,0 0 0 0 0,-1 1 0 0 0,-1 0 0 0 0,11 31 0 0 0,-12-26 68 0 0,-1-1 0 0 0,-2 1-1 0 0,0 0 1 0 0,-1 0 0 0 0,-1 1 0 0 0,-1-1-1 0 0,-1 1 1 0 0,-1-1 0 0 0,-4 25 0 0 0,-1-15 128 0 0,-1-1 1 0 0,-1 0 0 0 0,-2-1 0 0 0,-1 0 0 0 0,-26 48 0 0 0,6-24-763 0 0,-2-3 0 0 0,-3 0 1 0 0,-1-3-1 0 0,-3-1 0 0 0,-90 81 1 0 0,129-127 427 0 0,-31 26-4399 0 0,29-25 3717 0 0,1 0 0 0 0,-1 1 0 0 0,1-1 0 0 0,-1 0 0 0 0,0 0 0 0 0,0 0 0 0 0,0-1 0 0 0,1 1 0 0 0,-1-1 0 0 0,0 0 1 0 0,-4 1-1 0 0,-13-4-5745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1.5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343 1450 3577 0 0,'-21'0'1992'0'0,"1"-1"1"0"0,-1 0 0 0 0,1-1 0 0 0,0-1-1 0 0,-34-10 1 0 0,47 10-1814 0 0,1 1 0 0 0,-1-1 1 0 0,1 0-1 0 0,0-1 0 0 0,0 1 0 0 0,0-1 0 0 0,0 0 1 0 0,1-1-1 0 0,-1 1 0 0 0,1-1 0 0 0,0 0 0 0 0,1-1 1 0 0,-1 1-1 0 0,1-1 0 0 0,0 0 0 0 0,1 0 0 0 0,-1 0 1 0 0,1 0-1 0 0,0-1 0 0 0,-2-8 0 0 0,0-3-189 0 0,1-1 0 0 0,1 0 0 0 0,0 0 0 0 0,1 1 0 0 0,1-1 0 0 0,1 0 0 0 0,1 0 0 0 0,1 0 0 0 0,0 0 0 0 0,2 0 0 0 0,9-33 0 0 0,-8 39-9 0 0,-1 0 1 0 0,2 0-1 0 0,-1 0 1 0 0,2 1-1 0 0,0 0 0 0 0,0 0 1 0 0,1 0-1 0 0,1 1 1 0 0,0 0-1 0 0,0 1 0 0 0,1 0 1 0 0,0 1-1 0 0,1 0 1 0 0,0 0-1 0 0,0 1 1 0 0,23-12-1 0 0,-26 17-2 0 0,0 0 0 0 0,0 1 0 0 0,0-1-1 0 0,0 2 1 0 0,0-1 0 0 0,0 1 0 0 0,13 0 0 0 0,-18 1 14 0 0,-1 0-1 0 0,1 0 1 0 0,0 0 0 0 0,0 0 0 0 0,0 0 0 0 0,-1 1 0 0 0,1-1 0 0 0,0 1-1 0 0,-1 0 1 0 0,1 0 0 0 0,0 0 0 0 0,-1 0 0 0 0,1 0 0 0 0,-1 1 0 0 0,1-1 0 0 0,-1 1-1 0 0,0-1 1 0 0,0 1 0 0 0,0 0 0 0 0,0 0 0 0 0,0 0 0 0 0,0 0 0 0 0,0 1 0 0 0,-1-1-1 0 0,3 4 1 0 0,-4-4 22 0 0,1 0-1 0 0,-1 0 1 0 0,0 0-1 0 0,0 0 1 0 0,0 0-1 0 0,0 1 1 0 0,-1-1-1 0 0,1 0 1 0 0,-1 0-1 0 0,1 0 1 0 0,-1 0-1 0 0,0 0 1 0 0,1 0-1 0 0,-1 0 1 0 0,0 0-1 0 0,0-1 1 0 0,-1 1-1 0 0,1 0 1 0 0,0 0-1 0 0,0-1 1 0 0,-1 1 0 0 0,1-1-1 0 0,-1 1 1 0 0,0-1-1 0 0,-1 2 1 0 0,-5 3 120 0 0,1 0 0 0 0,-1 0 0 0 0,0-1 0 0 0,-11 6 0 0 0,8-6-15 0 0,0 0 1 0 0,-1-1 0 0 0,1 0 0 0 0,-1-1 0 0 0,0 0 0 0 0,0-1-1 0 0,0 0 1 0 0,0-1 0 0 0,0 0 0 0 0,-1-1 0 0 0,1-1 0 0 0,0 0-1 0 0,-21-4 1 0 0,26 3-93 0 0,0 0-1 0 0,1 0 0 0 0,-1-1 1 0 0,1 0-1 0 0,0 0 1 0 0,-1-1-1 0 0,1 0 0 0 0,1 0 1 0 0,-1 0-1 0 0,1 0 1 0 0,-1-1-1 0 0,1 0 0 0 0,1 0 1 0 0,-1-1-1 0 0,1 1 0 0 0,0-1 1 0 0,0 0-1 0 0,0 0 1 0 0,1-1-1 0 0,0 1 0 0 0,0-1 1 0 0,1 1-1 0 0,0-1 1 0 0,-2-12-1 0 0,0-4-56 0 0,1 0 0 0 0,1 0 1 0 0,1 0-1 0 0,1 0 0 0 0,2 0 0 0 0,0 0 0 0 0,1 0 1 0 0,1 1-1 0 0,1-1 0 0 0,1 1 0 0 0,1 0 0 0 0,1 0 1 0 0,17-31-1 0 0,-11 28 3 0 0,0 0 1 0 0,2 1 0 0 0,1 1-1 0 0,0 1 1 0 0,2 0-1 0 0,0 1 1 0 0,2 1-1 0 0,0 1 1 0 0,1 1 0 0 0,37-23-1 0 0,-39 27 9 0 0,-15 10 20 0 0,-1 0-1 0 0,1 1 1 0 0,0-1-1 0 0,0 1 1 0 0,0 0-1 0 0,1 0 1 0 0,-1 1-1 0 0,12-4 1 0 0,-43 40 209 0 0,16-24-176 0 0,-1-1 0 0 0,0 0 1 0 0,-1-1-1 0 0,0-1 0 0 0,0 0 1 0 0,0 0-1 0 0,-1-1 0 0 0,0-1 1 0 0,0 0-1 0 0,0-1 0 0 0,-27 5 1 0 0,38-9-30 0 0,1 1 1 0 0,-1-1-1 0 0,0 0 1 0 0,1 0 0 0 0,-1 0-1 0 0,0-1 1 0 0,1 1-1 0 0,-1 0 1 0 0,1-1 0 0 0,-1 1-1 0 0,0-1 1 0 0,1 1-1 0 0,-1-1 1 0 0,1 0-1 0 0,-1 1 1 0 0,1-1 0 0 0,0 0-1 0 0,-1 0 1 0 0,1 0-1 0 0,0 0 1 0 0,0 0 0 0 0,0-1-1 0 0,-2-1 1 0 0,3 2-11 0 0,-1-1-1 0 0,1 0 1 0 0,-1 0 0 0 0,1 1 0 0 0,0-1 0 0 0,0 0-1 0 0,-1 0 1 0 0,2 0 0 0 0,-1 1 0 0 0,0-1 0 0 0,0 0-1 0 0,0 0 1 0 0,1 0 0 0 0,-1 1 0 0 0,1-1 0 0 0,0 0 0 0 0,0-2-1 0 0,3-4-17 0 0,1 0 1 0 0,0 0-1 0 0,0 0 0 0 0,0 1 0 0 0,1-1 0 0 0,0 2 0 0 0,8-8 0 0 0,11-6 1 0 0,1 2 0 0 0,33-18 1 0 0,36-26 37 0 0,-70 42 3 0 0,47-32 159 0 0,-72 52-172 0 0,0-1 1 0 0,1 1-1 0 0,-1 0 0 0 0,0 0 0 0 0,1 0 1 0 0,-1 0-1 0 0,0 0 0 0 0,0 0 1 0 0,1 0-1 0 0,-1 0 0 0 0,0 0 0 0 0,1 0 1 0 0,-1 0-1 0 0,0 0 0 0 0,0 0 1 0 0,1 0-1 0 0,-1 0 0 0 0,0 0 0 0 0,1 0 1 0 0,-1 0-1 0 0,0 0 0 0 0,0 0 1 0 0,1 0-1 0 0,-1 0 0 0 0,0 1 0 0 0,0-1 1 0 0,1 0-1 0 0,-1 0 0 0 0,0 0 1 0 0,0 0-1 0 0,1 1 0 0 0,-1-1 0 0 0,0 0 1 0 0,0 0-1 0 0,0 1 0 0 0,0-1 1 0 0,1 0-1 0 0,-1 1 0 0 0,5 16 287 0 0,-2 24 204 0 0,-3-37-414 0 0,2 125 980 0 0,-1 4-1090 0 0,4-44-4328 0 0,-5-87 3849 0 0,1 11-3325 0 0,-4-4-2375 0 0,0-1-505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2.79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3 130 4857 0 0,'0'-1'111'0'0,"-1"1"-1"0"0,1-1 0 0 0,0 1 1 0 0,0-1-1 0 0,-1 1 1 0 0,1-1-1 0 0,0 1 1 0 0,0-1-1 0 0,0 0 1 0 0,0 1-1 0 0,0-1 1 0 0,0 1-1 0 0,0-1 1 0 0,0 1-1 0 0,0-1 0 0 0,0 0 1 0 0,0 1-1 0 0,0-1 1 0 0,1 1-1 0 0,-1-1 1 0 0,0 1-1 0 0,0-1 1 0 0,0 1-1 0 0,1-1 1 0 0,-1 1-1 0 0,0-1 1 0 0,1 1-1 0 0,-1-1 0 0 0,0 1 1 0 0,1-1-1 0 0,-1 1 1 0 0,1-1-1 0 0,-1 1 1 0 0,1 0-1 0 0,-1-1 1 0 0,1 1-1 0 0,0-1 1 0 0,20-17 559 0 0,-18 16-631 0 0,84-56 667 0 0,-78 53-529 0 0,1 0 1 0 0,-1 1-1 0 0,1 0 1 0 0,-1 1 0 0 0,1 0-1 0 0,0 1 1 0 0,0-1-1 0 0,12 1 1 0 0,-19 2-37 0 0,-1 0-1 0 0,1 1 1 0 0,-1-1 0 0 0,1 1 0 0 0,0 0-1 0 0,-1 0 1 0 0,0 0 0 0 0,1 0 0 0 0,-1 0-1 0 0,0 0 1 0 0,1 1 0 0 0,-1-1-1 0 0,0 1 1 0 0,0-1 0 0 0,0 1 0 0 0,0 0-1 0 0,-1 0 1 0 0,1 0 0 0 0,0 0 0 0 0,-1 0-1 0 0,1 1 1 0 0,-1-1 0 0 0,0 0 0 0 0,0 1-1 0 0,0-1 1 0 0,0 0 0 0 0,0 1-1 0 0,0 0 1 0 0,-1-1 0 0 0,1 5 0 0 0,3 12 479 0 0,-1 0 0 0 0,0 0 0 0 0,-1 21 1 0 0,-1-26-438 0 0,-1-4-595 0 0,10 77 2134 0 0,2-44-3719 0 0,9-10-6868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3.2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170 0 3649 0 0,'-3'5'939'0'0,"0"0"0"0"0,1-1 0 0 0,0 1 0 0 0,0 0 0 0 0,0 0 0 0 0,0 0 0 0 0,1 0 0 0 0,-2 9 0 0 0,3-6-118 0 0,-1 0 1 0 0,1 0 0 0 0,0 0-1 0 0,1 0 1 0 0,1 8 0 0 0,14 41 701 0 0,5-3-3372 0 0,-10-25-800 0 0,-10-27 2074 0 0,0-1 0 0 0,0 1 1 0 0,-1 0-1 0 0,1 0 0 0 0,-1 0 0 0 0,0-1 0 0 0,0 1 1 0 0,1 0-1 0 0,-1 0 0 0 0,0 0 0 0 0,0 0 1 0 0,-1-1-1 0 0,1 1 0 0 0,0 0 0 0 0,-1 0 0 0 0,0 2 1 0 0,-2 2-2526 0 0</inkml:trace>
  <inkml:trace contextRef="#ctx0" brushRef="#br0" timeOffset="1">41 305 4537 0 0,'-2'1'463'0'0,"-1"0"0"0"0,1 0 0 0 0,-1 0 0 0 0,1 0 0 0 0,-1 1 0 0 0,1-1-1 0 0,0 1 1 0 0,0 0 0 0 0,0-1 0 0 0,0 1 0 0 0,0 0 0 0 0,0 0 0 0 0,0 1 0 0 0,1-1 0 0 0,-1 0 0 0 0,1 0 0 0 0,-1 1 0 0 0,0 3 0 0 0,1-5-292 0 0,1 0 1 0 0,0 0-1 0 0,0 0 1 0 0,0 0 0 0 0,-1 0-1 0 0,1 0 1 0 0,0-1-1 0 0,0 1 1 0 0,1 0 0 0 0,-1 0-1 0 0,0 0 1 0 0,0 0-1 0 0,0 0 1 0 0,0 0 0 0 0,1 0-1 0 0,-1 0 1 0 0,1 0-1 0 0,-1-1 1 0 0,0 1 0 0 0,1 0-1 0 0,0 1 1 0 0,1-1-52 0 0,-1 0 0 0 0,0 0 0 0 0,1 0 1 0 0,-1 0-1 0 0,1 0 0 0 0,0 0 0 0 0,-1 0 0 0 0,1 0 0 0 0,0-1 1 0 0,-1 1-1 0 0,1-1 0 0 0,0 1 0 0 0,0-1 0 0 0,0 0 1 0 0,2 1-1 0 0,10-1 186 0 0,1 1 1 0 0,-1-2-1 0 0,1 0 1 0 0,-1-1-1 0 0,0 0 1 0 0,1-1 0 0 0,23-9-1 0 0,97-45-216 0 0,-96 39-329 0 0,-25 12-455 0 0,25-11-2474 0 0,-23 6-1315 0 0,-9-2-3280 0 0,-6 7 4009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3.6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78 8394 0 0,'3'-4'6736'0'0,"11"-6"-4967"0"0,19-8-1639 0 0,-11 7-41 0 0,0 2 1 0 0,25-6-1 0 0,-38 12-72 0 0,1 1 0 0 0,-1 0-1 0 0,1 0 1 0 0,0 1-1 0 0,0 1 1 0 0,-1-1 0 0 0,20 3-1 0 0,-28-2-3 0 0,1 0-1 0 0,-1 1 1 0 0,0-1 0 0 0,0 0-1 0 0,0 1 1 0 0,0-1-1 0 0,0 1 1 0 0,1-1-1 0 0,-1 1 1 0 0,0-1-1 0 0,0 1 1 0 0,0 0-1 0 0,0-1 1 0 0,-1 1 0 0 0,1 0-1 0 0,0 0 1 0 0,0 0-1 0 0,0 0 1 0 0,-1 0-1 0 0,1 0 1 0 0,0 0-1 0 0,-1 0 1 0 0,1 0-1 0 0,-1 0 1 0 0,1 0 0 0 0,-1 0-1 0 0,1 2 1 0 0,-1 0 35 0 0,0 1 1 0 0,1-1-1 0 0,-2 0 1 0 0,1 1-1 0 0,0-1 1 0 0,-1 0 0 0 0,0 0-1 0 0,1 1 1 0 0,-1-1-1 0 0,-2 3 1 0 0,-3 9 162 0 0,-1-1 1 0 0,-1 0-1 0 0,-11 15 0 0 0,-5 3-1 0 0,-1-2 0 0 0,-32 32 0 0 0,130-90-55 0 0,-63 24-29 0 0,1 0 1 0 0,0 1 0 0 0,0 0-1 0 0,0 0 1 0 0,0 1 0 0 0,1 1-1 0 0,-1 0 1 0 0,20 1 0 0 0,22 8-3959 0 0,-51-7 3263 0 0,0-1-1 0 0,0 1 0 0 0,0-1 0 0 0,0 1 1 0 0,0-1-1 0 0,-1 0 0 0 0,1 0 0 0 0,0 0 1 0 0,0 0-1 0 0,0 0 0 0 0,0-1 1 0 0,0 1-1 0 0,0 0 0 0 0,0-1 0 0 0,0 0 1 0 0,0 1-1 0 0,0-1 0 0 0,0 0 0 0 0,-1 0 1 0 0,1 0-1 0 0,0 0 0 0 0,-1 0 1 0 0,3-2-1 0 0,1-4-2043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4.0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3993 0 0,'0'5'6549'0'0,"2"6"-3442"0"0,2 29-395 0 0,8 19-289 0 0,30 90-1 0 0,-16-82-5463 0 0,3-3-5546 0 0,-29-64 8497 0 0,0 0 1 0 0,0 0-1 0 0,-1 0 1 0 0,1 0-1 0 0,0 0 1 0 0,0 0-1 0 0,0 0 0 0 0,0 0 1 0 0,0 0-1 0 0,0 0 1 0 0,-1 0-1 0 0,1 1 1 0 0,-1 0-1165 0 0,1-1 1164 0 0,0 0 0 0 0,0 0 1 0 0,0 1-1 0 0,0-1 1 0 0,0 0-1 0 0,0 0 1 0 0,0 0-1 0 0,0 0 0 0 0,0 0 1 0 0,0 0-1 0 0,0 1 1 0 0,0-1-1 0 0,0 0 1 0 0,0 0-1 0 0,0 0 0 0 0,0 0 1 0 0,1 0-1 0 0,-1 0 1 0 0,0 0-1 0 0,0 1 1 0 0,0-1-1 0 0,1 1-985 0 0</inkml:trace>
  <inkml:trace contextRef="#ctx0" brushRef="#br0" timeOffset="1">20 173 5529 0 0,'0'3'1617'0'0,"2"0"-185"0"0,1 2-88 0 0,2-2-80 0 0,3 2-247 0 0,0-2-409 0 0,4 1-264 0 0,1-1-168 0 0,1 0-248 0 0,1 0-256 0 0,3-3-392 0 0,-2 2-537 0 0,0-4-447 0 0,1 2-328 0 0,-4-1-129 0 0,-5-3 537 0 0,2 4-1017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4.4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37 22 4169 0 0,'-6'9'840'0'0,"1"1"-1"0"0,1-1 1 0 0,0 1 0 0 0,0 0 0 0 0,1 0 0 0 0,0 0-1 0 0,0 0 1 0 0,2 1 0 0 0,-1-1 0 0 0,0 21-1 0 0,2-27-742 0 0,1 0 1 0 0,-1 0-1 0 0,1-1 0 0 0,0 1 0 0 0,0 0 0 0 0,0-1 0 0 0,0 1 0 0 0,0-1 0 0 0,1 1 0 0 0,-1-1 0 0 0,1 0 0 0 0,0 1 1 0 0,0-1-1 0 0,1 0 0 0 0,-1 0 0 0 0,1-1 0 0 0,-1 1 0 0 0,1 0 0 0 0,0-1 0 0 0,0 0 0 0 0,0 1 0 0 0,0-1 1 0 0,0 0-1 0 0,1-1 0 0 0,-1 1 0 0 0,0 0 0 0 0,1-1 0 0 0,0 0 0 0 0,-1 0 0 0 0,1 0 0 0 0,-1 0 0 0 0,1-1 0 0 0,7 1 1 0 0,-1-1-44 0 0,0 0 0 0 0,-1-1 1 0 0,1 0-1 0 0,-1 0 1 0 0,0-1-1 0 0,1 0 0 0 0,-1-1 1 0 0,0 0-1 0 0,0-1 1 0 0,-1 1-1 0 0,1-2 0 0 0,-1 1 1 0 0,1-1-1 0 0,-2-1 1 0 0,1 1-1 0 0,8-9 0 0 0,-13 12-9 0 0,0-1 0 0 0,0 0 0 0 0,0 1 0 0 0,-1-1 0 0 0,1-1 0 0 0,-1 1 0 0 0,0 0 0 0 0,1-1 0 0 0,-2 1 0 0 0,1-1 0 0 0,0 1 0 0 0,-1-1 0 0 0,0 0 0 0 0,1 0-1 0 0,-2 1 1 0 0,1-1 0 0 0,0 0 0 0 0,-1 0 0 0 0,1 0 0 0 0,-1 0 0 0 0,-1 0 0 0 0,1 0 0 0 0,0 0 0 0 0,-1 0 0 0 0,0 0 0 0 0,0 0 0 0 0,0 0 0 0 0,0 1 0 0 0,0-1 0 0 0,-1 0-1 0 0,0 1 1 0 0,0-1 0 0 0,0 1 0 0 0,0 0 0 0 0,0-1 0 0 0,-1 1 0 0 0,0 0 0 0 0,1 0 0 0 0,-1 1 0 0 0,-4-4 0 0 0,2 2-37 0 0,-1 0 0 0 0,1 1 0 0 0,0-1 0 0 0,-1 1 0 0 0,0 1 0 0 0,0-1 0 0 0,1 1 0 0 0,-2 0 0 0 0,1 0 0 0 0,0 1 0 0 0,0 0 0 0 0,0 0 0 0 0,-1 0 0 0 0,1 1 0 0 0,0 0 0 0 0,-1 0 0 0 0,1 0 0 0 0,0 1 0 0 0,-1 0 0 0 0,1 0 0 0 0,0 1 1 0 0,0 0-1 0 0,0 0 0 0 0,0 0 0 0 0,0 1 0 0 0,-10 6 0 0 0,11-6-522 0 0,0 0 0 0 0,0 1 0 0 0,0 0 0 0 0,1 0 0 0 0,0 0 0 0 0,-1 0 0 0 0,1 1 0 0 0,1-1 0 0 0,-1 1 0 0 0,1 0 0 0 0,-4 6 0 0 0,7-11 373 0 0,0 0-1 0 0,0 0 1 0 0,0 1 0 0 0,-2 1-2121 0 0,2-2 2120 0 0,0 1 1 0 0,0-1-1 0 0,0 0 1 0 0,0 0 0 0 0,0 0-1 0 0,0 1 1 0 0,0-1-1 0 0,0 0 1 0 0,0 0 0 0 0,0 0-1 0 0,0 1 1 0 0,0-1-1 0 0,0 0 1 0 0,0 0 0 0 0,0 0-1 0 0,0 0 1 0 0,0 1 0 0 0,1-1-1 0 0,-1 0 1 0 0,2 2-2121 0 0,-2-2 2120 0 0,1 0 1 0 0,-1 0-1 0 0,0 0 1 0 0,8 0-3492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4.82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11 3233 0 0,'-1'0'270'0'0,"1"0"1"0"0,-1 0-1 0 0,1 0 1 0 0,-1 0-1 0 0,0 0 1 0 0,1 0 0 0 0,-1 1-1 0 0,1-1 1 0 0,-1 0-1 0 0,0 0 1 0 0,1 1-1 0 0,-1-1 1 0 0,1 0 0 0 0,-1 0-1 0 0,1 1 1 0 0,-1-1-1 0 0,1 1 1 0 0,0-1-1 0 0,-1 0 1 0 0,1 1-1 0 0,-1-1 1 0 0,1 1 0 0 0,0-1-1 0 0,-1 1 1 0 0,1-1-1 0 0,0 1 1 0 0,-1 1-1 0 0,-1 20 3116 0 0,11 27-1489 0 0,-8-45-1498 0 0,5 20 221 0 0,33 112 1101 0 0,-34-124-1679 0 0,-1-1 1 0 0,1 0-1 0 0,1 0 0 0 0,0 0 0 0 0,1-1 1 0 0,0 0-1 0 0,0 0 0 0 0,1-1 0 0 0,10 10 0 0 0,-17-17-71 0 0,1-1-1 0 0,-1 1 1 0 0,1-1-1 0 0,0 1 0 0 0,-1-1 1 0 0,1 0-1 0 0,0 1 0 0 0,0-1 1 0 0,0 0-1 0 0,0 0 0 0 0,0-1 1 0 0,0 1-1 0 0,1 0 0 0 0,-1-1 1 0 0,0 1-1 0 0,0-1 1 0 0,0 0-1 0 0,1 0 0 0 0,-1 1 1 0 0,0-2-1 0 0,0 1 0 0 0,1 0 1 0 0,-1 0-1 0 0,0-1 0 0 0,0 1 1 0 0,0-1-1 0 0,0 1 1 0 0,1-1-1 0 0,-1 0 0 0 0,0 0 1 0 0,0 0-1 0 0,-1 0 0 0 0,1-1 1 0 0,0 1-1 0 0,0 0 0 0 0,0-1 1 0 0,-1 1-1 0 0,1-1 1 0 0,-1 0-1 0 0,1 1 0 0 0,-1-1 1 0 0,0 0-1 0 0,0 0 0 0 0,0 0 1 0 0,0 0-1 0 0,0 0 0 0 0,1-2 1 0 0,3-7-631 0 0,0 0 1 0 0,-1 0-1 0 0,0 0 1 0 0,-1-1-1 0 0,0 1 1 0 0,-1-1-1 0 0,1-19 1 0 0,-9-58-3328 0 0,3 73 3787 0 0,1 0-1 0 0,1 0 1 0 0,0 0-1 0 0,1-1 1 0 0,1 1-1 0 0,1 0 1 0 0,5-25-1 0 0,3 72 5300 0 0,10 72-74 0 0,-12-55-3354 0 0,21 73 0 0 0,-24-108-2169 0 0,-1 1 0 0 0,2-1 0 0 0,0 0 0 0 0,1-1 0 0 0,0 0 0 0 0,1 0 0 0 0,0 0 0 0 0,1-1 0 0 0,19 19 0 0 0,-28-29 341 0 0,0-1 0 0 0,0 0 1 0 0,0 1-1 0 0,1-1 0 0 0,-1 0 0 0 0,0 1 0 0 0,0-1 1 0 0,0 0-1 0 0,1 1 0 0 0,-1-1 0 0 0,0 0 0 0 0,1 1 1 0 0,-1-1-1 0 0,0 0 0 0 0,1 0 0 0 0,-1 1 1 0 0,0-1-1 0 0,1 0 0 0 0,-1 0 0 0 0,0 0 0 0 0,1 1 1 0 0,-1-1-1 0 0,1 0 0 0 0,-1 0 0 0 0,0 0 0 0 0,1 0 1 0 0,-1 0-1 0 0,1 0 0 0 0,-1 0 0 0 0,0 0 0 0 0,1 0 1 0 0,-1 0-1 0 0,1 0 0 0 0,-1 0 0 0 0,0 0 1 0 0,1 0-1 0 0,-1-1 0 0 0,1 1 0 0 0,-1 0 0 0 0,0 0 1 0 0,1 0-1 0 0,-1-1 0 0 0,0 1 0 0 0,1 0 0 0 0,-1-1 1 0 0,-1-22-3215 0 0,-17-37 1613 0 0,17 58 1532 0 0,-19-57-49 0 0,-19-49 320 0 0,15 41 12428 0 0,36 69-9660 0 0,25-4-1492 0 0,-20-1-1971 0 0,-1-1 0 0 0,1 0 0 0 0,16-7 0 0 0,-29 10 11 0 0,-1 0 0 0 0,0 0 0 0 0,0 0 0 0 0,0-1 0 0 0,0 1 0 0 0,0-1 0 0 0,0 0 0 0 0,-1 1 0 0 0,1-1 0 0 0,0-1 0 0 0,-1 1 0 0 0,1 0 0 0 0,-1-1 0 0 0,0 1 0 0 0,0-1 0 0 0,0 0 0 0 0,0 1 0 0 0,-1-1 0 0 0,1 0 0 0 0,-1 0 0 0 0,1 0 0 0 0,0-5 0 0 0,-1-1-1148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5.2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0 5089 0 0,'-3'10'1501'0'0,"0"1"0"0"0,1-1 0 0 0,1 0 0 0 0,-1 1 0 0 0,2 20 1 0 0,0-15-535 0 0,2-1 0 0 0,0 0 0 0 0,8 26 0 0 0,-5-23-965 0 0,1-1 0 0 0,1 0-1 0 0,1 0 1 0 0,0-1-1 0 0,2 0 1 0 0,-1 0 0 0 0,18 19-1 0 0,-15-23-473 0 0,7-5-4899 0 0,-9-14-5 0 0,-11-15 2455 0 0,-2 9 1791 0 0,5 4-753 0 0</inkml:trace>
  <inkml:trace contextRef="#ctx0" brushRef="#br0" timeOffset="1">41 87 2385 0 0,'-2'-3'544'0'0,"0"1"0"0"0,-1-1 0 0 0,1 0 0 0 0,1 1 0 0 0,-1-1 1 0 0,0 0-1 0 0,1 0 0 0 0,-1 0 0 0 0,0-4 0 0 0,2 6-376 0 0,0-1 0 0 0,0 1 0 0 0,1 0 0 0 0,-1 0 0 0 0,1 0 0 0 0,-1 0 0 0 0,1 0-1 0 0,-1 0 1 0 0,1 1 0 0 0,0-1 0 0 0,0 0 0 0 0,-1 0 0 0 0,1 0 0 0 0,0 1 0 0 0,0-1-1 0 0,0 0 1 0 0,0 1 0 0 0,0-1 0 0 0,0 0 0 0 0,0 1 0 0 0,0-1 0 0 0,0 1-1 0 0,0 0 1 0 0,0-1 0 0 0,0 1 0 0 0,0 0 0 0 0,0 0 0 0 0,2-1 0 0 0,6-2 120 0 0,-1 1 0 0 0,1-1 0 0 0,0 2 0 0 0,0-1 0 0 0,0 1 0 0 0,0 0 0 0 0,0 1 0 0 0,14 1 0 0 0,-21-1-171 0 0,1 1 0 0 0,-1-1 0 0 0,0 1 0 0 0,1 0 0 0 0,-1 0 0 0 0,0 0 0 0 0,0 0 0 0 0,0 0 0 0 0,0 0 0 0 0,0 1 0 0 0,0-1 0 0 0,0 1-1 0 0,0-1 1 0 0,0 1 0 0 0,-1 0 0 0 0,1-1 0 0 0,-1 1 0 0 0,1 0 0 0 0,-1 0 0 0 0,0 0 0 0 0,0 0 0 0 0,0 1 0 0 0,0-1 0 0 0,0 0 0 0 0,0 0 0 0 0,0 1 0 0 0,-1-1 0 0 0,1 0 0 0 0,-1 1 0 0 0,0-1 0 0 0,0 1 0 0 0,0-1 0 0 0,0 0 0 0 0,0 1 0 0 0,0-1 0 0 0,-2 5 0 0 0,-1 14 400 0 0,0-1 0 0 0,-2 1 0 0 0,-10 26 0 0 0,8-28-397 0 0,2 1 0 0 0,0-1 0 0 0,-4 35 0 0 0,8-52-276 0 0,1-1 0 0 0,0 1 0 0 0,0-1 0 0 0,0 1 0 0 0,0-1-1 0 0,0 1 1 0 0,0-1 0 0 0,0 1 0 0 0,1-1 0 0 0,-1 1 0 0 0,0-1 0 0 0,1 1-1 0 0,0-1 1 0 0,-1 1 0 0 0,2 0 0 0 0,-2-1-48 0 0,0-1 1 0 0,1 0-1 0 0,-1 0 1 0 0,0 0-1 0 0,1 0 1 0 0,-1 0-1 0 0,1 1 1 0 0,-1-1-1 0 0,0 0 0 0 0,1 0 1 0 0,-1 0-1 0 0,1 0 1 0 0,-1 0-1 0 0,0 0 1 0 0,1 0-1 0 0,-1 0 1 0 0,1 0-1 0 0,-1-1 0 0 0,0 1 1 0 0,1 0-1 0 0,-1 0 1 0 0,1 0-1 0 0,-1 0 1 0 0,0-1-1 0 0,1 1 1 0 0,-1 0-1 0 0,0 0 1 0 0,1 0-1 0 0,-1-1 0 0 0,0 1 1 0 0,0 0-1 0 0,1-1 1 0 0,-1 1-1 0 0,16-25-7464 0 0,-10 6 6620 0 0,-4 1-221 0 0,5 4-570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5.59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74 1824 0 0,'-1'-2'526'0'0,"0"1"-1"0"0,1-1 0 0 0,0 1 1 0 0,-1-1-1 0 0,1 1 0 0 0,0-1 1 0 0,0 1-1 0 0,0-1 0 0 0,0 1 1 0 0,0-1-1 0 0,0 1 0 0 0,0-1 1 0 0,1 0-1 0 0,-1 1 0 0 0,1-1 1 0 0,-1 1-1 0 0,1 0 0 0 0,-1-1 1 0 0,1 1-1 0 0,1-2 0 0 0,-1 2 159 0 0,1 0-1 0 0,0 0 0 0 0,0 0 0 0 0,0 0 0 0 0,0 0 1 0 0,0 1-1 0 0,0-1 0 0 0,0 1 0 0 0,0-1 0 0 0,0 1 1 0 0,3 0-1 0 0,20-5-2024 0 0,6-3 1107 0 0,28-7-1943 0 0,-51 13 885 0 0,1 1-1 0 0,-1 0 0 0 0,1 0 0 0 0,14 2 1 0 0,-23-1 1170 0 0,0 0 0 0 0,1 0 0 0 0,-1 0 0 0 0,0 0 0 0 0,1 0 0 0 0,-1 0 0 0 0,0 0 0 0 0,0 0 1 0 0,1 0-1 0 0,-1 0 0 0 0,0 0 0 0 0,0 0 0 0 0,1 0 0 0 0,-1 1 0 0 0,0-1 0 0 0,0 0 0 0 0,1 0 0 0 0,-1 0 1 0 0,0 0-1 0 0,0 1 0 0 0,1-1 0 0 0,-1 0 0 0 0,0 0 0 0 0,0 0 0 0 0,0 1 0 0 0,0-1 0 0 0,1 0 0 0 0,-1 0 1 0 0,0 1-1 0 0,0-1 0 0 0,0 0 0 0 0,0 0 0 0 0,0 1 0 0 0,0-1 0 0 0,0 0 0 0 0,0 1 0 0 0,0-1 0 0 0,0 0 1 0 0,0 0-1 0 0,0 1 0 0 0,0-1 0 0 0,0 0 0 0 0,0 1 0 0 0,0-1 0 0 0,0 0 0 0 0,0 0 0 0 0,0 1 0 0 0,0-1 1 0 0,-13 19-2121 0 0,-22 13 1812 0 0,-1-9 545 0 0,-21 14 776 0 0,54-35-420 0 0,0 0 1 0 0,0 1-1 0 0,1-1 1 0 0,-1 1-1 0 0,1 0 1 0 0,0-1 0 0 0,-1 1-1 0 0,1 0 1 0 0,1 1-1 0 0,-1-1 1 0 0,0 0-1 0 0,1 1 1 0 0,-1-1 0 0 0,0 5-1 0 0,2-7-370 0 0,0-1-1 0 0,0 0 1 0 0,0 1-1 0 0,0-1 1 0 0,-1 1 0 0 0,1-1-1 0 0,0 0 1 0 0,0 1-1 0 0,0-1 1 0 0,1 0-1 0 0,-1 1 1 0 0,0-1-1 0 0,0 1 1 0 0,0-1-1 0 0,0 0 1 0 0,0 1 0 0 0,0-1-1 0 0,0 0 1 0 0,1 1-1 0 0,-1-1 1 0 0,0 0-1 0 0,0 1 1 0 0,0-1-1 0 0,1 0 1 0 0,-1 0 0 0 0,0 1-1 0 0,1-1 1 0 0,-1 0-1 0 0,0 0 1 0 0,0 1-1 0 0,1-1 1 0 0,-1 0-1 0 0,0 0 1 0 0,1 0 0 0 0,-1 1-1 0 0,1-1 1 0 0,-1 0-1 0 0,0 0 1 0 0,1 0-1 0 0,20-3 1082 0 0,22-14-1490 0 0,-41 16 452 0 0,77-43-3391 0 0,-72 39 2189 0 0,0 0 0 0 0,0 0-1 0 0,0-1 1 0 0,0 0 0 0 0,-1 0 0 0 0,0 0 0 0 0,-1-1-1 0 0,7-9 1 0 0,-9 8-845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5.9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149 0 3305 0 0,'-1'1'226'0'0,"0"-1"0"0"0,1 1 0 0 0,-1-1 0 0 0,1 1 0 0 0,-1 0 0 0 0,1-1 0 0 0,-1 1 1 0 0,1 0-1 0 0,-1-1 0 0 0,1 1 0 0 0,0 0 0 0 0,-1-1 0 0 0,1 1 0 0 0,0 0 0 0 0,0 0 0 0 0,-1-1 1 0 0,1 1-1 0 0,0 0 0 0 0,0 0 0 0 0,0-1 0 0 0,0 1 0 0 0,0 0 0 0 0,0 0 0 0 0,0-1 0 0 0,0 1 1 0 0,1 0-1 0 0,-1 1 0 0 0,3 24 1862 0 0,52 198 3077 0 0,-6-76-10179 0 0,-34-90-2393 0 0,-15-41 4155 0 0</inkml:trace>
  <inkml:trace contextRef="#ctx0" brushRef="#br0" timeOffset="1">12 487 4729 0 0,'-3'6'452'0'0,"1"1"0"0"0,1-1 1 0 0,-1 1-1 0 0,1-1 0 0 0,0 1 0 0 0,0 0 1 0 0,1 0-1 0 0,0-1 0 0 0,0 1 0 0 0,1 0 0 0 0,-1-1 1 0 0,1 1-1 0 0,1 0 0 0 0,0-1 0 0 0,0 1 1 0 0,0-1-1 0 0,0 0 0 0 0,1 0 0 0 0,5 9 0 0 0,-4-10-343 0 0,0-1 0 0 0,0 1 0 0 0,1 0 0 0 0,0-1 0 0 0,0 0 0 0 0,0 0 0 0 0,0-1 0 0 0,1 1 0 0 0,-1-1 0 0 0,1 0 0 0 0,0-1 0 0 0,0 1 0 0 0,0-1 0 0 0,0-1 0 0 0,0 1 0 0 0,0-1 0 0 0,1 0 0 0 0,-1 0 0 0 0,0 0 0 0 0,11-2 0 0 0,-11 2-74 0 0,0-1-1 0 0,0-1 1 0 0,0 1-1 0 0,0-1 1 0 0,0 0-1 0 0,0 0 1 0 0,0-1-1 0 0,0 0 1 0 0,0 0 0 0 0,-1 0-1 0 0,1-1 1 0 0,-1 1-1 0 0,0-1 1 0 0,0-1-1 0 0,0 1 1 0 0,0-1-1 0 0,-1 0 1 0 0,1 0-1 0 0,-1 0 1 0 0,5-6 0 0 0,-5 4-514 0 0,0-1 1 0 0,0 1 0 0 0,0-1 0 0 0,-1 0 0 0 0,0 0 0 0 0,2-10 0 0 0,7-52-9049 0 0,-11 56 6621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6.3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80 2529 0 0,'0'0'146'0'0,"0"0"1"0"0,-1-1 0 0 0,1 1 0 0 0,-1 0 0 0 0,1-1 0 0 0,0 1-1 0 0,-1 0 1 0 0,1-1 0 0 0,0 1 0 0 0,0 0 0 0 0,-1-1 0 0 0,1 1 0 0 0,0-1-1 0 0,0 1 1 0 0,-1 0 0 0 0,1-1 0 0 0,0 1 0 0 0,0-1 0 0 0,0 1 0 0 0,0-1-1 0 0,0 1 1 0 0,0-1 0 0 0,0 1 0 0 0,0-1 0 0 0,0 1 0 0 0,0-1 0 0 0,0 1-1 0 0,0 0 1 0 0,0-1 0 0 0,0 1 0 0 0,0-1 0 0 0,0 1 0 0 0,0-1-1 0 0,1 1 1 0 0,-1-1 0 0 0,0 1 0 0 0,0 0 0 0 0,1-1 0 0 0,-1 0 0 0 0,23-18 1254 0 0,33-10-1571 0 0,-49 26 215 0 0,0 0 0 0 0,0 1 0 0 0,0 0 0 0 0,0 1 0 0 0,1-1 0 0 0,-1 1 0 0 0,1 1 0 0 0,-1 0 0 0 0,1 0 0 0 0,-1 0-1 0 0,11 2 1 0 0,-15-1 85 0 0,0 0 0 0 0,0 0 0 0 0,0 0 0 0 0,0 0 0 0 0,0 1-1 0 0,0-1 1 0 0,-1 1 0 0 0,1 0 0 0 0,0 0 0 0 0,-1 0 0 0 0,1 0 0 0 0,-1 0-1 0 0,0 0 1 0 0,0 1 0 0 0,0-1 0 0 0,0 1 0 0 0,0-1 0 0 0,0 1 0 0 0,-1 0-1 0 0,1 0 1 0 0,-1 0 0 0 0,0 0 0 0 0,0 0 0 0 0,0 0 0 0 0,0 0-1 0 0,-1 0 1 0 0,1 0 0 0 0,0 6 0 0 0,-1 0 235 0 0,0 0 0 0 0,0 0 0 0 0,-1 0 0 0 0,-1 1 1 0 0,-2 12-1 0 0,-1 4-1550 0 0,2 0-4097 0 0,5-37-1397 0 0,-1-3 5503 0 0,-1 3-248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6.7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72 1696 0 0,'3'-8'494'0'0,"-1"2"237"0"0,1-1 0 0 0,-1 1 0 0 0,1 0-1 0 0,1 0 1 0 0,-1 0 0 0 0,1 0 0 0 0,4-5 0 0 0,-6 10-545 0 0,-1 0 0 0 0,0 0-1 0 0,1 0 1 0 0,-1 0 0 0 0,1 0 0 0 0,-1 1-1 0 0,1-1 1 0 0,-1 0 0 0 0,1 1 0 0 0,-1-1-1 0 0,1 1 1 0 0,-1 0 0 0 0,1-1 0 0 0,0 1-1 0 0,-1 0 1 0 0,1 0 0 0 0,0 0 0 0 0,-1 0-1 0 0,1 0 1 0 0,0 1 0 0 0,-1-1 0 0 0,1 0-1 0 0,-1 1 1 0 0,1-1 0 0 0,0 1 0 0 0,-1 0-1 0 0,1-1 1 0 0,-1 1 0 0 0,0 0 0 0 0,1 0-1 0 0,-1 0 1 0 0,0 0 0 0 0,1 0 0 0 0,-1 0-1 0 0,0 0 1 0 0,1 2 0 0 0,3 1 164 0 0,-1 0 1 0 0,0 1 0 0 0,0-1-1 0 0,0 1 1 0 0,-1 0-1 0 0,0 0 1 0 0,1 0-1 0 0,-2 0 1 0 0,1 1 0 0 0,-1-1-1 0 0,2 7 1 0 0,13 67 1432 0 0,-1-5-6107 0 0,-34-99-7695 0 0,14 20 10629 0 0,-3-4-1241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7.1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0 107 4553 0 0,'62'-5'8103'0'0,"8"-10"-3965"0"0,78-29-4643 0 0,-26 7-5322 0 0,-102 31-1058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7.5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69 3913 0 0,'6'0'2035'0'0,"27"-1"3827"0"0,23-7-3646 0 0,-28 1-1588 0 0,1-2 0 0 0,-1-1 0 0 0,46-23 0 0 0,-128 32-1327 0 0,44 2 646 0 0,1 0-1 0 0,-1 1 0 0 0,1 0 1 0 0,0 1-1 0 0,0 0 0 0 0,0 0 0 0 0,0 1 1 0 0,0 0-1 0 0,1 0 0 0 0,-11 8 1 0 0,15-9 91 0 0,0 1 1 0 0,0 0 0 0 0,1 0 0 0 0,-1 0 0 0 0,1 0-1 0 0,0 0 1 0 0,0 1 0 0 0,0 0 0 0 0,1-1 0 0 0,0 1 0 0 0,0 0-1 0 0,0 0 1 0 0,0 0 0 0 0,1 1 0 0 0,0-1 0 0 0,0 0-1 0 0,0 1 1 0 0,1-1 0 0 0,0 10 0 0 0,0 4 352 0 0,1 0 0 0 0,1 0 0 0 0,1 0 0 0 0,1 0 1 0 0,1-1-1 0 0,6 19 0 0 0,-9-31-284 0 0,1 1 0 0 0,-1-1 0 0 0,1 1 0 0 0,0-1 0 0 0,1 0 0 0 0,0 0 0 0 0,0-1 0 0 0,0 1 0 0 0,0-1 0 0 0,1 0 0 0 0,0 0 0 0 0,0 0 0 0 0,0-1 0 0 0,1 1 0 0 0,-1-1 0 0 0,1 0 0 0 0,0-1 0 0 0,1 0 0 0 0,10 5 0 0 0,-14-8-72 0 0,1 1 1 0 0,0-1-1 0 0,0 0 0 0 0,0 0 1 0 0,-1 0-1 0 0,1-1 0 0 0,0 1 1 0 0,0-1-1 0 0,0 0 0 0 0,-1 0 1 0 0,1 0-1 0 0,-1 0 0 0 0,1-1 1 0 0,-1 1-1 0 0,1-1 0 0 0,5-4 1 0 0,54-46-104 0 0,-31 24-1060 0 0,-22 19-137 0 0,-8 0-5558 0 0,-18-2-3662 0 0,7 7 11196 0 0,1 1-2749 0 0</inkml:trace>
  <inkml:trace contextRef="#ctx0" brushRef="#br0" timeOffset="1">94 269 5049 0 0,'14'-1'8417'0'0,"2"-4"-3730"0"0,40-15-3319 0 0,-20 7-1111 0 0,-6-1-2778 0 0,9-16-9584 0 0,-33 22 8313 0 0</inkml:trace>
  <inkml:trace contextRef="#ctx0" brushRef="#br0" timeOffset="2">498 131 5657 0 0,'-3'1'2657'0'0,"0"1"-793"0"0,-2 6 4626 0 0,6-10-6258 0 0,1 2-168 0 0,1-1-40 0 0,0-1-112 0 0,2 2-224 0 0,0-1-465 0 0,0-3-679 0 0,-2 1-848 0 0,2 0-769 0 0,0-4-96 0 0,8 2-1096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4:58.04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61 5729 0 0,'-4'3'2129'0'0,"3"0"-129"0"0,-3 2 185 0 0,3 2 1887 0 0,1-4-2207 0 0,3-3-1553 0 0,2-2-216 0 0,0-1-128 0 0,0 0-296 0 0,1-2-536 0 0,2 0-721 0 0,-1-2-887 0 0,1 1-705 0 0,-1-4-200 0 0,-17-13 185 0 0,15 14 407 0 0</inkml:trace>
  <inkml:trace contextRef="#ctx0" brushRef="#br0" timeOffset="1">193 0 6905 0 0,'-2'5'2849'0'0,"1"2"-736"0"0,-1 1-273 0 0,2-2-208 0 0,-2-1-383 0 0,2 0-441 0 0,0 0-272 0 0,2-2-184 0 0,-2 1-200 0 0,3-4-304 0 0,-1 1-664 0 0,1-2-1169 0 0,-1-12-5888 0 0,-2 4 2343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2.8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6584 7116 2753 0 0,'-23'10'363'0'0,"0"1"1"0"0,1 1 0 0 0,0 2-1 0 0,1 0 1 0 0,-33 29 0 0 0,-10 6-139 0 0,57-44-211 0 0,-56 41-89 0 0,-2-3 0 0 0,-2-3 0 0 0,-116 51 0 0 0,-477 106-167 0 0,596-180 222 0 0,-170 39 396 0 0,-2-10 0 0 0,-2-10 1 0 0,-411 8-1 0 0,494-49 240 0 0,1-7 1 0 0,1-7-1 0 0,0-6 0 0 0,-238-72 0 0 0,71 0-388 0 0,5-13-1 0 0,-384-194 1 0 0,609 254-128 0 0,2-3 1 0 0,2-5-1 0 0,3-3 1 0 0,-120-115-1 0 0,103 75-103 0 0,5-4-1 0 0,-148-211 0 0 0,169 199-99 0 0,4-5 1 0 0,5-2 0 0 0,6-2 0 0 0,6-4 0 0 0,6-1 0 0 0,-45-194 0 0 0,55 144 19 0 0,8-1 0 0 0,8-1 0 0 0,8-1 0 0 0,14-256 0 0 0,12 271 63 0 0,8 0 0 0 0,7 2 0 0 0,8 1 0 0 0,7 1 1 0 0,6 3-1 0 0,8 2 0 0 0,7 3 0 0 0,7 2 0 0 0,6 4 0 0 0,136-198 0 0 0,197-191-154 0 0,-307 424-32 0 0,6 5-1 0 0,166-133 1 0 0,-87 102-156 0 0,318-183 0 0 0,-341 236 64 0 0,4 7 0 0 0,260-86 0 0 0,-203 99-9 0 0,3 11-1 0 0,2 9 1 0 0,1 10-1 0 0,3 11 1 0 0,305 2 0 0 0,-422 28 284 0 0,-2 5 1 0 0,1 5 0 0 0,-1 5-1 0 0,182 52 1 0 0,-219-44 41 0 0,-2 3 1 0 0,-1 4-1 0 0,-1 3 0 0 0,-2 3 0 0 0,-2 3 1 0 0,-1 4-1 0 0,88 73 0 0 0,-71-40 172 0 0,112 131 0 0 0,61 108 96 0 0,-190-229-297 0 0,38 53-17 0 0,-5 4 0 0 0,-7 5 0 0 0,107 223 0 0 0,-148-251 33 0 0,-5 3 0 0 0,-6 2 0 0 0,-6 2-1 0 0,-5 1 1 0 0,18 152 0 0 0,-34-102-161 0 0,-7 1 0 0 0,-8 1 0 0 0,-9-1 0 0 0,-7 0 0 0 0,-8-1 0 0 0,-8-1 0 0 0,-7-2 0 0 0,-8-1 0 0 0,-80 197 0 0 0,68-232-693 0 0,-82 145 0 0 0,22-75-782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2.6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21 3769 0 0,'0'0'98'0'0,"-1"1"1"0"0,1-1 0 0 0,0 0-1 0 0,0 1 1 0 0,-1-1-1 0 0,1 1 1 0 0,0-1-1 0 0,0 1 1 0 0,0-1-1 0 0,0 1 1 0 0,-1-1 0 0 0,1 1-1 0 0,0-1 1 0 0,0 1-1 0 0,0-1 1 0 0,0 1-1 0 0,0-1 1 0 0,0 1 0 0 0,0-1-1 0 0,0 1 1 0 0,1-1-1 0 0,-1 1 1 0 0,0-1-1 0 0,0 0 1 0 0,0 1 0 0 0,0-1-1 0 0,1 1 1 0 0,-1-1-1 0 0,0 1 1 0 0,0-1-1 0 0,1 0 1 0 0,-1 1 0 0 0,0-1-1 0 0,1 1 1 0 0,-1-1-1 0 0,0 0 1 0 0,1 0-1 0 0,-1 1 1 0 0,1-1-1 0 0,-1 0 1 0 0,1 1 0 0 0,27 1 1315 0 0,30-13-931 0 0,-31 4-307 0 0,-9 1 177 0 0,1 1-1 0 0,-1 1 1 0 0,1 1 0 0 0,0 1 0 0 0,34-1 0 0 0,-52 3-289 0 0,0 0 0 0 0,0 1 0 0 0,0-1 1 0 0,-1 0-1 0 0,1 0 0 0 0,0 1 1 0 0,0-1-1 0 0,-1 1 0 0 0,1-1 0 0 0,0 1 1 0 0,-1-1-1 0 0,1 1 0 0 0,0-1 1 0 0,-1 1-1 0 0,1-1 0 0 0,-1 1 0 0 0,1 0 1 0 0,-1-1-1 0 0,1 1 0 0 0,-1 0 1 0 0,1 0-1 0 0,-1-1 0 0 0,0 1 1 0 0,0 0-1 0 0,1 0 0 0 0,-1 0 0 0 0,0-1 1 0 0,0 1-1 0 0,0 0 0 0 0,0 0 1 0 0,0 0-1 0 0,0 0 0 0 0,0-1 0 0 0,0 1 1 0 0,0 0-1 0 0,0 0 0 0 0,0 0 1 0 0,0 0-1 0 0,-1-1 0 0 0,1 1 0 0 0,0 0 1 0 0,-1 0-1 0 0,1-1 0 0 0,0 1 1 0 0,-1 0-1 0 0,0 0 0 0 0,-21 43 876 0 0,19-40-839 0 0,-30 48 351 0 0,-9 15-392 0 0,21-21-3808 0 0,29-65-4681 0 0,21-33 4725 0 0,-20 37 2928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3.05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1424 0 0,'19'10'7222'0'0,"0"10"-4154"0"0,7 6-1798 0 0,-15-21-1305 0 0,0 0 0 0 0,0-1 0 0 0,0 0 0 0 0,1-1-1 0 0,0 0 1 0 0,12 1 0 0 0,13 3-6232 0 0,-43-12 1860 0 0,1 2 2735 0 0</inkml:trace>
  <inkml:trace contextRef="#ctx0" brushRef="#br0" timeOffset="1">111 105 2224 0 0,'-3'0'438'0'0,"0"1"-1"0"0,1-1 0 0 0,-1 1 0 0 0,1 0 0 0 0,-1 0 0 0 0,1 0 0 0 0,-1 0 1 0 0,1 1-1 0 0,0-1 0 0 0,-1 1 0 0 0,1-1 0 0 0,0 1 0 0 0,0 0 0 0 0,0 0 0 0 0,0 0 1 0 0,-2 3-1 0 0,3-2-508 0 0,0-1 1 0 0,0 1-1 0 0,0-1 1 0 0,0 1-1 0 0,0-1 1 0 0,1 1-1 0 0,-1 0 1 0 0,1-1 0 0 0,0 1-1 0 0,-1 4 1 0 0,-13 7-6563 0 0,13 3 5105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3.44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44 76 1624 0 0,'-32'3'3905'0'0,"21"1"-1066"0"0,17 0 1893 0 0,9-4-4348 0 0,1-1 1 0 0,-1 0-1 0 0,0-1 0 0 0,0-1 0 0 0,1 0 1 0 0,-2-1-1 0 0,1 0 0 0 0,18-9 1 0 0,8-1-184 0 0,-7 2-440 0 0,-10 4 56 0 0,49-11 1 0 0,-66 18-759 0 0,0 0 1 0 0,0 1 0 0 0,0-1-1 0 0,-1 2 1 0 0,1-1-1 0 0,0 1 1 0 0,7 1 0 0 0,-13-2 477 0 0,0 0 291 0 0,-1 0 1 0 0,1 0-1 0 0,-1 0 0 0 0,0 1 1 0 0,1-1-1 0 0,-1 0 1 0 0,0 0-1 0 0,1 0 1 0 0,-1 0-1 0 0,1 0 1 0 0,-1 0-1 0 0,0 1 1 0 0,0-1-1 0 0,1 0 0 0 0,-1 0 1 0 0,0 0-1 0 0,1 1 1 0 0,-1-1-1 0 0,0 0 1 0 0,0 1-1 0 0,1-1 1 0 0,-1 0-1 0 0,0 0 1 0 0,0 1-1 0 0,0-1 0 0 0,1 0 1 0 0,-1 1-1 0 0,0-1 1 0 0,0 1-1 0 0,0 3-2147 0 0</inkml:trace>
  <inkml:trace contextRef="#ctx0" brushRef="#br0" timeOffset="1">158 118 4897 0 0,'48'-9'7610'0'0,"20"-12"-6192"0"0,-27 7-5542 0 0,68-13 0 0 0,-115 33-1065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3.8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85 2601 0 0,'-5'1'3744'0'0,"12"-1"-2314"0"0,18-1-677 0 0,35-19 269 0 0,-46 15-875 0 0,0 0 1 0 0,0 1-1 0 0,27-5 1 0 0,-40 8-140 0 0,-1 1 1 0 0,0 0 0 0 0,0 0 0 0 0,1 0-1 0 0,-1 0 1 0 0,0 0 0 0 0,1 0 0 0 0,-1 0-1 0 0,0 0 1 0 0,0 0 0 0 0,1 0 0 0 0,-1 0 0 0 0,0 0-1 0 0,1 0 1 0 0,-1 0 0 0 0,0 0 0 0 0,1 0-1 0 0,-1 0 1 0 0,0 0 0 0 0,0 0 0 0 0,1 0 0 0 0,-1 0-1 0 0,0 0 1 0 0,1 1 0 0 0,-1-1 0 0 0,0 0-1 0 0,0 0 1 0 0,0 0 0 0 0,1 1 0 0 0,-1-1 0 0 0,0 0-1 0 0,0 0 1 0 0,1 0 0 0 0,-1 1 0 0 0,0-1-1 0 0,0 0 1 0 0,0 0 0 0 0,0 1 0 0 0,0-1 0 0 0,0 0-1 0 0,1 1 1 0 0,-1-1 0 0 0,0 0 0 0 0,0 0-1 0 0,0 1 1 0 0,0-1 0 0 0,0 0 0 0 0,0 1-1 0 0,0-1 1 0 0,0 0 0 0 0,0 1 0 0 0,-12 19 502 0 0,-22 16 346 0 0,31-33-729 0 0,-44 45 898 0 0,45-45-991 0 0,-1-1-1 0 0,1 1 1 0 0,0 0-1 0 0,1-1 1 0 0,-1 1 0 0 0,0 0-1 0 0,1 0 1 0 0,-1 0-1 0 0,1 0 1 0 0,0 0-1 0 0,0 0 1 0 0,0 1-1 0 0,1-1 1 0 0,-1 0-1 0 0,1 1 1 0 0,-1 4 0 0 0,2-7-34 0 0,0 1 1 0 0,-1-1-1 0 0,1 0 0 0 0,0 1 1 0 0,0-1-1 0 0,0 0 1 0 0,0 0-1 0 0,0 1 1 0 0,0-1-1 0 0,0 0 1 0 0,0 0-1 0 0,0 0 1 0 0,0 0-1 0 0,1 0 0 0 0,-1 0 1 0 0,0-1-1 0 0,1 1 1 0 0,-1 0-1 0 0,1-1 1 0 0,-1 1-1 0 0,1-1 1 0 0,-1 0-1 0 0,1 1 1 0 0,-1-1-1 0 0,1 0 0 0 0,-1 0 1 0 0,1 0-1 0 0,0 0 1 0 0,-1 0-1 0 0,1 0 1 0 0,-1 0-1 0 0,1 0 1 0 0,1-1-1 0 0,52-13 166 0 0,-46 11-56 0 0,0-1 1 0 0,-1 0 0 0 0,0 0-1 0 0,0-1 1 0 0,0 0 0 0 0,-1 0-1 0 0,0-1 1 0 0,0 0 0 0 0,7-7 0 0 0,-13 11-37 0 0,1 1 0 0 0,-1 0 0 0 0,0-1 0 0 0,0 0 0 0 0,0 1 0 0 0,0-1 0 0 0,0 0 1 0 0,-1 1-1 0 0,1-1 0 0 0,0 0 0 0 0,-1 0 0 0 0,0 1 0 0 0,1-1 0 0 0,-1 0 0 0 0,0 0 1 0 0,0 0-1 0 0,0 0 0 0 0,0 0 0 0 0,0-3 0 0 0,-1 3-19 0 0,0 0 1 0 0,-1-1-1 0 0,1 1 0 0 0,0 0 1 0 0,-1 0-1 0 0,0 0 0 0 0,1 0 1 0 0,-1 0-1 0 0,0 1 0 0 0,0-1 1 0 0,0 0-1 0 0,0 1 0 0 0,0-1 1 0 0,0 1-1 0 0,-1 0 0 0 0,1 0 1 0 0,0 0-1 0 0,-1 0 0 0 0,-2-1 1 0 0,-6-1-62 0 0,0 0-1 0 0,0 1 1 0 0,0 0 0 0 0,-22-1 0 0 0,22 2-815 0 0,1 0 0 0 0,-1 0 0 0 0,1-1 0 0 0,0 0-1 0 0,-20-7 1 0 0,29 8 536 0 0,0 0 0 0 0,0 0 0 0 0,0 0-1 0 0,0 0 1 0 0,0 0 0 0 0,0 0-1 0 0,0 0 1 0 0,0 0 0 0 0,0 0-1 0 0,1-1 1 0 0,-1 1 0 0 0,0 0 0 0 0,1-1-1 0 0,-1 1 1 0 0,1 0 0 0 0,0-1-1 0 0,-1 1 1 0 0,1-1 0 0 0,0 1 0 0 0,0 0-1 0 0,0-1 1 0 0,0 1 0 0 0,0-1-1 0 0,0 1 1 0 0,0-1 0 0 0,0 1 0 0 0,0 0-1 0 0,1-1 1 0 0,-1 1 0 0 0,1-1-1 0 0,-1 1 1 0 0,1 0 0 0 0,0 0 0 0 0,1-3-1 0 0,8-12-1926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4.2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122 3 6641 0 0,'-5'-1'472'0'0,"0"0"0"0"0,0 1 0 0 0,0-1 0 0 0,1 1 0 0 0,-1 1 0 0 0,0-1 0 0 0,0 1 0 0 0,0-1 0 0 0,1 1 0 0 0,-1 1 0 0 0,0-1 0 0 0,1 1 0 0 0,-1 0 0 0 0,1 0 0 0 0,-1 0 0 0 0,-3 3 0 0 0,5-4-419 0 0,1 0 0 0 0,-1 1 0 0 0,1-1 1 0 0,0 1-1 0 0,0-1 0 0 0,0 1 0 0 0,0 0 0 0 0,0 0 0 0 0,0 0 0 0 0,0 0 1 0 0,0 0-1 0 0,1 0 0 0 0,-1 1 0 0 0,1-1 0 0 0,0 0 0 0 0,0 1 1 0 0,0-1-1 0 0,0 1 0 0 0,0 0 0 0 0,0-1 0 0 0,0 1 0 0 0,1 0 0 0 0,0-1 1 0 0,-1 1-1 0 0,1 0 0 0 0,0-1 0 0 0,0 1 0 0 0,1 0 0 0 0,0 4 0 0 0,1-3-55 0 0,-1-1 0 0 0,2 0 0 0 0,-1 0 0 0 0,0 0 0 0 0,0 0 0 0 0,1 0 0 0 0,0 0-1 0 0,0 0 1 0 0,0-1 0 0 0,0 1 0 0 0,0-1 0 0 0,0 0 0 0 0,0 0 0 0 0,1 0-1 0 0,-1 0 1 0 0,1-1 0 0 0,-1 0 0 0 0,1 1 0 0 0,0-1 0 0 0,0 0 0 0 0,-1-1 0 0 0,1 1-1 0 0,7-1 1 0 0,2 2 3 0 0,0-2-1 0 0,0 0 1 0 0,0 0-1 0 0,0-1 1 0 0,23-5-1 0 0,-33 5 53 0 0,-1 1 0 0 0,1-1 0 0 0,-1 1 0 0 0,1-1 0 0 0,-1 0-1 0 0,0 0 1 0 0,1 0 0 0 0,-1 0 0 0 0,0 0 0 0 0,0-1-1 0 0,0 1 1 0 0,0-1 0 0 0,0 1 0 0 0,0-1 0 0 0,0 0 0 0 0,0 0-1 0 0,0 0 1 0 0,-1 0 0 0 0,1 0 0 0 0,-1 0 0 0 0,0 0-1 0 0,0-1 1 0 0,1 1 0 0 0,-1 0 0 0 0,1-5 0 0 0,-2 5 6 0 0,-1-1-1 0 0,1 1 1 0 0,0-1 0 0 0,-1 1 0 0 0,1-1 0 0 0,-1 1 0 0 0,0-1-1 0 0,0 1 1 0 0,0 0 0 0 0,0-1 0 0 0,-1 1 0 0 0,1 0 0 0 0,0 0 0 0 0,-1 0-1 0 0,0 0 1 0 0,1 0 0 0 0,-1 0 0 0 0,0 0 0 0 0,0 1 0 0 0,0-1 0 0 0,0 1-1 0 0,0-1 1 0 0,0 1 0 0 0,-1 0 0 0 0,-3-2 0 0 0,-2-1-155 0 0,0 0 0 0 0,1 1 0 0 0,-1 0 0 0 0,0 1 0 0 0,-1 0 0 0 0,1 0 1 0 0,0 1-1 0 0,-1-1 0 0 0,1 2 0 0 0,0-1 0 0 0,-14 2 0 0 0,-14 8-3284 0 0,1 8-3538 0 0,27-9 4177 0 0,9 5-496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4.67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51 3281 0 0,'0'0'155'0'0,"0"0"0"0"0,0 1 0 0 0,-1-1 0 0 0,1 0-1 0 0,0 1 1 0 0,0-1 0 0 0,0 0 0 0 0,0 1 0 0 0,0-1 0 0 0,0 1 0 0 0,-1-1 0 0 0,1 0 0 0 0,0 1 0 0 0,0-1 0 0 0,0 0 0 0 0,0 1 0 0 0,0-1 0 0 0,0 0 0 0 0,1 1 0 0 0,-1-1 0 0 0,0 1 0 0 0,0-1 0 0 0,0 0 0 0 0,0 1 0 0 0,0-1-1 0 0,0 0 1 0 0,1 1 0 0 0,-1-1 0 0 0,0 0 0 0 0,0 0 0 0 0,1 1 0 0 0,-1-1 0 0 0,0 0 0 0 0,1 1 0 0 0,14 3 1948 0 0,18-7-506 0 0,74-24 124 0 0,13-2-2713 0 0,-41 21-5362 0 0,-84 10 2478 0 0,-18 4 2088 0 0,9-1 785 0 0</inkml:trace>
  <inkml:trace contextRef="#ctx0" brushRef="#br0" timeOffset="1">215 75 832 0 0,'-5'1'494'0'0,"0"1"1"0"0,0-1-1 0 0,0 1 0 0 0,0 0 0 0 0,0 1 0 0 0,0-1 0 0 0,0 1 1 0 0,1 0-1 0 0,-1 0 0 0 0,-7 7 0 0 0,10-7-83 0 0,0 0 0 0 0,0 1 0 0 0,0-1 0 0 0,0 1 0 0 0,1-1 0 0 0,-1 1 0 0 0,1-1 0 0 0,0 1 0 0 0,0 0 0 0 0,0 0 0 0 0,1-1 0 0 0,-1 1 0 0 0,1 0 0 0 0,0 0 0 0 0,0 0 0 0 0,1 4 0 0 0,-1-8-400 0 0,0 16 681 0 0,2-1 0 0 0,-1 1 0 0 0,2-1 0 0 0,6 23 0 0 0,-9-36-676 0 0,1 1 1 0 0,0 0 0 0 0,0-1 0 0 0,0 1 0 0 0,0-1 0 0 0,0 0 0 0 0,1 1-1 0 0,-1-1 1 0 0,1 0 0 0 0,-1 0 0 0 0,1 0 0 0 0,0 0 0 0 0,0 0-1 0 0,0 0 1 0 0,0 0 0 0 0,0-1 0 0 0,0 1 0 0 0,1-1 0 0 0,-1 1 0 0 0,0-1-1 0 0,1 0 1 0 0,-1 0 0 0 0,1 0 0 0 0,0 0 0 0 0,-1-1 0 0 0,1 1-1 0 0,-1-1 1 0 0,1 1 0 0 0,0-1 0 0 0,0 0 0 0 0,-1 0 0 0 0,1 0 0 0 0,4-1-1 0 0,35-6 304 0 0,-1-2-1 0 0,64-21 1 0 0,-89 24-2523 0 0,-1-1 0 0 0,27-17 0 0 0,-25 7-4861 0 0,-4 19 4016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5.08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54 3033 0 0,'21'-1'7320'0'0,"9"-2"-3634"0"0,7-2-3384 0 0,0-1 1 0 0,69-23-1 0 0,-92 21 210 0 0,-31 7-201 0 0,-26 7-65 0 0,35-4-249 0 0,1-1 0 0 0,-1 1-1 0 0,1 1 1 0 0,0 0-1 0 0,0 0 1 0 0,0 0-1 0 0,1 1 1 0 0,-1-1 0 0 0,-7 7-1 0 0,11-7 28 0 0,1 0 0 0 0,-1 1 0 0 0,1-1 0 0 0,0 1 0 0 0,-1-1 0 0 0,2 1 0 0 0,-1-1-1 0 0,0 1 1 0 0,1 0 0 0 0,0 0 0 0 0,0 0 0 0 0,0 0 0 0 0,0 0 0 0 0,0 0 0 0 0,1 0 0 0 0,0 0 0 0 0,0 0 0 0 0,1 8 0 0 0,0 15 473 0 0,1 1 1 0 0,9 38 0 0 0,-10-59-457 0 0,1 0 1 0 0,-1-1 0 0 0,2 1 0 0 0,-1-1-1 0 0,1 0 1 0 0,0 0 0 0 0,0 0-1 0 0,1 0 1 0 0,-1 0 0 0 0,1 0-1 0 0,0-1 1 0 0,1 0 0 0 0,0 0 0 0 0,0 0-1 0 0,9 7 1 0 0,-10-11-25 0 0,1 1-1 0 0,-1-1 1 0 0,0 0-1 0 0,0 0 1 0 0,1 0-1 0 0,-1-1 1 0 0,1 0 0 0 0,-1 1-1 0 0,0-2 1 0 0,1 1-1 0 0,-1 0 1 0 0,0-1-1 0 0,1 0 1 0 0,-1 0 0 0 0,0 0-1 0 0,0-1 1 0 0,1 1-1 0 0,-1-1 1 0 0,4-2-1 0 0,1 0-468 0 0,0-1 0 0 0,-1 0 0 0 0,0 0 0 0 0,0 0-1 0 0,0-1 1 0 0,0-1 0 0 0,11-12 0 0 0,-18 18-109 0 0,-1-1 0 0 0,1 1 1 0 0,-1-1-1 0 0,1 0 0 0 0,-1 1 0 0 0,0-1 0 0 0,0 1 1 0 0,0-1-1 0 0,0 0 0 0 0,0 1 0 0 0,0-1 0 0 0,0 0 1 0 0,0 1-1 0 0,-1-1 0 0 0,1 0 0 0 0,-1 1 0 0 0,1-1 1 0 0,-1 1-1 0 0,1-1 0 0 0,-3-2 0 0 0,2 2 166 0 0,-2-8-2063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5.48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63 5585 0 0,'-2'0'386'0'0,"1"1"-1"0"0,0-1 1 0 0,0 1 0 0 0,0-1-1 0 0,0 1 1 0 0,1-1 0 0 0,-1 1-1 0 0,0 0 1 0 0,0 0 0 0 0,0-1-1 0 0,0 1 1 0 0,1 0 0 0 0,-1 0-1 0 0,0 0 1 0 0,1 0-1 0 0,-1 0 1 0 0,1 0 0 0 0,-1 0-1 0 0,1 0 1 0 0,-1 0 0 0 0,1 0-1 0 0,-1 1 1 0 0,2-1-216 0 0,0 0 0 0 0,-1-1 0 0 0,1 1 0 0 0,0-1 0 0 0,-1 1-1 0 0,1-1 1 0 0,0 1 0 0 0,0-1 0 0 0,-1 1 0 0 0,1-1 0 0 0,0 0 0 0 0,0 0 0 0 0,0 1 0 0 0,0-1 0 0 0,-1 0 0 0 0,1 0 0 0 0,0 0 0 0 0,0 0 0 0 0,0 0-1 0 0,1 0 1 0 0,56-5 944 0 0,-48 2-1139 0 0,77-21-406 0 0,-35-1-4558 0 0,-44 12 1831 0 0,-7-1 3590 0 0,-3 10 2024 0 0,1 21 457 0 0,1 0-1938 0 0,4 111 3130 0 0,-2-112-4734 0 0,1 0 0 0 0,0-1 1 0 0,1 1-1 0 0,1-1 0 0 0,0 0 0 0 0,8 16 0 0 0,-3-18-1741 0 0,-10-13 2050 0 0,1 0 0 0 0,-1 0 0 0 0,1 0 1 0 0,-1 0-1 0 0,1 0 0 0 0,0 0 0 0 0,-1 0 0 0 0,1 0 0 0 0,-1 0 1 0 0,1 0-1 0 0,-1 0 0 0 0,1 0 0 0 0,-1 0 0 0 0,1 0 0 0 0,-1-1 1 0 0,1 1-1 0 0,-1 0 0 0 0,1 0 0 0 0,-1-1 0 0 0,0 1 0 0 0,1 0 1 0 0,-1 0-1 0 0,1-1 0 0 0,0 0 0 0 0,10-5-3273 0 0,4 10 1403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5.83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7 3041 0 0,'0'0'201'0'0,"0"-1"0"0"0,0 1 1 0 0,-1-1-1 0 0,1 1 0 0 0,0 0 1 0 0,-1-1-1 0 0,1 1 0 0 0,0 0 1 0 0,-1-1-1 0 0,1 1 0 0 0,0 0 1 0 0,-1-1-1 0 0,1 1 0 0 0,-1 0 1 0 0,1-1-1 0 0,-1 1 0 0 0,1 0 1 0 0,-1 0-1 0 0,1 0 0 0 0,-1 0 1 0 0,1-1-1 0 0,-1 1 0 0 0,1 0 1 0 0,-1 0-1 0 0,1 0 0 0 0,-1 0 1 0 0,1 0-1 0 0,-1 0 0 0 0,1 0 1 0 0,-1 0-1 0 0,1 1 1 0 0,-1-1-1 0 0,1 0 0 0 0,-1 0 1 0 0,1 0-1 0 0,0 0 0 0 0,-1 1 1 0 0,1-1-1 0 0,-1 0 0 0 0,1 0 1 0 0,-1 1-1 0 0,1-1 0 0 0,0 0 1 0 0,-1 1-1 0 0,0 0 0 0 0,-6 30 3895 0 0,9 43-1350 0 0,6-19-1520 0 0,17 58-1 0 0,6-3-3122 0 0,-22-76 136 0 0,-8-32 1499 0 0,2 9-2922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6.2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5777 0 0,'-7'33'3292'0'0,"3"1"-1"0"0,-2 50 1 0 0,13-7-4245 0 0,-5-66-302 0 0,1 1 0 0 0,0-1 0 0 0,1 0-1 0 0,7 14 1 0 0,0-9-3282 0 0,-6-9 1643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6.67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2 235 6081 0 0,'-1'0'209'0'0,"1"-1"-1"0"0,0 1 1 0 0,0 0-1 0 0,0 0 1 0 0,0-1-1 0 0,0 1 1 0 0,0 0-1 0 0,-1-1 1 0 0,1 1-1 0 0,0 0 1 0 0,0 0-1 0 0,0-1 1 0 0,0 1-1 0 0,0 0 1 0 0,0-1-1 0 0,0 1 1 0 0,0 0-1 0 0,0-1 1 0 0,0 1-1 0 0,1 0 1 0 0,-1-1-1 0 0,0 1 0 0 0,0 0 1 0 0,0 0-1 0 0,0-1 1 0 0,0 1-1 0 0,2-2 1252 0 0,-2 2-1252 0 0,15-13 1771 0 0,17-6-2181 0 0,-31 19 322 0 0,42-21-76 0 0,40-21-2437 0 0,-77 38 1701 0 0,0 0 0 0 0,0 0 1 0 0,0-1-1 0 0,0 0 0 0 0,-1 0 0 0 0,1 0 0 0 0,-1-1 1 0 0,-1 1-1 0 0,6-9 0 0 0,-9 12 544 0 0,0 0 1 0 0,-1 0-1 0 0,0 0 1 0 0,1 0-1 0 0,-1 0 1 0 0,0 0-1 0 0,0 0 0 0 0,0 0 1 0 0,0 0-1 0 0,0 0 1 0 0,-1 0-1 0 0,1 0 1 0 0,0 1-1 0 0,-1-1 1 0 0,0 0-1 0 0,1 0 0 0 0,-1 0 1 0 0,-1-2-1 0 0,0 0 322 0 0,0 0-1 0 0,0 1 1 0 0,-1-1 0 0 0,1 1-1 0 0,0 0 1 0 0,-1 0-1 0 0,0 0 1 0 0,-3-3-1 0 0,5 24 8693 0 0,2 27-5029 0 0,11 41-1463 0 0,-1-23-2629 0 0,-9-2-4777 0 0,-2-60 4665 0 0,0 1 0 0 0,0-1-1 0 0,0 0 1 0 0,-1 0-1 0 0,1 1 1 0 0,0-1 0 0 0,-1 0-1 0 0,1 0 1 0 0,-1 0-1 0 0,1 0 1 0 0,-1 1 0 0 0,0-1-1 0 0,0 0 1 0 0,1 0-1 0 0,-1 0 1 0 0,0 0-1 0 0,0 0 1 0 0,0-1 0 0 0,0 1-1 0 0,0 0 1 0 0,0 0-1 0 0,0-1 1 0 0,0 1 0 0 0,0 0-1 0 0,0-1 1 0 0,0 1-1 0 0,-1-1 1 0 0,1 1 0 0 0,-2-1-1 0 0,-7 5-2310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7.0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0 361 6017 0 0,'0'1'7628'0'0,"13"-2"-3766"0"0,101-20-3487 0 0,-61 10-1729 0 0,17-5-2797 0 0,-3-4-3981 0 0,-55 15 5039 0 0</inkml:trace>
  <inkml:trace contextRef="#ctx0" brushRef="#br0" timeOffset="0.14">322 41 3585 0 0,'-1'-2'164'0'0,"-23"-32"5906"0"0,13 29-2372 0 0,9 27-1305 0 0,10 37-1656 0 0,3 0-1 0 0,23 74 1 0 0,23 28-8011 0 0,-51-149 3672 0 0,-6-19-837 0 0,-1-3 2162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7.49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52 70 5945 0 0,'-3'-9'2716'0'0,"-9"-29"817"0"0,12 37-3399 0 0,-1-1-1 0 0,1 1 1 0 0,-1 0 0 0 0,1 0 0 0 0,-1-1 0 0 0,1 1 0 0 0,-1 0 0 0 0,0 0 0 0 0,1 0-1 0 0,-1 0 1 0 0,0 0 0 0 0,0 0 0 0 0,0 0 0 0 0,0 0 0 0 0,0 0 0 0 0,0 0 0 0 0,0 0-1 0 0,0 1 1 0 0,-2-2 0 0 0,2 2-119 0 0,-1 1-1 0 0,1-1 1 0 0,0 1-1 0 0,0 0 1 0 0,0-1-1 0 0,0 1 1 0 0,0 0-1 0 0,0-1 1 0 0,0 1-1 0 0,0 0 1 0 0,1 0-1 0 0,-1 0 1 0 0,0 0-1 0 0,0 0 1 0 0,1 0-1 0 0,-1 0 1 0 0,1 0-1 0 0,-1 0 1 0 0,1 1 0 0 0,-1-1-1 0 0,1 0 1 0 0,-1 0-1 0 0,1 0 1 0 0,0 0-1 0 0,0 1 1 0 0,0-1-1 0 0,0 0 1 0 0,0 2-1 0 0,-1 35 52 0 0,2-35-65 0 0,0 0 1 0 0,0 1-1 0 0,0-1 0 0 0,1 0 0 0 0,-1 0 1 0 0,1-1-1 0 0,0 1 0 0 0,0 0 1 0 0,0 0-1 0 0,0-1 0 0 0,0 1 1 0 0,0-1-1 0 0,1 0 0 0 0,-1 0 1 0 0,1 0-1 0 0,0 0 0 0 0,5 3 0 0 0,-2-2 5 0 0,0 0-1 0 0,0-1 0 0 0,0 0 0 0 0,1 0 0 0 0,-1 0 0 0 0,1-1 0 0 0,-1 0 1 0 0,14 1-1 0 0,-13-2 12 0 0,1 0 1 0 0,-1-1 0 0 0,0 0-1 0 0,0 0 1 0 0,0-1-1 0 0,0 1 1 0 0,0-1 0 0 0,9-4-1 0 0,-13 4 4 0 0,0 1 1 0 0,0-1-1 0 0,0 0 0 0 0,0 0 0 0 0,0 0 0 0 0,0 0 0 0 0,0 0 1 0 0,-1-1-1 0 0,1 1 0 0 0,-1-1 0 0 0,0 0 0 0 0,0 0 0 0 0,0 0 1 0 0,0 0-1 0 0,0 0 0 0 0,2-4 0 0 0,-4 5-9 0 0,1 0 0 0 0,0 0 0 0 0,-1 0 1 0 0,1-1-1 0 0,-1 1 0 0 0,0 0 0 0 0,0 0 0 0 0,0 0 0 0 0,0 0 0 0 0,0 0 0 0 0,0-1 0 0 0,-1 1 1 0 0,1 0-1 0 0,-1 0 0 0 0,1 0 0 0 0,-1 0 0 0 0,0 0 0 0 0,0 0 0 0 0,1 0 0 0 0,-2 0 1 0 0,1 0-1 0 0,0 0 0 0 0,0 1 0 0 0,-1-1 0 0 0,1 0 0 0 0,0 1 0 0 0,-1-1 0 0 0,0 1 0 0 0,1 0 1 0 0,-1-1-1 0 0,0 1 0 0 0,0 0 0 0 0,0 0 0 0 0,0 0 0 0 0,-4-1 0 0 0,3 1 8 0 0,0-1 0 0 0,0 1 0 0 0,-1 0 0 0 0,1 1 0 0 0,0-1 0 0 0,-1 1 0 0 0,1-1 0 0 0,-1 1 0 0 0,1 0 0 0 0,0 0 0 0 0,-1 1 0 0 0,1-1 0 0 0,-1 1-1 0 0,1 0 1 0 0,0 0 0 0 0,-1 0 0 0 0,1 0 0 0 0,0 0 0 0 0,0 1 0 0 0,0-1 0 0 0,0 1 0 0 0,-4 2 0 0 0,1 3 158 0 0,0 0-1 0 0,0 1 1 0 0,1-1 0 0 0,-1 1 0 0 0,2 0-1 0 0,-1 0 1 0 0,1 1 0 0 0,1-1 0 0 0,-1 1 0 0 0,1 0-1 0 0,1 0 1 0 0,0 0 0 0 0,0 0 0 0 0,1 0-1 0 0,0 1 1 0 0,0-1 0 0 0,1 0 0 0 0,1 1-1 0 0,1 10 1 0 0,-1-11-178 0 0,0 1 1 0 0,1-1-1 0 0,1 0 1 0 0,-1 0-1 0 0,2 0 0 0 0,-1 0 1 0 0,1-1-1 0 0,8 14 0 0 0,-8-17-324 0 0,-1 0-1 0 0,1 0 0 0 0,0 0 0 0 0,1 0 1 0 0,-1-1-1 0 0,1 0 0 0 0,0 0 0 0 0,0 0 1 0 0,0-1-1 0 0,0 0 0 0 0,1 0 0 0 0,-1 0 0 0 0,10 3 1 0 0,-14-5 62 0 0,0-1-1 0 0,0 0 1 0 0,0 1 0 0 0,0-1 0 0 0,0 0 0 0 0,0 0 0 0 0,0 1 0 0 0,0-1-1 0 0,0 0 1 0 0,0 0 0 0 0,0 0 0 0 0,0 0 0 0 0,0 0 0 0 0,0-1-1 0 0,0 1 1 0 0,0 0 0 0 0,0 0 0 0 0,0-1 0 0 0,0 1 0 0 0,0 0 0 0 0,0-1-1 0 0,0 1 1 0 0,0-1 0 0 0,0 1 0 0 0,-1-1 0 0 0,1 0 0 0 0,0 1-1 0 0,0-1 1 0 0,-1 0 0 0 0,1 0 0 0 0,0 1 0 0 0,-1-1 0 0 0,2-2 0 0 0,6-32-4484 0 0,-4 20 2952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7.87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234 1 4161 0 0,'-1'1'581'0'0,"-1"0"1"0"0,1 0-1 0 0,0 0 1 0 0,-1 0-1 0 0,1 0 1 0 0,0 0-1 0 0,0 0 1 0 0,0 0-1 0 0,0 1 1 0 0,0-1-1 0 0,0 1 1 0 0,0-1-1 0 0,0 1 1 0 0,0-1-1 0 0,1 1 1 0 0,-1-1-1 0 0,1 1 1 0 0,-1 1-1 0 0,-1 37 3244 0 0,4-27-3747 0 0,1 0 0 0 0,0 1 1 0 0,9 20-1 0 0,-11-31-102 0 0,13 41-3235 0 0,-13-42 2730 0 0,-1 0 1 0 0,0 0-1 0 0,0 0 0 0 0,1-1 1 0 0,-1 1-1 0 0,0 0 0 0 0,0 0 1 0 0,-1 0-1 0 0,1-1 1 0 0,0 1-1 0 0,-1 0 0 0 0,1 0 1 0 0,-1-1-1 0 0,1 1 1 0 0,-1 0-1 0 0,0-1 0 0 0,0 1 1 0 0,0 0-1 0 0,0-1 1 0 0,0 1-1 0 0,-2 2 0 0 0,-2 1-2745 0 0</inkml:trace>
  <inkml:trace contextRef="#ctx0" brushRef="#br0" timeOffset="1">49 287 4737 0 0,'-9'1'2553'0'0,"6"-1"-1839"0"0,0 0-1 0 0,0 1 0 0 0,0-1 1 0 0,0 0-1 0 0,0 1 1 0 0,0 0-1 0 0,0 0 1 0 0,0 0-1 0 0,0 0 1 0 0,0 0-1 0 0,-4 3 0 0 0,23-12 2756 0 0,22-1-3043 0 0,-15 3-234 0 0,13-5-236 0 0,98-28-298 0 0,-43 23-4726 0 0,-89 16 4718 0 0,2-1-389 0 0,-1 0-1 0 0,0 1 1 0 0,0 0 0 0 0,0 0 0 0 0,1 0 0 0 0,-1 0-1 0 0,0 0 1 0 0,0 0 0 0 0,0 1 0 0 0,0 0-1 0 0,0 0 1 0 0,1 0 0 0 0,3 1 0 0 0,-4 3-2070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38.2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88 1 5233 0 0,'-1'0'82'0'0,"-8"4"1079"0"0,-1 0-1 0 0,0 1 1 0 0,1 0 0 0 0,0 1 0 0 0,-12 9 0 0 0,19-14-1101 0 0,1 0 1 0 0,-1 1-1 0 0,1-1 1 0 0,0 1-1 0 0,-1-1 0 0 0,1 1 1 0 0,0 0-1 0 0,0-1 1 0 0,0 1-1 0 0,0 0 0 0 0,0 0 1 0 0,1 0-1 0 0,-1 0 1 0 0,0-1-1 0 0,1 1 0 0 0,-1 0 1 0 0,1 0-1 0 0,0 0 1 0 0,0 0-1 0 0,0 1 1 0 0,0-1-1 0 0,0 0 0 0 0,0 0 1 0 0,1 0-1 0 0,-1 0 1 0 0,0 0-1 0 0,1-1 0 0 0,0 1 1 0 0,-1 0-1 0 0,1 0 1 0 0,0 0-1 0 0,0 0 0 0 0,0-1 1 0 0,0 1-1 0 0,0 0 1 0 0,2 1-1 0 0,3 4-63 0 0,1 0-1 0 0,-1 0 1 0 0,1-1 0 0 0,0 0-1 0 0,1-1 1 0 0,0 1-1 0 0,-1-1 1 0 0,1-1 0 0 0,1 0-1 0 0,-1 0 1 0 0,15 5-1 0 0,-18-8 82 0 0,0 1 0 0 0,0 0 0 0 0,0-1 0 0 0,0 0 0 0 0,0 0 0 0 0,0-1 0 0 0,0 0 0 0 0,1 1 0 0 0,-1-2 0 0 0,0 1 0 0 0,0-1-1 0 0,0 1 1 0 0,1-1 0 0 0,-1-1 0 0 0,0 1 0 0 0,0-1 0 0 0,-1 0 0 0 0,1 0 0 0 0,0 0 0 0 0,-1-1 0 0 0,9-5 0 0 0,-12 7 40 0 0,1 0 1 0 0,-1 0-1 0 0,0 0 1 0 0,0 0-1 0 0,0 0 0 0 0,0-1 1 0 0,0 1-1 0 0,-1 0 1 0 0,1 0-1 0 0,0-1 1 0 0,0 1-1 0 0,-1 0 1 0 0,1-1-1 0 0,-1 1 0 0 0,1-1 1 0 0,-1 1-1 0 0,0-1 1 0 0,0 1-1 0 0,1-1 1 0 0,-1 1-1 0 0,0-1 1 0 0,0 1-1 0 0,0-1 0 0 0,-1-2 1 0 0,0 2 2 0 0,0-1 0 0 0,0 1 0 0 0,-1-1 0 0 0,1 1 0 0 0,-1 0 0 0 0,1-1 0 0 0,-1 1 0 0 0,0 0 0 0 0,0 0 0 0 0,0 0 0 0 0,0 0 0 0 0,-3-2 0 0 0,-4-1-84 0 0,1-1 0 0 0,-1 1 0 0 0,0 1 1 0 0,0 0-1 0 0,0 0 0 0 0,-13-4 0 0 0,-5 5-893 0 0,-23-6-2263 0 0,49 9 2567 0 0,-1 0-1 0 0,0 0 0 0 0,1-1 1 0 0,-1 1-1 0 0,1-1 0 0 0,-1 0 0 0 0,1 1 1 0 0,-1-1-1 0 0,1 0 0 0 0,0 0 1 0 0,-1 0-1 0 0,1 0 0 0 0,0 0 1 0 0,0 0-1 0 0,0 0 0 0 0,-1 0 1 0 0,1 0-1 0 0,0 0 0 0 0,1-1 0 0 0,-1 1 1 0 0,-1-3-1 0 0,2-2-3072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50.93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 1 4033 0 0,'-1'0'220'0'0,"0"1"1"0"0,-1-1-1 0 0,1 1 0 0 0,0-1 1 0 0,0 1-1 0 0,0 0 0 0 0,0 0 1 0 0,0-1-1 0 0,0 1 0 0 0,0 0 1 0 0,1 0-1 0 0,-1 0 0 0 0,0 0 1 0 0,0 0-1 0 0,1 0 0 0 0,-1 0 1 0 0,0 0-1 0 0,1 0 0 0 0,-1 1 1 0 0,1-1-1 0 0,0 0 1 0 0,-1 0-1 0 0,1 1 0 0 0,0-1 1 0 0,0 0-1 0 0,0 0 0 0 0,0 1 1 0 0,0-1-1 0 0,0 0 0 0 0,0 2 1 0 0,1 42 1838 0 0,13 42-14 0 0,42 144 1 0 0,-31-139-1670 0 0,15 105-1 0 0,-39-196-544 0 0,-1 1 0 0 0,1 0-1 0 0,-1-1 1 0 0,0 1 0 0 0,0-1-1 0 0,0 1 1 0 0,0 0 0 0 0,0-1-1 0 0,0 1 1 0 0,0 0 0 0 0,0-1 0 0 0,0 1-1 0 0,-1-1 1 0 0,1 1 0 0 0,-1-1-1 0 0,0 3 1 0 0,0-4-121 0 0,0 0 0 0 0,0-1 0 0 0,1 1 0 0 0,-1 0 0 0 0,0-1 0 0 0,0 1 0 0 0,1-1 0 0 0,-1 1 1 0 0,0-1-1 0 0,1 1 0 0 0,-1-1 0 0 0,1 1 0 0 0,-1-1 0 0 0,1 1 0 0 0,-1-1 0 0 0,1 0 0 0 0,-1 1 0 0 0,1-1 0 0 0,-1 0 0 0 0,1 0 0 0 0,-1 0 0 0 0,-18-34-5950 0 0,12 18 6366 0 0,1-6-2008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3:52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188 99 32 0 0,'5'-7'502'0'0,"-1"-1"0"0"0,0 0 0 0 0,0-1 0 0 0,0 1 0 0 0,-1-1 0 0 0,3-11 0 0 0,-2 8 1800 0 0,-12 22 6107 0 0,-25 42-6198 0 0,-8 11-2173 0 0,-11 6 140 0 0,38-54-118 0 0,0 2-1 0 0,2 0 1 0 0,0 0-1 0 0,1 1 1 0 0,-12 26-1 0 0,23-44-47 0 0,0 0 1 0 0,0 1-1 0 0,0-1 0 0 0,-1 0 1 0 0,1 1-1 0 0,0-1 1 0 0,0 1-1 0 0,0-1 0 0 0,0 0 1 0 0,0 1-1 0 0,0-1 0 0 0,0 1 1 0 0,0-1-1 0 0,0 0 0 0 0,0 1 1 0 0,0-1-1 0 0,0 1 1 0 0,0-1-1 0 0,0 0 0 0 0,0 1 1 0 0,0-1-1 0 0,1 1 0 0 0,-1-1 1 0 0,0 0-1 0 0,0 1 0 0 0,0-1 1 0 0,1 0-1 0 0,-1 1 0 0 0,0-1 1 0 0,0 0-1 0 0,1 1 1 0 0,-1-1-1 0 0,0 0 0 0 0,1 0 1 0 0,-1 1-1 0 0,0-1 0 0 0,1 0 1 0 0,-1 0-1 0 0,1 1 0 0 0,22-1 190 0 0,28-13-107 0 0,-47 12-61 0 0,51-15 82 0 0,77-13 0 0 0,-109 25 61 0 0,-1 2 0 0 0,0 1 0 0 0,1 0 0 0 0,-1 2 0 0 0,1 0 0 0 0,35 8 0 0 0,-30 3 1071 0 0,-24-11 191 0 0,-12-13-667 0 0,4 8-778 0 0,-32-45-58 0 0,-53-94-1 0 0,30 48-401 0 0,59 95 467 0 0,-1-1 0 0 0,1 0 0 0 0,-1 1 0 0 0,1-1 0 0 0,-1 1 0 0 0,1-1 0 0 0,-1 1 0 0 0,0-1 0 0 0,1 1 0 0 0,-1 0 0 0 0,0-1 0 0 0,1 1 0 0 0,-1 0 0 0 0,0-1 0 0 0,0 1 0 0 0,1 0 0 0 0,-1 0 0 0 0,0 0 0 0 0,0 0 0 0 0,1 0 0 0 0,-1-1-1 0 0,0 1 1 0 0,0 1 0 0 0,1-1 0 0 0,-1 0 0 0 0,0 0 0 0 0,0 0 0 0 0,1 0 0 0 0,-1 0 0 0 0,0 1 0 0 0,0-1 0 0 0,1 0 0 0 0,-1 1 0 0 0,0-1 0 0 0,1 1 0 0 0,-1-1 0 0 0,1 0 0 0 0,-1 1 0 0 0,0-1 0 0 0,0 2 0 0 0,-23 22 123 0 0,12-3-86 0 0,-2 0-1 0 0,0-1 0 0 0,-1 0 0 0 0,-22 20 0 0 0,21-22-18 0 0,0 0 0 0 0,1 1-1 0 0,1 0 1 0 0,-14 26-1 0 0,23-32-49 0 0,8-10-113 0 0,17-16-375 0 0,26-31-685 0 0,17-23-62 0 0,-30 33 1166 0 0,-1-1 1 0 0,29-43-1 0 0,-162 208 1358 0 0,5-7-1068 0 0,87-104-286 0 0,26-29-194 0 0,24-28-131 0 0,2-6 202 0 0,98-76-1 0 0,-140 124 287 0 0,-6 11 85 0 0,-10 16 116 0 0,-5-5-123 0 0,-2-1-1 0 0,-38 32 0 0 0,15-14-173 0 0,139-120-1358 0 0,-9 10 1378 0 0,-73 51 157 0 0,-27 21 247 0 0,-28 17 96 0 0,29-12-424 0 0,-1 0 0 0 0,1 2 0 0 0,1-1 1 0 0,0 1-1 0 0,1 1 0 0 0,0 1 1 0 0,1-1-1 0 0,-13 22 0 0 0,24-35-69 0 0,0 0 1 0 0,0 0-1 0 0,0 0 0 0 0,-1 0 1 0 0,1 1-1 0 0,0-1 1 0 0,0 0-1 0 0,0 0 0 0 0,0 0 1 0 0,0 0-1 0 0,-1 0 0 0 0,1 1 1 0 0,0-1-1 0 0,0 0 0 0 0,0 0 1 0 0,0 0-1 0 0,0 0 0 0 0,0 1 1 0 0,0-1-1 0 0,0 0 1 0 0,0 0-1 0 0,0 0 0 0 0,0 1 1 0 0,0-1-1 0 0,0 0 0 0 0,0 0 1 0 0,0 0-1 0 0,0 1 0 0 0,0-1 1 0 0,0 0-1 0 0,0 0 0 0 0,0 0 1 0 0,0 1-1 0 0,0-1 0 0 0,0 0 1 0 0,0 0-1 0 0,0 0 1 0 0,0 0-1 0 0,1 1 0 0 0,-1-1 1 0 0,0 0-1 0 0,0 0 0 0 0,0 0 1 0 0,0 0-1 0 0,0 0 0 0 0,1 1 1 0 0,-1-1-1 0 0,0 0 0 0 0,0 0 1 0 0,0 0-1 0 0,0 0 1 0 0,1 0-1 0 0,-1 0 0 0 0,0 0 1 0 0,0 0-1 0 0,16-4-211 0 0,16-12-191 0 0,-21 9 227 0 0,0-1 119 0 0,1 0 1 0 0,-1 1-1 0 0,2 0 1 0 0,-1 1 0 0 0,1 0-1 0 0,0 1 1 0 0,0 1-1 0 0,0 0 1 0 0,21-3 0 0 0,-33 7 60 0 0,1 1-1 0 0,-1-1 1 0 0,1 1 0 0 0,-1-1 0 0 0,1 1-1 0 0,-1 0 1 0 0,1-1 0 0 0,-1 1 0 0 0,0 0 0 0 0,1 0-1 0 0,-1 0 1 0 0,0 0 0 0 0,0 0 0 0 0,0 1-1 0 0,2 0 1 0 0,-3-1 15 0 0,1-1-1 0 0,-1 1 0 0 0,1 0 1 0 0,-1-1-1 0 0,1 1 0 0 0,-1-1 0 0 0,1 1 1 0 0,-1 0-1 0 0,0-1 0 0 0,1 1 1 0 0,-1 0-1 0 0,0 0 0 0 0,1-1 1 0 0,-1 1-1 0 0,0 0 0 0 0,0 0 1 0 0,0-1-1 0 0,0 1 0 0 0,0 0 1 0 0,0 0-1 0 0,0 0 0 0 0,0-1 1 0 0,0 1-1 0 0,0 0 0 0 0,0 0 1 0 0,0-1-1 0 0,-1 1 0 0 0,1 0 1 0 0,0 0-1 0 0,-1-1 0 0 0,1 1 1 0 0,-1 1-1 0 0,-13 5-163 0 0,13-7 127 0 0,1 1-1 0 0,0-1 1 0 0,-1 0-1 0 0,1 0 1 0 0,0 0-1 0 0,0 1 1 0 0,-1-1-1 0 0,1 0 1 0 0,0 0 0 0 0,0 1-1 0 0,-1-1 1 0 0,1 0-1 0 0,0 1 1 0 0,0-1-1 0 0,0 0 1 0 0,0 1-1 0 0,-1-1 1 0 0,1 0 0 0 0,0 1-1 0 0,0-1 1 0 0,0 0-1 0 0,0 1 1 0 0,0-1-1 0 0,0 0 1 0 0,0 1-1 0 0,0-1 1 0 0,0 0 0 0 0,0 1-1 0 0,0-1 1 0 0,0 0-1 0 0,0 1 1 0 0,0-1-1 0 0,1 0 1 0 0,-1 1-1 0 0,0-1 1 0 0,0 0 0 0 0,0 1-1 0 0,0-1 1 0 0,1 0-1 0 0,-1 1 1 0 0,0-1-1 0 0,0 0 1 0 0,0 0-1 0 0,1 1 1 0 0,-1-1 0 0 0,0 0-1 0 0,1 0 1 0 0,-1 0-1 0 0,0 1 1 0 0,0-1-1 0 0,1 0 1 0 0,-1 0-1 0 0,0 0 1 0 0,1 0-1 0 0,-1 0 1 0 0,1 1 0 0 0,-1-1-1 0 0,0 0 1 0 0,1 0-1 0 0,-1 0 1 0 0,0 0-1 0 0,1 0 1 0 0,0 0-211 0 0,0 0 1 0 0,0 1 0 0 0,0-1-1 0 0,0 0 1 0 0,0 0-1 0 0,0 0 1 0 0,0 0 0 0 0,0 0-1 0 0,0 0 1 0 0,0 0-1 0 0,0 0 1 0 0,0 0-1 0 0,0 0 1 0 0,0 0 0 0 0,0-1-1 0 0,0 1 1 0 0,0 0-1 0 0,0-1 1 0 0,-1 1-1 0 0,1 0 1 0 0,0-1 0 0 0,0 0-1 0 0,0 1 1 0 0,0-1-1 0 0,-1 1 1 0 0,1-1-1 0 0,0 0 1 0 0,-1 1 0 0 0,1-1-1 0 0,0 0 1 0 0,-1 0-1 0 0,1-1 1 0 0,11-27-6132 0 0,-6 15 3045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4.33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4198 7650 4673 0 0,'-346'33'2962'0'0,"-138"4"-2390"0"0,317-38-569 0 0,1-8 1 0 0,0-6-1 0 0,-172-41 0 0 0,-435-150 966 0 0,643 161-840 0 0,1-6 0 0 0,3-6 0 0 0,-210-128 0 0 0,277 143-128 0 0,1-2 1 0 0,3-2 0 0 0,2-3 0 0 0,-74-87-1 0 0,62 55 151 0 0,4-2 0 0 0,-80-144 0 0 0,84 114-49 0 0,5-2 0 0 0,5-3 0 0 0,-53-203 1 0 0,-30-384-366 0 0,111 511 226 0 0,8 0 1 0 0,9-1 0 0 0,8 1 0 0 0,9 0 0 0 0,8 0-1 0 0,9 2 1 0 0,93-311 0 0 0,-60 305 53 0 0,9 4 0 0 0,8 3 0 0 0,8 4 0 0 0,8 4 0 0 0,9 4 0 0 0,7 5 0 0 0,144-168 0 0 0,-168 239-32 0 0,5 4 0 0 0,189-153 1 0 0,-133 139-54 0 0,244-138 0 0 0,-174 130-224 0 0,285-111 0 0 0,-320 163-70 0 0,2 8 1 0 0,215-41-1 0 0,-197 62 180 0 0,2 10-1 0 0,1 9 1 0 0,0 8 0 0 0,359 26-1 0 0,-429 3 212 0 0,0 6 1 0 0,267 79-1 0 0,-297-64-48 0 0,-1 6 0 0 0,-2 4-1 0 0,-3 4 1 0 0,107 72 0 0 0,-105-52-13 0 0,-3 5-1 0 0,-3 4 1 0 0,171 181-1 0 0,-202-183-17 0 0,-4 3-1 0 0,-3 2 0 0 0,-4 4 1 0 0,-4 1-1 0 0,55 126 0 0 0,-58-92 144 0 0,-6 2 0 0 0,-5 2 0 0 0,-6 1-1 0 0,-5 2 1 0 0,16 196 0 0 0,-34-160-126 0 0,-7 2-1 0 0,-7-1 1 0 0,-50 319 0 0 0,21-331-159 0 0,-6-1 0 0 0,-7-2 0 0 0,-6-2 0 0 0,-7-2 0 0 0,-6-3 0 0 0,-129 208 1 0 0,43-121 66 0 0,-10-6 1 0 0,-359 383 0 0 0,280-367-596 0 0,-11-12 0 0 0,-10-10 0 0 0,-428 273 1 0 0,221-217-445 0 0,234-141-155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5.66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25 3457 0 0,'-3'-9'291'0'0,"-3"-7"3838"0"0,2 32-279 0 0,2 5-3169 0 0,2 0 1 0 0,0 0-1 0 0,1 0 1 0 0,8 37-1 0 0,-6-45-1144 0 0,0-2 0 0 0,1 1 0 0 0,1 0 0 0 0,0-1 0 0 0,10 18 0 0 0,-8-24-5160 0 0,-7-20 3063 0 0,-8-19 1176 0 0,-7-7-79 0 0,14 26 393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6.10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 79 1696 0 0,'-2'-2'136'0'0,"1"1"0"0"0,0-1-1 0 0,0 0 1 0 0,-1 1-1 0 0,1-1 1 0 0,0 0 0 0 0,1 0-1 0 0,-1 0 1 0 0,0 0 0 0 0,0 0-1 0 0,1 0 1 0 0,-1-3-1 0 0,1 5-15 0 0,0-1-1 0 0,0 0 0 0 0,0 0 1 0 0,0 0-1 0 0,1 1 1 0 0,-1-1-1 0 0,0 0 0 0 0,0 0 1 0 0,1 1-1 0 0,-1-1 0 0 0,0 0 1 0 0,1 0-1 0 0,-1 1 0 0 0,1-1 1 0 0,-1 1-1 0 0,1-1 1 0 0,-1 0-1 0 0,1 1 0 0 0,-1-1 1 0 0,1 1-1 0 0,0-1 0 0 0,0 0 1 0 0,5-1 544 0 0,0-1 1 0 0,-1 1 0 0 0,1 0 0 0 0,0 1 0 0 0,0 0-1 0 0,11-2 1 0 0,7-1-499 0 0,-7 0 305 0 0,49-8 427 0 0,-61 11-840 0 0,-1 1 0 0 0,1 0 0 0 0,-1 0-1 0 0,0 0 1 0 0,1 0 0 0 0,-1 1 0 0 0,1-1 0 0 0,-1 1-1 0 0,0 0 1 0 0,0 1 0 0 0,9 3 0 0 0,-12-4-23 0 0,0 0 1 0 0,0 0-1 0 0,0 0 1 0 0,0 0-1 0 0,0 1 1 0 0,0-1-1 0 0,0 1 1 0 0,0-1-1 0 0,0 0 1 0 0,-1 1 0 0 0,1-1-1 0 0,-1 1 1 0 0,1 0-1 0 0,-1-1 1 0 0,0 1-1 0 0,1-1 1 0 0,-1 1-1 0 0,0 0 1 0 0,0-1-1 0 0,0 1 1 0 0,0-1-1 0 0,0 1 1 0 0,-1 0-1 0 0,1-1 1 0 0,0 1-1 0 0,-1-1 1 0 0,1 1-1 0 0,-1-1 1 0 0,1 1-1 0 0,-1-1 1 0 0,0 1-1 0 0,0-1 1 0 0,0 1-1 0 0,0-1 1 0 0,-2 3-1 0 0,-36 46 641 0 0,-112 83-235 0 0,165-145-2992 0 0,0 2 0 0 0,29-19 0 0 0,-4 4 519 0 0,30-28-923 0 0,-45 36 953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6.5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142 1 3441 0 0,'-6'43'6076'0'0,"5"-34"-5159"0"0,-7 46 1682 0 0,-2 93 0 0 0,11-128-2776 0 0,0 0 0 0 0,2 0 0 0 0,5 22 0 0 0,-5-31-659 0 0,0 0 0 0 0,1 0 0 0 0,0 0 0 0 0,1 0 0 0 0,0-1-1 0 0,10 15 1 0 0,-6-16-2197 0 0,-9-9 2977 0 0,0 0 0 0 0,0 0 0 0 0,0 0 0 0 0,0 0 0 0 0,1 0 0 0 0,-1 0 0 0 0,0 0 0 0 0,0 0 0 0 0,0 1 0 0 0,0-1 0 0 0,1 0 0 0 0,-1 0 1 0 0,0 0-1 0 0,0 0 0 0 0,0 0 0 0 0,0 0 0 0 0,1 0 0 0 0,-1 0 0 0 0,0 0 0 0 0,0 0 0 0 0,0 0 0 0 0,0 0 0 0 0,1 0 0 0 0,-1 0 0 0 0,0-1 1 0 0,0 1-1 0 0,0 0 0 0 0,0 0 0 0 0,1 0 0 0 0,-1 0 0 0 0,0 0 0 0 0,0 0 0 0 0,0 0 0 0 0,0 0 0 0 0,0 0 0 0 0,0-1 0 0 0,1 1 0 0 0,-1 0 1 0 0,0 0-1 0 0,0 0 0 0 0,0 0 0 0 0,0 0 0 0 0,0-1 0 0 0,0 1 0 0 0,0 0 0 0 0,0 0 0 0 0,0 0 0 0 0,0 0 0 0 0,0-1 0 0 0,0 1 0 0 0,0 0 0 0 0,0 0 1 0 0,0 0-1 0 0,0 0 0 0 0,0-1 0 0 0,0 1 0 0 0,0 0 0 0 0,2-6-1970 0 0</inkml:trace>
  <inkml:trace contextRef="#ctx0" brushRef="#br0" timeOffset="1">140 259 3793 0 0,'24'8'5183'0'0,"13"-8"-4106"0"0,36-10-2752 0 0,-7-7-2486 0 0,-55 16 3042 0 0,3 12-723 0 0</inkml:trace>
  <inkml:trace contextRef="#ctx0" brushRef="#br0" timeOffset="2">31 482 3297 0 0,'-4'5'638'0'0,"1"0"0"0"0,0 0 1 0 0,0 1-1 0 0,0-1 1 0 0,0 1-1 0 0,1-1 0 0 0,0 1 1 0 0,0 0-1 0 0,0 0 0 0 0,1 0 1 0 0,-1 9-1 0 0,1-7-252 0 0,1 0 0 0 0,0 0 0 0 0,1 0-1 0 0,-1 0 1 0 0,1 0 0 0 0,1 0 0 0 0,0-1-1 0 0,4 13 1 0 0,-5-15-371 0 0,1 0-1 0 0,0-1 1 0 0,0 1-1 0 0,0-1 1 0 0,1 0-1 0 0,-1 0 1 0 0,1 0-1 0 0,0 0 1 0 0,0 0-1 0 0,1 0 1 0 0,-1-1-1 0 0,1 1 1 0 0,-1-1-1 0 0,1 0 1 0 0,0 0 0 0 0,0-1-1 0 0,1 1 1 0 0,-1-1-1 0 0,0 0 1 0 0,1 0-1 0 0,0 0 1 0 0,-1-1-1 0 0,1 1 1 0 0,0-1-1 0 0,0 0 1 0 0,0-1-1 0 0,-1 1 1 0 0,1-1-1 0 0,0 0 1 0 0,0 0-1 0 0,7-1 1 0 0,-4-1-449 0 0,1 0 1 0 0,0 0-1 0 0,-1 0 1 0 0,0-1-1 0 0,0 0 1 0 0,0-1 0 0 0,0 0-1 0 0,0 0 1 0 0,12-9-1 0 0,-17 10 63 0 0,1 0-1 0 0,-1-1 0 0 0,0 1 1 0 0,0-1-1 0 0,0 1 1 0 0,-1-1-1 0 0,1 0 1 0 0,-1 0-1 0 0,0 0 1 0 0,0 0-1 0 0,0 0 1 0 0,-1-1-1 0 0,0 1 0 0 0,1 0 1 0 0,-1-1-1 0 0,-1 1 1 0 0,1-1-1 0 0,-1 1 1 0 0,0-1-1 0 0,0-4 1 0 0,1-10-1690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7.3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24 207 4377 0 0,'-9'1'4543'0'0,"17"3"-1962"0"0,21 0-1167 0 0,38-11-1555 0 0,-22 5-5930 0 0,-61 13 1880 0 0,-7 7 3849 0 0,1-5 258 0 0,-39 27 529 0 0,57-37-197 0 0,0 0-1 0 0,1 1 1 0 0,-1-1 0 0 0,1 1-1 0 0,-1-1 1 0 0,1 1-1 0 0,0 0 1 0 0,1 0 0 0 0,-1 0-1 0 0,1 1 1 0 0,-3 5 0 0 0,4-9-183 0 0,1-1 1 0 0,0 1-1 0 0,0 0 1 0 0,0-1-1 0 0,-1 1 1 0 0,1 0-1 0 0,0-1 1 0 0,0 1 0 0 0,0 0-1 0 0,0 0 1 0 0,0-1-1 0 0,0 1 1 0 0,0 0-1 0 0,1-1 1 0 0,-1 1-1 0 0,0 0 1 0 0,0 0-1 0 0,0-1 1 0 0,1 1 0 0 0,-1-1-1 0 0,0 1 1 0 0,1 0-1 0 0,-1-1 1 0 0,1 1-1 0 0,-1-1 1 0 0,0 1-1 0 0,1 0 1 0 0,-1-1 0 0 0,2 1-1 0 0,22 5 890 0 0,26-14-152 0 0,65-39 3350 0 0,-113 51-2561 0 0,-8 8-897 0 0,-9 9-5 0 0,4-8-472 0 0,1 0 1 0 0,0 0 0 0 0,0 1-1 0 0,2 0 1 0 0,-8 16 0 0 0,15-28-217 0 0,0 0 0 0 0,0 1 1 0 0,0-1-1 0 0,0 1 1 0 0,1-1-1 0 0,-1 1 1 0 0,1-1-1 0 0,0 1 0 0 0,0-1 1 0 0,0 1-1 0 0,0 0 1 0 0,0-1-1 0 0,0 1 0 0 0,1-1 1 0 0,-1 1-1 0 0,1-1 1 0 0,1 4-1 0 0,-1-4-5 0 0,1 0 0 0 0,0 0-1 0 0,-1 0 1 0 0,1 0 0 0 0,0-1 0 0 0,0 1-1 0 0,0-1 1 0 0,0 1 0 0 0,1-1 0 0 0,-1 1 0 0 0,0-1-1 0 0,1 0 1 0 0,-1 0 0 0 0,1 0 0 0 0,-1-1-1 0 0,1 1 1 0 0,-1 0 0 0 0,1-1 0 0 0,-1 0 0 0 0,1 0-1 0 0,2 0 1 0 0,4 1 36 0 0,0-1 0 0 0,1 0 0 0 0,-1-1-1 0 0,0 0 1 0 0,15-4 0 0 0,-20 4 47 0 0,0 0-1 0 0,0 0 1 0 0,0 0-1 0 0,0-1 1 0 0,0 0 0 0 0,0 0-1 0 0,0 0 1 0 0,0 0-1 0 0,-1-1 1 0 0,1 1-1 0 0,-1-1 1 0 0,0 0 0 0 0,6-6-1 0 0,-8 8-43 0 0,-1 0-1 0 0,0-1 1 0 0,1 1-1 0 0,-1 0 1 0 0,0 0-1 0 0,1-1 1 0 0,-1 1 0 0 0,0 0-1 0 0,0-1 1 0 0,0 1-1 0 0,0 0 1 0 0,-1-1-1 0 0,1 1 1 0 0,0 0 0 0 0,0-1-1 0 0,-1 1 1 0 0,1 0-1 0 0,-1 0 1 0 0,1 0-1 0 0,-1-1 1 0 0,1 1 0 0 0,-1 0-1 0 0,0 0 1 0 0,0 0-1 0 0,0 0 1 0 0,1 0-1 0 0,-1 0 1 0 0,0 0 0 0 0,0 0-1 0 0,0 0 1 0 0,0 1-1 0 0,0-1 1 0 0,-1 0-1 0 0,1 1 1 0 0,0-1-1 0 0,0 1 1 0 0,-3-2 0 0 0,-54-24 261 0 0,48 23-263 0 0,6 2-175 0 0,1 0-1 0 0,0-1 1 0 0,-1 1 0 0 0,1-1-1 0 0,0 0 1 0 0,0 1 0 0 0,0-1-1 0 0,0 0 1 0 0,0-1 0 0 0,1 1-1 0 0,-1-1 1 0 0,1 1 0 0 0,-1-1-1 0 0,1 0 1 0 0,0 1-1 0 0,0-1 1 0 0,-2-6 0 0 0,3 6-220 0 0,0 0 1 0 0,1-1 0 0 0,0 1-1 0 0,0-1 1 0 0,0 1 0 0 0,0-1-1 0 0,0 1 1 0 0,1 0-1 0 0,-1-1 1 0 0,1 1 0 0 0,0-1-1 0 0,0 1 1 0 0,1 0 0 0 0,-1 0-1 0 0,1 0 1 0 0,-1 0-1 0 0,1 0 1 0 0,2-3 0 0 0,14-21-1519 0 0,2 1 0 0 0,0 2 1 0 0,36-35-1 0 0,23-26 1424 0 0,-79 84 578 0 0,1 1 0 0 0,0-1 1 0 0,-1 0-1 0 0,1 1 0 0 0,-1-1 0 0 0,1 0 0 0 0,-1 0 0 0 0,1 1 0 0 0,-1-1 1 0 0,0 0-1 0 0,1 0 0 0 0,-1 0 0 0 0,0 0 0 0 0,0 0 0 0 0,1 1 1 0 0,-1-1-1 0 0,0 0 0 0 0,0 0 0 0 0,0-2 0 0 0,-11-1 3274 0 0,8 4-3117 0 0,1 0-1 0 0,0 1 1 0 0,0-1-1 0 0,0 1 1 0 0,-1-1-1 0 0,1 1 0 0 0,0 0 1 0 0,0 0-1 0 0,0 0 1 0 0,0 0-1 0 0,0 0 1 0 0,1 1-1 0 0,-1-1 1 0 0,0 1-1 0 0,-2 1 1 0 0,2 1-138 0 0,1-1 0 0 0,-1 0 0 0 0,1 0 1 0 0,0 1-1 0 0,0-1 0 0 0,0 1 1 0 0,0-1-1 0 0,0 1 0 0 0,1 0 1 0 0,0-1-1 0 0,-1 1 0 0 0,1-1 0 0 0,1 1 1 0 0,-1 0-1 0 0,0-1 0 0 0,1 1 1 0 0,0-1-1 0 0,0 1 0 0 0,0-1 0 0 0,0 1 1 0 0,1-1-1 0 0,-1 0 0 0 0,1 1 1 0 0,0-1-1 0 0,0 0 0 0 0,0 0 1 0 0,0 0-1 0 0,0-1 0 0 0,5 6 0 0 0,-1-2-129 0 0,-1-1 0 0 0,0 1 0 0 0,1-1 0 0 0,0 0 0 0 0,0 0 0 0 0,1 0-1 0 0,-1-1 1 0 0,1 0 0 0 0,0-1 0 0 0,0 1 0 0 0,0-1 0 0 0,1-1 0 0 0,7 3 0 0 0,-12-4 3 0 0,-1-1 1 0 0,0 1 0 0 0,1-1 0 0 0,-1 1 0 0 0,1-1 0 0 0,0 0 0 0 0,-1 0 0 0 0,1 0 0 0 0,-1 0 0 0 0,1-1 0 0 0,-1 1 0 0 0,1-1 0 0 0,-1 1 0 0 0,0-1 0 0 0,1 0 0 0 0,-1 0 0 0 0,0 0 0 0 0,1 0 0 0 0,-1 0 0 0 0,0-1 0 0 0,0 1 0 0 0,0-1-1 0 0,0 1 1 0 0,0-1 0 0 0,0 0 0 0 0,-1 0 0 0 0,1 0 0 0 0,0 0 0 0 0,-1 0 0 0 0,0 0 0 0 0,1 0 0 0 0,-1 0 0 0 0,0-1 0 0 0,0 1 0 0 0,0 0 0 0 0,-1-1 0 0 0,1 1 0 0 0,0-4 0 0 0,0-2 31 0 0,-1 1 1 0 0,0 0-1 0 0,0-1 0 0 0,-1 1 1 0 0,0-1-1 0 0,0 1 1 0 0,-1 0-1 0 0,0 0 1 0 0,0 0-1 0 0,-1 0 1 0 0,0 0-1 0 0,-4-6 0 0 0,1 2 33 0 0,0 1 0 0 0,-1 0 0 0 0,0 1 0 0 0,-1 0-1 0 0,-10-11 1 0 0,15 18-199 0 0,0-1 0 0 0,0 1-1 0 0,0-1 1 0 0,0 1 0 0 0,-1 0 0 0 0,1 0 0 0 0,-1 1-1 0 0,-7-3 1 0 0,9 3-148 0 0,0 1-1 0 0,0 0 1 0 0,1-1 0 0 0,-1 1-1 0 0,0 0 1 0 0,0 0 0 0 0,0 0-1 0 0,0 1 1 0 0,0-1 0 0 0,0 0-1 0 0,0 1 1 0 0,0-1-1 0 0,1 1 1 0 0,-1 0 0 0 0,0 0-1 0 0,0-1 1 0 0,1 1 0 0 0,-1 0-1 0 0,-2 2 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7.7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2889 0 0,'5'29'7868'0'0,"1"2"-5554"0"0,-3 35 391 0 0,17 95 0 0 0,-14-131-3285 0 0,1-1 0 0 0,1 0 1 0 0,2 0-1 0 0,0-1 0 0 0,24 43 0 0 0,-20-56-3052 0 0,-13-15 3460 0 0,-1 0 0 0 0,1 0-1 0 0,-1 0 1 0 0,1 0 0 0 0,-1 0-1 0 0,1 0 1 0 0,-1 0 0 0 0,1-1-1 0 0,-1 1 1 0 0,0 0 0 0 0,1 0-1 0 0,-1-1 1 0 0,1 1 0 0 0,-1 0-1 0 0,0-1 1 0 0,1 1 0 0 0,-1 0-1 0 0,1-1 1 0 0,-1 1 0 0 0,0-1-1 0 0,0 1 1 0 0,1 0 0 0 0,-1-1-1 0 0,0 1 1 0 0,0-1-1 0 0,1 1 1 0 0,-1-1 0 0 0,0 1-1 0 0,0-1 1 0 0,0 1 0 0 0,0-1-1 0 0,0 1 1 0 0,0-1 0 0 0,0 1-1 0 0,0-1 1 0 0,0 1 0 0 0,0-1-1 0 0,0 0 1 0 0,3-13-3117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8.0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 1 5977 0 0,'1'4'4564'0'0,"1"22"-2046"0"0,-6 2-1809 0 0,-18 117 1432 0 0,16-49-7987 0 0,11-104 902 0 0,16-33 3076 0 0,-15 29 1834 0 0,-1-1 0 0 0,-1 0-1 0 0,0 1 1 0 0,-1-2-1 0 0,0 1 1 0 0,-1 0 0 0 0,-1 0-1 0 0,0-1 1 0 0,-1-15 2088 0 0,-1 31-1827 0 0,1-1-1 0 0,-1 1 0 0 0,1 0 1 0 0,-1-1-1 0 0,1 1 1 0 0,0 0-1 0 0,0-1 1 0 0,0 1-1 0 0,0 0 1 0 0,0 0-1 0 0,0-1 0 0 0,0 1 1 0 0,1 0-1 0 0,-1 0 1 0 0,1-1-1 0 0,-1 1 1 0 0,1-1-1 0 0,-1 1 1 0 0,1 0-1 0 0,0-1 0 0 0,0 1 1 0 0,0-1-1 0 0,0 0 1 0 0,0 1-1 0 0,2 1 1 0 0,0-1-359 0 0,0 0 1 0 0,0 0-1 0 0,0 0 1 0 0,1 0-1 0 0,-1 0 1 0 0,1-1-1 0 0,-1 0 1 0 0,1 0-1 0 0,-1 0 1 0 0,1 0-1 0 0,0 0 1 0 0,-1-1 0 0 0,1 0-1 0 0,0 0 1 0 0,-1 0-1 0 0,1 0 1 0 0,0 0-1 0 0,-1-1 1 0 0,1 1-1 0 0,0-1 1 0 0,-1 0-1 0 0,5-2 1 0 0,-2 1-333 0 0,-1 0 0 0 0,1 0 0 0 0,-1-1 0 0 0,0 0 0 0 0,0 0-1 0 0,0 0 1 0 0,-1-1 0 0 0,1 0 0 0 0,-1 1 0 0 0,0-1 0 0 0,0-1 0 0 0,0 1 0 0 0,5-8 0 0 0,-1-1-699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8.4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279 1 952 0 0,'-6'7'520'0'0,"1"1"-1"0"0,0-1 1 0 0,0 1-1 0 0,0 0 1 0 0,1 0-1 0 0,1 1 1 0 0,-1 0-1 0 0,1-1 0 0 0,1 1 1 0 0,-4 17-1 0 0,4-16 74 0 0,3 0-66 0 0,10-17-885 0 0,9-15-1023 0 0,-11 2 621 0 0,-5 14 3132 0 0,0 27 1411 0 0,-2-8-3061 0 0,1-1 0 0 0,1 0-1 0 0,0 0 1 0 0,0-1-1 0 0,1 1 1 0 0,8 13-1 0 0,-10-19-863 0 0,0-1 0 0 0,0-1-1 0 0,1 1 1 0 0,-1 0-1 0 0,1-1 1 0 0,0 1 0 0 0,0-1-1 0 0,0 0 1 0 0,1-1-1 0 0,0 1 1 0 0,-1-1 0 0 0,1 0-1 0 0,0 0 1 0 0,1 0-1 0 0,8 3 1 0 0,-13-6-50 0 0,-1 0-1 0 0,1 1 1 0 0,0-1 0 0 0,-1 0-1 0 0,1 0 1 0 0,-1 0 0 0 0,1 0-1 0 0,0 0 1 0 0,-1 0 0 0 0,1 0-1 0 0,0 0 1 0 0,-1 0 0 0 0,1 0-1 0 0,0 0 1 0 0,-1 0 0 0 0,1 0-1 0 0,-1 0 1 0 0,1-1-1 0 0,0 1 1 0 0,-1 0 0 0 0,1 0-1 0 0,-1-1 1 0 0,1 1 0 0 0,0-1-1 0 0,-1 1 1 0 0,1 0 0 0 0,-1-1-1 0 0,0 1 1 0 0,1-1 0 0 0,-1 1-1 0 0,1-1 1 0 0,-1 1 0 0 0,1-1-1 0 0,4-5-2250 0 0,2 3-1205 0 0</inkml:trace>
  <inkml:trace contextRef="#ctx0" brushRef="#br0" timeOffset="0.99">1 273 4169 0 0,'55'9'8829'0'0,"14"-8"-5777"0"0,82-13-3613 0 0,-104 7 1354 0 0,18-3-1138 0 0,1 0-2402 0 0,-22 6-4550 0 0,-43 5 5318 0 0,10 11-775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8.82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0 4321 0 0,'-2'2'330'0'0,"0"1"1"0"0,1-1-1 0 0,-1 0 1 0 0,1 1-1 0 0,-1-1 1 0 0,1 1-1 0 0,0-1 0 0 0,0 1 1 0 0,0 0-1 0 0,0-1 1 0 0,0 1-1 0 0,1 0 1 0 0,-1 0-1 0 0,1 0 1 0 0,0 0-1 0 0,0-1 1 0 0,0 1-1 0 0,0 0 0 0 0,0 0 1 0 0,0 0-1 0 0,1 0 1 0 0,0-1-1 0 0,-1 1 1 0 0,3 4-1 0 0,1 5-13 0 0,0-1-1 0 0,0 0 0 0 0,1 0 1 0 0,10 16-1 0 0,-13-23-448 0 0,17 24-108 0 0,-18-27-41 0 0,0 0-1 0 0,-1 0 1 0 0,1-1 0 0 0,0 1 0 0 0,-1 0 0 0 0,1 0 0 0 0,0 0 0 0 0,0 0-1 0 0,0-1 1 0 0,0 1 0 0 0,0 0 0 0 0,0-1 0 0 0,0 1 0 0 0,0-1 0 0 0,0 1-1 0 0,0-1 1 0 0,0 0 0 0 0,0 1 0 0 0,0-1 0 0 0,0 0 0 0 0,0 0-1 0 0,1 0 1 0 0,0 1 0 0 0,-2-2 182 0 0,0 1 0 0 0,1 0-1 0 0,-1-1 1 0 0,0 1 0 0 0,0 0-1 0 0,0-1 1 0 0,0 1 0 0 0,1 0-1 0 0,-1-1 1 0 0,0 1 0 0 0,0 0-1 0 0,0-1 1 0 0,0 1 0 0 0,0 0-1 0 0,0-1 1 0 0,0 1 0 0 0,0-1-1 0 0,0 1 1 0 0,0 0 0 0 0,0-1-1 0 0,0 1 1 0 0,0 0 0 0 0,0-1-1 0 0,0 1 1 0 0,0 0 0 0 0,-1-1-1 0 0,1 1 1 0 0,0 0 0 0 0,0-1-1 0 0,0 1 1 0 0,-1-1 0 0 0,0-1-489 0 0,1-5-1850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9.22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40 2897 0 0,'4'3'5023'0'0,"14"-3"-1427"0"0,15-12-603 0 0,58-11 1 0 0,-80 20-2957 0 0,1 1 1 0 0,1 1 0 0 0,-1 0-1 0 0,0 1 1 0 0,0 0-1 0 0,0 0 1 0 0,1 1 0 0 0,16 5-1 0 0,-28-6-46 0 0,1 0-1 0 0,0 0 0 0 0,-1 1 1 0 0,1-1-1 0 0,-1 1 1 0 0,1 0-1 0 0,-1-1 0 0 0,1 1 1 0 0,-1 0-1 0 0,1 0 0 0 0,-1 0 1 0 0,0 0-1 0 0,0 0 1 0 0,1 0-1 0 0,-1 0 0 0 0,0 0 1 0 0,0 0-1 0 0,0 1 1 0 0,0-1-1 0 0,0 0 0 0 0,0 1 1 0 0,-1-1-1 0 0,1 1 1 0 0,0-1-1 0 0,0 4 0 0 0,-1-3-45 0 0,0 0 0 0 0,0 1 0 0 0,-1-1 0 0 0,1 1 0 0 0,-1-1-1 0 0,0 0 1 0 0,0 1 0 0 0,1-1 0 0 0,-1 0 0 0 0,-1 0-1 0 0,1 0 1 0 0,0 0 0 0 0,0 0 0 0 0,-1 0 0 0 0,-1 2 0 0 0,-7 7-284 0 0,0-1 0 0 0,-1 0 1 0 0,0-1-1 0 0,-19 13 0 0 0,8-10-177 0 0,0 0 0 0 0,-30 10 0 0 0,29-13 351 0 0,-43 24-1 0 0,66-33 210 0 0,-1 0-1 0 0,1 0 0 0 0,0 0 1 0 0,0 0-1 0 0,-1 0 1 0 0,1 0-1 0 0,0 0 1 0 0,0 0-1 0 0,-1 1 1 0 0,1-1-1 0 0,0 0 0 0 0,0 0 1 0 0,-1 0-1 0 0,1 0 1 0 0,0 0-1 0 0,0 0 1 0 0,0 1-1 0 0,-1-1 1 0 0,1 0-1 0 0,0 0 0 0 0,0 0 1 0 0,0 0-1 0 0,-1 1 1 0 0,1-1-1 0 0,0 0 1 0 0,0 0-1 0 0,0 1 1 0 0,0-1-1 0 0,0 0 0 0 0,0 0 1 0 0,0 0-1 0 0,0 1 1 0 0,-1-1-1 0 0,1 0 1 0 0,0 0-1 0 0,0 1 1 0 0,0-1-1 0 0,0 0 0 0 0,0 1 1 0 0,0-1-1 0 0,0 0 1 0 0,0 0-1 0 0,1 1 1 0 0,-1-1-1 0 0,0 0 1 0 0,0 0-1 0 0,0 1 0 0 0,0-1 1 0 0,0 0-1 0 0,0 0 1 0 0,0 0-1 0 0,1 1 1 0 0,18 2 1442 0 0,26-6-171 0 0,-4-3-1266 0 0,83-16 551 0 0,-109 18-2502 0 0,-1 0 0 0 0,-1-1 0 0 0,21-11 0 0 0,-34 16 1856 0 0,1 0-280 0 0,0 0 0 0 0,0-1 0 0 0,0 1 0 0 0,-1-1-1 0 0,1 1 1 0 0,0-1 0 0 0,0 1 0 0 0,-1-1 0 0 0,1 1 0 0 0,-1-1 0 0 0,1 1 0 0 0,0-1 0 0 0,-1 0 0 0 0,1 1 0 0 0,-1-1 0 0 0,1 0 0 0 0,-1 0 0 0 0,0 0 0 0 0,1 1 0 0 0,-1-1 0 0 0,1-1 0 0 0,0-3-2640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19.59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131 4 1576 0 0,'-1'-1'182'0'0,"0"0"1"0"0,0 1-1 0 0,0 0 0 0 0,-1-1 0 0 0,1 1 0 0 0,0 0 0 0 0,0-1 0 0 0,0 1 1 0 0,0 0-1 0 0,-1 0 0 0 0,1 0 0 0 0,0 0 0 0 0,0 0 0 0 0,0 0 0 0 0,-1 0 0 0 0,1 1 1 0 0,0-1-1 0 0,0 0 0 0 0,0 1 0 0 0,0-1 0 0 0,0 1 0 0 0,-1-1 0 0 0,1 1 0 0 0,0 0 1 0 0,0-1-1 0 0,0 1 0 0 0,1 0 0 0 0,-1-1 0 0 0,0 1 0 0 0,0 0 0 0 0,0 0 1 0 0,0 0-1 0 0,1 0 0 0 0,-1 0 0 0 0,0 0 0 0 0,0 1 0 0 0,-31 43 2522 0 0,30-40-2402 0 0,-1-2-349 0 0,-38 73 2223 0 0,28-34-3643 0 0,13-39 877 0 0,0 0 0 0 0,-1-1-1 0 0,1 1 1 0 0,0 0-1 0 0,1 0 1 0 0,-1 0-1 0 0,0-1 1 0 0,1 1 0 0 0,-1 0-1 0 0,1-1 1 0 0,2 5-1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3.4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49 8474 0 0,'0'0'1009'0'0,"24"-8"7400"0"0,9-4-7579 0 0,48-9-1 0 0,-76 20-745 0 0,5-1 59 0 0,0 0 0 0 0,-1 1 1 0 0,1 0-1 0 0,0 1 0 0 0,-1 0 0 0 0,1 0 0 0 0,0 1 1 0 0,-1 0-1 0 0,12 4 0 0 0,-20-5-118 0 0,0 1 1 0 0,0 0-1 0 0,0 0 0 0 0,0 0 0 0 0,0 0 0 0 0,0 0 0 0 0,0 0 1 0 0,0 1-1 0 0,0-1 0 0 0,-1 0 0 0 0,1 0 0 0 0,-1 0 1 0 0,1 1-1 0 0,0-1 0 0 0,-1 0 0 0 0,0 1 0 0 0,1-1 0 0 0,-1 1 1 0 0,0-1-1 0 0,0 0 0 0 0,0 1 0 0 0,0-1 0 0 0,0 1 0 0 0,0-1 1 0 0,0 0-1 0 0,0 1 0 0 0,-1-1 0 0 0,1 0 0 0 0,-1 1 1 0 0,1-1-1 0 0,-1 0 0 0 0,1 1 0 0 0,-1 0 0 0 0,-22 45 200 0 0,23-46-218 0 0,-42 58 9 0 0,-8 15-1493 0 0,46-67 58 0 0,1 0 1 0 0,0 0 0 0 0,0 0 0 0 0,-4 16 0 0 0,18-42-8583 0 0,-5 4 7183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3.87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4449 0 0,'5'6'8983'0'0,"8"9"-5561"0"0,-11-12-3191 0 0,1 1 0 0 0,-1-1 1 0 0,1 0-1 0 0,0 0 0 0 0,0 0 0 0 0,0 0 0 0 0,1 0 0 0 0,-1 0 0 0 0,1-1 0 0 0,0 0 0 0 0,-1 0 0 0 0,1 0 1 0 0,8 3-1 0 0,55 8-4327 0 0,-47-10 377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4.2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 37 7754 0 0,'0'0'268'0'0,"-1"0"0"0"0,0 0 0 0 0,0 1 1 0 0,0-1-1 0 0,0 0 0 0 0,1 0 0 0 0,-1 1 1 0 0,0-1-1 0 0,0 1 0 0 0,1-1 1 0 0,-1 1-1 0 0,0-1 0 0 0,1 1 0 0 0,-1-1 1 0 0,0 1-1 0 0,1-1 0 0 0,-1 1 0 0 0,1 0 1 0 0,-1 0-1 0 0,1-1 0 0 0,-1 1 0 0 0,1 0 1 0 0,-1 1-1 0 0,21-2 2295 0 0,48-11-1759 0 0,-59 9-235 0 0,53-12 378 0 0,-39 8-687 0 0,0 1 0 0 0,0 0 0 0 0,1 2 0 0 0,-1 1 0 0 0,1 0 0 0 0,27 3 0 0 0,-48 0-251 0 0,-1-1-1 0 0,0 1 0 0 0,0-1 1 0 0,0 1-1 0 0,0 0 1 0 0,0 0-1 0 0,0 0 1 0 0,0 0-1 0 0,0 0 0 0 0,0 1 1 0 0,0-1-1 0 0,-1 1 1 0 0,1-1-1 0 0,0 1 1 0 0,-1-1-1 0 0,1 1 0 0 0,-1 0 1 0 0,0 0-1 0 0,0 0 1 0 0,1 0-1 0 0,-1 0 1 0 0,0 0-1 0 0,-1 0 0 0 0,1 0 1 0 0,0 0-1 0 0,-1 0 1 0 0,1 0-1 0 0,0 5 1 0 0,0 30-2311 0 0,-8-2-5372 0 0,8-27 4504 0 0,12 9-1719 0 0</inkml:trace>
  <inkml:trace contextRef="#ctx0" brushRef="#br0" timeOffset="1">253 170 6969 0 0,'-8'4'597'0'0,"-1"0"0"0"0,1 0-1 0 0,1 1 1 0 0,-1-1 0 0 0,1 2-1 0 0,-1-1 1 0 0,2 1-1 0 0,-1 0 1 0 0,1 1 0 0 0,-1-1-1 0 0,2 1 1 0 0,-1 1 0 0 0,1-1-1 0 0,-5 10 1 0 0,8-13-529 0 0,0 0 0 0 0,0-1 0 0 0,1 1 0 0 0,-1 0 0 0 0,1 0 0 0 0,0 0 0 0 0,0 0 0 0 0,1 0 1 0 0,-1 1-1 0 0,1-1 0 0 0,0 0 0 0 0,0 0 0 0 0,0 0 0 0 0,1 0 0 0 0,-1 0 0 0 0,1 0 0 0 0,0 1 0 0 0,0-1 0 0 0,0-1 0 0 0,1 1 0 0 0,0 0 0 0 0,-1 0 1 0 0,1 0-1 0 0,1-1 0 0 0,-1 1 0 0 0,0-1 0 0 0,1 0 0 0 0,0 0 0 0 0,-1 0 0 0 0,1 0 0 0 0,1 0 0 0 0,4 3 0 0 0,-1-1 8 0 0,1 0 1 0 0,0-1-1 0 0,0-1 0 0 0,0 1 0 0 0,0-1 0 0 0,0 0 1 0 0,1-1-1 0 0,-1 0 0 0 0,1 0 0 0 0,-1-1 0 0 0,1 0 1 0 0,0-1-1 0 0,0 0 0 0 0,-1 0 0 0 0,16-3 0 0 0,-19 3-31 0 0,1-1 0 0 0,0 0 0 0 0,-1-1 0 0 0,0 1-1 0 0,1-1 1 0 0,-1 0 0 0 0,0 0 0 0 0,0-1 0 0 0,0 0 0 0 0,0 0-1 0 0,0 0 1 0 0,-1 0 0 0 0,1-1 0 0 0,-1 1 0 0 0,0-1-1 0 0,0 0 1 0 0,0 0 0 0 0,-1-1 0 0 0,0 1 0 0 0,1-1 0 0 0,-2 0-1 0 0,1 0 1 0 0,0 0 0 0 0,-1 0 0 0 0,3-8 0 0 0,-5 10-24 0 0,1 0 1 0 0,0 0 0 0 0,-1 0-1 0 0,1 0 1 0 0,-1 0-1 0 0,0 0 1 0 0,0 0 0 0 0,0 0-1 0 0,-1 0 1 0 0,1 0 0 0 0,-1 0-1 0 0,1 1 1 0 0,-1-1-1 0 0,0 0 1 0 0,0 0 0 0 0,0 0-1 0 0,0 1 1 0 0,-1-1 0 0 0,1 1-1 0 0,-3-4 1 0 0,0 2 4 0 0,1 1 1 0 0,-1 0-1 0 0,1 0 1 0 0,-1 0-1 0 0,0 1 1 0 0,0-1-1 0 0,0 1 1 0 0,-1 0-1 0 0,1 0 1 0 0,0 0-1 0 0,-8-2 1 0 0,-3 1-120 0 0,-1 0 1 0 0,1 1 0 0 0,-1 0-1 0 0,1 2 1 0 0,-1-1-1 0 0,-25 4 1 0 0,3 4-1364 0 0,14 0-2736 0 0,55 8-7922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4.70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130 226 7386 0 0,'-2'-3'576'0'0,"1"-1"0"0"0,-1 1 0 0 0,0 0 0 0 0,0 0-1 0 0,0 0 1 0 0,-1 0 0 0 0,1 0 0 0 0,-1 0 0 0 0,1 1 0 0 0,-1-1 0 0 0,0 1 0 0 0,-6-4 0 0 0,7 5-479 0 0,0 1 0 0 0,0-1 0 0 0,-1 0 0 0 0,1 1 0 0 0,-1 0-1 0 0,1-1 1 0 0,0 1 0 0 0,-1 0 0 0 0,1 0 0 0 0,-1 0-1 0 0,1 1 1 0 0,-1-1 0 0 0,1 0 0 0 0,0 1 0 0 0,-1 0 0 0 0,1 0-1 0 0,0-1 1 0 0,0 1 0 0 0,-1 0 0 0 0,1 1 0 0 0,-3 1 0 0 0,2-1-62 0 0,0 0-1 0 0,1 0 1 0 0,-1 0 0 0 0,0 0 0 0 0,1 1 0 0 0,-1-1 0 0 0,1 1 0 0 0,0-1 0 0 0,0 1 0 0 0,0 0-1 0 0,0 0 1 0 0,1 0 0 0 0,-1 0 0 0 0,1 1 0 0 0,-1-1 0 0 0,1 0 0 0 0,0 0 0 0 0,0 1 0 0 0,1-1-1 0 0,-1 1 1 0 0,1-1 0 0 0,0 1 0 0 0,0-1 0 0 0,0 0 0 0 0,0 1 0 0 0,0-1 0 0 0,1 1 0 0 0,0-1-1 0 0,-1 1 1 0 0,1-1 0 0 0,1 0 0 0 0,-1 0 0 0 0,3 6 0 0 0,-1-2-17 0 0,0 0 0 0 0,1 0 1 0 0,0-1-1 0 0,0 0 0 0 0,1 0 1 0 0,-1 0-1 0 0,1 0 0 0 0,1 0 0 0 0,-1-1 1 0 0,1 0-1 0 0,0 0 0 0 0,0-1 0 0 0,0 0 1 0 0,12 6-1 0 0,-13-8 9 0 0,0 0 0 0 0,1 0-1 0 0,0 0 1 0 0,-1-1 0 0 0,1 0 0 0 0,0 0-1 0 0,0-1 1 0 0,0 0 0 0 0,-1 0 0 0 0,1 0 0 0 0,0 0-1 0 0,0-1 1 0 0,0 0 0 0 0,-1 0 0 0 0,1-1 0 0 0,0 0-1 0 0,-1 0 1 0 0,1 0 0 0 0,-1 0 0 0 0,0-1-1 0 0,6-3 1 0 0,-8 3 12 0 0,1 0-1 0 0,-1-1 0 0 0,0 1 1 0 0,0 0-1 0 0,0-1 0 0 0,0 0 1 0 0,-1 1-1 0 0,1-1 0 0 0,-1 0 1 0 0,0-1-1 0 0,0 1 0 0 0,0 0 1 0 0,-1 0-1 0 0,0-1 0 0 0,1 1 1 0 0,-2-1-1 0 0,1 1 1 0 0,0-1-1 0 0,-1 0 0 0 0,0 1 1 0 0,0-1-1 0 0,0 1 0 0 0,-1-1 1 0 0,1 1-1 0 0,-1-1 0 0 0,0 1 1 0 0,-2-6-1 0 0,1 4-32 0 0,0 0 1 0 0,-1 0-1 0 0,1 1 1 0 0,-1-1-1 0 0,0 1 1 0 0,-1-1-1 0 0,1 1 1 0 0,-1 0-1 0 0,0 0 1 0 0,0 1-1 0 0,0-1 1 0 0,-1 1-1 0 0,0 0 1 0 0,-7-5-1 0 0,-1 1-973 0 0,-1 0-1 0 0,0 1 0 0 0,-1 1 1 0 0,-22-7-1 0 0,37 13 792 0 0,-1 0-1 0 0,1 0 1 0 0,-1 0 0 0 0,1 0 0 0 0,-1-1-1 0 0,1 1 1 0 0,0 0 0 0 0,-1 0 0 0 0,1 0-1 0 0,-1 0 1 0 0,1-1 0 0 0,-1 1 0 0 0,1 0-1 0 0,0 0 1 0 0,-1-1 0 0 0,1 1 0 0 0,-1 0-1 0 0,1-1 1 0 0,0 1 0 0 0,-1 0 0 0 0,1-1-1 0 0,0 1 1 0 0,0 0 0 0 0,-1-1 0 0 0,1 1-1 0 0,0-1 1 0 0,0 1 0 0 0,0-1 0 0 0,-1 1-1 0 0,1-1 1 0 0,0 1 0 0 0,0 0 0 0 0,0-1-1 0 0,0 1 1 0 0,0-1 0 0 0,0 1 0 0 0,0-1-1 0 0,0 1 1 0 0,0-1 0 0 0,0 1 0 0 0,0-1-1 0 0,0 1 1 0 0,1-1 0 0 0,-1 1 0 0 0,0-1-1 0 0,0 1 1 0 0,0 0 0 0 0,0-1 0 0 0,1 0-1 0 0,4-6-4140 0 0</inkml:trace>
  <inkml:trace contextRef="#ctx0" brushRef="#br0" timeOffset="1">449 1 5609 0 0,'8'42'10219'0'0,"-6"27"-5556"0"0,1 5-3281 0 0,1-47-1209 0 0,2-1 1 0 0,1 1 0 0 0,15 37-1 0 0,2-5-3463 0 0,-6-15-2966 0 0,-15-38 3802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5.10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162 8 7682 0 0,'0'0'2680'0'0,"2"4"-855"0"0,4 2-417 0 0,1-2-152 0 0,7-1-248 0 0,-1-3-632 0 0,6 0-103 0 0,0-1-113 0 0,2-1-56 0 0,2 0-96 0 0,2-2-184 0 0,0 2-361 0 0,0-2-527 0 0,-1 2-640 0 0,-1 0-625 0 0,-7-1-367 0 0,1 1-2681 0 0</inkml:trace>
  <inkml:trace contextRef="#ctx0" brushRef="#br0" timeOffset="1">74 268 3513 0 0,'-8'10'1071'0'0,"0"0"0"0"0,0 1 1 0 0,1 0-1 0 0,0 0 0 0 0,1 1 0 0 0,0 0 1 0 0,1 0-1 0 0,0 0 0 0 0,1 1 1 0 0,-3 17-1 0 0,6-26-949 0 0,0 0 0 0 0,1 0 0 0 0,-1 0 0 0 0,1 1 0 0 0,0-1 0 0 0,1 0 0 0 0,-1 0 0 0 0,1 0 1 0 0,-1 0-1 0 0,1 0 0 0 0,0 0 0 0 0,1 0 0 0 0,-1 0 0 0 0,1 0 0 0 0,0 0 0 0 0,-1 0 0 0 0,2-1 0 0 0,-1 1 0 0 0,0-1 0 0 0,1 0 0 0 0,0 0 0 0 0,-1 1 1 0 0,1-2-1 0 0,1 1 0 0 0,-1 0 0 0 0,0-1 0 0 0,0 1 0 0 0,1-1 0 0 0,0 0 0 0 0,-1 0 0 0 0,1 0 0 0 0,0-1 0 0 0,0 1 0 0 0,0-1 0 0 0,0 0 1 0 0,5 1-1 0 0,0-1-21 0 0,0 1 1 0 0,0-1 0 0 0,0-1 0 0 0,0 0 0 0 0,0 0 0 0 0,0 0-1 0 0,0-1 1 0 0,0-1 0 0 0,0 1 0 0 0,0-2 0 0 0,-1 1 0 0 0,1-1-1 0 0,-1 0 1 0 0,1-1 0 0 0,9-6 0 0 0,-14 8-71 0 0,0 0 0 0 0,-1-1 1 0 0,1 1-1 0 0,-1-1 0 0 0,0 0 0 0 0,1 0 0 0 0,-1 0 1 0 0,0-1-1 0 0,-1 1 0 0 0,1-1 0 0 0,-1 0 0 0 0,1 1 1 0 0,-1-1-1 0 0,0 0 0 0 0,-1 0 0 0 0,1-1 0 0 0,-1 1 1 0 0,1 0-1 0 0,-1 0 0 0 0,-1-1 0 0 0,1 1 0 0 0,-1-1 1 0 0,1 1-1 0 0,-1-1 0 0 0,0 1 0 0 0,-1 0 1 0 0,1-1-1 0 0,-1 1 0 0 0,0-1 0 0 0,0 1 0 0 0,0 0 1 0 0,-4-8-1 0 0,3 7-13 0 0,-1 1 1 0 0,0 0 0 0 0,1 0-1 0 0,-1 0 1 0 0,-1 0 0 0 0,1 1-1 0 0,-1-1 1 0 0,1 1 0 0 0,-1 0-1 0 0,0 0 1 0 0,0 0 0 0 0,0 0-1 0 0,-1 1 1 0 0,1-1 0 0 0,0 1-1 0 0,-1 0 1 0 0,0 1 0 0 0,1-1-1 0 0,-1 1 1 0 0,0 0-1 0 0,0 0 1 0 0,0 0 0 0 0,0 1-1 0 0,0 0 1 0 0,-6 0 0 0 0,1 0-307 0 0,-1 0 0 0 0,1 1 1 0 0,0 0-1 0 0,0 1 0 0 0,0 0 1 0 0,0 1-1 0 0,0 0 0 0 0,1 0 1 0 0,-1 1-1 0 0,1 0 0 0 0,-14 9 1 0 0,13 0-3699 0 0,10-13 3818 0 0,0 0 0 0 0,0 1 0 0 0,0-1 0 0 0,0 0-1 0 0,1 0 1 0 0,-1 1 0 0 0,0-1 0 0 0,0 0 0 0 0,0 1 0 0 0,0-1-1 0 0,1 0 1 0 0,-1 0 0 0 0,0 1 0 0 0,0-1 0 0 0,1 0 0 0 0,-1 0-1 0 0,0 0 1 0 0,0 1 0 0 0,1-1 0 0 0,-1 0 0 0 0,0 0 0 0 0,0 0-1 0 0,1 0 1 0 0,-1 1 0 0 0,0-1 0 0 0,1 0 0 0 0,-1 0 0 0 0,0 0-1 0 0,1 0 1 0 0,-1 0 0 0 0,0 0 0 0 0,1 0 0 0 0,-1 0-1 0 0,0 0 1 0 0,1 0 0 0 0,-1 0 0 0 0,0 0 0 0 0,1 0 0 0 0,-1 0-1 0 0,0-1 1 0 0,0 1 0 0 0,1 0 0 0 0,-1 0 0 0 0,0 0 0 0 0,1 0-1 0 0,-1-1 1 0 0,13-1-4799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5.54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132 80 3697 0 0,'-16'-15'3142'0'0,"9"9"-2163"0"0,1 0 1 0 0,-1 0-1 0 0,0 1 0 0 0,0 0 1 0 0,-12-7-1 0 0,18 11-842 0 0,0 1-1 0 0,-1-1 0 0 0,1 1 1 0 0,0 0-1 0 0,-1-1 0 0 0,1 1 1 0 0,0 0-1 0 0,-1 0 0 0 0,1 0 1 0 0,-1 0-1 0 0,1 0 0 0 0,0 0 1 0 0,-1 0-1 0 0,1 0 0 0 0,0 0 1 0 0,-1 1-1 0 0,1-1 0 0 0,0 1 1 0 0,-1-1-1 0 0,1 1 0 0 0,0-1 1 0 0,0 1-1 0 0,0 0 0 0 0,-1 0 1 0 0,1-1-1 0 0,0 1 0 0 0,0 0 1 0 0,0 0-1 0 0,0 0 0 0 0,0 0 1 0 0,1 0-1 0 0,-1 0 0 0 0,0 1 1 0 0,0-1-1 0 0,1 0 0 0 0,-1 0 1 0 0,1 0-1 0 0,-1 1 0 0 0,1-1 1 0 0,-1 0-1 0 0,1 2 0 0 0,-4 10 147 0 0,0-1 1 0 0,1 0-1 0 0,1 1 0 0 0,0 0 0 0 0,1-1 0 0 0,0 1 1 0 0,1 0-1 0 0,0 0 0 0 0,1-1 0 0 0,1 1 0 0 0,0 0 0 0 0,4 13 1 0 0,-5-20-277 0 0,1 0 0 0 0,-1-1 1 0 0,1 0-1 0 0,0 1 1 0 0,1-1-1 0 0,-1 0 0 0 0,1 0 1 0 0,0 0-1 0 0,0 0 1 0 0,0-1-1 0 0,1 1 0 0 0,0-1 1 0 0,0 0-1 0 0,0 0 1 0 0,0 0-1 0 0,1-1 1 0 0,-1 0-1 0 0,1 1 0 0 0,0-2 1 0 0,0 1-1 0 0,0 0 1 0 0,0-1-1 0 0,1 0 0 0 0,-1 0 1 0 0,1-1-1 0 0,-1 1 1 0 0,1-1-1 0 0,-1 0 0 0 0,9 0 1 0 0,-12-1-19 0 0,1 0 0 0 0,0 0 0 0 0,0 0 0 0 0,-1-1 0 0 0,1 1 0 0 0,0-1 0 0 0,-1 1-1 0 0,1-1 1 0 0,-1 0 0 0 0,1 0 0 0 0,0 0 0 0 0,-1 0 0 0 0,0-1 0 0 0,1 1 0 0 0,-1-1 0 0 0,0 1 0 0 0,0-1 0 0 0,0 0 0 0 0,0 0 0 0 0,3-3 0 0 0,-3 2-1 0 0,0-1-1 0 0,0 1 0 0 0,-1-1 1 0 0,1 0-1 0 0,-1 0 1 0 0,0 0-1 0 0,0 0 1 0 0,0 0-1 0 0,0 0 1 0 0,-1 0-1 0 0,0 0 1 0 0,0-5-1 0 0,-1-5 0 0 0,0 0 0 0 0,-1 0 1 0 0,-1 1-1 0 0,0-1 0 0 0,-1 1 0 0 0,-10-24 1 0 0,6 23 51 0 0,1 1-1 0 0,-2 0 1 0 0,0 1 0 0 0,0 0 0 0 0,-1 0 0 0 0,-20-17 0 0 0,27 25 11 0 0,3-2 105 0 0,11 2-87 0 0,19 2-23 0 0,-25 2-19 0 0,80-6 147 0 0,-35 1-237 0 0,1 2-1 0 0,-1 3 0 0 0,51 5 0 0 0,-86 0-916 0 0,-6 7-5337 0 0,-9-9 5366 0 0,0-1 1 0 0,-1 1-1 0 0,1-1 1 0 0,-1 0-1 0 0,0 1 1 0 0,1-1-1 0 0,-1 0 1 0 0,0 0-1 0 0,0 0 1 0 0,-3 4-1 0 0,-8 3-2721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5.96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27 232 3649 0 0,'-2'1'433'0'0,"0"0"0"0"0,1 1 0 0 0,-1-1-1 0 0,0 0 1 0 0,0 1 0 0 0,1-1 0 0 0,-1 1 0 0 0,1-1 0 0 0,-1 1 0 0 0,1 0 0 0 0,0 0 0 0 0,0 0 0 0 0,0 0 0 0 0,0 0 0 0 0,0 0-1 0 0,0 0 1 0 0,0 0 0 0 0,1 0 0 0 0,-1 0 0 0 0,1 0 0 0 0,0 0 0 0 0,-1 1 0 0 0,1 3 0 0 0,1-4-276 0 0,0 0-1 0 0,0 0 1 0 0,0 0 0 0 0,1 0-1 0 0,-1 0 1 0 0,0 0 0 0 0,1 0 0 0 0,-1 0-1 0 0,1 0 1 0 0,0-1 0 0 0,0 1 0 0 0,0-1-1 0 0,0 1 1 0 0,0-1 0 0 0,0 0 0 0 0,0 0-1 0 0,0 0 1 0 0,0 0 0 0 0,0 0 0 0 0,1 0-1 0 0,-1-1 1 0 0,3 1 0 0 0,9 3 45 0 0,0-1 0 0 0,0-1 0 0 0,1 0 0 0 0,-1-1 0 0 0,1-1-1 0 0,-1 0 1 0 0,29-5 0 0 0,31-10-1892 0 0,-8-7-3859 0 0,-39 4 26 0 0,-17 10 1234 0 0</inkml:trace>
  <inkml:trace contextRef="#ctx0" brushRef="#br0" timeOffset="1">363 20 2953 0 0,'-6'-20'8859'0'0,"6"20"-8742"0"0,0 37 5889 0 0,0-17-5744 0 0,3 40 441 0 0,3 1 1 0 0,17 74-1 0 0,-4-28-6069 0 0,-18-105 4923 0 0,-1 0 1 0 0,0 0 0 0 0,0 0 0 0 0,0 0 0 0 0,0 0 0 0 0,0 0 0 0 0,0 1 0 0 0,-1-1 0 0 0,1 0 0 0 0,0-1-1 0 0,-1 1 1 0 0,0 0 0 0 0,1 0 0 0 0,-1 0 0 0 0,-2 2 0 0 0,0 11-4832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6.36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19 387 9682 0 0,'-4'11'758'0'0,"0"0"-1"0"0,1 0 1 0 0,1 1-1 0 0,-1-1 0 0 0,2 1 1 0 0,0-1-1 0 0,0 1 1 0 0,1 0-1 0 0,1 0 1 0 0,0-1-1 0 0,0 1 1 0 0,5 15-1 0 0,-5-21-681 0 0,1 0-1 0 0,1 0 1 0 0,-1 0-1 0 0,1 0 1 0 0,1 0-1 0 0,-1 0 1 0 0,1-1-1 0 0,-1 0 1 0 0,2 1-1 0 0,-1-1 1 0 0,0-1-1 0 0,1 1 0 0 0,0-1 1 0 0,0 0-1 0 0,0 0 1 0 0,1 0-1 0 0,0-1 1 0 0,-1 1-1 0 0,1-1 1 0 0,0-1-1 0 0,0 1 1 0 0,1-1-1 0 0,7 2 1 0 0,-6-2-224 0 0,0-1 0 0 0,1 0 0 0 0,-1 0 1 0 0,0 0-1 0 0,0-1 0 0 0,0 0 0 0 0,0-1 1 0 0,1 0-1 0 0,-1 0 0 0 0,0-1 1 0 0,0 0-1 0 0,0 0 0 0 0,-1-1 0 0 0,1 0 1 0 0,-1 0-1 0 0,1-1 0 0 0,-1 0 0 0 0,0 0 1 0 0,6-5-1 0 0,-3 0-836 0 0,0 0 1 0 0,-1 0-1 0 0,-1 0 0 0 0,1-1 0 0 0,-2 0 1 0 0,1-1-1 0 0,-1 0 0 0 0,-1 0 1 0 0,0-1-1 0 0,-1 1 0 0 0,6-19 0 0 0,6-14-3429 0 0</inkml:trace>
  <inkml:trace contextRef="#ctx0" brushRef="#br0" timeOffset="1">378 45 8538 0 0,'-1'0'173'0'0,"0"0"0"0"0,1 0 0 0 0,-1 0 0 0 0,1 0 0 0 0,-1 0 0 0 0,1-1 0 0 0,-1 1 0 0 0,1 0 0 0 0,-1 0 0 0 0,1 0 0 0 0,-1-1 0 0 0,1 1 1 0 0,-1 0-1 0 0,1-1 0 0 0,-1 1 0 0 0,1 0 0 0 0,-1-1 0 0 0,1 1 0 0 0,0-1 0 0 0,-1 1 0 0 0,1-1 0 0 0,0 1 0 0 0,-1 0 0 0 0,1-1 0 0 0,0 1 0 0 0,0-1 0 0 0,-1 0 0 0 0,1 1 0 0 0,0-1 0 0 0,0 0 0 0 0,12-11 2278 0 0,27-3-1083 0 0,-31 13-1186 0 0,-1 1 1 0 0,0-1-1 0 0,1 2 1 0 0,-1-1-1 0 0,1 1 0 0 0,-1 0 1 0 0,1 0-1 0 0,-1 1 0 0 0,0 0 1 0 0,1 1-1 0 0,-1-1 1 0 0,0 1-1 0 0,0 1 0 0 0,0-1 1 0 0,9 5-1 0 0,-11-3-51 0 0,0 0 1 0 0,0-1-1 0 0,0 2 1 0 0,-1-1-1 0 0,0 0 1 0 0,1 1-1 0 0,-1 0 1 0 0,-1 0-1 0 0,1 0 1 0 0,-1 1-1 0 0,0-1 1 0 0,0 1-1 0 0,0-1 1 0 0,-1 1-1 0 0,0 0 1 0 0,0 0-1 0 0,-1 0 0 0 0,2 10 1 0 0,1 61 310 0 0,-5-57-1022 0 0,2-1 0 0 0,4 33 0 0 0,-4-46-398 0 0,1-1 0 0 0,-1 1 0 0 0,1-1 1 0 0,0 0-1 0 0,0 0 0 0 0,1 0 0 0 0,0 0 1 0 0,3 5-1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6.78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19 197 8298 0 0,'13'-5'7888'0'0,"24"-1"-7515"0"0,-36 5-88 0 0,79-5-514 0 0,-27 5-6204 0 0,-59 1 2576 0 0,-10 2 1321 0 0,6 7 235 0 0</inkml:trace>
  <inkml:trace contextRef="#ctx0" brushRef="#br0" timeOffset="1">80 252 1616 0 0,'-54'30'5383'0'0,"52"-30"-5170"0"0,1 1-1 0 0,-1 0 0 0 0,1 0 1 0 0,-1 0-1 0 0,1 0 1 0 0,-1 0-1 0 0,1 1 0 0 0,-1-1 1 0 0,1 0-1 0 0,0 1 0 0 0,0-1 1 0 0,0 1-1 0 0,0-1 0 0 0,0 1 1 0 0,0 0-1 0 0,0-1 0 0 0,1 1 1 0 0,-1 0-1 0 0,0 0 0 0 0,1-1 1 0 0,0 1-1 0 0,-1 0 0 0 0,1 0 1 0 0,0 0-1 0 0,0-1 0 0 0,0 1 1 0 0,0 0-1 0 0,0 0 0 0 0,1 3 1 0 0,0-4-131 0 0,0 1 0 0 0,1-1 0 0 0,-1 0 1 0 0,1 0-1 0 0,-1 0 0 0 0,1 0 1 0 0,0 0-1 0 0,0 0 0 0 0,-1 0 1 0 0,1 0-1 0 0,0 0 0 0 0,0-1 1 0 0,0 1-1 0 0,0-1 0 0 0,-1 1 1 0 0,1-1-1 0 0,0 0 0 0 0,0 0 1 0 0,0 0-1 0 0,0 0 0 0 0,0 0 1 0 0,0 0-1 0 0,3-1 0 0 0,51-9-429 0 0,-49 8 274 0 0,43-17-1818 0 0,-40 15 475 0 0,0-1 0 0 0,0 2 0 0 0,18-6 0 0 0,5 9-2961 0 0</inkml:trace>
  <inkml:trace contextRef="#ctx0" brushRef="#br0" timeOffset="2">271 0 6209 0 0,'-8'4'3697'0'0,"2"9"-1208"0"0,-1 8-625 0 0,3 4-192 0 0,0 4-223 0 0,0-1-689 0 0,2 1-296 0 0,2-2-184 0 0,0-1-112 0 0,0-1-72 0 0,2 0-96 0 0,0 0-304 0 0,0-2-472 0 0,0-2-608 0 0,2-4-769 0 0,-2 0-736 0 0,-6-7-607 0 0,6 1-1993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47.1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10 8106 0 0,'0'0'120'0'0,"0"-1"-1"0"0,0 1 1 0 0,-1 0 0 0 0,1 0 0 0 0,0 0 0 0 0,0 0-1 0 0,0 0 1 0 0,-1 0 0 0 0,1 0 0 0 0,0 0 0 0 0,0 0-1 0 0,-1 0 1 0 0,1 0 0 0 0,0 0 0 0 0,-1 0 0 0 0,1 0-1 0 0,0 0 1 0 0,0 0 0 0 0,-1 0 0 0 0,1 0 0 0 0,0 0-1 0 0,0 0 1 0 0,0 0 0 0 0,-1 0 0 0 0,1 1 0 0 0,0-1-1 0 0,0 0 1 0 0,-1 0 0 0 0,1 0 0 0 0,0 0 0 0 0,0 1-1 0 0,0-1 1 0 0,0 0 0 0 0,-1 0 0 0 0,1 0 0 0 0,0 1-1 0 0,0-1 1 0 0,0 0 0 0 0,0 0 0 0 0,0 0 0 0 0,0 1-1 0 0,0-1 1 0 0,-1 0 0 0 0,1 0 0 0 0,0 1 0 0 0,0-1-1 0 0,0 0 1 0 0,0 1 0 0 0,14 3 2078 0 0,64-12-224 0 0,-35 2-1502 0 0,0 2-1 0 0,64 3 1 0 0,-106 1-468 0 0,0 0 1 0 0,-1 0-1 0 0,1 0 1 0 0,-1 0-1 0 0,1 0 0 0 0,0 0 1 0 0,-1 0-1 0 0,1 0 1 0 0,-1 0-1 0 0,1 1 1 0 0,0-1-1 0 0,-1 0 0 0 0,1 0 1 0 0,-1 0-1 0 0,1 1 1 0 0,-1-1-1 0 0,1 0 1 0 0,-1 0-1 0 0,1 1 0 0 0,-1-1 1 0 0,1 1-1 0 0,-1-1 1 0 0,1 0-1 0 0,-1 1 1 0 0,0-1-1 0 0,1 1 0 0 0,-1-1 1 0 0,0 1-1 0 0,1-1 1 0 0,-1 1-1 0 0,0-1 1 0 0,0 1-1 0 0,1 0 0 0 0,-1-1 1 0 0,0 1-1 0 0,0-1 1 0 0,0 1-1 0 0,0-1 1 0 0,0 1-1 0 0,0 0 0 0 0,0-1 1 0 0,0 1-1 0 0,0-1 1 0 0,0 1-1 0 0,0 0 1 0 0,0-1-1 0 0,0 1 0 0 0,0-1 1 0 0,-1 1-1 0 0,1-1 1 0 0,0 1-1 0 0,0 0 1 0 0,-1-1-1 0 0,1 1 0 0 0,0-1 1 0 0,-1 1-1 0 0,1-1 1 0 0,-1 0-1 0 0,1 1 1 0 0,0-1-1 0 0,-1 1 0 0 0,1-1 1 0 0,-1 0-1 0 0,1 1 1 0 0,-1-1-1 0 0,-35 34 73 0 0,32-31-63 0 0,-26 21 109 0 0,11-10-31 0 0,1 1 0 0 0,-29 31-1 0 0,44-42-81 0 0,0 0 1 0 0,-1 0-1 0 0,2-1 0 0 0,-1 2 0 0 0,0-1 0 0 0,1 0 0 0 0,0 0 0 0 0,0 1 1 0 0,0-1-1 0 0,1 1 0 0 0,-1 0 0 0 0,1-1 0 0 0,0 1 0 0 0,0 0 0 0 0,1 0 1 0 0,-1 0-1 0 0,1 0 0 0 0,1 0 0 0 0,0 6 0 0 0,-1-9 15 0 0,1 1 0 0 0,-1-1-1 0 0,1 1 1 0 0,0-1 0 0 0,0 0 0 0 0,0 1 0 0 0,1-1-1 0 0,-1 0 1 0 0,0 0 0 0 0,1 0 0 0 0,0 0 0 0 0,-1 0 0 0 0,1 0-1 0 0,0 0 1 0 0,0-1 0 0 0,0 1 0 0 0,0-1 0 0 0,0 1-1 0 0,0-1 1 0 0,5 2 0 0 0,-2-1 39 0 0,1 0 0 0 0,0 0 1 0 0,-1-1-1 0 0,1 0 0 0 0,0 0 0 0 0,0-1 1 0 0,0 0-1 0 0,10-1 0 0 0,7-1-33 0 0,-1-2-1 0 0,0-1 1 0 0,36-13 0 0 0,-49 15-214 0 0,67-27-3953 0 0,-32 1-3748 0 0,-28 15 1847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3.0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366 226 4785 0 0,'6'-32'2679'0'0,"-3"22"-1731"0"0,-1 0 0 0 0,-1-1 1 0 0,1 1-1 0 0,-2-21 0 0 0,-1 26-802 0 0,0 0 0 0 0,0 0 0 0 0,0 0 0 0 0,-1 0 0 0 0,1 1 0 0 0,-1-1 0 0 0,-1 0 0 0 0,1 1 0 0 0,-1 0 0 0 0,1-1 0 0 0,-1 1 0 0 0,-1 0-1 0 0,-5-6 1 0 0,4 5-92 0 0,-1 0-1 0 0,1 0 0 0 0,-1 1 1 0 0,0 0-1 0 0,0 0 0 0 0,-1 0 0 0 0,1 0 1 0 0,-1 1-1 0 0,0 1 0 0 0,0-1 0 0 0,0 1 1 0 0,0 0-1 0 0,0 0 0 0 0,-1 1 1 0 0,1 0-1 0 0,0 0 0 0 0,-1 1 0 0 0,1 0 1 0 0,-1 0-1 0 0,1 1 0 0 0,0 0 1 0 0,-1 0-1 0 0,1 1 0 0 0,0 0 0 0 0,0 0 1 0 0,-11 5-1 0 0,8-3-18 0 0,1 1-1 0 0,0 0 1 0 0,0 0-1 0 0,0 1 1 0 0,1 0 0 0 0,-1 0-1 0 0,1 1 1 0 0,1 0 0 0 0,-1 0-1 0 0,1 1 1 0 0,1 0-1 0 0,0 1 1 0 0,0-1 0 0 0,0 1-1 0 0,1 0 1 0 0,0 0 0 0 0,1 1-1 0 0,-5 13 1 0 0,6-12-22 0 0,1-1 1 0 0,0 1 0 0 0,1 0-1 0 0,0 0 1 0 0,0-1 0 0 0,1 1-1 0 0,1 0 1 0 0,0 0 0 0 0,0 0-1 0 0,1 0 1 0 0,1-1 0 0 0,-1 1-1 0 0,2-1 1 0 0,-1 0 0 0 0,2 0-1 0 0,-1 0 1 0 0,1 0 0 0 0,1-1-1 0 0,-1 0 1 0 0,2 0 0 0 0,-1 0-1 0 0,1-1 1 0 0,1 0 0 0 0,14 13-1 0 0,12 6 33 0 0,2-1 0 0 0,1-1 0 0 0,1-3 0 0 0,68 31 0 0 0,-87-44-26 0 0,-10-5 19 0 0,36 20 81 0 0,-43-23-87 0 0,0 0 0 0 0,0 1 0 0 0,0-1 0 0 0,0 1 0 0 0,0-1 0 0 0,-1 1 0 0 0,1 0 0 0 0,0-1 0 0 0,-1 1 0 0 0,1 0 0 0 0,-1 0 0 0 0,0 0 0 0 0,0 0 0 0 0,1 0 0 0 0,-1 1 0 0 0,1 3 0 0 0,-2-4 2 0 0,-1-1 0 0 0,1 1 0 0 0,-1 0 0 0 0,1 0 0 0 0,-1-1 0 0 0,0 1 0 0 0,1 0 0 0 0,-1-1 0 0 0,0 1 0 0 0,0-1 1 0 0,0 1-1 0 0,0-1 0 0 0,-1 1 0 0 0,1-1 0 0 0,0 0 0 0 0,-1 1 0 0 0,1-1 0 0 0,0 0 0 0 0,-1 0 0 0 0,-2 1 0 0 0,-38 22 260 0 0,35-20-239 0 0,-96 45 241 0 0,90-44-864 0 0,0 0 0 0 0,-1-1-1 0 0,1-1 1 0 0,-1 0-1 0 0,1-1 1 0 0,-17 1 0 0 0,28-3 109 0 0,-1 0 1 0 0,1 0 0 0 0,0 0 0 0 0,0 0-1 0 0,-1-1 1 0 0,1 1 0 0 0,0-1 0 0 0,0 0 0 0 0,0 1-1 0 0,0-1 1 0 0,-1 0 0 0 0,-1-2 0 0 0,-7-7-5203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3.4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0 234 7658 0 0,'19'-8'7872'0'0,"23"6"-5504"0"0,-16 2-1597 0 0,164-17-176 0 0,-62 9-2949 0 0,-45 3-2028 0 0,-14-3-4588 0 0,-55 4 6004 0 0</inkml:trace>
  <inkml:trace contextRef="#ctx0" brushRef="#br0" timeOffset="1">450 7 3041 0 0,'0'-1'214'0'0,"0"1"0"0"0,-1-1 0 0 0,1 1 0 0 0,0 0 1 0 0,-1-1-1 0 0,1 1 0 0 0,-1-1 0 0 0,1 1 0 0 0,-1 0 1 0 0,1-1-1 0 0,-1 1 0 0 0,1 0 0 0 0,-1 0 0 0 0,1-1 1 0 0,-1 1-1 0 0,1 0 0 0 0,-1 0 0 0 0,1 0 0 0 0,-1 0 1 0 0,0 0-1 0 0,1 0 0 0 0,-1 0 0 0 0,1 0 0 0 0,-1 0 1 0 0,1 0-1 0 0,-1 0 0 0 0,0 0 0 0 0,1 0 0 0 0,-1 0 1 0 0,1 0-1 0 0,-2 1 0 0 0,-8 17 3184 0 0,0 37-1053 0 0,9-47-1590 0 0,-6 47 505 0 0,2-1 0 0 0,3 80 0 0 0,3-111-1561 0 0,2 0-1 0 0,1-1 1 0 0,8 32-1 0 0,-8-42-525 0 0,1 1 0 0 0,0-1 0 0 0,1 0 0 0 0,0 0 0 0 0,0 0 0 0 0,16 19-1 0 0,10-2-5361 0 0,-15-19 1521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3.9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115 27 6465 0 0,'-2'0'244'0'0,"0"-1"-1"0"0,1 1 0 0 0,-1-1 0 0 0,0 1 1 0 0,0 0-1 0 0,0 0 0 0 0,0-1 0 0 0,1 1 1 0 0,-1 1-1 0 0,0-1 0 0 0,0 0 0 0 0,0 0 0 0 0,0 1 1 0 0,1-1-1 0 0,-1 1 0 0 0,0-1 0 0 0,0 1 1 0 0,1 0-1 0 0,-1 0 0 0 0,-1 0 0 0 0,-1 2 131 0 0,0 0 0 0 0,0 0 0 0 0,0 1 0 0 0,1-1 0 0 0,-1 1 0 0 0,1 0 0 0 0,-4 6 0 0 0,0 0 91 0 0,1 1 1 0 0,0 0-1 0 0,1 0 0 0 0,0 1 1 0 0,-4 17-1 0 0,7-23-428 0 0,1-1 0 0 0,1 0 0 0 0,-1 1 0 0 0,1-1 0 0 0,0 0 0 0 0,0 1 0 0 0,1-1 1 0 0,-1 1-1 0 0,1-1 0 0 0,0 0 0 0 0,1 0 0 0 0,-1 1 0 0 0,1-1 0 0 0,0 0 0 0 0,0 0 0 0 0,1-1 0 0 0,0 1 0 0 0,0 0 0 0 0,0-1 0 0 0,0 0 0 0 0,5 6 0 0 0,-5-8-81 0 0,0 1-1 0 0,0-1 0 0 0,0 0 0 0 0,0 0 0 0 0,0 0 0 0 0,1 0 0 0 0,-1 0 0 0 0,1-1 0 0 0,-1 1 0 0 0,1-1 1 0 0,0 0-1 0 0,-1 0 0 0 0,1-1 0 0 0,0 1 0 0 0,0-1 0 0 0,-1 0 0 0 0,1 0 0 0 0,0 0 0 0 0,0 0 0 0 0,-1-1 0 0 0,1 1 1 0 0,0-1-1 0 0,0 0 0 0 0,-1 0 0 0 0,1-1 0 0 0,-1 1 0 0 0,1-1 0 0 0,-1 1 0 0 0,0-1 0 0 0,0 0 0 0 0,4-3 1 0 0,-1 0-75 0 0,0-1 0 0 0,0 1 1 0 0,0-1-1 0 0,-1 0 1 0 0,0-1-1 0 0,0 1 0 0 0,-1-1 1 0 0,0 0-1 0 0,0 0 1 0 0,0-1-1 0 0,-1 1 0 0 0,0-1 1 0 0,-1 0-1 0 0,1 1 1 0 0,1-17-1 0 0,-2 17 213 0 0,-1-1 1 0 0,0 1-1 0 0,-1 0 0 0 0,0-1 0 0 0,0 1 0 0 0,0 0 1 0 0,-1-1-1 0 0,0 1 0 0 0,-1 0 0 0 0,1 0 1 0 0,-2 0-1 0 0,1 0 0 0 0,-1 0 0 0 0,0 0 1 0 0,0 0-1 0 0,0 1 0 0 0,-9-11 0 0 0,12 16-42 0 0,0 1 0 0 0,0-1 0 0 0,-1 1 0 0 0,1-1 1 0 0,0 1-1 0 0,0-1 0 0 0,-1 1 0 0 0,1 0 0 0 0,-1-1 0 0 0,1 1 0 0 0,0-1 0 0 0,-1 1 0 0 0,1 0 0 0 0,-1-1 0 0 0,1 1 0 0 0,-1 0 0 0 0,1 0 0 0 0,-1-1 1 0 0,1 1-1 0 0,-1 0 0 0 0,1 0 0 0 0,-1 0 0 0 0,1 0 0 0 0,-1-1 0 0 0,1 1 0 0 0,-1 0 0 0 0,1 0 0 0 0,-1 0 0 0 0,1 0 0 0 0,-1 0 0 0 0,0 1 0 0 0,1-1 0 0 0,-1 0 1 0 0,1 0-1 0 0,-1 0 0 0 0,1 0 0 0 0,-1 0 0 0 0,1 1 0 0 0,-1-1 0 0 0,1 0 0 0 0,-1 1 0 0 0,0-1 0 0 0,-7 29 1123 0 0,8 37-89 0 0,3-55-1036 0 0,0 1 0 0 0,1-1 0 0 0,1 0-1 0 0,0-1 1 0 0,0 1 0 0 0,1-1 0 0 0,0 0 0 0 0,1 0 0 0 0,14 15 0 0 0,-17-20-323 0 0,0-1 1 0 0,0 1-1 0 0,1-1 0 0 0,-1 0 1 0 0,1 0-1 0 0,0 0 0 0 0,1 0 1 0 0,-1-1-1 0 0,0 0 0 0 0,1 0 1 0 0,0-1-1 0 0,0 0 0 0 0,0 0 0 0 0,0 0 1 0 0,0 0-1 0 0,0-1 0 0 0,0 0 1 0 0,1-1-1 0 0,10 1 0 0 0,-13-2-88 0 0,-1 0 0 0 0,-1 0 0 0 0,1 0 0 0 0,0 0 0 0 0,0-1 0 0 0,0 1 0 0 0,-1-1 0 0 0,1 0 0 0 0,-1 0 0 0 0,1 0 0 0 0,-1 0 0 0 0,0 0 0 0 0,1 0 0 0 0,-1-1 0 0 0,0 1 0 0 0,-1-1 0 0 0,1 1 0 0 0,0-1 0 0 0,-1 0 0 0 0,0 0 0 0 0,1 0-1 0 0,-1 0 1 0 0,0 0 0 0 0,-1 0 0 0 0,1 0 0 0 0,0 0 0 0 0,-1 0 0 0 0,1-5 0 0 0,1-13-347 0 0,-1 1-1 0 0,-1-1 1 0 0,-2-24 0 0 0,1 30 785 0 0,1 13 251 0 0,-1-1 0 0 0,1 0 0 0 0,0 1 1 0 0,-1-1-1 0 0,0 0 0 0 0,1 1 1 0 0,-1-1-1 0 0,0 1 0 0 0,-1-1 0 0 0,1 1 1 0 0,-2-3-1 0 0,3 5-243 0 0,0-1 0 0 0,0 1 1 0 0,0 0-1 0 0,0 0 0 0 0,-1 0 0 0 0,1 0 1 0 0,0 0-1 0 0,0-1 0 0 0,0 1 0 0 0,0 0 1 0 0,0 0-1 0 0,0 0 0 0 0,-1 0 1 0 0,1 0-1 0 0,0 0 0 0 0,0 0 0 0 0,0 0 1 0 0,0 0-1 0 0,-1 0 0 0 0,1 0 0 0 0,0 0 1 0 0,0 0-1 0 0,0 0 0 0 0,-1 0 0 0 0,1 0 1 0 0,0 0-1 0 0,0 0 0 0 0,0 0 0 0 0,0 0 1 0 0,-1 0-1 0 0,1 0 0 0 0,0 0 0 0 0,0 0 1 0 0,0 0-1 0 0,0 0 0 0 0,-1 0 0 0 0,1 0 1 0 0,0 0-1 0 0,0 0 0 0 0,0 1 1 0 0,0-1-1 0 0,0 0 0 0 0,-1 0 0 0 0,1 0 1 0 0,0 0-1 0 0,0 0 0 0 0,0 1 0 0 0,-4 19 2311 0 0,3-3-1524 0 0,1-1-1 0 0,1 1 0 0 0,0-1 1 0 0,5 20-1 0 0,1-11-430 0 0,0-1 1 0 0,1 0-1 0 0,23 44 1 0 0,-32-74-355 0 0,0 1 1 0 0,0-1 0 0 0,1 0-1 0 0,0 0 1 0 0,0 1 0 0 0,0-1-1 0 0,2-6 1 0 0,-1 0-26 0 0,-1 3-31 0 0,1 0 0 0 0,0 0 1 0 0,0 0-1 0 0,1 0 0 0 0,0 0 1 0 0,1 0-1 0 0,0 0 0 0 0,0 1 1 0 0,1 0-1 0 0,0-1 0 0 0,1 1 1 0 0,-1 1-1 0 0,2-1 1 0 0,-1 1-1 0 0,13-14 0 0 0,-12 16-374 0 0,1-1-1 0 0,0 1 1 0 0,0 1-1 0 0,0-1 1 0 0,1 1-1 0 0,15-6 1 0 0,-11 6-1504 0 0,0 0 1 0 0,1 1-1 0 0,-1 1 0 0 0,24-2 1 0 0,-21 4-3791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4.5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157 13 5289 0 0,'0'0'216'0'0,"0"-1"0"0"0,0 0 0 0 0,-1 1 0 0 0,1-1-1 0 0,0 1 1 0 0,0-1 0 0 0,-1 0 0 0 0,1 1 0 0 0,-1-1 0 0 0,1 1 0 0 0,0-1-1 0 0,-1 1 1 0 0,1-1 0 0 0,-1 1 0 0 0,1-1 0 0 0,-1 1 0 0 0,1 0-1 0 0,-1-1 1 0 0,0 1 0 0 0,1-1 0 0 0,-1 1 0 0 0,1 0 0 0 0,-1 0 0 0 0,0 0-1 0 0,1-1 1 0 0,-1 1 0 0 0,0 0 0 0 0,1 0 0 0 0,-1 0 0 0 0,0 0 0 0 0,1 0-1 0 0,-1 0 1 0 0,0 0 0 0 0,0 0 0 0 0,-1 1 56 0 0,0 0 0 0 0,1 0 0 0 0,-1 1 0 0 0,1-1 0 0 0,-1 0 0 0 0,1 1 0 0 0,-1-1 1 0 0,1 1-1 0 0,0-1 0 0 0,0 1 0 0 0,-2 3 0 0 0,-25 57 1372 0 0,26-58-1272 0 0,-23 62 928 0 0,-24 99-1 0 0,43-137-1505 0 0,2 1-1 0 0,-2 37 0 0 0,6-49-725 0 0,1 0-1 0 0,0 0 1 0 0,1 0-1 0 0,8 32 1 0 0,-7-33-3741 0 0,-10-21 351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4.9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1 100 8554 0 0,'1'4'587'0'0,"-1"0"0"0"0,1-1 0 0 0,0 1 0 0 0,1 0 0 0 0,-1-1 0 0 0,1 1 0 0 0,-1 0 0 0 0,1-1 0 0 0,0 0 0 0 0,1 0 1 0 0,-1 1-1 0 0,0-1 0 0 0,1-1 0 0 0,4 5 0 0 0,0 1-237 0 0,2-1 1 0 0,-1 0-1 0 0,18 11 0 0 0,-7-8-450 0 0,0-1 0 0 0,1 0 0 0 0,20 5 0 0 0,15-2-2887 0 0,-6-12-4267 0 0,-33-2 2047 0 0</inkml:trace>
  <inkml:trace contextRef="#ctx0" brushRef="#br0" timeOffset="1">112 90 5665 0 0,'-6'2'4017'0'0,"4"4"-2337"0"0,4-2-519 0 0,7 0-129 0 0,7-6-184 0 0,3-2-464 0 0,2-4-136 0 0,4 1-144 0 0,5-3-176 0 0,2-1-288 0 0,3-1-360 0 0,-1 1-408 0 0,-1-1-465 0 0,-3 1-503 0 0,-5 1-441 0 0,-2 3-1968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5.3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200 0 5977 0 0,'0'10'5050'0'0,"0"34"-3069"0"0,13 200-182 0 0,6-83-7296 0 0,-18-133 1368 0 0,2-19 668 0 0</inkml:trace>
  <inkml:trace contextRef="#ctx0" brushRef="#br0" timeOffset="1">96 479 2553 0 0,'-14'16'2055'0'0,"1"1"0"0"0,1 1 0 0 0,-20 35 0 0 0,30-49-1901 0 0,-1 0 1 0 0,1 1-1 0 0,0-1 1 0 0,0 0-1 0 0,1 1 1 0 0,0-1-1 0 0,-1 1 1 0 0,2 0-1 0 0,-1 0 1 0 0,0-1 0 0 0,1 1-1 0 0,0 0 1 0 0,0 0-1 0 0,0-1 1 0 0,1 1-1 0 0,0 0 1 0 0,-1 0-1 0 0,2-1 1 0 0,-1 1 0 0 0,1-1-1 0 0,-1 1 1 0 0,1-1-1 0 0,5 8 1 0 0,-4-9-98 0 0,0 0 1 0 0,1 0-1 0 0,-1-1 1 0 0,1 1-1 0 0,0-1 1 0 0,0 0-1 0 0,0 0 1 0 0,0 0-1 0 0,0 0 1 0 0,0-1-1 0 0,0 0 1 0 0,0 0-1 0 0,1 0 1 0 0,-1 0-1 0 0,1-1 1 0 0,-1 1-1 0 0,0-1 1 0 0,1 0-1 0 0,-1-1 1 0 0,1 1-1 0 0,-1-1 1 0 0,0 0-1 0 0,1 0 1 0 0,-1 0-1 0 0,5-3 1 0 0,-2 3 26 0 0,0-1 0 0 0,-1-1 0 0 0,0 1 1 0 0,1-1-1 0 0,-1 0 0 0 0,0-1 0 0 0,-1 0 0 0 0,1 1 0 0 0,-1-2 1 0 0,1 1-1 0 0,-1-1 0 0 0,-1 1 0 0 0,1-2 0 0 0,0 1 1 0 0,6-11-1 0 0,-11 15-45 0 0,1 0 0 0 0,-1-1 0 0 0,1 1 1 0 0,-1 0-1 0 0,1 0 0 0 0,-1-1 0 0 0,0 1 1 0 0,0 0-1 0 0,0-1 0 0 0,0 1 0 0 0,0 0 1 0 0,0 0-1 0 0,0-1 0 0 0,0 1 0 0 0,-1 0 0 0 0,1-1 1 0 0,0 1-1 0 0,-1 0 0 0 0,1 0 0 0 0,-1 0 1 0 0,1-1-1 0 0,-1 1 0 0 0,0-1 0 0 0,-2-1 14 0 0,1 1-1 0 0,0-1 1 0 0,-1 1-1 0 0,1 0 1 0 0,-1 0-1 0 0,0 0 0 0 0,0 0 1 0 0,-5-3-1 0 0,-6-1 3 0 0,0 0-1 0 0,0 1 0 0 0,-16-3 1 0 0,25 7-47 0 0,-25-6-240 0 0,19 6-426 0 0,1-1-1 0 0,0-1 1 0 0,0 0-1 0 0,1 0 1 0 0,-1-1-1 0 0,-15-8 1 0 0,24 11 299 0 0,0 0 0 0 0,0 0 1 0 0,0 1-1 0 0,1-1 1 0 0,-1 0-1 0 0,0 0 0 0 0,1 0 1 0 0,-1 0-1 0 0,1-1 1 0 0,-1 1-1 0 0,1 0 0 0 0,-1 0 1 0 0,1 0-1 0 0,0 0 0 0 0,0 0 1 0 0,-1-1-1 0 0,1 1 1 0 0,0 0-1 0 0,0 0 0 0 0,0-2 1 0 0,5-5-4001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5.7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1 7946 0 0,'-2'0'4485'0'0,"3"12"-1586"0"0,8 36-1257 0 0,2 15-4755 0 0,-5-11-3583 0 0,-6-40 2054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6.18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41 4305 0 0,'-11'0'7210'0'0,"24"-1"-4972"0"0,30-1-1591 0 0,-29-1-433 0 0,229-30 1794 0 0,-242 32-1995 0 0,-1 1 0 0 0,0 0 0 0 0,1 0-1 0 0,-1 0 1 0 0,1 0 0 0 0,-1 0 0 0 0,0 0 0 0 0,1 0 0 0 0,-1 0-1 0 0,0-1 1 0 0,1 1 0 0 0,-1 0 0 0 0,1 1 0 0 0,-1-1-1 0 0,0 0 1 0 0,1 0 0 0 0,-1 0 0 0 0,0 0 0 0 0,1 0 0 0 0,-1 0-1 0 0,0 0 1 0 0,1 0 0 0 0,-1 1 0 0 0,0-1 0 0 0,1 0-1 0 0,-1 0 1 0 0,0 1 0 0 0,1-1 0 0 0,-1 0 0 0 0,0 0 0 0 0,0 1-1 0 0,1-1 1 0 0,-1 0 0 0 0,0 1 0 0 0,0-1 0 0 0,1 0-1 0 0,-1 1 1 0 0,0-1 0 0 0,0 0 0 0 0,0 1 0 0 0,-10 15 342 0 0,-37 24 4 0 0,35-31-293 0 0,-1 3-43 0 0,0 1 0 0 0,0 0 0 0 0,1 0 0 0 0,1 1 1 0 0,-13 21-1 0 0,20-30-24 0 0,1 1-1 0 0,0-1 1 0 0,0 1 0 0 0,1 0 0 0 0,-1-1 0 0 0,1 1 0 0 0,1 0 0 0 0,-1 1-1 0 0,1-1 1 0 0,0 0 0 0 0,0 0 0 0 0,1 0 0 0 0,0 1 0 0 0,0-1 0 0 0,0 0 0 0 0,1 1-1 0 0,0-1 1 0 0,3 11 0 0 0,-3-14-8 0 0,1 1 1 0 0,0-1-1 0 0,0 0 0 0 0,1 0 0 0 0,-1 0 1 0 0,0 0-1 0 0,1 0 0 0 0,0 0 0 0 0,0-1 1 0 0,0 0-1 0 0,0 1 0 0 0,0-1 0 0 0,0 0 1 0 0,1 0-1 0 0,-1-1 0 0 0,1 1 0 0 0,-1-1 0 0 0,1 1 1 0 0,-1-1-1 0 0,1 0 0 0 0,0-1 0 0 0,0 1 1 0 0,0 0-1 0 0,-1-1 0 0 0,1 0 0 0 0,0 0 1 0 0,0 0-1 0 0,0-1 0 0 0,0 1 0 0 0,-1-1 1 0 0,7-2-1 0 0,-5 2-19 0 0,-1 0 1 0 0,0 0-1 0 0,0 0 1 0 0,0 0-1 0 0,0-1 1 0 0,0 0-1 0 0,0 0 1 0 0,-1 0-1 0 0,1 0 0 0 0,-1-1 1 0 0,1 1-1 0 0,-1-1 1 0 0,0 0-1 0 0,0 0 1 0 0,0 0-1 0 0,0 0 1 0 0,0-1-1 0 0,-1 1 1 0 0,0-1-1 0 0,1 0 1 0 0,-1 1-1 0 0,-1-1 1 0 0,1 0-1 0 0,-1 0 0 0 0,1 0 1 0 0,-1 0-1 0 0,0-1 1 0 0,0-5-1 0 0,-1-1 126 0 0,-2 0 0 0 0,0 0 0 0 0,0 0 0 0 0,-1 1 0 0 0,0-1 0 0 0,-1 1 0 0 0,0 0 0 0 0,0 0 0 0 0,-2 0 0 0 0,1 0 0 0 0,-1 1 0 0 0,0 0 0 0 0,-1 0 0 0 0,-8-8 0 0 0,7 6 301 0 0,8 11-382 0 0,0 0-1 0 0,0 0 1 0 0,-1 0 0 0 0,1-1 0 0 0,0 1 0 0 0,0 0 0 0 0,0 0 0 0 0,0 0 0 0 0,0-1 0 0 0,0 1 0 0 0,-1 0-1 0 0,1 0 1 0 0,0-1 0 0 0,0 1 0 0 0,0 0 0 0 0,0 0 0 0 0,0-1 0 0 0,0 1 0 0 0,0 0 0 0 0,0 0-1 0 0,0-1 1 0 0,0 1 0 0 0,0 0 0 0 0,0 0 0 0 0,0-1 0 0 0,0 1 0 0 0,0 0 0 0 0,1 0 0 0 0,-1-1 0 0 0,0 1-1 0 0,0 0 1 0 0,0 0 0 0 0,0 0 0 0 0,0-1 0 0 0,0 1 0 0 0,1 0 0 0 0,-1 0 0 0 0,0 0 0 0 0,0-1-1 0 0,0 1 1 0 0,1 0 0 0 0,-1 0 0 0 0,0 0 0 0 0,1 0 0 0 0,16-5 338 0 0,21 6-14 0 0,-37-1-300 0 0,78 0-147 0 0,98-10-1 0 0,-143 7-1015 0 0,-21 3-4160 0 0,-32 17-1195 0 0,-41 9 6092 0 0,-15-1 1663 0 0,48-17 908 0 0,-1 2 0 0 0,-49 24-1 0 0,77-34-2158 0 0,0 0-1 0 0,0 0 0 0 0,0 0 0 0 0,-1 0 0 0 0,1 0 0 0 0,0 0 0 0 0,0 0 0 0 0,0 0 0 0 0,0 0 0 0 0,-1 0 0 0 0,1 0 0 0 0,0 0 0 0 0,0 0 0 0 0,0 0 0 0 0,0 0 0 0 0,0 1 0 0 0,-1-1 0 0 0,1 0 0 0 0,0 0 0 0 0,0 0 0 0 0,0 0 0 0 0,0 0 1 0 0,0 0-1 0 0,0 1 0 0 0,0-1 0 0 0,0 0 0 0 0,0 0 0 0 0,-1 0 0 0 0,1 0 0 0 0,0 0 0 0 0,0 1 0 0 0,0-1 0 0 0,0 0 0 0 0,0 0 0 0 0,0 0 0 0 0,0 0 0 0 0,0 1 0 0 0,0-1 0 0 0,0 0 0 0 0,0 0 0 0 0,0 0 0 0 0,0 0 0 0 0,0 0 0 0 0,0 1 1 0 0,0-1-1 0 0,0 0 0 0 0,1 0 0 0 0,-1 0 0 0 0,0 0 0 0 0,0 1 0 0 0,0-1 0 0 0,0 0 0 0 0,0 0 0 0 0,0 0 0 0 0,0 0 0 0 0,0 0 0 0 0,1 0 0 0 0,-1 0 0 0 0,0 1 0 0 0,0-1 0 0 0,0 0 0 0 0,0 0 0 0 0,0 0 0 0 0,1 0 0 0 0,17 4 589 0 0,20-2-350 0 0,148-20-378 0 0,-62 0-4964 0 0,-122 18 4782 0 0,0 0-46 0 0,0 0-1 0 0,0-1 1 0 0,0 1 0 0 0,-1 0 0 0 0,1-1 0 0 0,0 1 0 0 0,0-1-1 0 0,0 0 1 0 0,-1 1 0 0 0,1-1 0 0 0,0 0 0 0 0,-1 0 0 0 0,1 0-1 0 0,-1 0 1 0 0,1-1 0 0 0,1 0 0 0 0,1-4-3515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6.57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5 4273 0 0,'0'0'172'0'0,"0"-1"1"0"0,0 1-1 0 0,-1 0 1 0 0,1-1-1 0 0,0 1 1 0 0,0 0-1 0 0,-1 0 0 0 0,1-1 1 0 0,0 1-1 0 0,-1 0 1 0 0,1 0-1 0 0,0-1 1 0 0,-1 1-1 0 0,1 0 1 0 0,0 0-1 0 0,-1 0 0 0 0,1 0 1 0 0,0 0-1 0 0,-1 0 1 0 0,1-1-1 0 0,-1 1 1 0 0,1 0-1 0 0,0 0 1 0 0,-1 0-1 0 0,1 0 0 0 0,0 0 1 0 0,-1 0-1 0 0,1 1 1 0 0,-1-1-1 0 0,1 0 1 0 0,0 0-1 0 0,-1 0 1 0 0,1 0-1 0 0,0 0 0 0 0,-1 0 1 0 0,1 1-1 0 0,0-1 1 0 0,-1 0-1 0 0,1 0 1 0 0,-1 1-1 0 0,-6 18 2473 0 0,2 27-1382 0 0,5-45-1139 0 0,-1 39 189 0 0,2 0-1 0 0,2 1 1 0 0,12 59 0 0 0,-9-71-2398 0 0,2 1-1 0 0,22 51 1 0 0,-23-56-2820 0 0,-4-15 1192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9:56.9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115 0 3641 0 0,'-8'4'546'0'0,"0"-1"0"0"0,0 1 0 0 0,1 0 0 0 0,-1 1 0 0 0,1-1 0 0 0,0 1 0 0 0,0 1 0 0 0,1 0 0 0 0,-1 0 0 0 0,1 0 0 0 0,0 0 1 0 0,1 1-1 0 0,-8 12 0 0 0,11-16-432 0 0,0 1 0 0 0,1-1 1 0 0,0 1-1 0 0,-1-1 1 0 0,1 1-1 0 0,0 0 0 0 0,1 0 1 0 0,-1-1-1 0 0,1 1 1 0 0,-1 0-1 0 0,1 0 0 0 0,0 0 1 0 0,1 0-1 0 0,-1-1 1 0 0,1 1-1 0 0,-1 0 0 0 0,1 0 1 0 0,0-1-1 0 0,1 1 0 0 0,-1 0 1 0 0,0-1-1 0 0,1 1 1 0 0,0-1-1 0 0,0 0 0 0 0,0 0 1 0 0,0 1-1 0 0,1-1 1 0 0,-1-1-1 0 0,1 1 0 0 0,0 0 1 0 0,0-1-1 0 0,5 4 1 0 0,-2-1-2 0 0,0-1 1 0 0,0 0 0 0 0,1-1 0 0 0,0 1 0 0 0,0-1-1 0 0,0-1 1 0 0,0 1 0 0 0,0-1 0 0 0,0 0 0 0 0,1-1-1 0 0,-1 0 1 0 0,0 0 0 0 0,1 0 0 0 0,13-2 0 0 0,-11 1 15 0 0,-1-1-1 0 0,0-1 1 0 0,0 0 0 0 0,0 0 0 0 0,0 0-1 0 0,0-1 1 0 0,0-1 0 0 0,0 1 0 0 0,-1-1 0 0 0,0-1-1 0 0,12-7 1 0 0,-18 10-76 0 0,0 1-1 0 0,0-1 0 0 0,0 1 1 0 0,-1-1-1 0 0,1 0 0 0 0,0 0 1 0 0,-1 0-1 0 0,1 0 1 0 0,-1 0-1 0 0,0 0 0 0 0,0 0 1 0 0,0 0-1 0 0,0 0 0 0 0,0-1 1 0 0,0 1-1 0 0,0 0 0 0 0,-1-1 1 0 0,1 1-1 0 0,-1-1 0 0 0,0 1 1 0 0,0 0-1 0 0,0-1 1 0 0,0 1-1 0 0,0-1 0 0 0,0 1 1 0 0,-1-1-1 0 0,1 1 0 0 0,-1 0 1 0 0,1-1-1 0 0,-1 1 0 0 0,0 0 1 0 0,0 0-1 0 0,0-1 1 0 0,0 1-1 0 0,-1 0 0 0 0,1 0 1 0 0,-1 0-1 0 0,1 0 0 0 0,-4-3 1 0 0,-1-1-4 0 0,1 0 1 0 0,-1 0 0 0 0,-1 1-1 0 0,1-1 1 0 0,-1 1 0 0 0,0 1-1 0 0,0-1 1 0 0,-1 1 0 0 0,1 1-1 0 0,-11-5 1 0 0,4 4-160 0 0,-1 1 1 0 0,0 0-1 0 0,1 1 0 0 0,-23-1 1 0 0,-28 10-5613 0 0,42-7-1110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25.2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4089 1526 2072 0 0,'-78'17'5020'0'0,"-136"11"-1"0"0,193-26-4632 0 0,-507 32 2950 0 0,86-9-1857 0 0,-122 1 158 0 0,148-13-1307 0 0,54 1-91 0 0,263-14-140 0 0,-507-16 619 0 0,572 11-577 0 0,0-1-1 0 0,1-1 1 0 0,-1-2 0 0 0,1-2-1 0 0,1-1 1 0 0,0-1 0 0 0,-30-18 0 0 0,-6-8 258 0 0,-124-94 1 0 0,175 119-356 0 0,0-1 0 0 0,1-1-1 0 0,1-1 1 0 0,0 0 0 0 0,1-1-1 0 0,1-1 1 0 0,1 0 0 0 0,1 0-1 0 0,1-1 1 0 0,0-1 0 0 0,-12-38 0 0 0,13 30 11 0 0,2-2 1 0 0,1 1 0 0 0,1-1-1 0 0,2 1 1 0 0,1-1 0 0 0,1 0 0 0 0,2 0-1 0 0,4-34 1 0 0,0 39-51 0 0,0 1 0 0 0,1-1 0 0 0,2 1-1 0 0,0 0 1 0 0,2 0 0 0 0,1 1 0 0 0,0 1 0 0 0,2 0 0 0 0,1 0 0 0 0,1 1 0 0 0,0 1-1 0 0,2 1 1 0 0,0 0 0 0 0,2 1 0 0 0,0 1 0 0 0,1 1 0 0 0,0 0 0 0 0,2 2-1 0 0,34-20 1 0 0,51-20-1 0 0,2 5-1 0 0,2 4 1 0 0,2 5-1 0 0,1 5 1 0 0,231-40-1 0 0,602-10 168 0 0,-312 115-167 0 0,-468-14 37 0 0,226 28 107 0 0,-307-29-116 0 0,-1 4 0 0 0,127 45 0 0 0,-156-41-3 0 0,-1 2 0 0 0,-2 2 0 0 0,0 3-1 0 0,-2 2 1 0 0,-1 2 0 0 0,73 64 0 0 0,-109-83-10 0 0,-1 1 0 0 0,0 1 0 0 0,-1 0-1 0 0,0 1 1 0 0,-2 0 0 0 0,0 1 0 0 0,-1 0-1 0 0,-1 1 1 0 0,0 0 0 0 0,-2 0 0 0 0,0 0 0 0 0,-1 1-1 0 0,-1 0 1 0 0,0 0 0 0 0,-1 22 0 0 0,-1-4 33 0 0,-1 0 1 0 0,-3 0 0 0 0,-1 0-1 0 0,-2-1 1 0 0,-1 1-1 0 0,-2-1 1 0 0,-16 44 0 0 0,12-50-44 0 0,-2-1 0 0 0,-2 0 0 0 0,0-1 0 0 0,-2 0 0 0 0,-1-2 1 0 0,-1 0-1 0 0,-2-1 0 0 0,0-2 0 0 0,-2 0 0 0 0,-44 35 0 0 0,-108 67-2372 0 0,-4-18-4379 0 0,39-34-1403 0 0,66-37 2774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28.3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 3265 0 0,'-1'0'204'0'0,"1"1"1"0"0,-1 0 0 0 0,1 0 0 0 0,0 0-1 0 0,-1-1 1 0 0,1 1 0 0 0,0 0-1 0 0,-1 0 1 0 0,1 0 0 0 0,0 0-1 0 0,0 0 1 0 0,0 0 0 0 0,0 0 0 0 0,0-1-1 0 0,0 1 1 0 0,0 0 0 0 0,0 0-1 0 0,0 0 1 0 0,0 0 0 0 0,1 0 0 0 0,-1 0-1 0 0,0 0 1 0 0,1-1 0 0 0,-1 1-1 0 0,0 0 1 0 0,1 0 0 0 0,-1 0-1 0 0,1 0 1 0 0,1 0 43 0 0,0 0 1 0 0,-1 1-1 0 0,1-1 0 0 0,0 0 1 0 0,-1-1-1 0 0,1 1 0 0 0,0 0 0 0 0,0 0 1 0 0,0-1-1 0 0,0 1 0 0 0,0-1 1 0 0,3 1-1 0 0,60-3 2424 0 0,-59 2-2328 0 0,91-11 2230 0 0,-24 3-1011 0 0,95 1 1 0 0,488 12-815 0 0,-148-3-522 0 0,-36-12-168 0 0,194 8 99 0 0,-65 51-151 0 0,-590-47-2509 0 0,-34-3-13533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55.8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39 4169 0 0,'-12'-4'2707'0'0,"11"11"502"0"0,1-6-2989 0 0,1 1 0 0 0,0-1 0 0 0,0 1 0 0 0,0-1 0 0 0,0 0-1 0 0,0 1 1 0 0,0-1 0 0 0,0 0 0 0 0,0 0 0 0 0,0 0 0 0 0,0 0 0 0 0,1 0-1 0 0,-1 0 1 0 0,0 0 0 0 0,4 1 0 0 0,10 3 306 0 0,1-1 1 0 0,1 0-1 0 0,-1-2 1 0 0,0 0-1 0 0,1 0 1 0 0,19-2-1 0 0,106-12 701 0 0,-80 5-611 0 0,643-18 453 0 0,-359 20-938 0 0,290 2-10 0 0,-143 3 457 0 0,-213-16-67 0 0,-154 6-360 0 0,166 8 0 0 0,-276 7-2358 0 0,-16-5 2032 0 0,1 1-1 0 0,-1-1 1 0 0,0 0-1 0 0,0 0 1 0 0,0 1-1 0 0,0-1 1 0 0,0 0-1 0 0,0 0 1 0 0,0 1 0 0 0,0-1-1 0 0,0 0 1 0 0,0 1-1 0 0,0-1 1 0 0,0 0-1 0 0,0 0 1 0 0,0 1-1 0 0,0-1 1 0 0,0 0-1 0 0,0 0 1 0 0,0 1-1 0 0,0-1 1 0 0,-1 0-1 0 0,1 0 1 0 0,0 1-1 0 0,0-1 1 0 0,0 0-1 0 0,0 0 1 0 0,-1 1-1 0 0,1-1-525 0 0,-1 0 525 0 0,1 1 1 0 0,0-1-1 0 0,0 0 1 0 0,-1 0-1 0 0,1 0 1 0 0,0 0-1 0 0,0 0 1 0 0,-1 0-1 0 0,1 0 1 0 0,0 0-1 0 0,0 0 1 0 0,-1 0-1 0 0,1 0 1 0 0,0 0-1 0 0,0 0 1 0 0,-1 0-1 0 0,1 0 1 0 0,0 0-1 0 0,-1 0 1 0 0,1 0-1 0 0,0 0 1 0 0,0 0 0 0 0,-1 0-1 0 0,-10 2-6233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5:56.88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4 3081 0 0,'-12'-4'7666'0'0,"30"17"-3985"0"0,-4-6-4058 0 0,9 0 801 0 0,1 0 1 0 0,0-2-1 0 0,0-1 1 0 0,43 2-1 0 0,103-8 449 0 0,-89-1-643 0 0,324-8 299 0 0,231-2 335 0 0,-161 7-528 0 0,378 7 457 0 0,-491 27-184 0 0,152 1-314 0 0,-214-39 64 0 0,285 7 873 0 0,-472 17-945 0 0,-68-8-153 0 0,1-1 0 0 0,65-1 0 0 0,-107-4-906 0 0,28-3 2393 0 0,-22-3-4735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01.92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33 3465 0 0,'54'10'7921'0'0,"14"-6"-4955"0"0,84-8-3104 0 0,-94 2 1006 0 0,1319-15 391 0 0,-1327 19-1432 0 0,75-2 190 0 0,-44-10-4370 0 0,-81 10 4223 0 0,0 0 0 0 0,1 0 1 0 0,-1 0-1 0 0,0 0 0 0 0,1 0 0 0 0,-1 0 1 0 0,0 0-1 0 0,1 0 0 0 0,-1 0 0 0 0,0 0 1 0 0,1 0-1 0 0,-1 0 0 0 0,0 0 0 0 0,0-1 1 0 0,1 1-1 0 0,-1 0 0 0 0,0 0 0 0 0,1 0 1 0 0,-1-1-1 0 0,0 1 0 0 0,0 0 0 0 0,1 0 1 0 0,-1 0-1 0 0,0-1 0 0 0,0 1 0 0 0,0 0 1 0 0,0-1-1 0 0,1 1 0 0 0,-1 0 0 0 0,0 0 1 0 0,0-1-1 0 0,0 1 0 0 0,0 0 0 0 0,0-1 1 0 0,0 1-1 0 0,0 0 0 0 0,0-1 0 0 0,0 1 1 0 0,0 0-1 0 0,0-1 0 0 0,0 1 0 0 0,0 0 1 0 0,0-1-1 0 0,0 1 0 0 0,0 0 0 0 0,0-1 1 0 0,0 1-1 0 0,-2-6-3986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34.0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52 285 1128 0 0,'-32'6'4435'0'0,"16"-9"-325"0"0,15 3-3940 0 0,1 0 1 0 0,0-1-1 0 0,0 1 0 0 0,-1 0 1 0 0,1 0-1 0 0,0-1 0 0 0,0 1 1 0 0,-1 0-1 0 0,1-1 0 0 0,0 1 1 0 0,0 0-1 0 0,0-1 0 0 0,0 1 1 0 0,-1 0-1 0 0,1-1 0 0 0,0 1 1 0 0,0 0-1 0 0,0-1 0 0 0,0 1 1 0 0,0 0-1 0 0,0-1 0 0 0,0 1 1 0 0,0-1-1 0 0,0 1 0 0 0,0 0 0 0 0,0-1 1 0 0,0 1-1 0 0,0 0 0 0 0,1-1 1 0 0,-1 1-1 0 0,0 0 0 0 0,0-1 1 0 0,0 1-1 0 0,0 0 0 0 0,1-1 1 0 0,16-8 4488 0 0,27 4-3161 0 0,-28 4-1067 0 0,597-48 806 0 0,-134 10-1209 0 0,28-1-8 0 0,-393 36-35 0 0,33 1 78 0 0,-1-6 0 0 0,171-34 0 0 0,-277 35-172 0 0,31-7 397 0 0,-27-1-3198 0 0,-64-10-11623 0 0,6 18 9537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37.7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424 44 960 0 0,'0'-2'378'0'0,"-1"-1"0"0"0,1 1 0 0 0,-1-1-1 0 0,0 1 1 0 0,0 0 0 0 0,0-1 0 0 0,0 1-1 0 0,0 0 1 0 0,-1-1 0 0 0,1 1 0 0 0,-1 0-1 0 0,1 0 1 0 0,-1 0 0 0 0,0 1 0 0 0,0-1 0 0 0,-3-3-1 0 0,3 4-186 0 0,0 1 0 0 0,1-1 0 0 0,-1 1 0 0 0,0-1 0 0 0,0 1 0 0 0,1 0 0 0 0,-1-1 0 0 0,0 1 0 0 0,0 0 0 0 0,0 0 0 0 0,1 0 0 0 0,-1 0 0 0 0,0 1 0 0 0,0-1 0 0 0,1 0 0 0 0,-1 1 0 0 0,0 0 0 0 0,-2 0 0 0 0,-3 3 32 0 0,0 0 1 0 0,0 0-1 0 0,0 1 1 0 0,0 0-1 0 0,1 0 1 0 0,0 1-1 0 0,0 0 1 0 0,1 0-1 0 0,-6 7 0 0 0,-33 50 559 0 0,3 1-1 0 0,2 3 0 0 0,4 1 1 0 0,3 1-1 0 0,-36 109 0 0 0,60-152-720 0 0,0-1-1 0 0,2 1 0 0 0,1 1 1 0 0,1-1-1 0 0,1 0 1 0 0,2 1-1 0 0,0 0 1 0 0,7 50-1 0 0,-3-57-75 0 0,2 0-1 0 0,0 0 1 0 0,1 0 0 0 0,2-1 0 0 0,-1 0-1 0 0,2 0 1 0 0,1-1 0 0 0,0 0 0 0 0,1-1-1 0 0,1 0 1 0 0,1 0 0 0 0,15 14 0 0 0,14 10-65 0 0,1-3 1 0 0,2-1 0 0 0,2-3 0 0 0,1-2 0 0 0,2-1 0 0 0,1-3 0 0 0,1-2 0 0 0,1-3-1 0 0,1-2 1 0 0,1-2 0 0 0,83 17 0 0 0,-118-31 108 0 0,0-1 1 0 0,1-1-1 0 0,-1-1 0 0 0,1 0 1 0 0,-1-2-1 0 0,1-1 0 0 0,0 0 1 0 0,-1-1-1 0 0,35-9 0 0 0,-54 11-15 0 0,-1 0 0 0 0,1 0 0 0 0,-1 0 0 0 0,1-1-1 0 0,-1 1 1 0 0,1 0 0 0 0,0 0 0 0 0,-1-1-1 0 0,1 1 1 0 0,-1 0 0 0 0,1-1 0 0 0,-1 1-1 0 0,1 0 1 0 0,-1-1 0 0 0,0 1 0 0 0,1-1-1 0 0,-1 1 1 0 0,1-1 0 0 0,-1 1 0 0 0,0-1 0 0 0,1 1-1 0 0,-1-1 1 0 0,0 1 0 0 0,0-1 0 0 0,0 1-1 0 0,1-1 1 0 0,-1 0 0 0 0,0 1 0 0 0,0-1-1 0 0,0 0 1 0 0,-11-18 204 0 0,-40-18-84 0 0,35 26-64 0 0,-13-15-40 0 0,1-1 0 0 0,2-1 0 0 0,-38-53 1 0 0,37 45 129 0 0,-2 1 0 0 0,-36-34 0 0 0,47 57 157 0 0,17 22-103 0 0,3-6-205 0 0,-1 0 0 0 0,1-1 0 0 0,0 1 0 0 0,1 0 0 0 0,-1-1 0 0 0,0 0 0 0 0,1 0 0 0 0,4 5 0 0 0,13 6-22 0 0,1-1-1 0 0,0-1 1 0 0,0-1-1 0 0,1 0 1 0 0,39 12-1 0 0,-33-14 94 0 0,-1 2 0 0 0,-1 1 0 0 0,36 21 0 0 0,-61-32-1 0 0,1 1-1 0 0,0-1 1 0 0,-1 0 0 0 0,1 0-1 0 0,-1 1 1 0 0,1-1 0 0 0,-1 1-1 0 0,0 0 1 0 0,0-1 0 0 0,0 1 0 0 0,0 0-1 0 0,0-1 1 0 0,0 1 0 0 0,0 0-1 0 0,0 0 1 0 0,-1 0 0 0 0,1 0-1 0 0,-1 0 1 0 0,1 0 0 0 0,-1 0-1 0 0,0 4 1 0 0,0-2 52 0 0,-1 1 0 0 0,1-1 1 0 0,-1 1-1 0 0,0-1 0 0 0,-1 1 0 0 0,1-1 1 0 0,-1 0-1 0 0,0 0 0 0 0,-3 6 0 0 0,-6 7 188 0 0,-1 0 0 0 0,0-2 0 0 0,-20 21 0 0 0,31-35-314 0 0,-43 42 23 0 0,-22 23 269 0 0,60-59-1127 0 0,1 0-1 0 0,0 0 1 0 0,0 0 0 0 0,0 0 0 0 0,1 1-1 0 0,0 0 1 0 0,1 0 0 0 0,-3 9 0 0 0,-2-3-8948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38.4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1 5585 0 0,'0'0'176'0'0,"0"0"-1"0"0,-1 0 1 0 0,1 0 0 0 0,0 0-1 0 0,0 0 1 0 0,-1 0 0 0 0,1 0-1 0 0,0 0 1 0 0,-1 0-1 0 0,1 0 1 0 0,0 0 0 0 0,-1 0-1 0 0,1 0 1 0 0,0 0 0 0 0,0 0-1 0 0,-1 0 1 0 0,1 0-1 0 0,0 0 1 0 0,-1 0 0 0 0,1 0-1 0 0,0 1 1 0 0,0-1 0 0 0,-1 0-1 0 0,1 0 1 0 0,0 0-1 0 0,0 1 1 0 0,-1-1 0 0 0,1 0-1 0 0,0 0 1 0 0,0 0 0 0 0,0 1-1 0 0,0-1 1 0 0,-1 0-1 0 0,1 0 1 0 0,0 1 0 0 0,-6 16 2573 0 0,1 23-1390 0 0,4-35-786 0 0,-1 25-170 0 0,1 1 1 0 0,1 0-1 0 0,2-1 1 0 0,11 58-1 0 0,4-21-4996 0 0,6-1-7328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38.8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0 228 3761 0 0,'1'1'213'0'0,"-1"0"-1"0"0,1 0 1 0 0,-1 0 0 0 0,1-1 0 0 0,-1 1-1 0 0,1 0 1 0 0,0 0 0 0 0,-1-1-1 0 0,1 1 1 0 0,0 0 0 0 0,0-1 0 0 0,-1 1-1 0 0,1-1 1 0 0,0 1 0 0 0,0-1 0 0 0,0 1-1 0 0,0-1 1 0 0,0 0 0 0 0,0 1 0 0 0,0-1-1 0 0,0 0 1 0 0,0 0 0 0 0,0 0 0 0 0,0 1-1 0 0,0-1 1 0 0,0 0 0 0 0,0 0 0 0 0,0-1-1 0 0,0 1 1 0 0,0 0 0 0 0,0 0 0 0 0,0 0-1 0 0,1-1 1 0 0,36-6 1202 0 0,-3-2-1096 0 0,86-26-1762 0 0,-108 30-127 0 0,0-1 1 0 0,0 0-1 0 0,20-14 0 0 0,-32 19 1478 0 0,-1 1-1 0 0,1-1 0 0 0,0 0 0 0 0,-1 1 0 0 0,1-1 0 0 0,0 0 0 0 0,-1 1 1 0 0,1-1-1 0 0,-1 0 0 0 0,1 0 0 0 0,-1 1 0 0 0,0-1 0 0 0,1 0 0 0 0,-1 0 0 0 0,0 0 1 0 0,1 0-1 0 0,-1 0 0 0 0,0 1 0 0 0,0-1 0 0 0,0 0 0 0 0,0 0 0 0 0,0-1 1 0 0,1-4-455 0 0,4-7-1273 0 0</inkml:trace>
  <inkml:trace contextRef="#ctx0" brushRef="#br0" timeOffset="1">335 0 3009 0 0,'-1'0'364'0'0,"0"0"0"0"0,0 1 0 0 0,-1-1 0 0 0,1 0 0 0 0,0 0 0 0 0,-1 1 0 0 0,1-1 0 0 0,0 1 0 0 0,0-1 0 0 0,0 1 0 0 0,0-1 0 0 0,-1 1 0 0 0,1 0 0 0 0,0-1 0 0 0,0 1 0 0 0,0 0 0 0 0,0 0 0 0 0,0 0 0 0 0,1 0 0 0 0,-2 1 0 0 0,-11 28 3843 0 0,8 35-1654 0 0,5-63-2505 0 0,5 66 285 0 0,1 7-2996 0 0,-11-28-4321 0 0,-4-31 2572 0 0,2-9 1637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39.1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57 61 4113 0 0,'-5'1'756'0'0,"1"0"0"0"0,-1 1 0 0 0,1-1 1 0 0,-1 1-1 0 0,1 0 0 0 0,0 0 0 0 0,0 0 0 0 0,0 1 0 0 0,0-1 0 0 0,1 1 1 0 0,-7 6-1 0 0,10-8-647 0 0,0-1 1 0 0,1 1-1 0 0,-1-1 0 0 0,0 1 1 0 0,1-1-1 0 0,-1 0 0 0 0,1 1 1 0 0,-1-1-1 0 0,1 1 0 0 0,-1-1 1 0 0,1 0-1 0 0,-1 1 1 0 0,1-1-1 0 0,-1 0 0 0 0,1 0 1 0 0,-1 0-1 0 0,1 1 0 0 0,0-1 1 0 0,-1 0-1 0 0,1 0 1 0 0,-1 0-1 0 0,1 0 0 0 0,-1 0 1 0 0,1 0-1 0 0,0 0 0 0 0,-1 0 1 0 0,1 0-1 0 0,-1 0 0 0 0,2-1 1 0 0,20 2 870 0 0,22-4-449 0 0,0-3 1 0 0,43-10 0 0 0,-55 8-3554 0 0,47-19 0 0 0,-78 26 2654 0 0,1 1 1 0 0,-1 0 0 0 0,1-1-1 0 0,-1 0 1 0 0,0 1 0 0 0,1-1-1 0 0,-1 0 1 0 0,0 0 0 0 0,0 0-1 0 0,1 0 1 0 0,-1 0 0 0 0,0 0-1 0 0,0 0 1 0 0,0 0 0 0 0,1-2 0 0 0,-2 2 186 0 0,1 0 1 0 0,-1 0-1 0 0,-1 0 0 0 0,1 0 1 0 0,0 0-1 0 0,0 0 1 0 0,0 0-1 0 0,0 0 1 0 0,-1 0-1 0 0,1 1 1 0 0,0-1-1 0 0,-1 0 1 0 0,1 0-1 0 0,-1 0 1 0 0,1 0-1 0 0,-1 1 1 0 0,1-1-1 0 0,-1 0 1 0 0,-1-1-1 0 0,0-1-2522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39.5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66 6553 0 0,'-1'-1'288'0'0,"0"1"-1"0"0,0 0 1 0 0,0 0 0 0 0,0 0-1 0 0,0 0 1 0 0,-1 0-1 0 0,1 1 1 0 0,0-1-1 0 0,0 0 1 0 0,0 0-1 0 0,0 1 1 0 0,0-1-1 0 0,0 0 1 0 0,0 1-1 0 0,1-1 1 0 0,-1 1 0 0 0,0 0-1 0 0,0-1 1 0 0,-1 2-1 0 0,2-2-200 0 0,1 1 0 0 0,-1 0 0 0 0,1-1 0 0 0,-1 0 1 0 0,1 1-1 0 0,0-1 0 0 0,-1 1 0 0 0,1-1 0 0 0,-1 1 0 0 0,1-1 0 0 0,0 0 0 0 0,-1 0 0 0 0,1 1 0 0 0,0-1 0 0 0,-1 0 0 0 0,1 0 0 0 0,0 0 1 0 0,0 0-1 0 0,-1 0 0 0 0,1 0 0 0 0,0 0 0 0 0,-1 0 0 0 0,1 0 0 0 0,0 0 0 0 0,0 0 0 0 0,-1 0 0 0 0,1 0 0 0 0,0-1 0 0 0,0 1 1 0 0,35-4 155 0 0,72-15 0 0 0,-13-6-2914 0 0,-49 13-230 0 0,-1-4-4243 0 0,-37 30 5513 0 0</inkml:trace>
  <inkml:trace contextRef="#ctx0" brushRef="#br0" timeOffset="1">121 162 1944 0 0,'-2'2'309'0'0,"-1"-1"0"0"0,1 2 0 0 0,-1-1 0 0 0,1 0 0 0 0,0 0 0 0 0,0 1 0 0 0,0-1 0 0 0,0 1 0 0 0,-2 4 0 0 0,4-7-257 0 0,0 0 0 0 0,0 0 0 0 0,0 1 0 0 0,0-1 0 0 0,0 0 0 0 0,0 0 0 0 0,0 0 0 0 0,0 1 0 0 0,0-1 0 0 0,0 0 0 0 0,0 0-1 0 0,0 1 1 0 0,0-1 0 0 0,0 0 0 0 0,0 0 0 0 0,0 0 0 0 0,0 1 0 0 0,0-1 0 0 0,1 0 0 0 0,-1 0 0 0 0,0 0 0 0 0,0 0 0 0 0,0 1-1 0 0,0-1 1 0 0,0 0 0 0 0,1 0 0 0 0,-1 0 0 0 0,0 0 0 0 0,0 1 0 0 0,0-1 0 0 0,0 0 0 0 0,1 0 0 0 0,-1 0 0 0 0,0 0 0 0 0,0 0-1 0 0,0 0 1 0 0,1 0 0 0 0,-1 0 0 0 0,0 0 0 0 0,0 0 0 0 0,0 0 0 0 0,1 0 0 0 0,22-3 1582 0 0,3-4-499 0 0,-5 1-691 0 0,0 0 0 0 0,0 1 0 0 0,0 2-1 0 0,1 0 1 0 0,35 0 0 0 0,-56 3-436 0 0,-1 0 1 0 0,1 0 0 0 0,-1 0 0 0 0,1 0-1 0 0,-1 0 1 0 0,1 0 0 0 0,-1 0 0 0 0,1 0-1 0 0,-1 0 1 0 0,1 0 0 0 0,-1 0 0 0 0,0 0-1 0 0,1 1 1 0 0,-1-1 0 0 0,1 0 0 0 0,-1 0-1 0 0,1 1 1 0 0,-1-1 0 0 0,0 0 0 0 0,1 1-1 0 0,-1-1 1 0 0,0 0 0 0 0,1 1 0 0 0,-1-1-1 0 0,0 0 1 0 0,1 1 0 0 0,-1-1 0 0 0,0 1-1 0 0,0-1 1 0 0,0 1 0 0 0,1-1 0 0 0,-1 1-1 0 0,-7 15 548 0 0,-25 16 750 0 0,29-29-1108 0 0,-12 10 342 0 0,-4 3-129 0 0,1 0 1 0 0,1 2-1 0 0,1 0 0 0 0,-18 25 1 0 0,33-42-399 0 0,1-1 1 0 0,-1 1-1 0 0,1-1 1 0 0,-1 1-1 0 0,1-1 0 0 0,0 1 1 0 0,0-1-1 0 0,-1 1 1 0 0,1-1-1 0 0,0 1 1 0 0,0 0-1 0 0,-1-1 0 0 0,1 1 1 0 0,0 0-1 0 0,0-1 1 0 0,0 1-1 0 0,0 0 1 0 0,0-1-1 0 0,0 1 1 0 0,0 0-1 0 0,0-1 0 0 0,0 1 1 0 0,0-1-1 0 0,1 1 1 0 0,-1 0-1 0 0,0-1 1 0 0,0 1-1 0 0,1 0 0 0 0,-1-1 1 0 0,0 1-1 0 0,1-1 1 0 0,-1 1-1 0 0,23 5 267 0 0,40-13-29 0 0,-55 6-218 0 0,55-7-96 0 0,53-10-271 0 0,-42 0-4736 0 0,-70 17 4364 0 0,-1 0 1 0 0,0 0-1 0 0,0-1 0 0 0,1 1 0 0 0,-1-1 0 0 0,0 0 0 0 0,0 0 1 0 0,0 0-1 0 0,-1 0 0 0 0,1-1 0 0 0,2-2 0 0 0,4-7-2784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0.1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41 4329 0 0,'5'-4'650'0'0,"1"0"0"0"0,0 1 0 0 0,0-1 0 0 0,0 1 0 0 0,0 0 0 0 0,0 1 0 0 0,1-1 0 0 0,-1 1 0 0 0,14-2 0 0 0,-6 1-72 0 0,1 1 0 0 0,-1 0 0 0 0,25 1 0 0 0,-37 1-503 0 0,0 0 0 0 0,0 0 0 0 0,0 0-1 0 0,0 0 1 0 0,0 0 0 0 0,0 1 0 0 0,-1-1 0 0 0,1 1-1 0 0,0 0 1 0 0,0-1 0 0 0,0 1 0 0 0,0 0-1 0 0,-1 0 1 0 0,1 0 0 0 0,0 0 0 0 0,-1 0-1 0 0,1 0 1 0 0,-1 1 0 0 0,2 1 0 0 0,-2-2 22 0 0,0 1 1 0 0,-1-1 0 0 0,1 0 0 0 0,-1 1 0 0 0,1-1-1 0 0,-1 1 1 0 0,0-1 0 0 0,0 1 0 0 0,0-1 0 0 0,0 1-1 0 0,0-1 1 0 0,0 1 0 0 0,0 0 0 0 0,0-1 0 0 0,0 1 0 0 0,-1-1-1 0 0,1 0 1 0 0,-1 1 0 0 0,0 1 0 0 0,-5 9 479 0 0,0 0 1 0 0,0-1-1 0 0,-2 0 1 0 0,-13 17-1 0 0,10-15-507 0 0,-6 9 370 0 0,-25 35 274 0 0,40-54-699 0 0,0 0 0 0 0,1 1-1 0 0,-1-1 1 0 0,1 0 0 0 0,-1 0-1 0 0,1 1 1 0 0,0-1 0 0 0,0 1-1 0 0,1-1 1 0 0,-1 1 0 0 0,1-1-1 0 0,-1 1 1 0 0,1 0 0 0 0,0-1-1 0 0,2 7 1 0 0,-2-9-19 0 0,1 0 0 0 0,-1 0 0 0 0,1 0 0 0 0,0 0 0 0 0,0 1 0 0 0,-1-1 0 0 0,1-1 0 0 0,0 1 0 0 0,0 0 0 0 0,0 0-1 0 0,0 0 1 0 0,0 0 0 0 0,0-1 0 0 0,0 1 0 0 0,1 0 0 0 0,-1-1 0 0 0,0 1 0 0 0,0-1 0 0 0,0 1 0 0 0,1-1 0 0 0,-1 0 0 0 0,0 0 0 0 0,0 1 0 0 0,1-1 0 0 0,-1 0 0 0 0,0 0 0 0 0,1 0-1 0 0,-1 0 1 0 0,0-1 0 0 0,2 1 0 0 0,49-9-182 0 0,-33 5 173 0 0,-13 3 55 0 0,1 1 1 0 0,0 0 0 0 0,-1 0 0 0 0,1 1 0 0 0,-1 0-1 0 0,1 0 1 0 0,-1 0 0 0 0,0 1 0 0 0,1 0-1 0 0,-1 0 1 0 0,0 1 0 0 0,11 6 0 0 0,-15-8-133 0 0,0 0 1 0 0,0 1-1 0 0,0-1 1 0 0,-1 1 0 0 0,1-1-1 0 0,0 1 1 0 0,-1 0-1 0 0,1 0 1 0 0,-1-1 0 0 0,0 1-1 0 0,1 0 1 0 0,-1 0 0 0 0,0 0-1 0 0,0 1 1 0 0,-1-1-1 0 0,2 3 1 0 0,-2-3-303 0 0,0 1 1 0 0,0-1-1 0 0,0 1 1 0 0,0-1-1 0 0,0 1 0 0 0,-1-1 1 0 0,1 1-1 0 0,-1-1 0 0 0,0 0 1 0 0,1 1-1 0 0,-1-1 1 0 0,0 0-1 0 0,-1 0 0 0 0,1 0 1 0 0,0 0-1 0 0,0 0 1 0 0,-1 0-1 0 0,-3 4 0 0 0,0 0-744 0 0,-1 0 0 0 0,0-1 0 0 0,0 1-1 0 0,0-1 1 0 0,-8 4 0 0 0,-36 14-2205 0 0,24-16 3634 0 0,1-1 0 0 0,-34 3 0 0 0,10-2 2051 0 0,48-7-2058 0 0,0 0-1 0 0,-1 0 0 0 0,1 0 0 0 0,0 1 0 0 0,-1-1 1 0 0,1 0-1 0 0,0 1 0 0 0,-1-1 0 0 0,1 1 0 0 0,0-1 1 0 0,0 1-1 0 0,0 0 0 0 0,-1-1 0 0 0,1 1 0 0 0,0 0 1 0 0,0 0-1 0 0,0 0 0 0 0,0 0 0 0 0,1 0 0 0 0,-1 0 1 0 0,-1 2-1 0 0,7 5 3948 0 0,15-4-2158 0 0,9-6-1298 0 0,-1-2-1 0 0,0-1 0 0 0,0-1 1 0 0,-1-1-1 0 0,0-2 0 0 0,31-14 1 0 0,12-2-3868 0 0,-1 6-5371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0.5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34 7266 0 0,'-4'4'7532'0'0,"22"-3"-5033"0"0,27-5-1640 0 0,28-10 15 0 0,-54 8-791 0 0,0 2 1 0 0,1 0-1 0 0,0 1 0 0 0,-1 1 1 0 0,1 1-1 0 0,0 1 1 0 0,0 1-1 0 0,35 5 0 0 0,-53-6-62 0 0,-1 1 0 0 0,1 0 0 0 0,-1-1 0 0 0,1 1 0 0 0,-1 0 0 0 0,1 0 0 0 0,-1 0 0 0 0,0 0 0 0 0,1 0-1 0 0,-1 0 1 0 0,0 1 0 0 0,0-1 0 0 0,0 0 0 0 0,0 0 0 0 0,0 1 0 0 0,0-1 0 0 0,0 1 0 0 0,0-1 0 0 0,0 1 0 0 0,-1-1 0 0 0,1 1 0 0 0,-1 0-1 0 0,1-1 1 0 0,-1 1 0 0 0,1 3 0 0 0,-1 52-825 0 0,0-13-5683 0 0,1-34 2903 0 0,-12-17-1905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0.9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210 0 6825 0 0,'-2'3'599'0'0,"0"0"-1"0"0,0 0 0 0 0,1 0 0 0 0,0 0 0 0 0,-1 0 0 0 0,1 0 0 0 0,0 0 1 0 0,0 1-1 0 0,1-1 0 0 0,-1 0 0 0 0,1 1 0 0 0,0-1 0 0 0,0 4 0 0 0,1 52 452 0 0,0-45-890 0 0,0 6-122 0 0,0 38-5881 0 0,-1-55 5333 0 0,-1-1 0 0 0,1 1 0 0 0,-1 0 1 0 0,0 0-1 0 0,0 0 0 0 0,0-1 0 0 0,0 1 0 0 0,0 0 0 0 0,-1-1 0 0 0,1 1 1 0 0,-1-1-1 0 0,0 1 0 0 0,1-1 0 0 0,-1 0 0 0 0,0 0 0 0 0,-4 3 0 0 0,-2 4-1154 0 0</inkml:trace>
  <inkml:trace contextRef="#ctx0" brushRef="#br0" timeOffset="1">42 303 1816 0 0,'-5'0'1127'0'0,"2"0"-706"0"0,0 0 0 0 0,0 0-1 0 0,0 0 1 0 0,1 0 0 0 0,-1 0 0 0 0,0 1-1 0 0,0-1 1 0 0,1 1 0 0 0,-1 0 0 0 0,0 0 0 0 0,-3 2-1 0 0,47-5 4833 0 0,7-13-2614 0 0,-31 9-2142 0 0,-1 1 1 0 0,1 0-1 0 0,0 1 1 0 0,1 1 0 0 0,-1 0-1 0 0,0 2 1 0 0,1 0-1 0 0,29 2 1 0 0,-46-1-483 0 0,0 0 0 0 0,1 0-1 0 0,-1 0 1 0 0,0 1 0 0 0,1-1 0 0 0,-1 1 0 0 0,0-1 0 0 0,0 0 0 0 0,0 1 0 0 0,1 0 0 0 0,-1-1 0 0 0,0 1 0 0 0,0 0-1 0 0,0 0 1 0 0,0-1 0 0 0,0 1 0 0 0,0 0 0 0 0,0 0 0 0 0,0 0 0 0 0,-1 0 0 0 0,1 0 0 0 0,0 0 0 0 0,-1 1 0 0 0,1-1 0 0 0,0 0-1 0 0,-1 0 1 0 0,1 2 0 0 0,-1 0-8 0 0,0 0 0 0 0,0-1-1 0 0,0 1 1 0 0,-1 0-1 0 0,1-1 1 0 0,-1 1 0 0 0,0-1-1 0 0,1 1 1 0 0,-1-1 0 0 0,0 1-1 0 0,-1-1 1 0 0,-1 5-1 0 0,-7 7-103 0 0,-1 1 1 0 0,0-2-1 0 0,-15 16 0 0 0,24-27 66 0 0,-12 12-215 0 0,1-1 0 0 0,-2 0 0 0 0,0-1 0 0 0,0-1 0 0 0,-25 14 0 0 0,46-28 281 0 0,0 1 1 0 0,0 0 0 0 0,1 0-1 0 0,-1 1 1 0 0,0 0 0 0 0,1 0-1 0 0,0 0 1 0 0,-1 1-1 0 0,1 0 1 0 0,-1 0 0 0 0,1 1-1 0 0,0-1 1 0 0,-1 1 0 0 0,1 1-1 0 0,-1 0 1 0 0,11 3 0 0 0,11 7-402 0 0,-1 1 1 0 0,40 25 0 0 0,-2-2-8683 0 0,-59-35 3963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1.3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0 173 7754 0 0,'2'-2'1736'0'0,"3"2"-528"0"0,2 0 1 0 0,4 0 183 0 0,0-2-184 0 0,2-1-312 0 0,2 2-296 0 0,3-3-352 0 0,5 1-128 0 0,-1-3-103 0 0,1 1-290 0 0,-2-2-447 0 0,-1 2-624 0 0,-2 2-712 0 0,-4-3-513 0 0,-1 1-96 0 0,-3-2 377 0 0,7 12-1033 0 0</inkml:trace>
  <inkml:trace contextRef="#ctx0" brushRef="#br0" timeOffset="1">259 0 3321 0 0,'-1'1'272'0'0,"-1"0"-1"0"0,1 0 1 0 0,0 0 0 0 0,0-1 0 0 0,-1 2 0 0 0,1-1-1 0 0,0 0 1 0 0,0 0 0 0 0,0 0 0 0 0,0 0 0 0 0,0 1-1 0 0,0-1 1 0 0,0 0 0 0 0,1 1 0 0 0,-1-1 0 0 0,0 1-1 0 0,1-1 1 0 0,-1 1 0 0 0,1-1 0 0 0,0 1 0 0 0,-1-1 0 0 0,1 1-1 0 0,0 2 1 0 0,-3 44 3128 0 0,3-42-2900 0 0,1 26 536 0 0,1 0-1 0 0,10 55 0 0 0,-8-71-1818 0 0,1 0 0 0 0,10 26 0 0 0,-11-34-506 0 0,-1 0 1 0 0,2 0-1 0 0,-1-1 0 0 0,1 0 0 0 0,0 0 1 0 0,8 8-1 0 0,-6-10-713 0 0,-2-3-612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1.7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 5377 0 0,'-7'31'4826'0'0,"-3"56"0"0"0,8-39-3393 0 0,8 84-1 0 0,8-60-1936 0 0,-13-67-38 0 0,1 0 1 0 0,0 0-1 0 0,0 0 0 0 0,0 0 1 0 0,0 0-1 0 0,1 0 1 0 0,0-1-1 0 0,0 1 0 0 0,0-1 1 0 0,1 0-1 0 0,4 5 0 0 0,-8-9 344 0 0,1 1 0 0 0,0-1 0 0 0,0 1-1 0 0,-1-1 1 0 0,1 0 0 0 0,0 1 0 0 0,0-1 0 0 0,0 0-1 0 0,0 0 1 0 0,-1 1 0 0 0,1-1 0 0 0,0 0 0 0 0,0 0-1 0 0,0 0 1 0 0,0 0 0 0 0,0 0 0 0 0,0 0 0 0 0,0 0-1 0 0,-1-1 1 0 0,1 1 0 0 0,0 0 0 0 0,0 0 0 0 0,0-1-1 0 0,0 1 1 0 0,-1 0 0 0 0,1-1 0 0 0,0 1-1 0 0,0-1 1 0 0,-1 1 0 0 0,1-1 0 0 0,0 1 0 0 0,-1-1-1 0 0,1 0 1 0 0,0 1 0 0 0,-1-1 0 0 0,1 0 0 0 0,-1 1-1 0 0,1-1 1 0 0,0-2 0 0 0,8-7-2004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2.1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39 131 4217 0 0,'-2'0'419'0'0,"1"1"0"0"0,-1 0 0 0 0,1-1-1 0 0,0 1 1 0 0,-1 0 0 0 0,1 0 0 0 0,-1 0 0 0 0,1 0 0 0 0,0 0 0 0 0,0 0-1 0 0,0 0 1 0 0,0 0 0 0 0,-1 1 0 0 0,2-1 0 0 0,-1 0 0 0 0,-2 3 0 0 0,-9 30 2952 0 0,11-22-2849 0 0,-1 0 1 0 0,1 0-1 0 0,1 21 0 0 0,1-26-509 0 0,0 0 0 0 0,1 0 0 0 0,-1 0 0 0 0,1 0-1 0 0,1 0 1 0 0,-1-1 0 0 0,1 1 0 0 0,0-1 0 0 0,1 0 0 0 0,-1 1-1 0 0,1-1 1 0 0,1-1 0 0 0,-1 1 0 0 0,1-1 0 0 0,0 0 0 0 0,6 6-1 0 0,-8-9-35 0 0,-1 0-1 0 0,1 0 1 0 0,0-1 0 0 0,0 1-1 0 0,0-1 1 0 0,0 0-1 0 0,0 1 1 0 0,0-1-1 0 0,0-1 1 0 0,1 1-1 0 0,-1 0 1 0 0,0-1-1 0 0,1 1 1 0 0,-1-1-1 0 0,0 0 1 0 0,1 0-1 0 0,-1-1 1 0 0,0 1-1 0 0,0-1 1 0 0,1 1-1 0 0,-1-1 1 0 0,0 0-1 0 0,0 0 1 0 0,0-1-1 0 0,0 1 1 0 0,0-1-1 0 0,0 1 1 0 0,0-1-1 0 0,0 0 1 0 0,-1 0-1 0 0,1 0 1 0 0,-1 0-1 0 0,1-1 1 0 0,-1 1-1 0 0,0-1 1 0 0,3-3-1 0 0,-1 0 174 0 0,0 0-1 0 0,0-1 0 0 0,-1 1 1 0 0,0-1-1 0 0,0 1 0 0 0,-1-1 0 0 0,0 0 1 0 0,0 0-1 0 0,0 0 0 0 0,-1-1 1 0 0,0 1-1 0 0,0 0 0 0 0,-1 0 1 0 0,0-1-1 0 0,0 1 0 0 0,-1 0 0 0 0,-2-12 1 0 0,2 12-38 0 0,0 1 1 0 0,-1-1 0 0 0,1 1-1 0 0,-1 0 1 0 0,-1-1-1 0 0,1 1 1 0 0,-1 0 0 0 0,0 0-1 0 0,-1 1 1 0 0,1-1 0 0 0,-1 1-1 0 0,0-1 1 0 0,0 1-1 0 0,-1 1 1 0 0,0-1 0 0 0,0 0-1 0 0,0 1 1 0 0,0 0 0 0 0,-11-6-1 0 0,12 9-96 0 0,-1-1-1 0 0,1 1 1 0 0,-1 0-1 0 0,0 1 1 0 0,0-1-1 0 0,1 1 1 0 0,-1 0-1 0 0,0 0 1 0 0,0 0-1 0 0,0 1 1 0 0,1-1-1 0 0,-6 2 1 0 0,-23 12-2024 0 0,31-13 1349 0 0,0 1 0 0 0,0-1 0 0 0,0 1-1 0 0,0-1 1 0 0,0 1 0 0 0,0 0-1 0 0,1 0 1 0 0,-1 0 0 0 0,1 0 0 0 0,-3 4-1 0 0</inkml:trace>
  <inkml:trace contextRef="#ctx0" brushRef="#br0" timeOffset="1">397 1 4489 0 0,'1'2'6902'0'0,"2"3"-3479"0"0,4 17-764 0 0,-4 43-311 0 0,11 113 339 0 0,-9-149-5016 0 0,1 0 0 0 0,10 29 0 0 0,-15-58 2157 0 0,-1 1 0 0 0,0-1 0 0 0,0 0 1 0 0,1 0-1 0 0,-1 0 0 0 0,0 1 0 0 0,0-1 0 0 0,0 0 1 0 0,1 0-1 0 0,-1 1 0 0 0,0-1 0 0 0,0 0 0 0 0,0 1 1 0 0,0-1-1 0 0,0 0 0 0 0,0 1 0 0 0,0-1 1 0 0,1 0-1 0 0,-1 0 0 0 0,0 1 0 0 0,0-1 0 0 0,0 0 1 0 0,0 1-1 0 0,0-1 0 0 0,0 0 0 0 0,-1 1 1 0 0,1-1-1 0 0,0 0 0 0 0,0 1 0 0 0,0-1 0 0 0,0 0 1 0 0,0 1-1 0 0,0-1 0 0 0,0 0 0 0 0,-1 0 0 0 0,1 1 1 0 0,0-1-1 0 0,0 0 0 0 0,0 0 0 0 0,-1 1 1 0 0,1-1-1 0 0,-1 0 0 0 0,-8-7-4235 0 0,6 5 4495 0 0,-3-2-3111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2.5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0 342 6009 0 0,'0'8'697'0'0,"1"-1"0"0"0,0 1 0 0 0,0 0-1 0 0,0-1 1 0 0,1 0 0 0 0,0 1 0 0 0,1-1-1 0 0,0 0 1 0 0,0 0 0 0 0,0 0 0 0 0,1 0-1 0 0,6 8 1 0 0,-5-8-462 0 0,1 0 0 0 0,0-1 0 0 0,0 1 0 0 0,0-1-1 0 0,1-1 1 0 0,0 0 0 0 0,0 0 0 0 0,0 0 0 0 0,1-1 0 0 0,9 5 0 0 0,-9-6-532 0 0,-1 0 0 0 0,1-1 0 0 0,-1 0 0 0 0,1 0 0 0 0,0-1 0 0 0,-1 0 0 0 0,1 0 0 0 0,0-1 0 0 0,0 1 0 0 0,0-2 0 0 0,10-1 0 0 0,-12 1-373 0 0,1-1 0 0 0,0 0 0 0 0,-1 0 0 0 0,1 0-1 0 0,-1-1 1 0 0,0 0 0 0 0,0-1 0 0 0,0 1 0 0 0,0-1 0 0 0,0 0-1 0 0,-1 0 1 0 0,0-1 0 0 0,9-10 0 0 0,2-4-1030 0 0,0-2-569 0 0</inkml:trace>
  <inkml:trace contextRef="#ctx0" brushRef="#br0" timeOffset="1">619 33 3409 0 0,'-8'-5'1026'0'0,"1"1"1"0"0,-1 0-1 0 0,0 1 1 0 0,0-1 0 0 0,-1 2-1 0 0,1-1 1 0 0,0 1-1 0 0,-1 0 1 0 0,0 1-1 0 0,1 0 1 0 0,-13 0 0 0 0,17 1-929 0 0,1 0 1 0 0,0 1 0 0 0,-1-1-1 0 0,1 1 1 0 0,0 0 0 0 0,0 0-1 0 0,-1 0 1 0 0,1 0 0 0 0,0 1-1 0 0,0-1 1 0 0,0 1 0 0 0,1 0-1 0 0,-1 0 1 0 0,0 0 0 0 0,1 0-1 0 0,-1 0 1 0 0,1 1 0 0 0,-1-1 0 0 0,1 1-1 0 0,0-1 1 0 0,0 1 0 0 0,0 0-1 0 0,1 0 1 0 0,-1 0 0 0 0,1 0-1 0 0,-1 0 1 0 0,1 0 0 0 0,0 0-1 0 0,0 1 1 0 0,1-1 0 0 0,-1 0-1 0 0,0 7 1 0 0,1-3-85 0 0,1 0 0 0 0,0 1 0 0 0,0-1 0 0 0,0 1-1 0 0,1-1 1 0 0,0 0 0 0 0,0 0 0 0 0,1 0 0 0 0,0 0 0 0 0,0 0 0 0 0,0-1-1 0 0,1 1 1 0 0,0-1 0 0 0,1 0 0 0 0,-1 0 0 0 0,1-1 0 0 0,0 1 0 0 0,1-1-1 0 0,7 6 1 0 0,-7-6 12 0 0,0 0 1 0 0,0-1-1 0 0,0 0 0 0 0,1 0 0 0 0,-1 0 0 0 0,1-1 0 0 0,0 0 0 0 0,14 4 0 0 0,-18-6 41 0 0,1-1 0 0 0,0 1-1 0 0,0-1 1 0 0,0 1 0 0 0,1-1 0 0 0,-1-1-1 0 0,0 1 1 0 0,0 0 0 0 0,0-1 0 0 0,0 0 0 0 0,-1 0-1 0 0,1 0 1 0 0,0 0 0 0 0,0-1 0 0 0,0 1-1 0 0,5-5 1 0 0,-6 4 2 0 0,-1-1 0 0 0,1 1 0 0 0,-1-1 0 0 0,0 0 0 0 0,0 0 0 0 0,0 0 0 0 0,0 0 0 0 0,0 0 0 0 0,-1 0 0 0 0,1-1-1 0 0,-1 1 1 0 0,0-1 0 0 0,0 1 0 0 0,0-1 0 0 0,-1 1 0 0 0,1-1 0 0 0,-1 1 0 0 0,0-1 0 0 0,0 0 0 0 0,0 1 0 0 0,0-1 0 0 0,-1 1 0 0 0,0-5 0 0 0,-1-1-45 0 0,1 0 0 0 0,-1 0 0 0 0,-1 0 0 0 0,1 0 0 0 0,-2 1 0 0 0,1-1 0 0 0,-1 1 0 0 0,-6-9 0 0 0,9 15-141 0 0,-1 0-1 0 0,1 0 0 0 0,-1 0 1 0 0,1 0-1 0 0,-1 1 0 0 0,0-1 1 0 0,0 1-1 0 0,0-1 0 0 0,0 1 1 0 0,0 0-1 0 0,0 0 1 0 0,0 0-1 0 0,0 0 0 0 0,0 0 1 0 0,-1 0-1 0 0,1 0 0 0 0,0 1 1 0 0,0-1-1 0 0,-1 1 0 0 0,1 0 1 0 0,-1 0-1 0 0,1 0 0 0 0,0 0 1 0 0,-1 0-1 0 0,-3 1 1 0 0,-5 1-1389 0 0,1 1 0 0 0,0 1 1 0 0,0 0-1 0 0,-16 9 0 0 0,-14 5-4684 0 0,19-11 3831 0 0,5 3-271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2.8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1 417 4657 0 0,'0'2'555'0'0,"0"0"1"0"0,0 0-1 0 0,0-1 1 0 0,0 1-1 0 0,0 0 1 0 0,1 0-1 0 0,-1 0 0 0 0,1-1 1 0 0,-1 1-1 0 0,1 0 1 0 0,0 0-1 0 0,0-1 1 0 0,0 1-1 0 0,0-1 1 0 0,0 1-1 0 0,0-1 0 0 0,0 1 1 0 0,0-1-1 0 0,0 0 1 0 0,1 1-1 0 0,1 1 1 0 0,1-2-171 0 0,-1 1 1 0 0,0-1 0 0 0,0 1 0 0 0,1-1 0 0 0,-1 0 0 0 0,1 0-1 0 0,-1 0 1 0 0,1-1 0 0 0,-1 1 0 0 0,7-1 0 0 0,10-1-484 0 0,-1-1 0 0 0,1 0 0 0 0,27-8 0 0 0,-27 6 1015 0 0,76-14-806 0 0,49-10-1518 0 0,-50 5-4365 0 0,-91 23 5229 0 0,-1-1 0 0 0,0 1 0 0 0,0-1 0 0 0,0 0 0 0 0,0 0 0 0 0,0 0 0 0 0,-1-1 0 0 0,1 1 0 0 0,0-1 0 0 0,0 1 0 0 0,-1-1 0 0 0,1 0 0 0 0,-1 0 0 0 0,0 0 0 0 0,1 0 0 0 0,-1 0 0 0 0,0-1 0 0 0,0 1 0 0 0,-1-1 0 0 0,1 1 1 0 0,2-6-1 0 0,1-1-1490 0 0</inkml:trace>
  <inkml:trace contextRef="#ctx0" brushRef="#br0" timeOffset="1">536 12 4241 0 0,'-10'-12'7986'0'0,"13"37"-1802"0"0,-1-8-6007 0 0,11 96 1728 0 0,12 100-613 0 0,-15-142-4800 0 0,1-1-3432 0 0,-9-58 2837 0 0,1-4-987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3.3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3 4769 0 0,'-6'-2'4137'0'0,"4"2"-2857"0"0,5 2-96 0 0,1 1-79 0 0,2 2-265 0 0,1 0-280 0 0,1 1-216 0 0,2 2-152 0 0,3 0-136 0 0,0 0-272 0 0,1 2-424 0 0,1 0-656 0 0,-2-2-657 0 0,0 2-415 0 0,-5-2-97 0 0,-6-3 561 0 0,-1 5-897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3.7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51 2777 0 0,'-1'0'77'0'0,"0"1"1"0"0,1-1 0 0 0,-1 0-1 0 0,0 1 1 0 0,1-1-1 0 0,-1 1 1 0 0,1-1 0 0 0,-1 1-1 0 0,1-1 1 0 0,-1 1 0 0 0,1-1-1 0 0,-1 1 1 0 0,1 0 0 0 0,-1-1-1 0 0,1 1 1 0 0,0-1-1 0 0,-1 1 1 0 0,1 0 0 0 0,0-1-1 0 0,0 1 1 0 0,-1 0 0 0 0,1 0-1 0 0,0-1 1 0 0,0 1 0 0 0,0 0-1 0 0,0 0 1 0 0,0-1 0 0 0,0 1-1 0 0,0 0 1 0 0,0-1-1 0 0,0 1 1 0 0,0 0 0 0 0,1 1-1 0 0,24-1 1815 0 0,35-18 170 0 0,-26 5-1093 0 0,-8 2-472 0 0,0 1 1 0 0,0 1 0 0 0,1 1-1 0 0,28-3 1 0 0,-54 10-478 0 0,-1 0 1 0 0,0 0 0 0 0,1 0-1 0 0,-1-1 1 0 0,0 1 0 0 0,1 0-1 0 0,-1 0 1 0 0,1 0-1 0 0,-1 0 1 0 0,0 0 0 0 0,1 0-1 0 0,-1 0 1 0 0,0 0 0 0 0,1 1-1 0 0,-1-1 1 0 0,1 0 0 0 0,-1 0-1 0 0,0 0 1 0 0,1 0 0 0 0,-1 0-1 0 0,0 1 1 0 0,1-1-1 0 0,-1 0 1 0 0,0 0 0 0 0,0 0-1 0 0,1 1 1 0 0,-1-1 0 0 0,0 0-1 0 0,0 1 1 0 0,1-1 0 0 0,-1 0-1 0 0,0 0 1 0 0,0 1-1 0 0,0-1 1 0 0,1 0 0 0 0,-1 1-1 0 0,0-1 1 0 0,0 1 0 0 0,-6 16 519 0 0,-24 20 39 0 0,27-33-511 0 0,-29 31 274 0 0,16-19-250 0 0,0 2 0 0 0,1 0 0 0 0,0 0 1 0 0,2 2-1 0 0,0-1 0 0 0,1 2 0 0 0,-16 39 0 0 0,27-59-88 0 0,0 1-1 0 0,0 0 1 0 0,1 0-1 0 0,-1 0 1 0 0,1 0-1 0 0,0 0 1 0 0,0 0 0 0 0,-1 0-1 0 0,1-1 1 0 0,0 1-1 0 0,1 0 1 0 0,-1 0-1 0 0,0 0 1 0 0,0 0-1 0 0,1 0 1 0 0,-1 0 0 0 0,1 0-1 0 0,0 0 1 0 0,0-1-1 0 0,-1 1 1 0 0,1 0-1 0 0,0-1 1 0 0,0 1-1 0 0,3 2 1 0 0,-1-1 0 0 0,-1-1 1 0 0,1-1-1 0 0,0 1 1 0 0,0 0-1 0 0,1-1 0 0 0,-1 1 1 0 0,0-1-1 0 0,0 0 0 0 0,1 0 1 0 0,-1-1-1 0 0,0 1 0 0 0,7 0 1 0 0,7-1 11 0 0,0 0 0 0 0,0-1 0 0 0,0 0 1 0 0,26-7-1 0 0,-29 4 17 0 0,0 0 1 0 0,0-1 0 0 0,0 0-1 0 0,18-11 1 0 0,-28 14-9 0 0,-1-1-1 0 0,1 1 1 0 0,-1-1-1 0 0,1 1 1 0 0,-1-1 0 0 0,0-1-1 0 0,0 1 1 0 0,5-7 0 0 0,-7 9-3 0 0,0-1 0 0 0,0 1 0 0 0,-1-1 0 0 0,1 1 0 0 0,-1-1 0 0 0,1 1 0 0 0,-1-1 1 0 0,1 0-1 0 0,-1 0 0 0 0,0 1 0 0 0,0-1 0 0 0,0 0 0 0 0,0 1 0 0 0,0-1 1 0 0,0 0-1 0 0,0 0 0 0 0,0 1 0 0 0,-1-1 0 0 0,1 0 0 0 0,-1 1 0 0 0,1-1 0 0 0,-2-2 1 0 0,0 1-1 0 0,0 0 1 0 0,0 0 0 0 0,0 0 0 0 0,0 0-1 0 0,0 0 1 0 0,0 1 0 0 0,-1-1 0 0 0,1 1-1 0 0,-1-1 1 0 0,0 1 0 0 0,0 0 0 0 0,0 0-1 0 0,0 0 1 0 0,0 1 0 0 0,0-1 0 0 0,0 1-1 0 0,-1-1 1 0 0,1 1 0 0 0,0 0 0 0 0,-1 0-1 0 0,1 1 1 0 0,-1-1 0 0 0,1 1 0 0 0,-7 0-1 0 0,-5 0-196 0 0,-1 2 1 0 0,0 0-1 0 0,1 1 0 0 0,-22 7 0 0 0,-22 2-3825 0 0,59-12 3814 0 0,-1 0 1 0 0,1 0-1 0 0,-1 0 0 0 0,1 0 0 0 0,-1 0 1 0 0,1 0-1 0 0,0 0 0 0 0,-1 0 1 0 0,1 0-1 0 0,-1-1 0 0 0,1 1 1 0 0,0 0-1 0 0,-1 0 0 0 0,1-1 0 0 0,-1 1 1 0 0,1 0-1 0 0,0 0 0 0 0,-1-1 1 0 0,1 1-1 0 0,0 0 0 0 0,0-1 0 0 0,-1 1 1 0 0,1-1-1 0 0,0 1 0 0 0,0 0 1 0 0,-1-1-1 0 0,1 1 0 0 0,0-1 0 0 0,0 1 1 0 0,0 0-1 0 0,0-1 0 0 0,0 1 1 0 0,-1-1-1 0 0,1 1 0 0 0,0-1 0 0 0,0 1 1 0 0,0-1-1 0 0,0 1 0 0 0,1-1 1 0 0,-1 1-1 0 0,0-1 0 0 0,3-20-2676 0 0,-3 21 2844 0 0,10-17-1839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4.10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42 0 4785 0 0,'-7'14'1093'0'0,"0"1"1"0"0,2 0-1 0 0,0 0 1 0 0,1 0-1 0 0,0 0 1 0 0,1 0-1 0 0,-2 30 0 0 0,4-21-929 0 0,1 0-1 0 0,1 0 0 0 0,0 0 0 0 0,8 34 0 0 0,-7-49-593 0 0,13 45-3098 0 0,5-23-3456 0 0,-13-24 4514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4.5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125 187 2288 0 0,'2'-2'367'0'0,"0"-1"-1"0"0,0 1 0 0 0,0-1 0 0 0,0 1 0 0 0,1 0 0 0 0,-1 0 0 0 0,1 0 0 0 0,-1 0 0 0 0,1 1 0 0 0,0-1 0 0 0,0 1 0 0 0,0-1 0 0 0,0 1 0 0 0,5-1 0 0 0,5-4 226 0 0,9-9-279 0 0,0 0 1 0 0,-1-1-1 0 0,0-2 1 0 0,35-38-1 0 0,-25 25 403 0 0,-31 31-674 0 0,0 0-1 0 0,-1 0 1 0 0,1 0-1 0 0,0 0 0 0 0,0 1 1 0 0,0-1-1 0 0,0 0 1 0 0,0 0-1 0 0,0 0 1 0 0,0 0-1 0 0,0 0 0 0 0,0 0 1 0 0,0 1-1 0 0,0-1 1 0 0,1 0-1 0 0,-1 0 1 0 0,0 0-1 0 0,0 0 0 0 0,0 0 1 0 0,0 0-1 0 0,0 0 1 0 0,0 1-1 0 0,0-1 1 0 0,0 0-1 0 0,0 0 0 0 0,0 0 1 0 0,0 0-1 0 0,0 0 1 0 0,1 0-1 0 0,-1 0 1 0 0,0 0-1 0 0,0 0 0 0 0,0 0 1 0 0,0 1-1 0 0,0-1 1 0 0,0 0-1 0 0,0 0 1 0 0,1 0-1 0 0,-1 0 0 0 0,0 0 1 0 0,0 0-1 0 0,0 0 1 0 0,0 0-1 0 0,0 0 1 0 0,0 0-1 0 0,1 0 1 0 0,-1 0-1 0 0,0 0 0 0 0,0 0 1 0 0,0 0-1 0 0,0 0 1 0 0,0 0-1 0 0,0 0 1 0 0,1-1-1 0 0,-1 1 0 0 0,0 0 1 0 0,0 0-1 0 0,0 0 1 0 0,0 0-1 0 0,0 0 1 0 0,0 0-1 0 0,0 0 0 0 0,0 0 1 0 0,1 0-1 0 0,-1 0 1 0 0,0 0-1 0 0,0-1 1 0 0,0 1-1 0 0,0 0 0 0 0,-1 18 1389 0 0,-6 20-201 0 0,-4 21-927 0 0,-5 96 1 0 0,12-100-4698 0 0,4-54 4267 0 0,0-1-1 0 0,0 1 1 0 0,0-1 0 0 0,0 0 0 0 0,0 1 0 0 0,0-1 0 0 0,0 1 0 0 0,0-1-1 0 0,0 0 1 0 0,0 1 0 0 0,0-1 0 0 0,0 0 0 0 0,0 1 0 0 0,0-1-1 0 0,0 1 1 0 0,0-1 0 0 0,0 0 0 0 0,0 1 0 0 0,0-1 0 0 0,-1 0 0 0 0,1 1-1 0 0,0-1 1 0 0,0 0 0 0 0,0 1 0 0 0,-1-1 0 0 0,1 0 0 0 0,0 1 0 0 0,-1-1-1 0 0,1 0 1 0 0,0 0 0 0 0,-1 1 0 0 0,1-1 0 0 0,0 0 0 0 0,-1 0 0 0 0,1 0-1 0 0,0 1 1 0 0,-1-1 0 0 0,1 0 0 0 0,0 0 0 0 0,-1 0 0 0 0,1 0 0 0 0,-1 0-1 0 0,1 0 1 0 0,0 0 0 0 0,-1 0 0 0 0,1 0 0 0 0,-1 0 0 0 0,1 0 0 0 0,-1 0-1 0 0,-14-12-2669 0 0,13 10 2547 0 0,-6-1-2155 0 0</inkml:trace>
  <inkml:trace contextRef="#ctx0" brushRef="#br0" timeOffset="1">1 451 4529 0 0,'19'-18'4547'0'0,"27"0"-2199"0"0,-27 11-1531 0 0,10-5 222 0 0,58-15 0 0 0,-78 24-906 0 0,0 1 0 0 0,1 1 0 0 0,-1 0 0 0 0,1 0-1 0 0,-1 1 1 0 0,1 0 0 0 0,-1 0 0 0 0,1 1 0 0 0,-1 1 0 0 0,17 4 0 0 0,-24-5-90 0 0,0 0 1 0 0,0 0 0 0 0,0 0 0 0 0,-1 0 0 0 0,1 1-1 0 0,0-1 1 0 0,0 1 0 0 0,-1-1 0 0 0,1 1-1 0 0,-1-1 1 0 0,1 1 0 0 0,-1 0 0 0 0,0 0-1 0 0,0 0 1 0 0,0 0 0 0 0,0 0 0 0 0,0 0-1 0 0,0 0 1 0 0,-1 0 0 0 0,1 0 0 0 0,0 1-1 0 0,-1-1 1 0 0,0 0 0 0 0,0 0 0 0 0,1 0-1 0 0,-1 1 1 0 0,-1 3 0 0 0,0 8-854 0 0,0 1-1 0 0,-1-1 1 0 0,-5 18 0 0 0,2-7-4268 0 0,1-14 110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4.8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103 0 4833 0 0,'-2'1'374'0'0,"0"0"0"0"0,1 1 0 0 0,-1-1 0 0 0,1 0 0 0 0,-1 1 0 0 0,1-1 0 0 0,-1 1 0 0 0,1-1 0 0 0,0 1 0 0 0,0 0 0 0 0,-1-1 0 0 0,1 1 0 0 0,0 0 0 0 0,1 0 0 0 0,-1 0 0 0 0,0 0 0 0 0,0 2 0 0 0,-11 43 1553 0 0,8-29-941 0 0,-34 147 1304 0 0,31-110-4172 0 0,5 1-3306 0 0,2-56 5066 0 0,-1 0 0 0 0,1 0 0 0 0,0 0 0 0 0,0-1 0 0 0,-1 1-1 0 0,1 0 1 0 0,0 0 0 0 0,0 0 0 0 0,-1 0 0 0 0,1-1 0 0 0,0 1 0 0 0,0 0 0 0 0,-1 0 0 0 0,1 0-1 0 0,0 0 1 0 0,-1 0 0 0 0,1 0 0 0 0,0 0 0 0 0,-1 0 0 0 0,1 0 0 0 0,0 0 0 0 0,-1 0 0 0 0,1 0-1 0 0,0 0 1 0 0,0 0 0 0 0,-1 0 0 0 0,1 0 0 0 0,0 0 0 0 0,-1 0 0 0 0,1 1 0 0 0,0-1 0 0 0,0 0-1 0 0,-1 0 1 0 0,1 0 0 0 0,0 0 0 0 0,0 1 0 0 0,-1-1 0 0 0,1 0 0 0 0,0 0 0 0 0,0 1 0 0 0,0-1-1 0 0,-1 0 1 0 0,1 0 0 0 0,0 1 0 0 0,0-1 0 0 0,0 0 0 0 0,0 0 0 0 0,0 1 0 0 0,0-1 0 0 0,-1 0-1 0 0,1 1 1 0 0,0-1 0 0 0,0 0 0 0 0,0 0 0 0 0,0 1 0 0 0,0-1 0 0 0,0 0 0 0 0,0 1 0 0 0,0-1 109 0 0,-4-3-2124 0 0</inkml:trace>
  <inkml:trace contextRef="#ctx0" brushRef="#br0" timeOffset="1">44 145 3561 0 0,'2'9'5882'0'0,"11"3"-3431"0"0,16 4-925 0 0,-21-13-1475 0 0,1-2 0 0 0,-1 1 1 0 0,1-1-1 0 0,16 0 0 0 0,68-12-5794 0 0,-27 1 305 0 0,-64 10 5403 0 0,0 0 0 0 0,-1 0 0 0 0,1 0-1 0 0,-1-1 1 0 0,1 1 0 0 0,-1-1 0 0 0,1 1 0 0 0,-1-1 0 0 0,0 0-1 0 0,1 1 1 0 0,-1-1 0 0 0,0 0 0 0 0,1 0 0 0 0,-1 0 0 0 0,0 0-1 0 0,0 0 1 0 0,0 0 0 0 0,0 0 0 0 0,0-1 0 0 0,0 1-1 0 0,0 0 1 0 0,0 0 0 0 0,0-1 0 0 0,0 1 0 0 0,-1-1 0 0 0,1 1-1 0 0,-1-1 1 0 0,1-1 0 0 0,6-6-1128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5.2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437 1 5377 0 0,'-2'1'666'0'0,"0"1"0"0"0,1 0 0 0 0,-1-1 1 0 0,0 1-1 0 0,1 0 0 0 0,-1 0 0 0 0,1 0 0 0 0,-1 0 0 0 0,1 0 0 0 0,0 0 0 0 0,-1 3 0 0 0,-8 30 3066 0 0,7 41-1707 0 0,3-63-1425 0 0,15 165 237 0 0,-3-65-5600 0 0,-12-110 4334 0 0,1-1 0 0 0,-1 0 0 0 0,0 0 1 0 0,1 1-1 0 0,-1-1 0 0 0,0 0 0 0 0,0 0 1 0 0,-1 1-1 0 0,1-1 0 0 0,0 0 0 0 0,-1 0 1 0 0,1 1-1 0 0,-1-1 0 0 0,0 0 0 0 0,0 0 1 0 0,0 0-1 0 0,0 0 0 0 0,0 0 0 0 0,0 0 1 0 0,-1 0-1 0 0,1-1 0 0 0,0 1 0 0 0,-1 0 1 0 0,0-1-1 0 0,-2 3 0 0 0,-6 0-3032 0 0</inkml:trace>
  <inkml:trace contextRef="#ctx0" brushRef="#br0" timeOffset="1">40 514 5793 0 0,'-2'0'318'0'0,"0"0"0"0"0,0 1 0 0 0,0 0 1 0 0,0-1-1 0 0,0 1 0 0 0,0 0 0 0 0,0 0 0 0 0,0 0 0 0 0,1 0 0 0 0,-1 0 0 0 0,0 0 0 0 0,0 1 0 0 0,1-1 0 0 0,-1 1 0 0 0,1-1 1 0 0,0 1-1 0 0,-1-1 0 0 0,1 1 0 0 0,0 0 0 0 0,0 0 0 0 0,0-1 0 0 0,-2 5 0 0 0,3-3-159 0 0,0 0 1 0 0,0-1-1 0 0,0 1 0 0 0,0 0 0 0 0,0-1 1 0 0,1 1-1 0 0,-1 0 0 0 0,1 0 0 0 0,-1-1 1 0 0,1 1-1 0 0,0-1 0 0 0,0 1 0 0 0,0-1 1 0 0,1 1-1 0 0,1 2 0 0 0,34 39-1755 0 0,1-13-3519 0 0,-37-31 5000 0 0,-1 1 0 0 0,0-1 0 0 0,1 1 0 0 0,-1-1-1 0 0,1 1 1 0 0,-1-1 0 0 0,1 1 0 0 0,-1-1 0 0 0,1 0 0 0 0,0 1 0 0 0,-1-1 0 0 0,1 0 0 0 0,-1 1 0 0 0,1-1-1 0 0,0 0 1 0 0,-1 0 0 0 0,1 0 0 0 0,0 1 0 0 0,-1-1 0 0 0,1 0 0 0 0,0 0 0 0 0,-1 0 0 0 0,1 0 0 0 0,0 0-1 0 0,-1 0 1 0 0,1 0 0 0 0,0-1 0 0 0,-1 1 0 0 0,1 0 0 0 0,0 0 0 0 0,-1 0 0 0 0,1-1 0 0 0,-1 1 0 0 0,1 0 0 0 0,0-1-1 0 0,-1 1 1 0 0,1 0 0 0 0,-1-1 0 0 0,1 1 0 0 0,-1-1 0 0 0,1 1 0 0 0,-1-1 0 0 0,0 1 0 0 0,1-1 0 0 0,-1 1-1 0 0,1-1 1 0 0,-1 0 0 0 0,0 1 0 0 0,0-1 0 0 0,1 1 0 0 0,-1-1 0 0 0,0 0 0 0 0,0 1 0 0 0,0-1 0 0 0,0 0-1 0 0,1 1 1 0 0,-1-1 0 0 0,0 0 0 0 0,0 1 0 0 0,0-1 0 0 0,-1 0 0 0 0,1 1 0 0 0,0-1 0 0 0,0 0 0 0 0,0 1 0 0 0,0-1-1 0 0,-1 0 1 0 0,1 0 0 0 0,-1-7-785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6:45.6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66 2817 0 0,'18'-3'8327'0'0,"34"-14"-4625"0"0,-6 1-1779 0 0,-22 9-1458 0 0,0 0 0 0 0,0 2 1 0 0,0 1-1 0 0,1 1 0 0 0,0 0 1 0 0,0 2-1 0 0,45 4 0 0 0,-69-3-457 0 0,1 1 1 0 0,-1-1-1 0 0,1 0 1 0 0,-1 0-1 0 0,0 1 1 0 0,1-1-1 0 0,-1 1 1 0 0,0 0-1 0 0,0-1 1 0 0,1 1-1 0 0,-1 0 0 0 0,0 0 1 0 0,0-1-1 0 0,0 1 1 0 0,0 0-1 0 0,0 0 1 0 0,0 0-1 0 0,0 1 1 0 0,0-1-1 0 0,0 0 0 0 0,-1 0 1 0 0,1 0-1 0 0,0 1 1 0 0,0 1-1 0 0,0 0 1 0 0,-1-1-1 0 0,0 1 1 0 0,0 0-1 0 0,0 0 0 0 0,0-1 1 0 0,0 1-1 0 0,-1 0 1 0 0,1-1-1 0 0,-1 1 1 0 0,1 0-1 0 0,-1-1 0 0 0,-1 3 1 0 0,-3 6-82 0 0,0 0 0 0 0,-1-1 0 0 0,0 1 0 0 0,-13 15 0 0 0,8-13-216 0 0,-1-1 1 0 0,1 0-1 0 0,-2-1 0 0 0,0-1 1 0 0,0 0-1 0 0,-17 10 0 0 0,25-17 252 0 0,0 0-1 0 0,1 0 1 0 0,-1-1-1 0 0,0 0 1 0 0,0 0 0 0 0,-1 0-1 0 0,1 0 1 0 0,0-1-1 0 0,0 0 1 0 0,-1 0-1 0 0,1-1 1 0 0,-1 1 0 0 0,1-1-1 0 0,-1 0 1 0 0,1-1-1 0 0,-1 1 1 0 0,1-1-1 0 0,0 0 1 0 0,-1 0-1 0 0,1-1 1 0 0,0 0 0 0 0,-8-3-1 0 0,17 1 790 0 0,15 1-486 0 0,19 0-181 0 0,-21 2-14 0 0,119-10-3092 0 0,-119 8 493 0 0,0-1 0 0 0,-1 0 0 0 0,21-9 1 0 0,-19 5-1568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26.81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36 346 2673 0 0,'-2'-1'590'0'0,"0"1"0"0"0,0-1 0 0 0,0 0 1 0 0,0 0-1 0 0,0 0 0 0 0,0 0 1 0 0,0 0-1 0 0,0 0 0 0 0,0-1 0 0 0,1 1 1 0 0,-1-1-1 0 0,0 1 0 0 0,1-1 1 0 0,-1 0-1 0 0,1 1 0 0 0,-2-4 0 0 0,3 4-273 0 0,-1-1-1 0 0,0 0 0 0 0,1 1 1 0 0,-1-1-1 0 0,1 0 0 0 0,0 0 1 0 0,0 1-1 0 0,0-1 0 0 0,0 0 0 0 0,0 0 1 0 0,0 1-1 0 0,0-1 0 0 0,0 0 1 0 0,1 0-1 0 0,-1 1 0 0 0,2-3 1 0 0,0-1-138 0 0,0 0 0 0 0,0 0 0 0 0,1 1 1 0 0,0-1-1 0 0,0 1 0 0 0,0 0 0 0 0,1 0 1 0 0,0 0-1 0 0,-1 1 0 0 0,1-1 1 0 0,0 1-1 0 0,7-5 0 0 0,23-11-101 0 0,1 2-1 0 0,0 0 1 0 0,1 3 0 0 0,1 1-1 0 0,1 2 1 0 0,42-8-1 0 0,239-23-44 0 0,-240 34 20 0 0,1083-65-146 0 0,-385 79 81 0 0,-495 8-9 0 0,-2 12 1 0 0,-1 13-1 0 0,388 104 0 0 0,-375-72 271 0 0,529 60-1 0 0,-815-130-195 0 0,0-1-1 0 0,0 1 1 0 0,0-1-1 0 0,0 0 1 0 0,0 0-1 0 0,1-1 0 0 0,-1 0 1 0 0,9-3-1 0 0,-14 4-27 0 0,0 0-1 0 0,0-1 0 0 0,0 1 1 0 0,-1-1-1 0 0,1 1 0 0 0,0-1 1 0 0,0 1-1 0 0,-1-1 0 0 0,1 0 0 0 0,0 1 1 0 0,0-1-1 0 0,-1 0 0 0 0,1 0 1 0 0,-1 0-1 0 0,1 1 0 0 0,-1-1 1 0 0,1 0-1 0 0,-1 0 0 0 0,0 0 1 0 0,1 0-1 0 0,-1-2 0 0 0,0 1 13 0 0,0 0 0 0 0,0-1 0 0 0,0 1 0 0 0,0-1 0 0 0,-1 1 0 0 0,1 0 0 0 0,-1-1 0 0 0,1 1 0 0 0,-1 0 0 0 0,0-1 0 0 0,0 1 1 0 0,-2-3-1 0 0,-10-19-16 0 0,-1 0 0 0 0,-1 2 0 0 0,-1 0 1 0 0,-1 1-1 0 0,-1 0 0 0 0,-38-33 1 0 0,51 51-15 0 0,1 1 1 0 0,-1 0-1 0 0,0 0 1 0 0,0 0 0 0 0,0 0-1 0 0,-1 1 1 0 0,1 0 0 0 0,0 0-1 0 0,-1 0 1 0 0,-5 0-1 0 0,10 1-6 0 0,0 0-1 0 0,0 0 0 0 0,0 0 0 0 0,0-1 0 0 0,0 1 0 0 0,0 0 0 0 0,0 0 0 0 0,-1 1 0 0 0,1-1 0 0 0,0 0 0 0 0,0 0 0 0 0,0 0 1 0 0,0 1-1 0 0,0-1 0 0 0,0 1 0 0 0,0-1 0 0 0,0 0 0 0 0,0 1 0 0 0,0 0 0 0 0,0-1 0 0 0,0 1 0 0 0,1 0 0 0 0,-1-1 1 0 0,0 1-1 0 0,0 0 0 0 0,1 0 0 0 0,-1 0 0 0 0,0 0 0 0 0,1-1 0 0 0,-1 1 0 0 0,1 0 0 0 0,-1 0 0 0 0,1 0 0 0 0,-1 0 1 0 0,1 0-1 0 0,0 0 0 0 0,0 1 0 0 0,-1-1 0 0 0,1 0 0 0 0,0 0 0 0 0,0 0 0 0 0,0 0 0 0 0,0 0 0 0 0,0 0 0 0 0,0 0 0 0 0,1 0 1 0 0,-1 0-1 0 0,0 0 0 0 0,0 1 0 0 0,1-1 0 0 0,-1 0 0 0 0,1 0 0 0 0,-1 0 0 0 0,1 1 0 0 0,3 3-7 0 0,-1 1-1 0 0,1 0 1 0 0,0-1 0 0 0,0 0-1 0 0,0 0 1 0 0,1 0-1 0 0,-1-1 1 0 0,1 1-1 0 0,0-1 1 0 0,1 0 0 0 0,7 4-1 0 0,68 35 15 0 0,-79-42-7 0 0,62 27-10 0 0,-34-16 23 0 0,-1 1-1 0 0,47 28 0 0 0,-75-40-2 0 0,1 0 0 0 0,-1 0 0 0 0,0 0-1 0 0,1 0 1 0 0,-1 0 0 0 0,0 0 0 0 0,1 1 0 0 0,-1-1 0 0 0,0 0 0 0 0,0 1 0 0 0,0-1 0 0 0,0 1-1 0 0,0-1 1 0 0,-1 1 0 0 0,1-1 0 0 0,0 1 0 0 0,-1-1 0 0 0,1 1 0 0 0,-1 0 0 0 0,1 0-1 0 0,-1-1 1 0 0,0 1 0 0 0,0 0 0 0 0,0-1 0 0 0,0 1 0 0 0,0 0 0 0 0,0 0 0 0 0,0-1-1 0 0,-1 1 1 0 0,1 0 0 0 0,0-1 0 0 0,-1 1 0 0 0,0 0 0 0 0,1-1 0 0 0,-1 1 0 0 0,0-1 0 0 0,0 1-1 0 0,0-1 1 0 0,0 1 0 0 0,0-1 0 0 0,0 0 0 0 0,0 1 0 0 0,0-1 0 0 0,-1 0 0 0 0,1 0-1 0 0,-3 2 1 0 0,-9 8 182 0 0,0-1-1 0 0,0-1 0 0 0,-29 16 1 0 0,29-18-127 0 0,-62 38-344 0 0,-86 69 0 0 0,114-76-4217 0 0,1 3-4122 0 0,37-29 1466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27.4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0 8242 0 0,'-5'8'842'0'0,"0"-1"1"0"0,0 1-1 0 0,1 1 1 0 0,0-1-1 0 0,1 0 1 0 0,0 1-1 0 0,0 0 1 0 0,-2 10-1 0 0,-9 78 1268 0 0,11-69-1583 0 0,-2 24-521 0 0,1-1-1 0 0,3 1 1 0 0,2-1 0 0 0,7 52-1 0 0,4-38-4406 0 0,7 0-4136 0 0,-16-60 4602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7.5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52 83 4785 0 0,'-45'11'10801'0'0,"39"-8"-7441"0"0,27-9-1954 0 0,192-61 135 0 0,-137 46-2828 0 0,-71 20 246 0 0,1 0 0 0 0,-1 1 0 0 0,1-1 0 0 0,-1 1 0 0 0,1 1-1 0 0,-1-1 1 0 0,7 2 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7.8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4673 0 0,'2'28'10247'0'0,"4"24"-6107"0"0,2 27-3400 0 0,1 43 139 0 0,0-4-1305 0 0,-6-38-4669 0 0,-3-79 4807 0 0,0 0-39 0 0,0 0-1 0 0,0 0 1 0 0,0 0 0 0 0,0 0-1 0 0,0 0 1 0 0,0 0 0 0 0,-1-1-1 0 0,1 1 1 0 0,0 0 0 0 0,0 0-1 0 0,-1 0 1 0 0,1 0 0 0 0,0 0-1 0 0,-1-1 1 0 0,1 1 0 0 0,-1 0-1 0 0,1 0 1 0 0,-1-1-1 0 0,0 2 1 0 0,-7 5-5163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8.24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73 5497 0 0,'-1'0'125'0'0,"1"0"0"0"0,0 0 0 0 0,0 0 0 0 0,-1 0 0 0 0,1 0 0 0 0,0 0 0 0 0,0 0 0 0 0,-1 0-1 0 0,1 1 1 0 0,0-1 0 0 0,0 0 0 0 0,0 0 0 0 0,-1 0 0 0 0,1 0 0 0 0,0 0 0 0 0,0 1 0 0 0,0-1 0 0 0,0 0 0 0 0,-1 0 0 0 0,1 0 0 0 0,0 1-1 0 0,0-1 1 0 0,0 0 0 0 0,0 0 0 0 0,0 0 0 0 0,0 1 0 0 0,0-1 0 0 0,0 0 0 0 0,0 0 0 0 0,0 1 0 0 0,-1-1 0 0 0,1 0 0 0 0,0 0 0 0 0,0 1-1 0 0,0-1 1 0 0,0 0 0 0 0,1 0 0 0 0,-1 1 0 0 0,0-1 0 0 0,0 0 0 0 0,0 0 0 0 0,0 1 0 0 0,0-1 0 0 0,0 0 0 0 0,0 0 0 0 0,0 0-1 0 0,0 1 1 0 0,1-1 0 0 0,-1 0 0 0 0,0 0 0 0 0,0 0 0 0 0,0 1 0 0 0,0-1 0 0 0,1 0 0 0 0,-1 0 0 0 0,0 0 0 0 0,0 0 0 0 0,0 0 0 0 0,1 0-1 0 0,-1 1 1 0 0,1-1 0 0 0,15 4 2096 0 0,41-15-2172 0 0,66-24 0 0 0,-44 12-5265 0 0,-45 10 63 0 0,-22 7 1497 0 0</inkml:trace>
  <inkml:trace contextRef="#ctx0" brushRef="#br0" timeOffset="1">265 19 7218 0 0,'-3'2'658'0'0,"1"0"1"0"0,-1 1 0 0 0,1-1 0 0 0,-1 0 0 0 0,1 1 0 0 0,0 0 0 0 0,0-1 0 0 0,0 1 0 0 0,0 0-1 0 0,0 0 1 0 0,-1 4 0 0 0,-8 40 2875 0 0,10-23-3837 0 0,2 0 1 0 0,4 33-1 0 0,-2-18-1368 0 0,-2-36 1049 0 0,-1 0 0 0 0,0 0 0 0 0,1 0 0 0 0,-1 0 0 0 0,-1 0 0 0 0,1 0 0 0 0,0 1 0 0 0,-1-1 0 0 0,0 0-1 0 0,1 0 1 0 0,-1 0 0 0 0,0 0 0 0 0,-1 0 0 0 0,1-1 0 0 0,0 1 0 0 0,-4 5 0 0 0,-2 2-3322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8.6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12 649 9562 0 0,'0'0'204'0'0,"-1"0"1"0"0,0 0-1 0 0,1 0 0 0 0,-1 1 0 0 0,1-1 1 0 0,-1 0-1 0 0,1 0 0 0 0,-1 1 0 0 0,1-1 1 0 0,-1 0-1 0 0,1 1 0 0 0,-1-1 0 0 0,1 0 1 0 0,-1 1-1 0 0,1-1 0 0 0,0 1 0 0 0,-1-1 1 0 0,1 1-1 0 0,0-1 0 0 0,-1 1 0 0 0,1-1 1 0 0,0 1-1 0 0,0-1 0 0 0,-1 1 0 0 0,1 0 1 0 0,0-1-1 0 0,0 1 0 0 0,0-1 0 0 0,0 1 1 0 0,0 0-1 0 0,13 10 2683 0 0,28-2-1629 0 0,-6-10-1104 0 0,0-2 0 0 0,0-2 0 0 0,47-12 0 0 0,42-16-3534 0 0,-68 17-703 0 0,-12-6-3040 0 0,-23 13 2718 0 0</inkml:trace>
  <inkml:trace contextRef="#ctx0" brushRef="#br0" timeOffset="1">691 59 3161 0 0,'-1'-2'428'0'0,"-1"0"-1"0"0,1 1 1 0 0,-1-1 0 0 0,0 0 0 0 0,0 1 0 0 0,1-1 0 0 0,-1 1 0 0 0,0 0 0 0 0,-1-1 0 0 0,1 1 0 0 0,0 0 0 0 0,0 0-1 0 0,0 0 1 0 0,-1 1 0 0 0,1-1 0 0 0,0 1 0 0 0,-1-1 0 0 0,1 1 0 0 0,-1 0 0 0 0,1 0 0 0 0,0 0 0 0 0,-1 0 0 0 0,1 0-1 0 0,-5 1 1 0 0,3 1-269 0 0,1 0 0 0 0,0 0-1 0 0,0 0 1 0 0,0 0-1 0 0,0 1 1 0 0,0-1-1 0 0,0 1 1 0 0,1 0 0 0 0,0 0-1 0 0,-1 0 1 0 0,1 0-1 0 0,0 0 1 0 0,0 1-1 0 0,1-1 1 0 0,-4 7-1 0 0,3-3-93 0 0,-1-1-1 0 0,1 0 1 0 0,0 1-1 0 0,0-1 0 0 0,1 1 1 0 0,0-1-1 0 0,0 1 1 0 0,1 0-1 0 0,0 0 0 0 0,0-1 1 0 0,0 1-1 0 0,1 0 0 0 0,0-1 1 0 0,0 1-1 0 0,1-1 1 0 0,0 1-1 0 0,4 11 0 0 0,-3-14-60 0 0,-1 0 0 0 0,1 0 0 0 0,-1 0 0 0 0,1 0-1 0 0,1 0 1 0 0,-1-1 0 0 0,0 0 0 0 0,1 1 0 0 0,0-1-1 0 0,-1 0 1 0 0,1-1 0 0 0,0 1 0 0 0,1-1 0 0 0,-1 1-1 0 0,0-1 1 0 0,1-1 0 0 0,-1 1 0 0 0,1 0 0 0 0,0-1-1 0 0,-1 0 1 0 0,1 0 0 0 0,0-1 0 0 0,0 1-1 0 0,-1-1 1 0 0,9-1 0 0 0,-4 0 27 0 0,-1 0 0 0 0,1-1 0 0 0,0 0 0 0 0,-1 0 0 0 0,0-1 0 0 0,0 0 0 0 0,0-1 0 0 0,0 0 1 0 0,0 0-1 0 0,-1-1 0 0 0,1 1 0 0 0,-1-2 0 0 0,-1 1 0 0 0,1-1 0 0 0,-1 0 0 0 0,0 0 0 0 0,0-1 0 0 0,0 0 0 0 0,8-14 0 0 0,-12 17 13 0 0,1 0 0 0 0,-1 0 1 0 0,0 0-1 0 0,0-1 0 0 0,-1 1 0 0 0,1 0 0 0 0,-1-1 1 0 0,0 1-1 0 0,0-1 0 0 0,-1 0 0 0 0,1 1 0 0 0,-1-1 1 0 0,0 0-1 0 0,0 1 0 0 0,0-1 0 0 0,-1 1 0 0 0,0-1 1 0 0,0 0-1 0 0,0 1 0 0 0,0-1 0 0 0,-1 1 0 0 0,0 0 0 0 0,0 0 1 0 0,0-1-1 0 0,0 1 0 0 0,-1 0 0 0 0,1 1 0 0 0,-1-1 1 0 0,0 0-1 0 0,0 1 0 0 0,-1 0 0 0 0,1-1 0 0 0,0 1 1 0 0,-1 0-1 0 0,0 1 0 0 0,0-1 0 0 0,0 1 0 0 0,-5-2 1 0 0,1 0-228 0 0,0 1 0 0 0,0 0 0 0 0,0 0 1 0 0,-1 1-1 0 0,0 0 0 0 0,1 0 0 0 0,-1 1 1 0 0,0 0-1 0 0,0 1 0 0 0,0 0 0 0 0,1 0 1 0 0,-1 1-1 0 0,-12 3 0 0 0,-34 0-9289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9.0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 0 11554 0 0,'-3'20'2892'0'0,"1"-1"0"0"0,1 32 0 0 0,12 42-195 0 0,-2-51-3021 0 0,2-1 1 0 0,21 52 0 0 0,-17-59-1530 0 0,4 10-6327 0 0</inkml:trace>
  <inkml:trace contextRef="#ctx0" brushRef="#br0" timeOffset="1">5 182 8450 0 0,'-2'3'2784'0'0,"0"7"-887"0"0,4 1-225 0 0,5-1-224 0 0,5-2-431 0 0,1-5-641 0 0,6 1-200 0 0,0-2-40 0 0,4-2-88 0 0,0 2-200 0 0,2-4-296 0 0,2 2-416 0 0,-2-2-561 0 0,-1 0-535 0 0,-5-1-617 0 0,-3-1-575 0 0,-7 0-1905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9.4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1 5681 0 0,'-1'1'168'0'0,"-7"14"1329"0"0,1 1 0 0 0,0-1-1 0 0,1 1 1 0 0,-7 32 0 0 0,12-45-1326 0 0,0 0 1 0 0,1 0 0 0 0,0 0-1 0 0,-1 0 1 0 0,1 0-1 0 0,0 1 1 0 0,1-1 0 0 0,-1 0-1 0 0,1 0 1 0 0,-1 0-1 0 0,1 0 1 0 0,0 0-1 0 0,0 0 1 0 0,0 0 0 0 0,0 0-1 0 0,1-1 1 0 0,-1 1-1 0 0,1 0 1 0 0,0-1 0 0 0,0 1-1 0 0,0-1 1 0 0,0 1-1 0 0,0-1 1 0 0,0 0-1 0 0,0 0 1 0 0,1 0 0 0 0,-1 0-1 0 0,1 0 1 0 0,0-1-1 0 0,-1 1 1 0 0,1-1 0 0 0,0 0-1 0 0,5 2 1 0 0,15 4 482 0 0,0-1 1 0 0,1-1-1 0 0,-1-1 0 0 0,1-1 1 0 0,27 0-1 0 0,-34-3-926 0 0,0 0 1 0 0,0-1-1 0 0,0-1 1 0 0,-1-1-1 0 0,1 0 0 0 0,-1-1 1 0 0,0-1-1 0 0,18-7 0 0 0,-20 4-2037 0 0,0-1-1 0 0,0 0 1 0 0,13-12-1 0 0,-15 12-123 0 0,10-5-3359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39.8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131 2 10650 0 0,'-2'0'527'0'0,"0"-1"-1"0"0,0 1 1 0 0,0 0-1 0 0,0 0 1 0 0,-1 0-1 0 0,1 0 1 0 0,0 0-1 0 0,0 0 1 0 0,0 0-1 0 0,0 1 1 0 0,0-1-1 0 0,-1 1 1 0 0,1 0-1 0 0,0-1 1 0 0,0 1-1 0 0,0 0 1 0 0,1 0-1 0 0,-1 0 1 0 0,-3 3-1 0 0,1-1-121 0 0,0 1 0 0 0,1 0 0 0 0,0-1 0 0 0,-1 1 0 0 0,1 1 0 0 0,1-1 0 0 0,-1 0 0 0 0,-2 6 0 0 0,-3 10-296 0 0,0 1 1 0 0,2-1-1 0 0,-5 24 0 0 0,9-36 310 0 0,1-5-520 0 0,-5 24 384 0 0,1 0 0 0 0,-3 38-1 0 0,8-56-761 0 0,0 0 0 0 0,0 1 0 0 0,1-1 0 0 0,4 15 0 0 0,-4-20-413 0 0,0 1 0 0 0,1-1 0 0 0,-1 1-1 0 0,1-1 1 0 0,1 0 0 0 0,-1 0 0 0 0,0 0 0 0 0,1 0-1 0 0,0 0 1 0 0,4 3 0 0 0,12-8-10222 0 0</inkml:trace>
  <inkml:trace contextRef="#ctx0" brushRef="#br0" timeOffset="1">30 151 4745 0 0,'7'42'9200'0'0,"11"-8"-3514"0"0,-14-28-5276 0 0,1-1-1 0 0,1 1 0 0 0,-1-1 1 0 0,1 0-1 0 0,0-1 1 0 0,0 0-1 0 0,0 1 0 0 0,11 4 1 0 0,-3-3-927 0 0,0-1 0 0 0,0 0 0 0 0,0-1 0 0 0,1 0 0 0 0,-1-1 0 0 0,1-1 0 0 0,0-1 0 0 0,0 0 0 0 0,15-1 1 0 0,-2-5-3821 0 0,-12-7-1838 0 0,-6 3 860 0 0</inkml:trace>
  <inkml:trace contextRef="#ctx0" brushRef="#br0" timeOffset="2">160 130 10482 0 0,'-2'6'3113'0'0,"0"3"-961"0"0,4 3-327 0 0,4-4-377 0 0,1-3-584 0 0,7-1-496 0 0,5-2-200 0 0,4-4-80 0 0,3 0-64 0 0,3-4-216 0 0,3 1-320 0 0,1-3-544 0 0,-1-1-656 0 0,3-1-617 0 0,-3-1-607 0 0,-1-1-545 0 0,1 1-2104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0.1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 1 8170 0 0,'-3'5'1206'0'0,"0"0"0"0"0,1 1 1 0 0,-1-1-1 0 0,1 1 0 0 0,0 0 1 0 0,0 0-1 0 0,-1 7 0 0 0,0 47 2548 0 0,5-27-3258 0 0,11 50 0 0 0,-12-82-478 0 0,3 18-742 0 0,1 1 1 0 0,12 28-1 0 0,-5-20-3465 0 0,1-1-3863 0 0,-9-21 2553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0.5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63 0 7170 0 0,'-8'12'1760'0'0,"0"-1"1"0"0,0 1-1 0 0,-10 25 1 0 0,14-27-1146 0 0,0-1 1 0 0,1 1 0 0 0,0 1-1 0 0,1-1 1 0 0,-2 19 0 0 0,4-22-536 0 0,0-1 0 0 0,0 0 1 0 0,0 0-1 0 0,1 1 0 0 0,0-1 1 0 0,0 0-1 0 0,1 0 1 0 0,-1 0-1 0 0,1 0 0 0 0,1 0 1 0 0,-1-1-1 0 0,1 1 0 0 0,0-1 1 0 0,0 1-1 0 0,1-1 1 0 0,-1 0-1 0 0,1 0 0 0 0,0 0 1 0 0,1-1-1 0 0,-1 0 0 0 0,1 0 1 0 0,0 0-1 0 0,0 0 1 0 0,9 5-1 0 0,-4-4-41 0 0,0-1-1 0 0,0 0 1 0 0,1 0 0 0 0,0-1-1 0 0,0 0 1 0 0,0-1 0 0 0,0 0-1 0 0,0-1 1 0 0,0 0 0 0 0,0-1-1 0 0,1 0 1 0 0,-1 0 0 0 0,20-5-1 0 0,-23 4-12 0 0,-1 0 0 0 0,1-1-1 0 0,0 0 1 0 0,-1-1 0 0 0,0 0-1 0 0,1 0 1 0 0,-1 0 0 0 0,0-1-1 0 0,-1 0 1 0 0,1-1 0 0 0,-1 1-1 0 0,1-1 1 0 0,-1 0 0 0 0,-1-1-1 0 0,1 1 1 0 0,-1-1-1 0 0,0 0 1 0 0,0-1 0 0 0,-1 1-1 0 0,6-11 1 0 0,-9 13-3 0 0,1 0 0 0 0,-1 0 1 0 0,0 0-1 0 0,0 0 0 0 0,0 0 0 0 0,-1 0 0 0 0,0-1 0 0 0,1 1 1 0 0,-1 0-1 0 0,-1 0 0 0 0,1 0 0 0 0,-1-1 0 0 0,1 1 0 0 0,-1 0 1 0 0,0 0-1 0 0,-1 0 0 0 0,1 0 0 0 0,-1 0 0 0 0,1 1 0 0 0,-1-1 1 0 0,-1 0-1 0 0,1 1 0 0 0,0-1 0 0 0,-1 1 0 0 0,0 0 0 0 0,1-1 1 0 0,-1 2-1 0 0,-1-1 0 0 0,1 0 0 0 0,0 0 0 0 0,-1 1 0 0 0,-5-4 0 0 0,-1 1-52 0 0,0-1-1 0 0,0 1 0 0 0,0 0 1 0 0,0 1-1 0 0,-1 1 0 0 0,0-1 1 0 0,0 2-1 0 0,0-1 0 0 0,0 2 1 0 0,0-1-1 0 0,-12 1 0 0 0,-44 9-2369 0 0,49-5-1432 0 0,1-1 1 0 0,-29 0-1 0 0,29-2-1441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0.9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 0 9490 0 0,'-2'0'591'0'0,"0"0"1"0"0,0 0-1 0 0,1 0 1 0 0,-1 0-1 0 0,0 1 0 0 0,1-1 1 0 0,-1 0-1 0 0,0 1 1 0 0,1 0-1 0 0,-1-1 1 0 0,1 1-1 0 0,-1 0 0 0 0,1-1 1 0 0,-3 3-1 0 0,6 2 2476 0 0,15-3-2186 0 0,35-6-431 0 0,-44 2-615 0 0,0 1 1 0 0,1-1 0 0 0,-1 2 0 0 0,1-1-1 0 0,-1 1 1 0 0,1 1 0 0 0,0 0-1 0 0,-1 0 1 0 0,0 0 0 0 0,1 1-1 0 0,13 5 1 0 0,-21-7-5 0 0,0 1 0 0 0,0-1 0 0 0,0 1 0 0 0,0 0 0 0 0,0-1 0 0 0,0 1 0 0 0,0 0 0 0 0,0 0 0 0 0,0 0 0 0 0,0-1-1 0 0,-1 1 1 0 0,1 0 0 0 0,0 0 0 0 0,0 0 0 0 0,-1 0 0 0 0,1 0 0 0 0,-1 0 0 0 0,1 1 0 0 0,-1-1 0 0 0,0 0 0 0 0,1 0 0 0 0,-1 0 0 0 0,0 0 0 0 0,0 0 0 0 0,1 1 0 0 0,-1-1 0 0 0,0 0 0 0 0,0 0-1 0 0,-1 0 1 0 0,1 1 0 0 0,0-1 0 0 0,0 0 0 0 0,0 0 0 0 0,-1 0 0 0 0,1 0 0 0 0,-1 1 0 0 0,1-1 0 0 0,-1 0 0 0 0,1 0 0 0 0,-1 0 0 0 0,0 0 0 0 0,0 1 0 0 0,-4 4-1262 0 0,0 0 0 0 0,-1 0 0 0 0,1 0 0 0 0,-12 9 1 0 0,15-14 1009 0 0,-14 15-3538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1.3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 1 3737 0 0,'-1'0'225'0'0,"0"1"1"0"0,0-1 0 0 0,0 0-1 0 0,0 1 1 0 0,0-1 0 0 0,1 1-1 0 0,-1-1 1 0 0,0 1 0 0 0,0 0-1 0 0,0-1 1 0 0,1 1 0 0 0,-1 0-1 0 0,0-1 1 0 0,1 1 0 0 0,-1 0-1 0 0,1 0 1 0 0,-1 0 0 0 0,1 0-1 0 0,-1 0 1 0 0,1 0-1 0 0,0-1 1 0 0,-1 1 0 0 0,1 0-1 0 0,0 0 1 0 0,0 0 0 0 0,-1 0-1 0 0,1 0 1 0 0,0 0 0 0 0,0 0-1 0 0,0 0 1 0 0,0 0 0 0 0,0 0-1 0 0,1 0 1 0 0,-1 0 0 0 0,0 0-1 0 0,0 0 1 0 0,1 0 0 0 0,-1 0-1 0 0,1 1 1 0 0,0-1-79 0 0,1 1 0 0 0,0-1-1 0 0,-1 0 1 0 0,1 1 0 0 0,0-1 0 0 0,0 0 0 0 0,-1 0 0 0 0,1 0-1 0 0,0-1 1 0 0,0 1 0 0 0,0 0 0 0 0,0-1 0 0 0,0 1 0 0 0,0-1-1 0 0,1 0 1 0 0,-1 1 0 0 0,4-1 0 0 0,21-2 184 0 0,1-1-1 0 0,0-1 1 0 0,34-10 0 0 0,-35 7-124 0 0,1 1 0 0 0,0 2 0 0 0,36-2 0 0 0,-63 6-194 0 0,-1-1 1 0 0,1 1-1 0 0,0 0 0 0 0,-1 0 1 0 0,1 0-1 0 0,0 0 0 0 0,-1 0 1 0 0,1 0-1 0 0,0 0 0 0 0,0 0 1 0 0,-1 0-1 0 0,1 0 0 0 0,0 0 1 0 0,-1 0-1 0 0,1 1 0 0 0,0-1 0 0 0,-1 0 1 0 0,1 0-1 0 0,-1 1 0 0 0,1-1 1 0 0,0 0-1 0 0,-1 1 0 0 0,1-1 1 0 0,-1 1-1 0 0,1-1 0 0 0,-1 1 1 0 0,1-1-1 0 0,-1 1 0 0 0,0-1 1 0 0,1 1-1 0 0,-1-1 0 0 0,1 2 1 0 0,-14 17 277 0 0,-40 18-18 0 0,50-34-257 0 0,-14 8-28 0 0,1-1 0 0 0,-2 0 0 0 0,1-1 0 0 0,-1-1-1 0 0,-1 0 1 0 0,-24 6 0 0 0,31-16-600 0 0,17-6 105 0 0,17-8 184 0 0,-7 12 468 0 0,0 0 0 0 0,0 1 0 0 0,0 1 0 0 0,0 0 0 0 0,1 1 0 0 0,-1 1 0 0 0,31 3 0 0 0,-4 3-1046 0 0,67 20 0 0 0,-109-26 633 0 0,12 4-1880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1.6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5 424 9722 0 0,'-1'0'125'0'0,"1"1"-1"0"0,0-1 1 0 0,-1 0-1 0 0,1 1 1 0 0,0-1 0 0 0,-1 1-1 0 0,1-1 1 0 0,0 1-1 0 0,0-1 1 0 0,-1 1 0 0 0,1-1-1 0 0,0 1 1 0 0,0-1-1 0 0,0 1 1 0 0,0-1-1 0 0,-1 1 1 0 0,1-1 0 0 0,0 1-1 0 0,0-1 1 0 0,0 1-1 0 0,0-1 1 0 0,0 1 0 0 0,1-1-1 0 0,-1 1 1 0 0,0 0-1 0 0,0-1 1 0 0,0 1 0 0 0,0-1-1 0 0,1 1 1 0 0,-1-1-1 0 0,0 0 1 0 0,0 1-1 0 0,1-1 1 0 0,-1 1 0 0 0,0-1-1 0 0,1 1 1 0 0,-1-1-1 0 0,0 0 1 0 0,1 1 0 0 0,-1-1-1 0 0,1 0 1 0 0,-1 1-1 0 0,0-1 1 0 0,1 0 0 0 0,-1 0-1 0 0,1 1 1 0 0,-1-1-1 0 0,1 0 1 0 0,-1 0-1 0 0,1 0 1 0 0,-1 0 0 0 0,1 0-1 0 0,0 1 1 0 0,-1-1-1 0 0,1 0 1 0 0,-1 0 0 0 0,1 0-1 0 0,-1-1 1 0 0,2 1-1 0 0,33 3 1702 0 0,2-9-1363 0 0,-1-2 0 0 0,37-15 0 0 0,-45 14-407 0 0,1 0-1 0 0,0 2 0 0 0,1 1 0 0 0,32-2 0 0 0,-60 7 0 0 0,0 1 0 0 0,1 0 0 0 0,-1 0 0 0 0,1 0-1 0 0,-1 0 1 0 0,1 0 0 0 0,-1 1 0 0 0,0-1 0 0 0,1 1-1 0 0,-1-1 1 0 0,0 1 0 0 0,1 0 0 0 0,-1 0 0 0 0,0 0-1 0 0,0 0 1 0 0,0 1 0 0 0,0-1 0 0 0,0 0 0 0 0,0 1-1 0 0,0-1 1 0 0,0 1 0 0 0,-1 0 0 0 0,1 0 0 0 0,-1 0-1 0 0,1 0 1 0 0,-1 0 0 0 0,0 0 0 0 0,1 0 0 0 0,-1 0-1 0 0,0 0 1 0 0,0 1 0 0 0,-1-1 0 0 0,1 0 0 0 0,0 1-1 0 0,-1 2 1 0 0,2 10 259 0 0,-1 0 0 0 0,-1-1 0 0 0,-1 1 0 0 0,0 0 0 0 0,-3 16 0 0 0,1-19-355 0 0,2 1 0 0 0,0 0-1 0 0,1 21 1 0 0,0-33-138 0 0,0 0-1 0 0,1 1 1 0 0,-1-1-1 0 0,0 0 1 0 0,1 0 0 0 0,-1 1-1 0 0,1-1 1 0 0,0 0 0 0 0,-1 0-1 0 0,1 0 1 0 0,0 1 0 0 0,0-1-1 0 0,0 0 1 0 0,-1 0-1 0 0,1 0 1 0 0,0-1 0 0 0,0 1-1 0 0,2 1 1 0 0,-2-2-182 0 0,-1 1 0 0 0,1-1-1 0 0,0 0 1 0 0,0 1 0 0 0,0-1 0 0 0,-1 0 0 0 0,1 0 0 0 0,0 0-1 0 0,0 0 1 0 0,0 0 0 0 0,-1 0 0 0 0,1 0 0 0 0,0 0 0 0 0,0 0-1 0 0,0 0 1 0 0,0 0 0 0 0,-1 0 0 0 0,1-1 0 0 0,0 1 0 0 0,0 0-1 0 0,-1-1 1 0 0,1 1 0 0 0,0 0 0 0 0,0-1 0 0 0,-1 1 0 0 0,1-1-1 0 0,0 1 1 0 0,-1-1 0 0 0,2-1 0 0 0</inkml:trace>
  <inkml:trace contextRef="#ctx0" brushRef="#br0" timeOffset="1">644 0 7866 0 0,'-8'7'8165'0'0,"4"9"-4964"0"0,3 18-1953 0 0,1-31-653 0 0,5 122 576 0 0,5 0-1 0 0,32 148 1 0 0,-40-261-1239 0 0,1 4-642 0 0,0 1 0 0 0,1-1 0 0 0,1 0 0 0 0,12 29-1 0 0,-13-40-2544 0 0,-7-19-6212 0 0,-4 0 3870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2.2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109 1 1448 0 0,'-9'15'9793'0'0,"-8"21"-6703"0"0,-11 22-676 0 0,19-44-2315 0 0,2 0 0 0 0,0 0 0 0 0,1 0 0 0 0,0 1 0 0 0,1 0 0 0 0,0 1 0 0 0,2-1 0 0 0,-4 23 0 0 0,13-26-3129 0 0,-6-12 2819 0 0,1 0-1 0 0,-1 0 1 0 0,1 0 0 0 0,-1 0-1 0 0,0 0 1 0 0,1-1 0 0 0,-1 1-1 0 0,0 0 1 0 0,1 0 0 0 0,-1 0-1 0 0,0 0 1 0 0,1 0 0 0 0,-1 0-1 0 0,0-1 1 0 0,1 1-1 0 0,-1 0 1 0 0,0 0 0 0 0,1-1-1 0 0,-1 1 1 0 0,0 0 0 0 0,0 0-1 0 0,1-1 1 0 0,-1 1 0 0 0,0 0-1 0 0,0-1 1 0 0,0 1 0 0 0,1 0-1 0 0,-1-1 1 0 0,0 1 0 0 0,0 0-1 0 0,0-1 1 0 0,0 1 0 0 0,0-1-1 0 0,4-8-4759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2.8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83 27 2304 0 0,'-1'-2'372'0'0,"0"1"0"0"0,-1 0-1 0 0,1 0 1 0 0,-1 0-1 0 0,1 0 1 0 0,-1 0-1 0 0,0 0 1 0 0,1 0-1 0 0,-1 1 1 0 0,0-1-1 0 0,1 0 1 0 0,-1 1 0 0 0,0-1-1 0 0,0 1 1 0 0,0 0-1 0 0,1 0 1 0 0,-1 0-1 0 0,0 0 1 0 0,0 0-1 0 0,0 0 1 0 0,0 0-1 0 0,1 0 1 0 0,-1 1 0 0 0,0-1-1 0 0,-2 2 1 0 0,1-1-93 0 0,1 1 0 0 0,0 0 0 0 0,0 0-1 0 0,0 0 1 0 0,0 0 0 0 0,0 1 0 0 0,1-1 0 0 0,-1 0 0 0 0,1 1 0 0 0,-1-1 0 0 0,1 1 0 0 0,0-1 0 0 0,0 1 0 0 0,-1 4 0 0 0,-1 5 52 0 0,0 1 0 0 0,1-1 0 0 0,0 0 0 0 0,1 1 0 0 0,1-1 1 0 0,1 21-1 0 0,0-28-309 0 0,0 0 1 0 0,-1 1 0 0 0,2-1 0 0 0,-1 0 0 0 0,0 0 0 0 0,1 0 0 0 0,0-1 0 0 0,0 1 0 0 0,1 0-1 0 0,-1-1 1 0 0,1 1 0 0 0,0-1 0 0 0,0 0 0 0 0,0 0 0 0 0,1 0 0 0 0,-1 0 0 0 0,1-1 0 0 0,0 1-1 0 0,0-1 1 0 0,1 0 0 0 0,-1 0 0 0 0,0-1 0 0 0,1 1 0 0 0,0-1 0 0 0,-1 0 0 0 0,1 0-1 0 0,0-1 1 0 0,9 2 0 0 0,-6-2-9 0 0,1 0 1 0 0,-1-1-1 0 0,1 0 0 0 0,-1 0 0 0 0,1-1 1 0 0,-1 0-1 0 0,0-1 0 0 0,1 0 0 0 0,-1 0 1 0 0,0-1-1 0 0,0 0 0 0 0,0 0 0 0 0,-1-1 0 0 0,1 0 1 0 0,-1 0-1 0 0,13-10 0 0 0,-14 9 6 0 0,-1 1 1 0 0,1-1-1 0 0,-2 0 0 0 0,1-1 0 0 0,0 1 0 0 0,-1-1 0 0 0,0 0 1 0 0,-1 0-1 0 0,1 0 0 0 0,-1 0 0 0 0,0-1 0 0 0,0 1 1 0 0,-1-1-1 0 0,0 0 0 0 0,0 0 0 0 0,-1 0 0 0 0,1-10 0 0 0,-2 13-2 0 0,0 0-1 0 0,0-1 0 0 0,-1 1 0 0 0,0 0 0 0 0,0-1 0 0 0,0 1 0 0 0,0 0 0 0 0,0 0 0 0 0,-1 0 0 0 0,0 0 1 0 0,0 0-1 0 0,0 0 0 0 0,0 1 0 0 0,-1-1 0 0 0,1 1 0 0 0,-1-1 0 0 0,0 1 0 0 0,0 0 0 0 0,0 0 0 0 0,-1 0 0 0 0,1 1 1 0 0,-1-1-1 0 0,1 1 0 0 0,-1-1 0 0 0,0 1 0 0 0,0 1 0 0 0,0-1 0 0 0,0 0 0 0 0,-6 0 0 0 0,-2-2-62 0 0,0 1 0 0 0,0 1 0 0 0,-1 0 0 0 0,1 1 0 0 0,-1 0 0 0 0,0 1 0 0 0,1 0 0 0 0,-1 1 0 0 0,1 1 0 0 0,-1 0 0 0 0,1 0 0 0 0,-1 1 1 0 0,1 1-1 0 0,-19 8 0 0 0,18 1-1854 0 0,13-13 1718 0 0,0 0 0 0 0,-1 0-1 0 0,1 1 1 0 0,0-1-1 0 0,0 0 1 0 0,0 1-1 0 0,-1-1 1 0 0,1 0-1 0 0,0 0 1 0 0,0 1-1 0 0,0-1 1 0 0,0 0-1 0 0,0 1 1 0 0,0-1-1 0 0,-1 0 1 0 0,1 1 0 0 0,0-1-1 0 0,0 0 1 0 0,0 1-1 0 0,0-1 1 0 0,0 0-1 0 0,0 1 1 0 0,0-1-1 0 0,1 0 1 0 0,-1 1-1 0 0,0-1 1 0 0,0 0-1 0 0,0 1 1 0 0,0-1-1 0 0,0 0 1 0 0,0 1-1 0 0,1-1 1 0 0,-1 0 0 0 0,0 0-1 0 0,0 1 1 0 0,0-1-1 0 0,1 0 1 0 0,-1 0-1 0 0,0 1 1 0 0,0-1-1 0 0,1 0 1 0 0,-1 0-1 0 0,0 0 1 0 0,1 1-1 0 0,-1-1 1 0 0,0 0-1 0 0,0 0 1 0 0,1 0 0 0 0,-1 0-1 0 0,0 0 1 0 0,1 0-1 0 0,8 2-5288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3.1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0 6969 0 0,'-5'12'2458'0'0,"0"0"-1"0"0,0 1 0 0 0,1-1 0 0 0,-3 20 0 0 0,4-14-1461 0 0,1 1-1 0 0,0 32 0 0 0,4-27-1122 0 0,0 1 0 0 0,1-1 0 0 0,2 1-1 0 0,0-1 1 0 0,9 24 0 0 0,7-5-2166 0 0,-20-42 1815 0 0,0 1-1 0 0,0-1 1 0 0,0 1-1 0 0,0-1 1 0 0,0 0-1 0 0,0 0 1 0 0,0 1-1 0 0,1-1 1 0 0,-1 0-1 0 0,0 0 1 0 0,1 0-1 0 0,-1 0 1 0 0,1-1-1 0 0,2 2 1 0 0,-9-16-6452 0 0,6 6 3068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3.6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9706 0 0,'9'8'8763'0'0,"13"-5"-6334"0"0,26-4-3272 0 0,-43 1 1466 0 0,24-3-703 0 0,45 1-587 0 0,-30 10-4716 0 0</inkml:trace>
  <inkml:trace contextRef="#ctx0" brushRef="#br0" timeOffset="1">46 104 4193 0 0,'0'1'504'0'0,"0"0"0"0"0,0 0-1 0 0,0 1 1 0 0,1-1 0 0 0,-1 0 0 0 0,0 0 0 0 0,1 0-1 0 0,-1 1 1 0 0,1-1 0 0 0,-1 0 0 0 0,1 0 0 0 0,-1 0-1 0 0,1 0 1 0 0,0 0 0 0 0,-1 0 0 0 0,1 0 0 0 0,0 0-1 0 0,0-1 1 0 0,0 1 0 0 0,0 0 0 0 0,0 0 0 0 0,2 1-1 0 0,32 9 2877 0 0,39-11-3381 0 0,-72 0 253 0 0,9 0-648 0 0,26-1-616 0 0,-23-2-2512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4.0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79 8746 0 0,'0'0'126'0'0,"0"1"0"0"0,-1-1 1 0 0,1 0-1 0 0,0 0 0 0 0,0 0 0 0 0,0 1 0 0 0,0-1 1 0 0,0 0-1 0 0,0 0 0 0 0,0 1 0 0 0,0-1 1 0 0,0 0-1 0 0,0 0 0 0 0,0 1 0 0 0,0-1 0 0 0,0 0 1 0 0,0 0-1 0 0,0 1 0 0 0,0-1 0 0 0,0 0 1 0 0,0 0-1 0 0,0 1 0 0 0,0-1 0 0 0,0 0 1 0 0,0 0-1 0 0,0 0 0 0 0,1 1 0 0 0,-1-1 0 0 0,0 0 1 0 0,0 0-1 0 0,0 0 0 0 0,0 1 0 0 0,1-1 1 0 0,-1 0-1 0 0,0 0 0 0 0,0 0 0 0 0,0 0 0 0 0,1 0 1 0 0,-1 1-1 0 0,0-1 0 0 0,1 0 0 0 0,15 2 2253 0 0,22-6-1473 0 0,-34 3-597 0 0,64-10 594 0 0,-45 6-705 0 0,0 1 0 0 0,-1 1 0 0 0,1 1 0 0 0,0 0 1 0 0,1 2-1 0 0,31 4 0 0 0,-53-4-168 0 0,-1 1-1 0 0,1-1 1 0 0,0 0 0 0 0,-1 0-1 0 0,1 1 1 0 0,-1-1 0 0 0,1 1-1 0 0,0 0 1 0 0,-1-1 0 0 0,1 1-1 0 0,-1 0 1 0 0,0 0 0 0 0,1 0-1 0 0,-1 0 1 0 0,0 0 0 0 0,1 0-1 0 0,-1 0 1 0 0,0 1 0 0 0,0-1-1 0 0,0 0 1 0 0,0 1 0 0 0,0-1-1 0 0,0 0 1 0 0,-1 1 0 0 0,1 0-1 0 0,0-1 1 0 0,-1 1 0 0 0,1-1-1 0 0,-1 1 1 0 0,0 0 0 0 0,1-1-1 0 0,-1 1 1 0 0,0 1 0 0 0,-1 6 106 0 0,0-1 1 0 0,0 0 0 0 0,-1 1 0 0 0,0-1-1 0 0,-7 15 1 0 0,7-19-399 0 0,-1 1-1 0 0,1 0 1 0 0,1 1-1 0 0,-1-1 1 0 0,1 0-1 0 0,0 0 1 0 0,0 1-1 0 0,0-1 1 0 0,1 1-1 0 0,-1-1 1 0 0,1 1-1 0 0,1-1 1 0 0,0 7-1 0 0,-1-12 163 0 0,0 0-1 0 0,0 1 0 0 0,0-1 1 0 0,0 0-1 0 0,0 0 0 0 0,0 1 1 0 0,0-1-1 0 0,0 0 1 0 0,0 0-1 0 0,1 1 0 0 0,-1-1 1 0 0,0 0-1 0 0,0 0 0 0 0,0 1 1 0 0,0-1-1 0 0,0 0 1 0 0,0 0-1 0 0,1 1 0 0 0,-1-1 1 0 0,0 0-1 0 0,0 0 0 0 0,0 0 1 0 0,1 0-1 0 0,-1 1 0 0 0,0-1 1 0 0,0 0-1 0 0,1 0 1 0 0,-1 0-1 0 0,0 0 0 0 0,0 0 1 0 0,1 0-1 0 0,-1 0 0 0 0,0 1 1 0 0,0-1-1 0 0,1 0 1 0 0,-1 0-1 0 0,0 0 0 0 0,0 0 1 0 0,1 0-1 0 0,-1 0 0 0 0,0 0 1 0 0,0 0-1 0 0,1-1 1 0 0,-1 1-1 0 0,0 0 0 0 0,0 0 1 0 0,1 0-1 0 0,-1 0 0 0 0,0 0 1 0 0,0 0-1 0 0,1 0 1 0 0,-1 0-1 0 0,0-1 0 0 0,0 1 1 0 0,0 0-1 0 0,1 0 0 0 0,-1 0 1 0 0,0-1-1 0 0,0 1 1 0 0,1 0-1 0 0,7-16-4975 0 0,-7 13 4306 0 0,8-10-3691 0 0</inkml:trace>
  <inkml:trace contextRef="#ctx0" brushRef="#br0" timeOffset="1">706 1 9602 0 0,'3'6'10078'0'0,"5"5"-10479"0"0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4:44.4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20 9146 0 0,'-4'1'3025'0'0,"1"3"-761"0"0,-1 0-95 0 0,0 2-489 0 0,2-4-520 0 0,2 0-528 0 0,2-1-368 0 0,0-1-184 0 0,0 0-120 0 0,2 0-120 0 0,1 0-280 0 0,5-1-480 0 0,-1-1-720 0 0,3 0-849 0 0,-1-4-960 0 0,-9-7-1736 0 0,10 7 560 0 0</inkml:trace>
  <inkml:trace contextRef="#ctx0" brushRef="#br0" timeOffset="1">331 0 11122 0 0,'-2'6'2265'0'0,"0"2"-993"0"0,0 1-208 0 0,0 1-311 0 0,2-6-297 0 0,2 1-280 0 0,2-1-328 0 0,0-2-513 0 0,4-2-903 0 0,-3 0-1352 0 0,-20-17-1465 0 0,19 9-929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5.8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65 195 3041 0 0,'-60'4'13548'0'0,"60"-5"-13448"0"0,0 1 0 0 0,-1-1 0 0 0,1 1-1 0 0,-1-1 1 0 0,1 1 0 0 0,0 0 0 0 0,-1-1 0 0 0,1 0 0 0 0,0 1 0 0 0,0-1 0 0 0,-1 1 0 0 0,1-1 0 0 0,0 1-1 0 0,0-1 1 0 0,0 1 0 0 0,0-1 0 0 0,0 1 0 0 0,0-1 0 0 0,0 0 0 0 0,0 1 0 0 0,0-1 0 0 0,0 1 0 0 0,0-1-1 0 0,0 0 1 0 0,0 1 0 0 0,0-1 0 0 0,1 1 0 0 0,-1-1 0 0 0,0 1 0 0 0,0-1 0 0 0,1 1 0 0 0,-1-1 0 0 0,0 1-1 0 0,1-1 1 0 0,-1 1 0 0 0,0-1 0 0 0,1 1 0 0 0,-1 0 0 0 0,1-1 0 0 0,-1 1 0 0 0,1 0 0 0 0,-1-1 0 0 0,1 1-1 0 0,21-26 643 0 0,-21 25-565 0 0,15-17 5 0 0,0 1 1 0 0,1 0-1 0 0,1 2 0 0 0,1 0 0 0 0,0 0 0 0 0,1 2 0 0 0,0 1 0 0 0,24-11 0 0 0,-43 22-152 0 0,0 1-1 0 0,0-1 0 0 0,0 1 0 0 0,0-1 0 0 0,1 1 0 0 0,-1-1 1 0 0,0 1-1 0 0,0 0 0 0 0,1 0 0 0 0,-1-1 0 0 0,0 1 0 0 0,0 0 1 0 0,1 0-1 0 0,-1 0 0 0 0,0 1 0 0 0,0-1 0 0 0,1 0 1 0 0,-1 0-1 0 0,0 1 0 0 0,0-1 0 0 0,1 0 0 0 0,-1 1 0 0 0,0-1 1 0 0,0 1-1 0 0,0 0 0 0 0,0-1 0 0 0,2 3 0 0 0,-2-1 12 0 0,0 0 0 0 0,0 0 0 0 0,0 0 0 0 0,-1 0 0 0 0,1 0 0 0 0,-1 0 0 0 0,1 0 0 0 0,-1 0 0 0 0,0 0 0 0 0,0 0 0 0 0,0 0 0 0 0,0 1 0 0 0,0-1 0 0 0,-1 4 0 0 0,-2 9 81 0 0,0 1 0 0 0,-1-1-1 0 0,-8 18 1 0 0,-48 94 203 0 0,-7 18-713 0 0,61-127-602 0 0,1 0 1 0 0,0 1-1 0 0,-3 26 0 0 0,18-64-7772 0 0,16-42 6859 0 0,-19 37 2192 0 0,-6 19 190 0 0,0-1 0 0 0,0 1-1 0 0,1 0 1 0 0,0-1 0 0 0,0 1-1 0 0,0 0 1 0 0,1 0 0 0 0,-1 0 0 0 0,1 0-1 0 0,0 1 1 0 0,1-1 0 0 0,6-7-1 0 0,-7 12-225 0 0,-1-1-1 0 0,1 1 1 0 0,0 0-1 0 0,-1 0 0 0 0,1 0 1 0 0,-1 0-1 0 0,1 0 1 0 0,0 1-1 0 0,-1-1 0 0 0,1 1 1 0 0,-1 0-1 0 0,1 0 1 0 0,-1 0-1 0 0,0 0 0 0 0,1 0 1 0 0,-1 0-1 0 0,0 1 1 0 0,4 2-1 0 0,42 33 383 0 0,-42-32-499 0 0,5 5-547 0 0,2-1 1 0 0,-1 0-1 0 0,24 12 1 0 0,-29-18-737 0 0,1 0 1 0 0,-1 0-1 0 0,1 0 0 0 0,0-1 1 0 0,8 1-1 0 0,-15-3 879 0 0,-1 1 0 0 0,1-1 1 0 0,0 0-1 0 0,0 0 0 0 0,-1 0 0 0 0,1 0 0 0 0,0 0 1 0 0,0 0-1 0 0,-1 0 0 0 0,1-1 0 0 0,0 1 0 0 0,0 0 1 0 0,-1 0-1 0 0,1 0 0 0 0,0-1 0 0 0,-1 1 0 0 0,1 0 1 0 0,0-1-1 0 0,-1 1 0 0 0,1-1 0 0 0,-1 1 0 0 0,1-1 1 0 0,-1 1-1 0 0,1-1 0 0 0,0 0 0 0 0,6-7-4788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6.2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8714 0 0,'-1'22'3160'0'0,"0"0"1"0"0,3 29-1 0 0,19 95-483 0 0,-17-124-2314 0 0,0 0-524 0 0,20 91 872 0 0,-5-60-2321 0 0,10-8-3527 0 0,-23-40 1443 0 0,-5-17-6426 0 0</inkml:trace>
  <inkml:trace contextRef="#ctx0" brushRef="#br0" timeOffset="1">18 255 8842 0 0,'0'1'390'0'0,"0"0"-1"0"0,0 0 1 0 0,0 0 0 0 0,0-1-1 0 0,0 1 1 0 0,1 0-1 0 0,-1 0 1 0 0,0-1 0 0 0,1 1-1 0 0,-1 0 1 0 0,0-1 0 0 0,1 1-1 0 0,-1 0 1 0 0,1-1 0 0 0,-1 1-1 0 0,1-1 1 0 0,0 1 0 0 0,-1-1-1 0 0,1 1 1 0 0,-1-1 0 0 0,1 1-1 0 0,0-1 1 0 0,-1 1 0 0 0,1-1-1 0 0,0 0 1 0 0,0 1 0 0 0,0-1-1 0 0,31 5 1469 0 0,32-12-4343 0 0,-55 5 1464 0 0,0 0 0 0 0,0-1 0 0 0,-1 0 0 0 0,1 0 0 0 0,11-7 0 0 0,-16 8 70 0 0,0-1-1 0 0,0 0 0 0 0,0 0 1 0 0,0 0-1 0 0,-1-1 1 0 0,0 1-1 0 0,4-5 0 0 0,5-5-3082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6.6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44 8274 0 0,'-1'5'9185'0'0,"2"-5"-9039"0"0,11 0 2232 0 0,12-7-2149 0 0,0-3 391 0 0,39-15 75 0 0,-59 23-645 0 0,0 1 0 0 0,-1 0 0 0 0,1 0 0 0 0,0 1 0 0 0,0-1 0 0 0,0 1-1 0 0,0 0 1 0 0,0 0 0 0 0,0 0 0 0 0,0 0 0 0 0,0 1 0 0 0,0 0 0 0 0,4 1 0 0 0,-7-2-27 0 0,0 1 0 0 0,0 0 0 0 0,-1 0 1 0 0,1-1-1 0 0,0 1 0 0 0,0 0 0 0 0,-1 0 0 0 0,1 0 0 0 0,0 0 0 0 0,-1 0 0 0 0,1 0 0 0 0,-1 0 0 0 0,1 0 0 0 0,-1 0 1 0 0,1 0-1 0 0,-1 1 0 0 0,0-1 0 0 0,0 0 0 0 0,0 0 0 0 0,0 0 0 0 0,1 0 0 0 0,-1 0 0 0 0,-1 1 0 0 0,1-1 1 0 0,0 0-1 0 0,0 0 0 0 0,0 0 0 0 0,-1 0 0 0 0,1 0 0 0 0,0 0 0 0 0,-2 2 0 0 0,-15 42 167 0 0,12-34-152 0 0,-26 50 43 0 0,24-50-97 0 0,0 0-1 0 0,1 1 0 0 0,0-1 0 0 0,1 1 1 0 0,0 1-1 0 0,1-1 0 0 0,1 1 1 0 0,0 0-1 0 0,0 0 0 0 0,0 17 0 0 0,3-28 9 0 0,0 0 0 0 0,0 0 0 0 0,0-1 1 0 0,1 1-1 0 0,-1 0 0 0 0,0 0 0 0 0,1-1 0 0 0,-1 1 0 0 0,1 0 0 0 0,0 0 0 0 0,-1-1 0 0 0,1 1 0 0 0,0-1 0 0 0,0 1 0 0 0,0-1 0 0 0,0 1 0 0 0,1-1 0 0 0,-1 0 0 0 0,0 1 1 0 0,0-1-1 0 0,1 0 0 0 0,-1 0 0 0 0,1 0 0 0 0,-1 0 0 0 0,3 1 0 0 0,0-1 17 0 0,-1 0 1 0 0,1 0-1 0 0,0-1 1 0 0,-1 1-1 0 0,1-1 1 0 0,0 0-1 0 0,-1 0 1 0 0,1-1-1 0 0,0 1 1 0 0,0-1-1 0 0,6-1 1 0 0,10-4 103 0 0,0-2-1 0 0,0 0 1 0 0,25-15 0 0 0,-38 19-94 0 0,7-4-84 0 0,-10 5-104 0 0,1 0-1 0 0,-1 1 1 0 0,0-1-1 0 0,1 1 0 0 0,-1 0 1 0 0,1 0-1 0 0,-1 0 1 0 0,1 1-1 0 0,0 0 1 0 0,8-2-1 0 0,-12 4-192 0 0,-1-1 1 0 0,1 1-1 0 0,0-1 0 0 0,-1 1 0 0 0,1 0 1 0 0,-1-1-1 0 0,1 1 0 0 0,-1 0 1 0 0,0-1-1 0 0,1 1 0 0 0,-1 0 1 0 0,0 0-1 0 0,1-1 0 0 0,-1 1 0 0 0,0 0 1 0 0,0 0-1 0 0,0-1 0 0 0,0 1 1 0 0,0 0-1 0 0,1 0 0 0 0,-1 0 1 0 0,-1-1-1 0 0,1 1 0 0 0,0 0 0 0 0,0 0 1 0 0,0 0-1 0 0,0-1 0 0 0,-1 1 1 0 0,1 0-1 0 0,0 0 0 0 0,0-1 1 0 0,-1 1-1 0 0,1 0 0 0 0,-1-1 0 0 0,1 1 1 0 0,-2 1-1 0 0,-3 6-5144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7.0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113 1 8330 0 0,'-24'47'8779'0'0,"7"8"-4053"0"0,14-42-4492 0 0,1 0-1 0 0,1 0 1 0 0,0 0-1 0 0,0 0 1 0 0,1 0 0 0 0,1 0-1 0 0,0 0 1 0 0,1 0 0 0 0,0-1-1 0 0,1 1 1 0 0,4 13 0 0 0,-6-25-355 0 0,-1 0 0 0 0,0 0 0 0 0,1 1 1 0 0,-1-1-1 0 0,0 0 0 0 0,1 0 1 0 0,-1 0-1 0 0,1 0 0 0 0,0 0 0 0 0,-1 0 1 0 0,1 0-1 0 0,0 0 0 0 0,0 0 1 0 0,0 0-1 0 0,0 0 0 0 0,-1 0 0 0 0,1 0 1 0 0,0-1-1 0 0,1 1 0 0 0,-1 0 0 0 0,0-1 1 0 0,0 1-1 0 0,0-1 0 0 0,0 1 1 0 0,0-1-1 0 0,0 1 0 0 0,1-1 0 0 0,-1 0 1 0 0,0 0-1 0 0,0 0 0 0 0,1 0 1 0 0,-1 0-1 0 0,0 0 0 0 0,0 0 0 0 0,1 0 1 0 0,-1 0-1 0 0,0 0 0 0 0,0-1 0 0 0,2 1 1 0 0,-1-2-448 0 0,0 1 1 0 0,0 0-1 0 0,0-1 1 0 0,-1 1-1 0 0,1-1 1 0 0,0 0-1 0 0,-1 1 1 0 0,1-1-1 0 0,-1 0 1 0 0,0 0-1 0 0,0 0 1 0 0,0 0-1 0 0,0 0 1 0 0,0 0-1 0 0,0-1 1 0 0,0 1-1 0 0,0 0 1 0 0,-1 0-1 0 0,0-1 1 0 0,1-2-1 0 0,1-16-4779 0 0</inkml:trace>
  <inkml:trace contextRef="#ctx0" brushRef="#br0" timeOffset="1">183 28 7066 0 0,'26'55'10904'0'0,"-5"8"-6842"0"0,-10 1-5497 0 0,-10-56 637 0 0,-1 0-1 0 0,-1-1 1 0 0,1 1-1 0 0,-1-1 0 0 0,-1 1 1 0 0,-1 7-1 0 0,2-14 454 0 0,1 0-1 0 0,0 1 1 0 0,-1-1-1 0 0,0 0 0 0 0,1 0 1 0 0,-1 0-1 0 0,0 0 1 0 0,1 0-1 0 0,-1 0 1 0 0,0 0-1 0 0,0 0 0 0 0,0 0 1 0 0,0 0-1 0 0,0 0 1 0 0,0-1-1 0 0,0 1 1 0 0,0 0-1 0 0,0-1 0 0 0,0 1 1 0 0,0-1-1 0 0,0 1 1 0 0,-1-1-1 0 0,1 1 1 0 0,-2-1-1 0 0,-2 2-884 0 0,-7 6-2708 0 0</inkml:trace>
  <inkml:trace contextRef="#ctx0" brushRef="#br0" timeOffset="2">33 390 6369 0 0,'-2'1'820'0'0,"0"-1"0"0"0,0 0-1 0 0,-1 1 1 0 0,1 0 0 0 0,0-1-1 0 0,0 1 1 0 0,0 0-1 0 0,0 0 1 0 0,0 0 0 0 0,0 0-1 0 0,0 1 1 0 0,0-1 0 0 0,0 0-1 0 0,-2 3 1 0 0,9 2 3362 0 0,18-4-2705 0 0,10-7-1014 0 0,-1-1 0 0 0,0-1 0 0 0,-1-2 0 0 0,46-18 0 0 0,39-11-2161 0 0,-64 18-3466 0 0,-49 18 4181 0 0,0 0 1 0 0,0 0 0 0 0,0-1-1 0 0,0 1 1 0 0,0-1-1 0 0,-1 1 1 0 0,0-1 0 0 0,3-4-1 0 0,4-7-5854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7.5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0 102 9498 0 0,'9'9'5637'0'0,"-9"-8"-5506"0"0,1 0 0 0 0,0 0 0 0 0,-1 0 1 0 0,1 0-1 0 0,0 0 0 0 0,0 0 1 0 0,0-1-1 0 0,0 1 0 0 0,0 0 1 0 0,0 0-1 0 0,0-1 0 0 0,0 1 1 0 0,0-1-1 0 0,0 1 0 0 0,0-1 1 0 0,0 1-1 0 0,0-1 0 0 0,0 0 1 0 0,0 0-1 0 0,1 1 0 0 0,-1-1 1 0 0,0 0-1 0 0,0 0 0 0 0,0 0 1 0 0,1 0-1 0 0,-1 0 0 0 0,0 0 0 0 0,0-1 1 0 0,0 1-1 0 0,3-1 0 0 0,15-3 243 0 0,0 0 0 0 0,0-1-1 0 0,0-1 1 0 0,-1-1-1 0 0,1-1 1 0 0,-1 0-1 0 0,-1-1 1 0 0,0-1-1 0 0,29-23 1 0 0,-45 33-357 0 0,0-1-1 0 0,0 1 1 0 0,-1-1 0 0 0,1 0 0 0 0,0 1-1 0 0,0-1 1 0 0,-1 0 0 0 0,1 0 0 0 0,-1 0-1 0 0,1 1 1 0 0,-1-1 0 0 0,1 0 0 0 0,-1 0-1 0 0,1 0 1 0 0,-1 0 0 0 0,0 0 0 0 0,1 0-1 0 0,-1 0 1 0 0,0 0 0 0 0,0 0 0 0 0,0 0-1 0 0,0 0 1 0 0,0-1 0 0 0,0 1-2 0 0,-1 1 1 0 0,1-1-1 0 0,-1 1 0 0 0,0-1 1 0 0,1 1-1 0 0,-1-1 1 0 0,0 1-1 0 0,1-1 0 0 0,-1 1 1 0 0,0-1-1 0 0,0 1 0 0 0,1 0 1 0 0,-1 0-1 0 0,0-1 1 0 0,0 1-1 0 0,1 0 0 0 0,-1 0 1 0 0,0 0-1 0 0,0 0 0 0 0,0 0 1 0 0,-1 0-1 0 0,-4 0 17 0 0,0 0 1 0 0,-1 1-1 0 0,1-1 0 0 0,-1 2 0 0 0,-10 2 0 0 0,9 0-35 0 0,1 0 0 0 0,-1 1 0 0 0,1 0-1 0 0,0 0 1 0 0,1 0 0 0 0,-1 1-1 0 0,1 0 1 0 0,0 1 0 0 0,1-1-1 0 0,-1 1 1 0 0,1 0 0 0 0,1 0 0 0 0,-1 1-1 0 0,1-1 1 0 0,-5 15 0 0 0,2-4 14 0 0,0 0 1 0 0,2 1-1 0 0,0-1 0 0 0,1 1 1 0 0,-3 38-1 0 0,7-53-9 0 0,-1-1 0 0 0,1 0 0 0 0,0 0 0 0 0,1 0-1 0 0,-1 0 1 0 0,1 0 0 0 0,-1 0 0 0 0,1 0 0 0 0,0 0-1 0 0,0 0 1 0 0,0 0 0 0 0,2 3 0 0 0,-2-5-5 0 0,0 0 1 0 0,0 0 0 0 0,0 1 0 0 0,-1-1-1 0 0,2 0 1 0 0,-1-1 0 0 0,0 1 0 0 0,0 0-1 0 0,0 0 1 0 0,0 0 0 0 0,1-1 0 0 0,-1 1-1 0 0,0 0 1 0 0,0-1 0 0 0,1 1 0 0 0,-1-1-1 0 0,1 0 1 0 0,-1 1 0 0 0,2-1 0 0 0,2 0-7 0 0,0-1 1 0 0,0 1-1 0 0,0-1 1 0 0,0 0-1 0 0,0-1 1 0 0,0 1-1 0 0,0-1 1 0 0,0 0-1 0 0,0 0 1 0 0,-1 0-1 0 0,1-1 1 0 0,6-4-1 0 0,9-7 15 0 0,55-33-69 0 0,-72 45 92 0 0,1 0-1 0 0,0 0 0 0 0,0 0 1 0 0,0 1-1 0 0,0 0 0 0 0,0-1 1 0 0,0 2-1 0 0,0-1 0 0 0,0 0 0 0 0,0 1 1 0 0,1 0-1 0 0,-1 0 0 0 0,0 0 1 0 0,0 0-1 0 0,0 1 0 0 0,8 1 1 0 0,-8 0 78 0 0,-1 1 1 0 0,1 0 0 0 0,0 0 0 0 0,-1 0 0 0 0,0 0 0 0 0,0 1-1 0 0,0-1 1 0 0,0 1 0 0 0,0 0 0 0 0,-1 0 0 0 0,1 0 0 0 0,-1 0-1 0 0,0 0 1 0 0,-1 0 0 0 0,1 0 0 0 0,-1 1 0 0 0,0-1 0 0 0,0 1-1 0 0,1 8 1 0 0,2 11 42 0 0,-2 1-1 0 0,0 30 0 0 0,-2-40-668 0 0,0-1 1 0 0,-1 1-1 0 0,-1-1 0 0 0,0 1 0 0 0,-5 15 0 0 0,6-27 9 0 0,0 0 0 0 0,-1 0-1 0 0,1 0 1 0 0,0 0-1 0 0,-1 0 1 0 0,0 0-1 0 0,0 0 1 0 0,0-1-1 0 0,0 1 1 0 0,0-1-1 0 0,-1 0 1 0 0,-2 3-1 0 0,3-4-78 0 0,0 1 0 0 0,-1-1 0 0 0,1 0 1 0 0,0 0-1 0 0,-1 0 0 0 0,1 0 0 0 0,-1-1 0 0 0,1 1 0 0 0,-1-1 0 0 0,0 1 0 0 0,1-1 0 0 0,-1 0 0 0 0,1 0 0 0 0,-1 0 0 0 0,0 0 0 0 0,1-1 0 0 0,-4 0 0 0 0,-11-2-3968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7.9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22 108 6233 0 0,'-1'0'296'0'0,"0"0"1"0"0,0 0-1 0 0,0 0 0 0 0,0 1 0 0 0,1-1 0 0 0,-1 0 0 0 0,0 0 0 0 0,0 0 0 0 0,0 1 1 0 0,0-1-1 0 0,1 1 0 0 0,-1-1 0 0 0,0 0 0 0 0,0 1 0 0 0,1-1 0 0 0,-1 1 0 0 0,0 0 0 0 0,1-1 1 0 0,-1 1-1 0 0,1-1 0 0 0,-1 1 0 0 0,0 0 0 0 0,1 0 0 0 0,0-1 0 0 0,-1 1 0 0 0,1 0 1 0 0,-1 0-1 0 0,1 0 0 0 0,0-1 0 0 0,0 1 0 0 0,-1 0 0 0 0,1 0 0 0 0,0 0 0 0 0,0 0 0 0 0,0 0 1 0 0,0-1-1 0 0,0 1 0 0 0,0 0 0 0 0,0 0 0 0 0,0 1 0 0 0,1-1-79 0 0,0 1 0 0 0,0-1 0 0 0,0 1 0 0 0,0-1 0 0 0,0 1 0 0 0,0-1 0 0 0,0 0 0 0 0,0 0 0 0 0,1 0 0 0 0,-1 0 0 0 0,0 0 0 0 0,1 0 0 0 0,-1 0 0 0 0,1 0-1 0 0,-1 0 1 0 0,1-1 0 0 0,0 1 0 0 0,-1-1 0 0 0,1 1 0 0 0,2 0 0 0 0,12 1 235 0 0,-1-1-1 0 0,1 0 0 0 0,-1-1 0 0 0,1 0 1 0 0,-1-2-1 0 0,1 0 0 0 0,-1 0 1 0 0,0-2-1 0 0,22-7 0 0 0,15-8-35 0 0,66-36 0 0 0,-4 2-1270 0 0,-86 44-2174 0 0,-20 8-1393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8.4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0 4489 0 0,'-8'19'7286'0'0,"7"8"-3803"0"0,11 24-768 0 0,-9-46-2185 0 0,86 275 4896 0 0,-16-97-9068 0 0,-70-181 3248 0 0,5 16-2551 0 0,-7-6-2866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1:08.9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12435 0 0,'0'11'3029'0'0,"3"34"4122"0"0,-2-44-7159 0 0,-1 0 0 0 0,0 0 0 0 0,1 0 0 0 0,-1 0-1 0 0,0 0 1 0 0,1 0 0 0 0,-1 0 0 0 0,1 0 0 0 0,0 0-1 0 0,-1 0 1 0 0,1-1 0 0 0,0 1 0 0 0,0 0 0 0 0,-1 0 0 0 0,1-1-1 0 0,0 1 1 0 0,0 0 0 0 0,0-1 0 0 0,0 1 0 0 0,0-1-1 0 0,0 1 1 0 0,0-1 0 0 0,0 0 0 0 0,0 1 0 0 0,0-1 0 0 0,0 0-1 0 0,0 0 1 0 0,0 0 0 0 0,0 1 0 0 0,0-1 0 0 0,0 0-1 0 0,0-1 1 0 0,1 1 0 0 0,-1 0 0 0 0,1 0 0 0 0,9-4-7012 0 0,-18-5 506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2.2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1 185 6353 0 0,'11'-7'8609'0'0,"15"-20"-7542"0"0,-12 12-335 0 0,13-11-235 0 0,-14 12-315 0 0,0 0 0 0 0,1 1 0 0 0,1 1 0 0 0,0 0 0 0 0,1 1 1 0 0,0 0-1 0 0,20-8 0 0 0,-35 18-156 0 0,0 1 1 0 0,0-1-1 0 0,0 1 1 0 0,1 0-1 0 0,-1-1 1 0 0,0 1 0 0 0,0 0-1 0 0,0 0 1 0 0,0-1-1 0 0,1 1 1 0 0,-1 0-1 0 0,0 0 1 0 0,0 1-1 0 0,0-1 1 0 0,1 0-1 0 0,-1 0 1 0 0,0 0 0 0 0,0 1-1 0 0,0-1 1 0 0,0 1-1 0 0,0-1 1 0 0,0 1-1 0 0,0-1 1 0 0,0 1-1 0 0,0 0 1 0 0,1 0 0 0 0,0 1 29 0 0,-1 0 0 0 0,0 0 0 0 0,0 0 0 0 0,0 0 1 0 0,0 0-1 0 0,0 0 0 0 0,0 0 0 0 0,0 0 1 0 0,-1 1-1 0 0,1-1 0 0 0,-1 0 0 0 0,1 5 1 0 0,-1 7 203 0 0,0 1 0 0 0,-1-1 1 0 0,-3 21-1 0 0,3-31-217 0 0,-8 45 480 0 0,-21 60 0 0 0,19-72-633 0 0,0 1 0 0 0,3 1 0 0 0,-5 43 0 0 0,15-63-2681 0 0,7-34 454 0 0,5-32-189 0 0,-10 14 1594 0 0,-3 24 995 0 0,0-1 0 0 0,0 0 0 0 0,1 1 0 0 0,0-1 0 0 0,0 1 0 0 0,1-1 0 0 0,0 1 0 0 0,9-16 0 0 0,-11 24 101 0 0,1 0-1 0 0,-1 0 1 0 0,0 0 0 0 0,0 0 0 0 0,1 1 0 0 0,-1-1 0 0 0,1 1 0 0 0,-1-1 0 0 0,0 1 0 0 0,1-1 0 0 0,-1 1 0 0 0,1 0 0 0 0,-1 0 0 0 0,1 0 0 0 0,-1 0 0 0 0,1 0 0 0 0,-1 0 0 0 0,1 0-1 0 0,-1 0 1 0 0,1 0 0 0 0,-1 1 0 0 0,1-1 0 0 0,-1 1 0 0 0,0-1 0 0 0,1 1 0 0 0,-1-1 0 0 0,1 1 0 0 0,-1 0 0 0 0,0 0 0 0 0,3 1 0 0 0,45 33 1144 0 0,-41-29-1294 0 0,-5-4-99 0 0,12 9-365 0 0,1 0 0 0 0,23 13 0 0 0,-13-15-3037 0 0,-1-5-3425 0 0,-16-4 1461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2.6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10 276 7426 0 0,'0'0'335'0'0,"-1"1"0"0"0,0-1 1 0 0,1 1-1 0 0,-1-1 0 0 0,0 1 0 0 0,1-1 1 0 0,-1 1-1 0 0,1 0 0 0 0,-1-1 1 0 0,1 1-1 0 0,-1 0 0 0 0,1-1 1 0 0,-1 1-1 0 0,1 0 0 0 0,0 0 1 0 0,-1-1-1 0 0,1 1 0 0 0,0 0 1 0 0,0 0-1 0 0,0-1 0 0 0,-1 1 1 0 0,1 0-1 0 0,0 0 0 0 0,0 0 1 0 0,0 1-1 0 0,18 0 2111 0 0,29-16-2585 0 0,-9-1-241 0 0,33-15-3665 0 0,-27 4-4161 0 0,-31 20 4130 0 0</inkml:trace>
  <inkml:trace contextRef="#ctx0" brushRef="#br0" timeOffset="1">258 0 6305 0 0,'-4'12'1945'0'0,"1"1"-1"0"0,1-1 0 0 0,0 1 0 0 0,0 14 1 0 0,6 97 1016 0 0,-1-78-1850 0 0,-1-3-1034 0 0,-1-6 492 0 0,8 51 1 0 0,8-29-2298 0 0,-14-51 673 0 0,1 0 1 0 0,0 0 0 0 0,1-1-1 0 0,10 14 1 0 0,-14-19 179 0 0,3 2-689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3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85 6841 0 0,'0'-3'585'0'0,"1"1"-1"0"0,-1 0 0 0 0,1-1 0 0 0,-1 1 0 0 0,1 0 0 0 0,0-1 0 0 0,-1 1 1 0 0,1 0-1 0 0,0 0 0 0 0,0 0 0 0 0,1 0 0 0 0,-1 0 0 0 0,0 0 1 0 0,1 0-1 0 0,2-2 0 0 0,0 0-195 0 0,1 0 0 0 0,-1 0 0 0 0,1 0 0 0 0,0 1 0 0 0,0 0 0 0 0,7-3 0 0 0,-5 2-379 0 0,0 1 0 0 0,0 1 0 0 0,1-1 0 0 0,-1 1-1 0 0,1 0 1 0 0,-1 1 0 0 0,1 0 0 0 0,0 0 0 0 0,14 1-1 0 0,-20 0-3 0 0,-1 0 0 0 0,1 0 0 0 0,0 1-1 0 0,0-1 1 0 0,-1 1 0 0 0,1-1-1 0 0,0 1 1 0 0,-1 0 0 0 0,1-1-1 0 0,-1 1 1 0 0,1 0 0 0 0,-1 0 0 0 0,1 0-1 0 0,-1 0 1 0 0,0 1 0 0 0,1-1-1 0 0,-1 0 1 0 0,0 1 0 0 0,0-1 0 0 0,0 0-1 0 0,0 1 1 0 0,1 2 0 0 0,-1-1 6 0 0,0 1 0 0 0,0-1 0 0 0,0 0 0 0 0,-1 1 0 0 0,1-1 0 0 0,-1 1 0 0 0,0-1 0 0 0,0 0 0 0 0,0 1 0 0 0,-1-1 0 0 0,0 4 0 0 0,-3 9 21 0 0,0 0-1 0 0,-2 0 1 0 0,-11 25 0 0 0,15-37-38 0 0,-14 30-809 0 0,-31 50 1 0 0,50-88 794 0 0,1 0 1 0 0,0 0-1 0 0,-1 0 1 0 0,1 0-1 0 0,1 0 1 0 0,-1 1-1 0 0,1 0 0 0 0,-1 0 1 0 0,1 0-1 0 0,0 0 1 0 0,0 1-1 0 0,10-4 1 0 0,73-14 53 0 0,-30 8-2266 0 0,-7-6-3389 0 0,-49 17 5209 0 0,0 0-1 0 0,-1 0 0 0 0,1-1 0 0 0,0 1 1 0 0,-1 0-1 0 0,1-1 0 0 0,-1 1 0 0 0,0-1 1 0 0,1 0-1 0 0,-1 1 0 0 0,0-1 0 0 0,1-3 1 0 0,-1 4 173 0 0,9-12-2931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3.4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4417 0 0,'3'86'8658'0'0,"8"2"-4730"0"0,-4-50-4384 0 0,2 0-1 0 0,1 0 0 0 0,2-1 0 0 0,28 62 0 0 0,-37-93-178 0 0,4 6-2711 0 0</inkml:trace>
  <inkml:trace contextRef="#ctx0" brushRef="#br0" timeOffset="1">31 228 4753 0 0,'0'0'3065'0'0,"4"3"-1049"0"0,0-1-464 0 0,1 2-319 0 0,2-3-257 0 0,0 3-424 0 0,4 0-256 0 0,0-1-136 0 0,0 1-96 0 0,2-4-72 0 0,1 0-136 0 0,0-2-280 0 0,1 2-384 0 0,-1-2-568 0 0,-1 0-649 0 0,-2 1-727 0 0,-4-1-2074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3.8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19 2921 0 0,'-4'9'834'0'0,"0"0"0"0"0,1 0 0 0 0,1 1 0 0 0,-1-1 1 0 0,1 0-1 0 0,1 1 0 0 0,0-1 0 0 0,0 1 1 0 0,1 0-1 0 0,1-1 0 0 0,-1 1 0 0 0,5 18 0 0 0,-4-24-695 0 0,0 0 0 0 0,0 0 0 0 0,1-1 0 0 0,0 1 0 0 0,0 0 0 0 0,0 0-1 0 0,0-1 1 0 0,0 1 0 0 0,1-1 0 0 0,0 0 0 0 0,-1 0 0 0 0,1 0 0 0 0,0 0 0 0 0,1 0-1 0 0,-1-1 1 0 0,0 1 0 0 0,1-1 0 0 0,0 0 0 0 0,-1 0 0 0 0,1 0 0 0 0,0-1 0 0 0,0 1-1 0 0,0-1 1 0 0,0 0 0 0 0,0 0 0 0 0,0 0 0 0 0,0-1 0 0 0,0 1 0 0 0,1-1-1 0 0,-1 0 1 0 0,8-1 0 0 0,-7 1-105 0 0,-1-1-1 0 0,1 1 1 0 0,0-1-1 0 0,0 0 1 0 0,0-1-1 0 0,-1 1 1 0 0,1-1-1 0 0,0 0 1 0 0,-1 0-1 0 0,0 0 0 0 0,1-1 1 0 0,-1 0-1 0 0,0 0 1 0 0,0 0-1 0 0,-1 0 1 0 0,1 0-1 0 0,-1-1 1 0 0,1 1-1 0 0,-1-1 1 0 0,0 0-1 0 0,-1 0 1 0 0,1 0-1 0 0,-1-1 1 0 0,1 1-1 0 0,-1-1 1 0 0,0 1-1 0 0,-1-1 1 0 0,1 0-1 0 0,-1 1 0 0 0,0-1 1 0 0,0 0-1 0 0,-1 0 1 0 0,1 0-1 0 0,-1 0 1 0 0,0 0-1 0 0,-1 0 1 0 0,1 0-1 0 0,-1 0 1 0 0,0 1-1 0 0,0-1 1 0 0,0 0-1 0 0,-1 0 1 0 0,1 1-1 0 0,-1-1 1 0 0,-1 1-1 0 0,1-1 1 0 0,0 1-1 0 0,-1 0 1 0 0,0 0-1 0 0,0 0 0 0 0,0 0 1 0 0,-1 1-1 0 0,1-1 1 0 0,-1 1-1 0 0,0 0 1 0 0,0 0-1 0 0,0 0 1 0 0,-6-3-1 0 0,5 4-289 0 0,0-1-1 0 0,0 1 0 0 0,0 0 0 0 0,0 0 1 0 0,0 0-1 0 0,0 1 0 0 0,-1 0 0 0 0,1 0 1 0 0,-7-1-1 0 0,-30 3-4413 0 0,30 3 1166 0 0,17 14-1898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4.2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0 118 8946 0 0,'6'-4'5835'0'0,"21"-14"-4339"0"0,-13 7-1094 0 0,53-34 413 0 0,-62 42-782 0 0,0 1-1 0 0,-1 0 0 0 0,1 0 1 0 0,0 0-1 0 0,0 0 0 0 0,0 1 1 0 0,0 0-1 0 0,0 0 0 0 0,0 0 1 0 0,0 1-1 0 0,0-1 0 0 0,9 2 1 0 0,-12-1-11 0 0,-1 1 0 0 0,0-1 0 0 0,0 1 1 0 0,1 0-1 0 0,-1-1 0 0 0,0 1 0 0 0,0 0 1 0 0,0 0-1 0 0,0 0 0 0 0,0 0 1 0 0,0 0-1 0 0,0 0 0 0 0,0 0 0 0 0,-1 0 1 0 0,1 0-1 0 0,0 0 0 0 0,-1 1 0 0 0,1-1 1 0 0,-1 0-1 0 0,1 0 0 0 0,-1 1 1 0 0,1-1-1 0 0,-1 0 0 0 0,0 1 0 0 0,0-1 1 0 0,0 0-1 0 0,0 1 0 0 0,0-1 0 0 0,0 1 1 0 0,0-1-1 0 0,0 0 0 0 0,0 1 1 0 0,-1-1-1 0 0,1 0 0 0 0,0 1 0 0 0,-2 1 1 0 0,-16 51 626 0 0,-34 38-151 0 0,8-17-1636 0 0,50-89-1138 0 0,-5 11 2288 0 0,-1 1-1 0 0,1 0 1 0 0,0 0-1 0 0,0-1 1 0 0,-1 1-1 0 0,2 0 1 0 0,-1 0-1 0 0,0 0 1 0 0,0 0-1 0 0,1 0 1 0 0,-1 0-1 0 0,1 0 1 0 0,-1 0-1 0 0,1 1 1 0 0,0-1-1 0 0,-1 1 1 0 0,1-1-1 0 0,0 1 1 0 0,0 0-1 0 0,0-1 1 0 0,1 1-1 0 0,-1 0 0 0 0,0 0 1 0 0,0 1-1 0 0,0-1 1 0 0,1 0-1 0 0,-1 1 1 0 0,0-1-1 0 0,1 1 1 0 0,-1 0-1 0 0,0 0 1 0 0,1 0-1 0 0,-1 0 1 0 0,4 1-1 0 0,77 19 2012 0 0,-61-13-2231 0 0,0-1 0 0 0,24 2-1 0 0,-38-7-673 0 0,1 0-1 0 0,0-1 0 0 0,-1-1 1 0 0,1 1-1 0 0,9-3 0 0 0,-2 2-2883 0 0,12 10-1939 0 0</inkml:trace>
  <inkml:trace contextRef="#ctx0" brushRef="#br0" timeOffset="1">464 0 5665 0 0,'-2'17'3257'0'0,"1"4"-1153"0"0,-1 10-679 0 0,2-2-393 0 0,3-4-272 0 0,-1 0-312 0 0,4-3-208 0 0,-3 0-88 0 0,3-3-136 0 0,-1 0-168 0 0,2-1-392 0 0,0-2-504 0 0,2-2-600 0 0,-1-3-809 0 0,-1-2-5121 0 0</inkml:trace>
  <inkml:trace contextRef="#ctx0" brushRef="#br0" timeOffset="2">477 82 6489 0 0,'0'1'2361'0'0,"0"3"-769"0"0,3 0-472 0 0,3 1-375 0 0,1-1-153 0 0,4-1-232 0 0,0-3-152 0 0,1 0-112 0 0,3 0-248 0 0,3-3-400 0 0,0 1-697 0 0,-2-4-887 0 0,-7-3-1049 0 0,7 4-1288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4.5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 21 3881 0 0,'-2'17'1510'0'0,"1"-1"0"0"0,0 1 1 0 0,2 0-1 0 0,0-1 0 0 0,5 24 1 0 0,-5-36-1404 0 0,-1-1 1 0 0,1 0 0 0 0,0 1 0 0 0,0-1-1 0 0,1 0 1 0 0,-1 0 0 0 0,1 0 0 0 0,0 0-1 0 0,-1 0 1 0 0,1 0 0 0 0,1 0 0 0 0,-1-1-1 0 0,0 1 1 0 0,0-1 0 0 0,1 1 0 0 0,0-1-1 0 0,-1 0 1 0 0,1 0 0 0 0,0 0-1 0 0,0-1 1 0 0,0 1 0 0 0,0-1 0 0 0,0 1-1 0 0,1-1 1 0 0,-1 0 0 0 0,0 0 0 0 0,1-1-1 0 0,-1 1 1 0 0,0-1 0 0 0,1 1 0 0 0,-1-1-1 0 0,7-1 1 0 0,-2 1 8 0 0,1-1 1 0 0,0-1-1 0 0,-1 0 0 0 0,1 0 0 0 0,-1-1 1 0 0,0 0-1 0 0,0 0 0 0 0,0-1 0 0 0,0 0 0 0 0,0 0 1 0 0,8-7-1 0 0,-12 8-85 0 0,0-1 0 0 0,0 1 1 0 0,0-1-1 0 0,0 0 0 0 0,0 0 0 0 0,-1 0 0 0 0,1 0 1 0 0,-1 0-1 0 0,0-1 0 0 0,-1 0 0 0 0,1 1 1 0 0,-1-1-1 0 0,0 0 0 0 0,0 0 0 0 0,0 0 0 0 0,-1-1 1 0 0,0 1-1 0 0,0 0 0 0 0,1-8 0 0 0,-2 10-31 0 0,-1 1 0 0 0,1-1-1 0 0,0 1 1 0 0,-1 0 0 0 0,1-1-1 0 0,-1 1 1 0 0,0 0-1 0 0,1-1 1 0 0,-1 1 0 0 0,0 0-1 0 0,-1 0 1 0 0,1 0 0 0 0,0 0-1 0 0,-1 0 1 0 0,1 0 0 0 0,-1 0-1 0 0,1 0 1 0 0,-5-3 0 0 0,2 2-33 0 0,0 0 1 0 0,-1 0-1 0 0,0 1 1 0 0,0 0 0 0 0,1-1-1 0 0,-1 1 1 0 0,0 1 0 0 0,-8-2-1 0 0,2 0-201 0 0,-1 2 0 0 0,1-1 0 0 0,-1 2 0 0 0,1-1 0 0 0,0 2 0 0 0,-1-1 0 0 0,-17 5 0 0 0,23-4-68 0 0,1 1-1 0 0,0 0 0 0 0,0 1 0 0 0,0-1 0 0 0,1 1 0 0 0,-1 0 0 0 0,-7 7 0 0 0,-20 10-6761 0 0,27-19 3673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4.9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 1 10770 0 0,'-4'3'2729'0'0,"2"6"-1177"0"0,-1 2-199 0 0,-1 7 47 0 0,0-2-336 0 0,1 2-400 0 0,1 2-264 0 0,2-5-280 0 0,2-1-40 0 0,0 2-120 0 0,-1 1-224 0 0,3-1-392 0 0,0 0-512 0 0,-3 2-697 0 0,1-2-1071 0 0,-5-3-1457 0 0,3 3-1632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5.44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0 253 6865 0 0,'42'-24'7621'0'0,"0"-4"-4327"0"0,-25 16-3042 0 0,1 0 0 0 0,0 1 0 0 0,1 1 0 0 0,34-14 0 0 0,-52 24-253 0 0,0-1 0 0 0,0 1 0 0 0,0-1 0 0 0,0 1 0 0 0,0-1 0 0 0,1 1 0 0 0,-1 0 0 0 0,0-1 0 0 0,0 1 0 0 0,1 0 0 0 0,-1 0 0 0 0,0 0 0 0 0,0 0 0 0 0,1 0 1 0 0,-1 0-1 0 0,0 1 0 0 0,0-1 0 0 0,0 0 0 0 0,1 1 0 0 0,-1-1 0 0 0,0 0 0 0 0,0 1 0 0 0,0-1 0 0 0,0 1 0 0 0,0 0 0 0 0,0-1 0 0 0,0 1 0 0 0,0 0 0 0 0,1 1 0 0 0,-1 0-31 0 0,0 0 1 0 0,-1 0-1 0 0,1 0 1 0 0,-1 0-1 0 0,0 0 1 0 0,1 0-1 0 0,-1 0 0 0 0,0 0 1 0 0,0 1-1 0 0,-1-1 1 0 0,1 0-1 0 0,0 0 1 0 0,-1 0-1 0 0,1 0 1 0 0,-2 3-1 0 0,-2 7-169 0 0,-1 1 1 0 0,0-1-1 0 0,-1 0 0 0 0,-9 15 0 0 0,-3-3-243 0 0,-36 37 0 0 0,22-27 11 0 0,32-34 436 0 0,0 0 0 0 0,-1 1 1 0 0,1-1-1 0 0,0 0 0 0 0,-1 0 0 0 0,1 0 1 0 0,0 1-1 0 0,0-1 0 0 0,-1 0 0 0 0,1 0 1 0 0,0 0-1 0 0,0 1 0 0 0,-1-1 1 0 0,1 0-1 0 0,0 1 0 0 0,0-1 0 0 0,0 0 1 0 0,0 1-1 0 0,-1-1 0 0 0,1 0 0 0 0,0 1 1 0 0,0-1-1 0 0,0 0 0 0 0,0 1 0 0 0,0-1 1 0 0,0 0-1 0 0,0 1 0 0 0,0-1 0 0 0,0 0 1 0 0,0 1-1 0 0,0-1 0 0 0,0 0 1 0 0,0 1-1 0 0,0-1 0 0 0,0 0 0 0 0,0 1 1 0 0,1-1-1 0 0,-1 0 0 0 0,0 1 0 0 0,0-1 1 0 0,0 0-1 0 0,0 1 0 0 0,1-1 0 0 0,-1 0 1 0 0,21 1 753 0 0,40-17 904 0 0,-50 13-1519 0 0,12-3-308 0 0,1 2 0 0 0,-1 0 0 0 0,1 2 0 0 0,46 1 0 0 0,-16 5-3426 0 0,2 4-3784 0 0,-40-5 2614 0 0</inkml:trace>
  <inkml:trace contextRef="#ctx0" brushRef="#br0" timeOffset="1">485 0 7738 0 0,'0'18'3432'0'0,"4"8"-1175"0"0,0 8-585 0 0,-1 2-424 0 0,3-2-215 0 0,-3 1-225 0 0,3-1-224 0 0,1 0-128 0 0,-2-1-216 0 0,1-3-88 0 0,1-1-80 0 0,-2 0-232 0 0,3-2-368 0 0,-1 0-520 0 0,0-2-753 0 0,0-1-1119 0 0,-3-8-1393 0 0,3 0-1784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5.9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67 146 5681 0 0,'-16'36'4295'0'0,"-22"74"0"0"0,35-98-4045 0 0,0-1 0 0 0,1 1-1 0 0,0 0 1 0 0,1 0 0 0 0,0 0 0 0 0,1 0 0 0 0,0 0 0 0 0,1 0 0 0 0,0 0 0 0 0,6 21 0 0 0,-7-31-250 0 0,1 0 1 0 0,0 0 0 0 0,-1 0-1 0 0,1 0 1 0 0,0 0 0 0 0,0 0-1 0 0,0 0 1 0 0,0 0 0 0 0,1-1-1 0 0,-1 1 1 0 0,0 0 0 0 0,1-1-1 0 0,-1 1 1 0 0,1-1 0 0 0,-1 1-1 0 0,1-1 1 0 0,0 0-1 0 0,0 1 1 0 0,0-1 0 0 0,0 0-1 0 0,0 0 1 0 0,0-1 0 0 0,0 1-1 0 0,0 0 1 0 0,0-1 0 0 0,0 1-1 0 0,0-1 1 0 0,0 1 0 0 0,0-1-1 0 0,0 0 1 0 0,1 0 0 0 0,-1 0-1 0 0,0 0 1 0 0,0-1 0 0 0,0 1-1 0 0,0 0 1 0 0,1-1 0 0 0,-1 0-1 0 0,0 1 1 0 0,0-1 0 0 0,0 0-1 0 0,0 0 1 0 0,-1 0 0 0 0,1 0-1 0 0,2-2 1 0 0,4-2-173 0 0,0 0 0 0 0,-1 0 0 0 0,0 0 0 0 0,0-1 0 0 0,-1 0 0 0 0,0-1 0 0 0,0 1 0 0 0,0-1 0 0 0,-1 0 0 0 0,5-8 0 0 0,-7 8 81 0 0,-1 1 0 0 0,0-1 1 0 0,0 0-1 0 0,-1 0 0 0 0,0 1 0 0 0,0-1 1 0 0,0 0-1 0 0,-1 0 0 0 0,0 0 0 0 0,-1 0 1 0 0,1 0-1 0 0,-1 0 0 0 0,0 0 1 0 0,-1 0-1 0 0,0 1 0 0 0,0-1 0 0 0,-1 1 1 0 0,1-1-1 0 0,-1 1 0 0 0,-6-10 0 0 0,-5-7 293 0 0,-2 0 0 0 0,0 0-1 0 0,-34-36 1 0 0,49 59-62 0 0,0-1 0 0 0,0 0 0 0 0,0 0 0 0 0,0 0 0 0 0,0 0 0 0 0,0 0 0 0 0,0 0 0 0 0,0 0 0 0 0,1 0 0 0 0,-1 0 0 0 0,1-1 0 0 0,-1 1 0 0 0,0 0 0 0 0,1 0 0 0 0,0 0 0 0 0,-1-1 0 0 0,1-1-1 0 0,18-2 3399 0 0,13-1-3234 0 0,72-27 666 0 0,-57 16-1335 0 0,1 3 0 0 0,55-9 0 0 0,-68 23-2540 0 0,-25 1-681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6.30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6 383 10530 0 0,'-6'29'5356'0'0,"6"-28"-5263"0"0,1-1 0 0 0,-1 1-1 0 0,0-1 1 0 0,0 1 0 0 0,0-1 0 0 0,0 1 0 0 0,1-1 0 0 0,-1 1 0 0 0,0-1 0 0 0,0 0 0 0 0,1 1-1 0 0,-1-1 1 0 0,0 1 0 0 0,1-1 0 0 0,-1 0 0 0 0,1 1 0 0 0,-1-1 0 0 0,0 0 0 0 0,1 1-1 0 0,-1-1 1 0 0,1 0 0 0 0,-1 0 0 0 0,1 1 0 0 0,-1-1 0 0 0,1 0 0 0 0,-1 0 0 0 0,1 0 0 0 0,0 0-1 0 0,4 0 26 0 0,0 0-1 0 0,-1-1 0 0 0,1 0 1 0 0,-1 0-1 0 0,1 0 0 0 0,0 0 0 0 0,-1-1 1 0 0,9-4-1 0 0,111-58-1107 0 0,-47 12-4736 0 0,-47 18-1776 0 0,-16 19 3325 0 0</inkml:trace>
  <inkml:trace contextRef="#ctx0" brushRef="#br0" timeOffset="1">284 1 5033 0 0,'-7'31'8404'0'0,"9"22"-5361"0"0,-1-36-1918 0 0,11 87 766 0 0,42 175 0 0 0,-31-208-3672 0 0,4-32-3311 0 0,-27-38 4940 0 0,6 3-2386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6.7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70 7754 0 0,'5'-6'1219'0'0,"0"0"1"0"0,1 1-1 0 0,0-1 1 0 0,0 1-1 0 0,14-8 1 0 0,-15 9-1076 0 0,1 1 1 0 0,0 0-1 0 0,0 0 1 0 0,0 0-1 0 0,0 0 1 0 0,0 1-1 0 0,1 0 1 0 0,-1 0-1 0 0,1 1 1 0 0,0 0-1 0 0,-1 0 0 0 0,13 1 1 0 0,-17 0-95 0 0,0 1 1 0 0,0 0-1 0 0,0 0 0 0 0,1 0 1 0 0,-1 0-1 0 0,0 1 1 0 0,0-1-1 0 0,-1 1 0 0 0,1-1 1 0 0,0 1-1 0 0,0-1 1 0 0,-1 1-1 0 0,1 0 0 0 0,-1 0 1 0 0,1 0-1 0 0,-1 0 1 0 0,0 0-1 0 0,0 0 0 0 0,0 0 1 0 0,0 0-1 0 0,0 1 0 0 0,-1-1 1 0 0,1 0-1 0 0,0 1 1 0 0,-1-1-1 0 0,0 0 0 0 0,0 1 1 0 0,1-1-1 0 0,-1 0 1 0 0,-1 4-1 0 0,1 12 552 0 0,-1 0 1 0 0,-5 33 0 0 0,5-43-407 0 0,-12 53 285 0 0,6-35 56 0 0,-5 49-1 0 0,12-69-491 0 0,-1 1 0 0 0,1 0 0 0 0,1-1 0 0 0,-1 1 0 0 0,1-1-1 0 0,0 1 1 0 0,0-1 0 0 0,1 0 0 0 0,0 1 0 0 0,0-1 0 0 0,1 0 0 0 0,5 9 0 0 0,-7-13-84 0 0,0-1-1 0 0,0 1 1 0 0,0-1 0 0 0,0 1 0 0 0,0-1 0 0 0,0 0-1 0 0,1 1 1 0 0,-1-1 0 0 0,1 0 0 0 0,-1 0 0 0 0,1 0-1 0 0,-1 0 1 0 0,1 0 0 0 0,0 0 0 0 0,-1-1-1 0 0,1 1 1 0 0,0-1 0 0 0,0 1 0 0 0,-1-1 0 0 0,1 1-1 0 0,0-1 1 0 0,0 0 0 0 0,3 0 0 0 0,-1 0-179 0 0,1-1 0 0 0,-1 0 0 0 0,0 0 0 0 0,0-1 1 0 0,0 1-1 0 0,0-1 0 0 0,0 0 0 0 0,0 0 0 0 0,7-5 1 0 0,0-1-483 0 0,0-1 0 0 0,0 0 0 0 0,-1-1 0 0 0,0-1 0 0 0,11-15 0 0 0,-19 23 31 0 0,0-1 1 0 0,0 1-1 0 0,0-1 0 0 0,0 0 1 0 0,-1 0-1 0 0,0 1 1 0 0,0-1-1 0 0,0 0 0 0 0,0 0 1 0 0,-1 0-1 0 0,1 0 1 0 0,-1 0-1 0 0,0-5 0 0 0,1-10-3664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7.08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21 248 5713 0 0,'-20'17'8100'0'0,"21"-14"-5029"0"0,13-9-1911 0 0,22-17-875 0 0,77-53 198 0 0,-103 68-996 0 0,0 0 1 0 0,-1-1 0 0 0,0 0-1 0 0,-1 0 1 0 0,0-1 0 0 0,0 0-1 0 0,-1-1 1 0 0,9-17-1 0 0,-2-33-1094 0 0,-8 120 6867 0 0,-4-4-3053 0 0,13 155 1440 0 0,-12-182-3767 0 0,2-1 1 0 0,1-1 0 0 0,1 1-1 0 0,1-1 1 0 0,18 37-1 0 0,-8-33-1543 0 0,-18-29 1415 0 0,1 0 0 0 0,0 0 0 0 0,-1 0 0 0 0,1 0 1 0 0,0 0-1 0 0,0 0 0 0 0,0-1 0 0 0,0 1 0 0 0,0 0 0 0 0,0 0 1 0 0,0 0-1 0 0,0-1 0 0 0,0 1 0 0 0,0-1 0 0 0,0 1 1 0 0,1-1-1 0 0,-1 1 0 0 0,0-1 0 0 0,0 0 0 0 0,1 0 1 0 0,-1 1-1 0 0,0-1 0 0 0,2 0 0 0 0,-2-1-18 0 0,0 1 0 0 0,-1-1 0 0 0,1 1 1 0 0,-1-1-1 0 0,1 1 0 0 0,-1-1 0 0 0,1 0 0 0 0,-1 1 0 0 0,0-1 0 0 0,1 0 0 0 0,-1 1 0 0 0,0-1 0 0 0,1 0 0 0 0,-1 0 0 0 0,0 1 0 0 0,0-1 0 0 0,0 0 0 0 0,0 0 0 0 0,1 0 0 0 0,-1 1 0 0 0,0-1 0 0 0,0 0 1 0 0,-1 0-1 0 0,1-1 0 0 0,0-2-1359 0 0,5-12-3521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7.51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0 121 9474 0 0,'2'-5'627'0'0,"1"-1"0"0"0,-1 1 0 0 0,1-1 0 0 0,0 1 0 0 0,0 0 0 0 0,1 0 0 0 0,-1 0 0 0 0,1 1 0 0 0,0-1 0 0 0,0 1 0 0 0,8-6 0 0 0,-1 1 64 0 0,1 1 1 0 0,-1 0 0 0 0,24-11-1 0 0,-32 17-600 0 0,-1 0 0 0 0,1 1 0 0 0,0 0 0 0 0,0 0 0 0 0,0 0 0 0 0,0 0 0 0 0,0 0 0 0 0,0 0 0 0 0,0 1 0 0 0,1 0 0 0 0,-1-1 0 0 0,0 1 0 0 0,0 1 0 0 0,0-1 0 0 0,0 0 0 0 0,0 1 0 0 0,0-1 0 0 0,1 1 0 0 0,-1 0 0 0 0,4 2 0 0 0,-4-1 3 0 0,0 0 0 0 0,-1 1-1 0 0,1-1 1 0 0,0 1 0 0 0,-1 0-1 0 0,0 0 1 0 0,0 0 0 0 0,0 0-1 0 0,0 0 1 0 0,0 0-1 0 0,-1 1 1 0 0,1-1 0 0 0,-1 1-1 0 0,0-1 1 0 0,0 1 0 0 0,0-1-1 0 0,0 7 1 0 0,3 19 143 0 0,-2 0 0 0 0,-2 0-1 0 0,-3 44 1 0 0,1-37-901 0 0,3 63 0 0 0,0-86-118 0 0,1-1 0 0 0,1 1 1 0 0,0-1-1 0 0,1 0 0 0 0,5 12 0 0 0,4-5-3158 0 0,0-15-3258 0 0,6 4 2528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43:47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56 3769 0 0,'2'55'8116'0'0,"2"2"-4202"0"0,1-8-2648 0 0,17 69 0 0 0,-18-101-1277 0 0,1 0 1 0 0,1 0 0 0 0,0-1 0 0 0,1 0-1 0 0,10 16 1 0 0,-17-31-17 0 0,0-1-1 0 0,0 0 0 0 0,0 0 0 0 0,0 0 1 0 0,0 1-1 0 0,1-1 0 0 0,-1 0 0 0 0,0 0 1 0 0,0 0-1 0 0,0 0 0 0 0,0 0 1 0 0,0 1-1 0 0,0-1 0 0 0,1 0 0 0 0,-1 0 1 0 0,0 0-1 0 0,0 0 0 0 0,0 0 1 0 0,0 0-1 0 0,1 1 0 0 0,-1-1 0 0 0,0 0 1 0 0,0 0-1 0 0,0 0 0 0 0,1 0 1 0 0,-1 0-1 0 0,0 0 0 0 0,0 0 0 0 0,0 0 1 0 0,1 0-1 0 0,-1 0 0 0 0,0 0 0 0 0,0 0 1 0 0,0 0-1 0 0,1 0 0 0 0,-1 0 1 0 0,0 0-1 0 0,0 0 0 0 0,0-1 0 0 0,1 1 1 0 0,-1 0-1 0 0,0 0 0 0 0,0 0 1 0 0,0 0-1 0 0,0 0 0 0 0,1 0 0 0 0,-1 0 1 0 0,0-1-1 0 0,0 1 0 0 0,0 0 1 0 0,0 0-1 0 0,1 0 0 0 0,5-16-1061 0 0,1-18-462 0 0,-5 8 530 0 0,2-19 809 0 0,17-74 0 0 0,-17 103 565 0 0,1 0 1 0 0,1 1-1 0 0,1-1 1 0 0,0 1-1 0 0,1 0 1 0 0,0 1 0 0 0,1 0-1 0 0,13-14 1 0 0,-18 22-219 0 0,0 1 15 0 0,-1 0 1 0 0,1 0-1 0 0,0 0 0 0 0,0 1 0 0 0,1-1 1 0 0,0 1-1 0 0,-1 0 0 0 0,1 1 0 0 0,1-1 0 0 0,-1 1 1 0 0,0 0-1 0 0,10-4 0 0 0,-13 7-71 0 0,-1 1 0 0 0,0-1 0 0 0,0 1 0 0 0,1-1 0 0 0,-1 0 0 0 0,0 1 0 0 0,0 0 0 0 0,1-1 0 0 0,-1 1 0 0 0,0 0-1 0 0,0 0 1 0 0,0 0 0 0 0,0 0 0 0 0,0 0 0 0 0,0 0 0 0 0,0 0 0 0 0,0 0 0 0 0,-1 0 0 0 0,1 0 0 0 0,0 0 0 0 0,-1 0 0 0 0,1 1 0 0 0,-1-1 0 0 0,1 0 0 0 0,-1 0 0 0 0,1 1-1 0 0,-1-1 1 0 0,0 2 0 0 0,10 45 1249 0 0,-9-42-1139 0 0,24 209 2250 0 0,-13-99-3452 0 0,26 117-1 0 0,-30-214-1821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9:52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1896 1903 3361 0 0,'-13'1'848'0'0,"1"1"1"0"0,0 0-1 0 0,-1 1 0 0 0,1 1 1 0 0,0 0-1 0 0,-11 6 1 0 0,-35 9 1384 0 0,-43 4 2120 0 0,-204 19 0 0 0,220-38-2913 0 0,1-4 0 0 0,-158-20 1 0 0,159 7-974 0 0,1-3-1 0 0,0-5 1 0 0,-81-30 0 0 0,126 37-384 0 0,0-2 1 0 0,1-2-1 0 0,1 0 1 0 0,1-3-1 0 0,1-1 0 0 0,1-1 1 0 0,1-2-1 0 0,-46-46 1 0 0,59 51-70 0 0,2 0 0 0 0,0-2 0 0 0,2 1 0 0 0,0-2 0 0 0,1 0 0 0 0,1 0 0 0 0,2-2 0 0 0,0 1 0 0 0,1-1 0 0 0,-8-46 0 0 0,11 38-22 0 0,3 0 0 0 0,1-1 1 0 0,1 1-1 0 0,2-1 0 0 0,1 1 1 0 0,1-1-1 0 0,15-57 0 0 0,-3 39-29 0 0,2 1 0 0 0,2 1-1 0 0,3 0 1 0 0,1 2 0 0 0,3 1 0 0 0,2 0-1 0 0,1 2 1 0 0,3 2 0 0 0,1 1 0 0 0,56-55-1 0 0,-34 48-108 0 0,3 1 0 0 0,1 3 0 0 0,2 3 0 0 0,2 2 0 0 0,2 4 0 0 0,1 2 0 0 0,2 3 0 0 0,1 3 0 0 0,1 3 0 0 0,1 3-1 0 0,136-24 1 0 0,-115 33 86 0 0,0 4-1 0 0,0 4 0 0 0,1 4 0 0 0,-1 4 1 0 0,1 4-1 0 0,-1 4 0 0 0,-1 4 0 0 0,-1 4 1 0 0,100 35-1 0 0,-146-40 55 0 0,-1 3 0 0 0,-1 1-1 0 0,-1 2 1 0 0,0 2 0 0 0,-2 2 0 0 0,39 30 0 0 0,-61-41 41 0 0,-1 1 1 0 0,-1 1-1 0 0,0 0 1 0 0,-1 1-1 0 0,0 1 1 0 0,-2 0-1 0 0,0 1 1 0 0,-1 0-1 0 0,0 1 1 0 0,-2 0 0 0 0,0 0-1 0 0,-1 1 1 0 0,-1 1-1 0 0,-1-1 1 0 0,4 24-1 0 0,-7-16 23 0 0,0-1 1 0 0,-2 0-1 0 0,-1 0 0 0 0,-1 1 0 0 0,-1-1 0 0 0,-2 0 0 0 0,0 0 0 0 0,-2 0 0 0 0,-1-1 1 0 0,-1 0-1 0 0,-2 0 0 0 0,0-1 0 0 0,-1 0 0 0 0,-28 43 0 0 0,8-23-57 0 0,-2-2-1 0 0,-1-1 1 0 0,-3-2 0 0 0,-1-1-1 0 0,-2-2 1 0 0,-68 48 0 0 0,-186 110-4991 0 0,88-87-6945 0 0,150-80 5879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9:54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98 3185 0 0,'-34'6'9619'0'0,"34"-6"-9514"0"0,0 0-1 0 0,0 0 1 0 0,0 0 0 0 0,0 1 209 0 0,-1-1-209 0 0,1 0-1 0 0,0 0 1 0 0,0 0 0 0 0,0 0-1 0 0,0 0 1 0 0,0 0 0 0 0,0 1-1 0 0,0-1 1 0 0,0 0 0 0 0,0 0-1 0 0,0 0 1 0 0,0 0 0 0 0,-1 1 0 0 0,1-1-1 0 0,0 0 1 0 0,0 0 0 0 0,0 0-1 0 0,0 0 1 0 0,0 1 0 0 0,0-1-1 0 0,1 0 1 0 0,-1 0 0 0 0,0 0-1 0 0,0 0 1 0 0,0 1 0 0 0,0-1 0 0 0,0 0-1 0 0,0 0 1 0 0,0 0 0 0 0,0 0-1 0 0,0 0 1 0 0,0 1 0 0 0,1-1 209 0 0,-1 0-210 0 0,0 0 1 0 0,0 0 0 0 0,0 0 0 0 0,0 0-1 0 0,1 1 1 0 0,19 7 1728 0 0,8-1-1083 0 0,-1-1 0 0 0,2-1 1 0 0,-1-2-1 0 0,45 0 0 0 0,120-14 305 0 0,-112 5-768 0 0,436-3 391 0 0,-354 10-425 0 0,562-31 632 0 0,-172-1-664 0 0,-220 15-210 0 0,-174 11-29 0 0,-64 3 41 0 0,119-17 0 0 0,-133 11-88 0 0,0 3-1 0 0,1 3 1 0 0,-1 5-1 0 0,147 22 0 0 0,-153-19-4080 0 0,-49-9-1082 0 0,-5-3-3864 0 0,-11 1 3295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29:58.4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2327 1443 2913 0 0,'-19'2'984'0'0,"1"1"1"0"0,-1 0 0 0 0,0 1 0 0 0,-29 11-1 0 0,-27 6 1409 0 0,-320 30 6420 0 0,-203-50-6369 0 0,504-7-2104 0 0,0-3 1 0 0,1-5-1 0 0,1-3 0 0 0,-131-43 1 0 0,181 42-254 0 0,0-2 0 0 0,2-1 0 0 0,0-2 1 0 0,2-2-1 0 0,0-2 0 0 0,2-1 1 0 0,1-2-1 0 0,-44-48 0 0 0,62 59-67 0 0,2-1-1 0 0,0 0 0 0 0,1-1 1 0 0,1-1-1 0 0,1 0 0 0 0,1-1 1 0 0,1 0-1 0 0,-8-27 1 0 0,12 31 0 0 0,1 0 1 0 0,0-1 0 0 0,2 1-1 0 0,0-1 1 0 0,2 1-1 0 0,0-1 1 0 0,1 0 0 0 0,0 0-1 0 0,2 1 1 0 0,8-38 0 0 0,-4 40-7 0 0,0 1 0 0 0,1-1 0 0 0,1 2 0 0 0,1-1 0 0 0,0 1 0 0 0,1 0 0 0 0,0 1 0 0 0,2 1 0 0 0,-1-1 0 0 0,2 2 0 0 0,-1-1 0 0 0,2 2 0 0 0,14-11 0 0 0,21-11 14 0 0,1 2 0 0 0,82-38 0 0 0,-53 34-27 0 0,1 4 1 0 0,1 3 0 0 0,1 4 0 0 0,98-15 0 0 0,347-28 9 0 0,-287 41-9 0 0,922-71-30 0 0,-917 93-15 0 0,424 47 0 0 0,-523-22 39 0 0,-2 7 0 0 0,-1 6 0 0 0,-2 6 0 0 0,185 80 0 0 0,-288-104-8 0 0,-1 3 0 0 0,-2 1 0 0 0,0 2 0 0 0,39 30 0 0 0,-55-36 7 0 0,1 1 1 0 0,-2 0-1 0 0,-1 1 1 0 0,0 1-1 0 0,-1 1 1 0 0,-1 0-1 0 0,-1 1 1 0 0,12 24 0 0 0,-19-29 5 0 0,-1 0 1 0 0,0 1 0 0 0,-1-1-1 0 0,-1 1 1 0 0,-1 0 0 0 0,0 1-1 0 0,-1-1 1 0 0,-1 0 0 0 0,-1 1-1 0 0,0-1 1 0 0,-1 1 0 0 0,-1-1-1 0 0,-1 0 1 0 0,0 0 0 0 0,-1 0-1 0 0,-1 0 1 0 0,-1 0 0 0 0,0-1-1 0 0,-1 0 1 0 0,-1 0 0 0 0,0-1-1 0 0,-1 0 1 0 0,-1-1 0 0 0,0 0-1 0 0,-1 0 1 0 0,-1-1 0 0 0,-21 19-1 0 0,-8 3 53 0 0,-2-3 0 0 0,-1-1 0 0 0,-2-3 0 0 0,-1-1 0 0 0,0-2-1 0 0,-2-3 1 0 0,-63 20 0 0 0,-371 83 238 0 0,472-123-287 0 0,-726 99-1157 0 0,429-69-512 0 0,90-6-222 0 0,-119 14-3721 0 0,1-6-3278 0 0,212-20 4502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18.0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1739 1293 3689 0 0,'-11'1'1363'0'0,"1"1"1"0"0,0 0 0 0 0,0 0-1 0 0,0 1 1 0 0,-17 7-1 0 0,-12 4 957 0 0,-5-4-557 0 0,0-2 0 0 0,0-2 0 0 0,0-2 1 0 0,-72-3-1 0 0,-180-26 621 0 0,200 14-1906 0 0,-1 3-127 0 0,1-6-1 0 0,1-3 0 0 0,-108-34 1 0 0,171 40-297 0 0,1-2 1 0 0,1-1-1 0 0,0-1 1 0 0,1-1-1 0 0,-35-27 1 0 0,45 28-39 0 0,0-1 1 0 0,2-1 0 0 0,0-1-1 0 0,0 0 1 0 0,2-1-1 0 0,0-1 1 0 0,2 0-1 0 0,-15-27 1 0 0,16 22-29 0 0,1 0-1 0 0,1-1 1 0 0,1 1-1 0 0,2-2 1 0 0,0 1 0 0 0,2-1-1 0 0,1 0 1 0 0,1 0 0 0 0,1-1-1 0 0,3-48 1 0 0,1 55-19 0 0,1 0 0 0 0,1 0 0 0 0,1 0 0 0 0,0 1 0 0 0,2 0 0 0 0,0 0 0 0 0,2 0 0 0 0,0 1 0 0 0,1 0 1 0 0,1 0-1 0 0,0 2 0 0 0,1-1 0 0 0,2 1 0 0 0,19-20 0 0 0,-3 10-13 0 0,2 2 1 0 0,0 1-1 0 0,2 1 0 0 0,0 2 1 0 0,2 2-1 0 0,0 1 1 0 0,1 1-1 0 0,1 2 1 0 0,55-14-1 0 0,-18 11-30 0 0,0 3 0 0 0,1 3 0 0 0,0 3 0 0 0,82 2 0 0 0,-66 8 25 0 0,0 4-1 0 0,0 4 1 0 0,-1 4-1 0 0,0 4 1 0 0,-2 4-1 0 0,0 4 1 0 0,168 71-1 0 0,-226-81 81 0 0,-1 1 1 0 0,0 1-1 0 0,-1 2 0 0 0,-1 1 0 0 0,-1 1 0 0 0,-1 2 1 0 0,0 0-1 0 0,41 52 0 0 0,-55-59 28 0 0,-1 0 1 0 0,-1 0-1 0 0,0 1 0 0 0,-2 1 1 0 0,0-1-1 0 0,0 1 0 0 0,-2 1 1 0 0,0-1-1 0 0,-2 1 0 0 0,0 0 0 0 0,-1 0 1 0 0,0 1-1 0 0,-2-1 0 0 0,0 0 1 0 0,-2 1-1 0 0,0-1 0 0 0,-4 25 0 0 0,-2-14-15 0 0,-1-1 1 0 0,-2 0-1 0 0,0-1 0 0 0,-2 0 0 0 0,-1-1 0 0 0,-2 0 0 0 0,0-1 0 0 0,-2-1 0 0 0,0 0 0 0 0,-2-1 0 0 0,-25 25 0 0 0,-31 24-2058 0 0,-155 118 0 0 0,140-125-3913 0 0,27-27-2881 0 0,40-26 2591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25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22 145 6097 0 0,'-1'0'258'0'0,"0"0"-1"0"0,1 0 1 0 0,-1 0-1 0 0,0 0 1 0 0,0 0-1 0 0,0 0 0 0 0,0 0 1 0 0,0 0-1 0 0,0 0 1 0 0,1 1-1 0 0,-1-1 1 0 0,0 0-1 0 0,0 0 1 0 0,0 1-1 0 0,1-1 0 0 0,-1 1 1 0 0,0-1-1 0 0,0 1 1 0 0,1-1-1 0 0,-1 1 1 0 0,0-1-1 0 0,1 1 1 0 0,-1 0-1 0 0,1-1 0 0 0,-1 1 1 0 0,0 0-1 0 0,1 0-118 0 0,1 0 0 0 0,-1-1 0 0 0,0 1 0 0 0,1-1 0 0 0,-1 1 0 0 0,1-1 0 0 0,-1 1 0 0 0,1-1 0 0 0,-1 1 0 0 0,1-1 0 0 0,-1 1 0 0 0,1-1 0 0 0,0 0 0 0 0,-1 1 0 0 0,1-1 0 0 0,-1 0 0 0 0,1 0 0 0 0,0 1 0 0 0,-1-1-1 0 0,1 0 1 0 0,0 0 0 0 0,-1 0 0 0 0,1 0 0 0 0,0 0 0 0 0,0 0 0 0 0,-1 0 0 0 0,1 0 0 0 0,0 0 0 0 0,-1 0 0 0 0,1 0 0 0 0,0 0 0 0 0,-1-1 0 0 0,1 1 0 0 0,1-1 0 0 0,121-16 2690 0 0,-75 8-2543 0 0,1 3-1 0 0,83 0 1 0 0,162-1 507 0 0,-3 0-410 0 0,222 14-59 0 0,-481-7-306 0 0,319-11 58 0 0,3 1 22 0 0,-290 10-73 0 0,404-6 36 0 0,-216 12-26 0 0,-58 2 2 0 0,143 3 10 0 0,1 1-54 0 0,-155-8 2 0 0,145-5 62 0 0,-239-2-36 0 0,0 4-1 0 0,107 15 1 0 0,-100-10-4 0 0,138-11-1 0 0,-156 1-19 0 0,92-6 90 0 0,87-2 44 0 0,-90 5-141 0 0,62 2 58 0 0,68 2-82 0 0,-93-4 54 0 0,91-5 115 0 0,-1 0 4 0 0,108-8 210 0 0,-382 23-901 0 0,21 0 2075 0 0,-24-7-4005 0 0,-9-8-4905 0 0,-11 0 1709 0 0,-10-3 3651 0 0,11 12 764 0 0,-7-9-3704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0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6553 0 0,'-1'6'11687'0'0,"2"-6"-11502"0"0,14 15 3080 0 0,21 12-3206 0 0,-24-22-513 0 0,0 0 1 0 0,0-2 0 0 0,0 1 0 0 0,0-1 0 0 0,17 1-1 0 0,2-1-4011 0 0,-2-2-3638 0 0,-39-3 2618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1.3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41 2961 0 0,'-15'8'9542'0'0,"48"-9"-6424"0"0,38-19-1723 0 0,-53 13-1330 0 0,0 2-1 0 0,0 0 0 0 0,0 1 1 0 0,35-2-1 0 0,-53 5-55 0 0,1 1-1 0 0,-1 0 1 0 0,0 0-1 0 0,1 0 1 0 0,-1 0-1 0 0,0 0 1 0 0,1 0-1 0 0,-1 0 1 0 0,0 0-1 0 0,1 1 1 0 0,-1-1-1 0 0,0 0 0 0 0,1 0 1 0 0,-1 0-1 0 0,0 0 1 0 0,1 0-1 0 0,-1 0 1 0 0,0 1-1 0 0,1-1 1 0 0,-1 0-1 0 0,0 0 1 0 0,1 1-1 0 0,-1-1 1 0 0,0 0-1 0 0,0 0 1 0 0,0 1-1 0 0,1-1 0 0 0,-1 0 1 0 0,0 1-1 0 0,0-1 1 0 0,0 0-1 0 0,0 1 1 0 0,1-1-1 0 0,-1 0 1 0 0,0 1-1 0 0,-5 15 291 0 0,-22 22 214 0 0,20-28-363 0 0,-26 28 117 0 0,26-31-208 0 0,0 1 0 0 0,1-1 1 0 0,0 1-1 0 0,0 0 0 0 0,1 0 1 0 0,-9 17-1 0 0,81-63-818 0 0,-61 35 827 0 0,1 0 1 0 0,-1 0-1 0 0,1 1 1 0 0,0 0-1 0 0,0 0 1 0 0,0 0-1 0 0,1 1 1 0 0,-1 0-1 0 0,0 1 1 0 0,0-1-1 0 0,9 2 1 0 0,-11-1-159 0 0,0 1 1 0 0,0-1-1 0 0,0 1 1 0 0,-1 1-1 0 0,1-1 1 0 0,0 1-1 0 0,-1-1 1 0 0,1 1-1 0 0,-1 1 1 0 0,1-1-1 0 0,-1 0 1 0 0,0 1-1 0 0,0 0 1 0 0,0 0-1 0 0,-1 0 0 0 0,1 1 1 0 0,4 5-1 0 0,-8-9-73 0 0,1 0-1 0 0,-1 1 0 0 0,0-1 0 0 0,0 0 0 0 0,1 0 1 0 0,-1 1-1 0 0,0-1 0 0 0,0 0 0 0 0,0 0 0 0 0,0 1 0 0 0,1-1 1 0 0,-1 0-1 0 0,0 1 0 0 0,0-1 0 0 0,0 0 0 0 0,0 1 0 0 0,0-1 1 0 0,0 0-1 0 0,0 1 0 0 0,0-1 0 0 0,0 0 0 0 0,0 1 0 0 0,0-1 1 0 0,0 0-1 0 0,0 1 0 0 0,0-1 0 0 0,0 1 0 0 0,0-1 1 0 0,0 0-1 0 0,0 0 0 0 0,-1 1 0 0 0,1-1 0 0 0,0 0 0 0 0,0 1 1 0 0,0-1-1 0 0,0 0 0 0 0,-1 1 0 0 0,1-1 0 0 0,0 0 0 0 0,0 0 1 0 0,-1 0-1 0 0,1 1 0 0 0,0-1 0 0 0,-1 0 0 0 0,1 0 1 0 0,0 0-1 0 0,0 1 0 0 0,-1-1 0 0 0,1 0 0 0 0,0 0 0 0 0,-1 0 1 0 0,-19 3-4889 0 0,18-3 4553 0 0,-9 2-2218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1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68 4625 0 0,'-26'14'9831'0'0,"45"-15"-8074"0"0,13-5-710 0 0,1-1 0 0 0,49-19 0 0 0,-61 17-942 0 0,-1 2-1 0 0,2 0 1 0 0,-1 2-1 0 0,0 0 1 0 0,1 1-1 0 0,0 2 1 0 0,0 0-1 0 0,33 2 1 0 0,-54 0-85 0 0,0 0 0 0 0,1 0 0 0 0,-1 0 1 0 0,0 0-1 0 0,0 1 0 0 0,0-1 0 0 0,0 1 0 0 0,0-1 0 0 0,0 0 1 0 0,0 1-1 0 0,0 0 0 0 0,0-1 0 0 0,0 1 0 0 0,0 0 0 0 0,0-1 0 0 0,0 1 1 0 0,-1 0-1 0 0,1 0 0 0 0,0 0 0 0 0,0 0 0 0 0,-1 0 0 0 0,1 0 1 0 0,-1 0-1 0 0,1 0 0 0 0,-1 0 0 0 0,1 0 0 0 0,-1 0 0 0 0,0 0 0 0 0,1 0 1 0 0,-1 0-1 0 0,0 0 0 0 0,0 0 0 0 0,0 1 0 0 0,0-1 0 0 0,0 0 0 0 0,0 0 1 0 0,0 0-1 0 0,0 0 0 0 0,-1 2 0 0 0,0 6-331 0 0,-2 0 0 0 0,1 0 0 0 0,-1 0 0 0 0,-5 10 0 0 0,0 1-4326 0 0,-10-26-9248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2.0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13 107 6057 0 0,'-13'-1'8125'0'0,"36"-12"-5172"0"0,39-15-1209 0 0,-14 10-703 0 0,62-16 0 0 0,-97 31-972 0 0,1 0-1 0 0,0 0 1 0 0,1 2-1 0 0,-1-1 1 0 0,0 2-1 0 0,0 0 0 0 0,1 1 1 0 0,-1 0-1 0 0,21 5 1 0 0,-33-5-52 0 0,1 0-1 0 0,-1 0 1 0 0,1 0-1 0 0,-1 0 1 0 0,1 0 0 0 0,-1 0-1 0 0,0 0 1 0 0,0 1-1 0 0,0-1 1 0 0,0 1 0 0 0,0 0-1 0 0,0 0 1 0 0,0 0-1 0 0,0 0 1 0 0,-1 0-1 0 0,1 0 1 0 0,-1 0 0 0 0,0 0-1 0 0,1 0 1 0 0,-1 1-1 0 0,1 4 1 0 0,0 0-23 0 0,0 1 1 0 0,-1 0-1 0 0,-1 0 0 0 0,1 0 1 0 0,-2 13-1 0 0,3 24-5095 0 0,23-44-10023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4.1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5233 0 0,'9'-5'10049'0'0,"49"-18"-7571"0"0,-40 18-2245 0 0,1 1 1 0 0,-1 1-1 0 0,20-2 1 0 0,-34 5-145 0 0,1-1 0 0 0,0 1 0 0 0,0 0 0 0 0,0 0 0 0 0,0 1 1 0 0,0-1-1 0 0,0 1 0 0 0,0 0 0 0 0,0 1 0 0 0,0-1 1 0 0,-1 1-1 0 0,1 0 0 0 0,0 0 0 0 0,-1 0 0 0 0,0 1 0 0 0,7 4 1 0 0,-10-5-21 0 0,0-1 0 0 0,1 1 0 0 0,-1 0 0 0 0,0 0 0 0 0,0 0 0 0 0,0 0 1 0 0,0 0-1 0 0,0 0 0 0 0,0 0 0 0 0,-1 0 0 0 0,1 0 0 0 0,-1 1 0 0 0,0-1 0 0 0,1 0 0 0 0,-1 0 1 0 0,0 4-1 0 0,-7 42 918 0 0,1-14-3222 0 0,8-3-4579 0 0,-3-21-1765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4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61 6025 0 0,'-6'5'6661'0'0,"18"-3"-4251"0"0,20-3-950 0 0,111-26 725 0 0,27-4-2379 0 0,-58 22-5294 0 0,-105 11 1129 0 0,-14 3 2073 0 0,-14 3 881 0 0,-75 0 1240 0 0,34-4 5122 0 0,60-4-4703 0 0,1 0 0 0 0,0 1-1 0 0,0-1 1 0 0,-1 1 0 0 0,1 0 0 0 0,0-1 0 0 0,0 1 0 0 0,0 0 0 0 0,0 0 0 0 0,0 0 0 0 0,0 0 0 0 0,0 0 0 0 0,0 0-1 0 0,0 0 1 0 0,0 0 0 0 0,0 0 0 0 0,1 0 0 0 0,-1 0 0 0 0,0 1 0 0 0,1-1 0 0 0,-1 0 0 0 0,1 1 0 0 0,-1-1-1 0 0,1 0 1 0 0,0 1 0 0 0,0-1 0 0 0,-1 0 0 0 0,1 1 0 0 0,0-1 0 0 0,0 0 0 0 0,0 1 0 0 0,1 2 0 0 0,5 54 2015 0 0,-4-47-1720 0 0,6 38-105 0 0,3-1-1 0 0,1 1 1 0 0,28 67 0 0 0,-15-76-2980 0 0,-7-27-1764 0 0,-18-13 3981 0 0,1 0-1 0 0,0 0 1 0 0,-1 1 0 0 0,1-1 0 0 0,0 0 0 0 0,0 0 0 0 0,-1 0 0 0 0,1 0 0 0 0,0 0-1 0 0,-1-1 1 0 0,1 1 0 0 0,0 0 0 0 0,0 0 0 0 0,-1 0 0 0 0,1-1 0 0 0,0 1 0 0 0,-1 0-1 0 0,1-1 1 0 0,-1 1 0 0 0,1 0 0 0 0,0-1 0 0 0,-1 1 0 0 0,1-1 0 0 0,-1 1 0 0 0,1-1-1 0 0,0 0 1 0 0,7-9-4873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5.3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19 1632 0 0,'-1'-1'176'0'0,"0"-1"0"0"0,0 1-1 0 0,-1 0 1 0 0,1 0 0 0 0,0-1 0 0 0,-1 1-1 0 0,1 0 1 0 0,-1 0 0 0 0,1 1-1 0 0,-1-1 1 0 0,1 0 0 0 0,-1 0 0 0 0,1 1-1 0 0,-1-1 1 0 0,0 1 0 0 0,0 0-1 0 0,1-1 1 0 0,-1 1 0 0 0,0 0-1 0 0,1 0 1 0 0,-1 0 0 0 0,0 0 0 0 0,0 0-1 0 0,1 0 1 0 0,-1 1 0 0 0,0-1-1 0 0,1 1 1 0 0,-1-1 0 0 0,0 1-1 0 0,1-1 1 0 0,-1 1 0 0 0,1 0 0 0 0,-1 0-1 0 0,1 0 1 0 0,-1 0 0 0 0,1 0-1 0 0,-1 0 1 0 0,1 0 0 0 0,0 0 0 0 0,0 1-1 0 0,0-1 1 0 0,0 0 0 0 0,0 1-1 0 0,0-1 1 0 0,0 1 0 0 0,0-1-1 0 0,0 1 1 0 0,1 0 0 0 0,-1-1 0 0 0,1 1-1 0 0,-1 1 1 0 0,-2 5 92 0 0,0 0 1 0 0,1 0-1 0 0,0 0 1 0 0,0 0-1 0 0,1 0 1 0 0,0 0-1 0 0,0 0 1 0 0,1 0-1 0 0,0 1 1 0 0,0-1-1 0 0,1 0 1 0 0,0 0-1 0 0,5 14 1 0 0,-5-18-166 0 0,0-1 1 0 0,0 0 0 0 0,1 0 0 0 0,0 0 0 0 0,-1 0 0 0 0,1 0 0 0 0,0-1-1 0 0,1 1 1 0 0,-1 0 0 0 0,0-1 0 0 0,1 0 0 0 0,-1 1 0 0 0,1-1 0 0 0,0 0-1 0 0,0-1 1 0 0,0 1 0 0 0,0 0 0 0 0,0-1 0 0 0,0 1 0 0 0,0-1 0 0 0,0 0 0 0 0,1 0-1 0 0,-1 0 1 0 0,0-1 0 0 0,1 1 0 0 0,-1-1 0 0 0,1 0 0 0 0,-1 0 0 0 0,0 0-1 0 0,1 0 1 0 0,-1-1 0 0 0,0 1 0 0 0,1-1 0 0 0,-1 0 0 0 0,5-2 0 0 0,6-1 239 0 0,0-1 0 0 0,0 0 0 0 0,-1-1 0 0 0,0 0 1 0 0,0-2-1 0 0,0 1 0 0 0,21-19 0 0 0,-30 23-278 0 0,0 0-1 0 0,-1-1 1 0 0,1 1-1 0 0,-1-1 0 0 0,0 0 1 0 0,0 0-1 0 0,-1 0 1 0 0,1-1-1 0 0,-1 1 1 0 0,0 0-1 0 0,3-10 1 0 0,-4 11-36 0 0,-1 0 0 0 0,1 0 1 0 0,-1 0-1 0 0,0 0 0 0 0,-1 0 1 0 0,1 0-1 0 0,0 0 0 0 0,-1 0 0 0 0,1 0 1 0 0,-1 0-1 0 0,0 0 0 0 0,0 0 1 0 0,0 0-1 0 0,-1 1 0 0 0,1-1 0 0 0,0 0 1 0 0,-1 1-1 0 0,0-1 0 0 0,0 1 1 0 0,0 0-1 0 0,-3-4 0 0 0,2 4-160 0 0,-1-1 1 0 0,1 1-1 0 0,-1 0 0 0 0,0 0 1 0 0,0 0-1 0 0,0 0 0 0 0,0 1 0 0 0,0 0 1 0 0,0-1-1 0 0,0 2 0 0 0,-1-1 1 0 0,1 0-1 0 0,0 1 0 0 0,-1 0 0 0 0,1 0 1 0 0,0 0-1 0 0,-1 0 0 0 0,1 1 1 0 0,0 0-1 0 0,0 0 0 0 0,-1 0 0 0 0,1 0 1 0 0,0 0-1 0 0,0 1 0 0 0,-4 2 1 0 0,4-2-137 0 0,0-1 1 0 0,1 0 0 0 0,-1 1 0 0 0,1 0 0 0 0,-1 0 0 0 0,1 0 0 0 0,0 0 0 0 0,0 1 0 0 0,0-1 0 0 0,0 1 0 0 0,0 0 0 0 0,1 0-1 0 0,-1 0 1 0 0,1 0 0 0 0,-1 0 0 0 0,1 0 0 0 0,0 1 0 0 0,1-1 0 0 0,-1 1 0 0 0,1-1 0 0 0,-1 1 0 0 0,1 0 0 0 0,0 0-1 0 0,0 0 1 0 0,1-1 0 0 0,-1 1 0 0 0,1 7 0 0 0,0-9 221 0 0,0-1 0 0 0,0 0 0 0 0,1 0-1 0 0,-1 1 1 0 0,0-1 0 0 0,1 0 0 0 0,-1 0 0 0 0,1 1-1 0 0,-1-1 1 0 0,1 0 0 0 0,0 0 0 0 0,0 0 0 0 0,-1 0-1 0 0,1 0 1 0 0,0 0 0 0 0,0 0 0 0 0,0 0 0 0 0,0 0 0 0 0,0-1-1 0 0,0 1 1 0 0,0 0 0 0 0,0-1 0 0 0,0 1 0 0 0,2 0-1 0 0,31 2 3034 0 0,0 1 1495 0 0,-32-4-4335 0 0,-1 1 1 0 0,0-1-1 0 0,0 1 0 0 0,1 0 1 0 0,-1-1-1 0 0,0 1 0 0 0,0 0 1 0 0,0 0-1 0 0,0 0 0 0 0,0 0 1 0 0,0 0-1 0 0,0 0 1 0 0,0 0-1 0 0,0 0 0 0 0,-1 1 1 0 0,1-1-1 0 0,0 0 0 0 0,-1 0 1 0 0,1 1-1 0 0,-1-1 0 0 0,1 0 1 0 0,0 3-1 0 0,13 89 1026 0 0,-7-43-2026 0 0,3 1-4542 0 0,-10-51 5156 0 0,1 1 1 0 0,-1-1-1 0 0,0 1 0 0 0,0-1 0 0 0,0 1 1 0 0,0-1-1 0 0,0 1 0 0 0,0-1 0 0 0,0 1 1 0 0,0-1-1 0 0,0 1 0 0 0,0 0 0 0 0,0-1 1 0 0,0 1-1 0 0,-1-1 0 0 0,1 1 0 0 0,0-1 1 0 0,0 1-1 0 0,-1-1 0 0 0,1 1 0 0 0,0-1 1 0 0,0 1-1 0 0,-1-1 0 0 0,1 0 0 0 0,-1 1 1 0 0,1-1-1 0 0,0 1 0 0 0,-1-1 0 0 0,1 0 1 0 0,-1 1-1 0 0,1-1 0 0 0,-1 0 0 0 0,1 0 1 0 0,-1 1-1 0 0,1-1 0 0 0,-1 0 0 0 0,1 0 1 0 0,-1 0-1 0 0,1 0 0 0 0,-1 0 0 0 0,1 1 1 0 0,-1-1-1 0 0,1 0 0 0 0,-1 0 0 0 0,1 0 1 0 0,-1 0-1 0 0,0-1 0 0 0,1 1 0 0 0,-1 0 1 0 0,0 0-1 0 0,-10 0-2763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5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93 5185 0 0,'-16'-4'7794'0'0,"26"2"-2273"0"0,18-3-3941 0 0,21-10-988 0 0,119-29 847 0 0,-140 38-2708 0 0,1 1 0 0 0,1 1 0 0 0,52 1 1 0 0,-55 8-3155 0 0,-13 1-4897 0 0</inkml:trace>
  <inkml:trace contextRef="#ctx0" brushRef="#br0" timeOffset="1">287 69 3337 0 0,'-4'3'752'0'0,"-1"1"0"0"0,0 0-1 0 0,1 0 1 0 0,0 0 0 0 0,0 1 0 0 0,0-1 0 0 0,0 1 0 0 0,1 0 0 0 0,0 0 0 0 0,0 1 0 0 0,0-1 0 0 0,1 0-1 0 0,0 1 1 0 0,0 0 0 0 0,0-1 0 0 0,1 1 0 0 0,-2 11 0 0 0,3-14-637 0 0,-1 0 1 0 0,1 0-1 0 0,1 0 1 0 0,-1 1-1 0 0,0-1 0 0 0,1 0 1 0 0,-1 0-1 0 0,1 0 1 0 0,0 0-1 0 0,0 0 0 0 0,0 0 1 0 0,1 0-1 0 0,-1 0 0 0 0,1 0 1 0 0,-1-1-1 0 0,1 1 1 0 0,0 0-1 0 0,0-1 0 0 0,0 0 1 0 0,0 1-1 0 0,1-1 1 0 0,-1 0-1 0 0,1 0 0 0 0,-1 0 1 0 0,1 0-1 0 0,0-1 1 0 0,0 1-1 0 0,-1-1 0 0 0,1 0 1 0 0,0 0-1 0 0,0 0 1 0 0,1 0-1 0 0,-1 0 0 0 0,4 0 1 0 0,6 1-241 0 0,0-1 1 0 0,0-1-1 0 0,-1 0 1 0 0,1-1-1 0 0,0 0 1 0 0,-1-1-1 0 0,1 0 0 0 0,-1-1 1 0 0,1 0-1 0 0,-1-1 1 0 0,0-1-1 0 0,19-10 1 0 0,-19 9-630 0 0,-1-1 0 0 0,1 0 0 0 0,-1-1 0 0 0,-1 0 0 0 0,12-12 0 0 0,-16 14-151 0 0,0-1 0 0 0,0 1 0 0 0,-1-1 0 0 0,0 0 0 0 0,-1-1 0 0 0,0 1-1 0 0,0-1 1 0 0,5-12 0 0 0,-8 15 429 0 0,0-1 0 0 0,0 0 0 0 0,0 0 0 0 0,0 0 0 0 0,-1-12-1 0 0,0 9-33 0 0,2-19-1872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6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56 3889 0 0,'0'0'237'0'0,"-1"0"0"0"0,1 0 0 0 0,-1 0 0 0 0,1 0 0 0 0,-1-1 1 0 0,1 1-1 0 0,0 0 0 0 0,-1 0 0 0 0,1 0 0 0 0,-1-1 0 0 0,1 1 0 0 0,0 0 0 0 0,-1-1 1 0 0,1 1-1 0 0,-1 0 0 0 0,1-1 0 0 0,0 1 0 0 0,0 0 0 0 0,-1-1 0 0 0,1 1 0 0 0,0-1 1 0 0,0 1-1 0 0,-1-1 0 0 0,1 1 0 0 0,0 0 0 0 0,0-1 0 0 0,0 1 0 0 0,0-1 1 0 0,0 1-1 0 0,0-1 0 0 0,0 1 0 0 0,0-1 0 0 0,0 1 0 0 0,0-2 0 0 0,17-4 4602 0 0,-4 3-5273 0 0,0-2 689 0 0,1 1 0 0 0,1 1-1 0 0,-1 0 1 0 0,0 1 0 0 0,1 0 0 0 0,-1 1 0 0 0,1 1 0 0 0,0 1 0 0 0,17 2-1 0 0,-31-3-199 0 0,0 1-1 0 0,1 0 0 0 0,-1 0 0 0 0,0-1 0 0 0,1 1 0 0 0,-1 0 0 0 0,0 0 0 0 0,0 0 0 0 0,0 0 0 0 0,0 1 1 0 0,0-1-1 0 0,0 0 0 0 0,0 0 0 0 0,0 1 0 0 0,0-1 0 0 0,-1 0 0 0 0,1 1 0 0 0,0-1 0 0 0,-1 1 1 0 0,0-1-1 0 0,1 1 0 0 0,-1-1 0 0 0,0 1 0 0 0,1-1 0 0 0,-1 1 0 0 0,0-1 0 0 0,0 1 0 0 0,0-1 0 0 0,0 1 1 0 0,-1-1-1 0 0,1 1 0 0 0,0-1 0 0 0,-1 1 0 0 0,1-1 0 0 0,-1 1 0 0 0,0 1 0 0 0,-24 60 1112 0 0,22-57-1013 0 0,-23 44 571 0 0,13-29-507 0 0,2 1 0 0 0,-10 26-1 0 0,19-43-210 0 0,0 1 0 0 0,0 0-1 0 0,1 0 1 0 0,0 0 0 0 0,0 0-1 0 0,0 0 1 0 0,1 0 0 0 0,0 0-1 0 0,0 0 1 0 0,0 0 0 0 0,1 0-1 0 0,0 0 1 0 0,3 10 0 0 0,-3-14-12 0 0,-1 0 0 0 0,1 0 0 0 0,0 1 0 0 0,1-1 0 0 0,-1 0 0 0 0,0 0 0 0 0,1 0 1 0 0,-1 0-1 0 0,1 0 0 0 0,0-1 0 0 0,-1 1 0 0 0,1 0 0 0 0,0-1 0 0 0,0 1 0 0 0,0-1 0 0 0,0 0 0 0 0,0 0 1 0 0,0 1-1 0 0,1-1 0 0 0,2 0 0 0 0,-1 1-40 0 0,1-2 1 0 0,0 1-1 0 0,0 0 1 0 0,0-1-1 0 0,0 0 1 0 0,0 0-1 0 0,0 0 1 0 0,-1-1-1 0 0,10-1 1 0 0,-4-1-361 0 0,1 0 0 0 0,-1-1 1 0 0,0 0-1 0 0,0 0 0 0 0,0-1 1 0 0,0-1-1 0 0,-1 1 0 0 0,13-11 1 0 0,-14 7-600 0 0,1-1 0 0 0,-2 0 1 0 0,1 0-1 0 0,-2-1 1 0 0,1 0-1 0 0,-1 0 1 0 0,-1-1-1 0 0,0 1 1 0 0,-1-1-1 0 0,0 0 1 0 0,3-20-1 0 0,0-2 4 0 0,-2 1 0 0 0,-1-2-1 0 0,-1-35 1 0 0,-10 36 8018 0 0,7 34-6946 0 0,-3 21 2363 0 0,2 16-1168 0 0,2 1 1 0 0,1-1-1 0 0,2 0 1 0 0,14 57-1 0 0,4-15-3563 0 0,6-3-4260 0 0,-45-94-1071 0 0,-19-33 10424 0 0,34 48-2414 0 0,1 0 0 0 0,-1 0 0 0 0,1-1 0 0 0,0 1 0 0 0,0 0 0 0 0,0-1-1 0 0,0 1 1 0 0,0 0 0 0 0,1-1 0 0 0,0 1 0 0 0,-1-1 0 0 0,1 1 0 0 0,0-1-1 0 0,1 1 1 0 0,1-8 0 0 0,-1 9-309 0 0,0-1 0 0 0,0 1 0 0 0,0 0 0 0 0,1-1 0 0 0,-1 1 0 0 0,1 0 0 0 0,0 0 0 0 0,-1 0 0 0 0,1 0 0 0 0,0 0 0 0 0,0 0 0 0 0,0 0 0 0 0,1 1 0 0 0,-1-1 0 0 0,4-1 0 0 0,77-33-36 0 0,-69 32-292 0 0,-1 0 1 0 0,0-1-1 0 0,0-1 0 0 0,0 0 0 0 0,-1-1 0 0 0,0 0 1 0 0,0-1-1 0 0,0-1 0 0 0,-1 1 0 0 0,11-13 0 0 0,-22 21 274 0 0,1 0 0 0 0,-1-1 0 0 0,1 1 0 0 0,0-1 0 0 0,-1 1 0 0 0,1-1 0 0 0,-1 1 0 0 0,1-1 0 0 0,-1 1 0 0 0,0-1 0 0 0,1 0 0 0 0,-1 1 0 0 0,0-1 0 0 0,1 1 0 0 0,-1-1 0 0 0,0 0 0 0 0,1 1 0 0 0,-1-1 0 0 0,0 0 0 0 0,0 0 0 0 0,0 1 0 0 0,0-1-1 0 0,0 0 1 0 0,0 1 0 0 0,0-1 0 0 0,0 0 0 0 0,0 0 0 0 0,0 1 0 0 0,0-1 0 0 0,-1 0 0 0 0,1 1 0 0 0,0-1 0 0 0,0 0 0 0 0,-1 1 0 0 0,1-1 0 0 0,0 0 0 0 0,-1 1 0 0 0,1-1 0 0 0,0 1 0 0 0,-1-1 0 0 0,1 1 0 0 0,-1-1 0 0 0,1 1 0 0 0,-1-1 0 0 0,0 1 0 0 0,1-1 0 0 0,-1 1 0 0 0,1 0 0 0 0,-1-1 0 0 0,0 1 0 0 0,0-1 0 0 0,-1 1 68 0 0,0-1 0 0 0,0 1 0 0 0,0 0 1 0 0,0 0-1 0 0,0 0 0 0 0,0 0 0 0 0,0 0 0 0 0,0 0 1 0 0,0 0-1 0 0,0 1 0 0 0,0-1 0 0 0,0 1 1 0 0,0-1-1 0 0,0 1 0 0 0,0 0 0 0 0,0 0 1 0 0,-3 1-1 0 0,1 2 118 0 0,0 0 1 0 0,0 0-1 0 0,0 0 0 0 0,1 1 1 0 0,0-1-1 0 0,-1 1 1 0 0,2-1-1 0 0,-1 1 1 0 0,0 0-1 0 0,1 0 0 0 0,0 1 1 0 0,0-1-1 0 0,1 0 1 0 0,-1 1-1 0 0,1-1 0 0 0,1 1 1 0 0,-1-1-1 0 0,1 1 1 0 0,-1-1-1 0 0,2 1 1 0 0,-1-1-1 0 0,0 1 0 0 0,1-1 1 0 0,2 7-1 0 0,-2-8-106 0 0,0 0 0 0 0,0 0 0 0 0,0 0-1 0 0,0 0 1 0 0,1-1 0 0 0,0 1 0 0 0,-1 0-1 0 0,1-1 1 0 0,1 1 0 0 0,-1-1 0 0 0,0 0 0 0 0,1 0-1 0 0,0 0 1 0 0,0 0 0 0 0,0 0 0 0 0,0-1-1 0 0,0 1 1 0 0,0-1 0 0 0,1 0 0 0 0,-1 0-1 0 0,1 0 1 0 0,-1 0 0 0 0,1-1 0 0 0,0 1 0 0 0,0-1-1 0 0,0 0 1 0 0,-1 0 0 0 0,1 0 0 0 0,0-1-1 0 0,0 0 1 0 0,1 1 0 0 0,-1-1 0 0 0,7-1 0 0 0,-3-1-5 0 0,0 0 0 0 0,1 0 1 0 0,-1 0-1 0 0,0-1 0 0 0,0 0 1 0 0,-1-1-1 0 0,1 0 0 0 0,-1 0 1 0 0,0-1-1 0 0,0 0 1 0 0,0 0-1 0 0,7-7 0 0 0,-12 10-70 0 0,0 0 0 0 0,0 0 0 0 0,0 0 0 0 0,0 0 0 0 0,-1-1 0 0 0,1 1 0 0 0,-1-1-1 0 0,1 1 1 0 0,-1-1 0 0 0,0 1 0 0 0,0-1 0 0 0,0 0 0 0 0,0 0 0 0 0,-1 0 0 0 0,1 1 0 0 0,-1-1 0 0 0,1 0 0 0 0,-1 0 0 0 0,0 0-1 0 0,0 0 1 0 0,0 0 0 0 0,-1 0 0 0 0,1 1 0 0 0,-1-1 0 0 0,0 0 0 0 0,1 0 0 0 0,-1 0 0 0 0,-1 1 0 0 0,1-1 0 0 0,0 0-1 0 0,0 1 1 0 0,-1-1 0 0 0,0 1 0 0 0,1 0 0 0 0,-1-1 0 0 0,0 1 0 0 0,0 0 0 0 0,-4-3 0 0 0,2 1-36 0 0,-1 0 0 0 0,0 1-1 0 0,0-1 1 0 0,0 1 0 0 0,0 0 0 0 0,0 0 0 0 0,-1 0 0 0 0,1 1 0 0 0,-1 0 0 0 0,0 0 0 0 0,0 0 0 0 0,1 1 0 0 0,-10-1 0 0 0,-4 1-2084 0 0,-1 0 1 0 0,-33 4 0 0 0,40-2 84 0 0,13-1 1778 0 0,-1 0 1 0 0,1 0-1 0 0,-1 0 0 0 0,0 0 1 0 0,1 0-1 0 0,-1 0 1 0 0,1 0-1 0 0,-1 0 0 0 0,1 0 1 0 0,-1 0-1 0 0,0 0 1 0 0,1 0-1 0 0,-1 0 0 0 0,1 0 1 0 0,-1 0-1 0 0,1-1 1 0 0,-1 1-1 0 0,1 0 0 0 0,-1 0 1 0 0,1-1-1 0 0,-1 1 0 0 0,1 0 1 0 0,-1-1-1 0 0,1 1 1 0 0,-1-1-1 0 0,1 1 0 0 0,0 0 1 0 0,-1-1-1 0 0,1 1 1 0 0,0-1-1 0 0,-1 0 0 0 0,8-17-4240 0 0,3 7 2172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6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244 8 2016 0 0,'0'-1'229'0'0,"1"1"0"0"0,-1-1-1 0 0,0 1 1 0 0,1-1 0 0 0,-1 1-1 0 0,1-1 1 0 0,-1 1 0 0 0,1 0-1 0 0,-1-1 1 0 0,1 1 0 0 0,-1 0-1 0 0,1-1 1 0 0,-1 1 0 0 0,1 0-1 0 0,-1 0 1 0 0,1 0-1 0 0,-1-1 1 0 0,1 1 0 0 0,0 0-1 0 0,-1 0 1 0 0,1 0 0 0 0,-1 0-1 0 0,1 0 1 0 0,0 0 0 0 0,-1 0-1 0 0,1 0 1 0 0,-1 0 0 0 0,1 0-1 0 0,-1 0 1 0 0,1 1 0 0 0,0-1-1 0 0,9 18 3751 0 0,-5 29-859 0 0,-5-46-2978 0 0,4 58 1634 0 0,17 90 1 0 0,26 55-3044 0 0,-42-186 951 0 0,0 22-2501 0 0,-7-15-2012 0 0,1-9 180 0 0,4 0 352 0 0</inkml:trace>
  <inkml:trace contextRef="#ctx0" brushRef="#br0" timeOffset="1">5 524 6665 0 0,'-1'1'318'0'0,"0"0"-1"0"0,1 0 1 0 0,-1 1-1 0 0,1-1 1 0 0,0 0-1 0 0,-1 1 1 0 0,1-1-1 0 0,0 0 1 0 0,-1 1-1 0 0,1-1 1 0 0,0 1-1 0 0,0-1 1 0 0,0 0-1 0 0,1 1 1 0 0,-1-1-1 0 0,0 0 1 0 0,0 1-1 0 0,1-1 1 0 0,-1 1-1 0 0,1-1 1 0 0,-1 0-1 0 0,1 0 1 0 0,0 2-1 0 0,1-1-22 0 0,0 1 0 0 0,0-1 0 0 0,1 0-1 0 0,-1 0 1 0 0,0 0 0 0 0,1 0 0 0 0,-1 0 0 0 0,1 0 0 0 0,-1-1 0 0 0,5 2 0 0 0,2 1 84 0 0,1 0 0 0 0,0-1 0 0 0,0 0 1 0 0,0-1-1 0 0,15 2 0 0 0,25-2 88 0 0,-1-2 0 0 0,73-9-1 0 0,23-14-6400 0 0,-88 6-1809 0 0,-34 5 2464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7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 5761 0 0,'-1'0'337'0'0,"0"0"0"0"0,0 1 0 0 0,0-1 0 0 0,0 1 0 0 0,0 0 0 0 0,0-1 0 0 0,0 1 0 0 0,0 0 0 0 0,1-1 0 0 0,-1 1 0 0 0,0 0 0 0 0,1 0 0 0 0,-1 0 0 0 0,0-1 0 0 0,1 1 0 0 0,-1 0 0 0 0,1 0 0 0 0,-1 0 0 0 0,1 0 0 0 0,0 0 0 0 0,-1 1 0 0 0,-9 28 793 0 0,8-23-276 0 0,-12 34 576 0 0,-2 3-1056 0 0,1 1 0 0 0,3 0 0 0 0,2 0 1 0 0,-6 56-1 0 0,19-70-2599 0 0,-1-18-1568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7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8082 0 0,'29'28'7269'0'0,"-2"-3"-3914"0"0,-18-17-3200 0 0,1-1 0 0 0,0 0 0 0 0,1-1 0 0 0,0 0 0 0 0,0 0 0 0 0,0-1 0 0 0,13 4 0 0 0,6 2-267 0 0,59 17-2432 0 0,-82-27 1185 0 0,0 1-1 0 0,0-1 1 0 0,0-1 0 0 0,0 1-1 0 0,13-2 1 0 0,-2-8-3622 0 0,-5 1 1932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8.2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5 4097 0 0,'-11'67'7913'0'0,"14"-5"-4348"0"0,11 0-3953 0 0,6 2-3557 0 0,-33-76-4131 0 0,-6-17 8599 0 0,11 13-937 0 0,1-4 6256 0 0,7 19-5661 0 0,1 0 1 0 0,-1 0-1 0 0,1 1 0 0 0,0-1 0 0 0,-1 0 1 0 0,1 1-1 0 0,0-1 0 0 0,0 1 0 0 0,-1-1 1 0 0,1 1-1 0 0,0-1 0 0 0,0 1 0 0 0,0 0 1 0 0,-1-1-1 0 0,1 1 0 0 0,0 0 0 0 0,0 0 1 0 0,0-1-1 0 0,0 1 0 0 0,0 0 0 0 0,0 0 1 0 0,0 0-1 0 0,0 0 0 0 0,0 0 0 0 0,1 1 1 0 0,10-2 102 0 0,17-1 299 0 0,58-12 0 0 0,-81 13-893 0 0,0-1 1 0 0,0 1-1 0 0,0-1 0 0 0,0 0 1 0 0,0-1-1 0 0,-1 0 1 0 0,1 0-1 0 0,-1 0 0 0 0,1 0 1 0 0,-1-1-1 0 0,0 0 1 0 0,0 0-1 0 0,-1 0 0 0 0,1-1 1 0 0,5-7-1 0 0,-8 7 210 0 0,-1 1 1 0 0,0 0-1 0 0,0-1 0 0 0,0 1 0 0 0,-1 0 0 0 0,1-1 0 0 0,-1 1 1 0 0,0-1-1 0 0,0 1 0 0 0,-1-1 0 0 0,1 1 0 0 0,-1-1 0 0 0,0 1 1 0 0,0 0-1 0 0,-1 0 0 0 0,1-1 0 0 0,-1 1 0 0 0,0 0 0 0 0,0 0 1 0 0,-5-6-1 0 0,7 9 129 0 0,0 1 1 0 0,0 0 0 0 0,0 0 0 0 0,0-1-1 0 0,0 1 1 0 0,-1 0 0 0 0,1 0 0 0 0,0 0-1 0 0,0 0 1 0 0,0-1 0 0 0,-1 1 0 0 0,1 0-1 0 0,0 0 1 0 0,0 0 0 0 0,0 0 0 0 0,-1 0-1 0 0,1 0 1 0 0,0 0 0 0 0,0 0-1 0 0,0 0 1 0 0,-1-1 0 0 0,1 1 0 0 0,0 0-1 0 0,0 0 1 0 0,-1 0 0 0 0,1 0 0 0 0,0 0-1 0 0,0 0 1 0 0,-1 0 0 0 0,1 1 0 0 0,0-1-1 0 0,0 0 1 0 0,-1 0 0 0 0,1 0-1 0 0,0 0 1 0 0,0 0 0 0 0,0 0 0 0 0,-1 0-1 0 0,1 0 1 0 0,0 1 0 0 0,0-1 0 0 0,0 0-1 0 0,-1 0 1 0 0,-6 14 1278 0 0,1 16 825 0 0,5-4-1297 0 0,1-1 0 0 0,2 1 0 0 0,0 0 0 0 0,2-1-1 0 0,12 44 1 0 0,3 24-7746 0 0,-19-92 6723 0 0,1-1 1 0 0,-1 1 0 0 0,0-1 0 0 0,0 1-1 0 0,0-1 1 0 0,0 1 0 0 0,1-1 0 0 0,-1 1-1 0 0,0-1 1 0 0,0 1 0 0 0,0-1-1 0 0,0 1 1 0 0,0-1 0 0 0,0 1 0 0 0,0-1-1 0 0,-1 1 1 0 0,1-1 0 0 0,0 1 0 0 0,0-1-1 0 0,0 1 1 0 0,0-1 0 0 0,-1 1-1 0 0,1-1 1 0 0,0 1 0 0 0,0-1 0 0 0,-1 0-1 0 0,1 1 1 0 0,0-1 0 0 0,-1 1 0 0 0,1-1-1 0 0,-1 0 1 0 0,1 1 0 0 0,0-1-1 0 0,-1 0 1 0 0,1 1 0 0 0,-1-1 0 0 0,1 0-1 0 0,-1 0 1 0 0,0 1 0 0 0,-2 3-2583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8.5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9 3409 0 0,'-3'1'364'0'0,"0"1"1"0"0,0-1 0 0 0,0 1-1 0 0,0 0 1 0 0,1 0 0 0 0,-1 0-1 0 0,0 0 1 0 0,1 0 0 0 0,-1 1-1 0 0,1-1 1 0 0,0 1 0 0 0,0 0-1 0 0,0 0 1 0 0,0 0 0 0 0,1 0-1 0 0,-1 0 1 0 0,1 0 0 0 0,-1 0-1 0 0,1 0 1 0 0,0 0 0 0 0,0 1-1 0 0,1-1 1 0 0,-1 1 0 0 0,1-1-1 0 0,-1 4 1 0 0,2-4-215 0 0,-1 0 0 0 0,1 0 1 0 0,0 0-1 0 0,0 0 0 0 0,0 0 0 0 0,0 0 0 0 0,1-1 0 0 0,-1 1 1 0 0,1 0-1 0 0,-1-1 0 0 0,1 1 0 0 0,0-1 0 0 0,0 1 0 0 0,0-1 1 0 0,0 0-1 0 0,1 0 0 0 0,-1 0 0 0 0,1 0 0 0 0,-1-1 1 0 0,1 1-1 0 0,-1-1 0 0 0,1 1 0 0 0,0-1 0 0 0,0 0 0 0 0,0 0 1 0 0,0 0-1 0 0,0 0 0 0 0,3 0 0 0 0,4 1 6 0 0,0-1-1 0 0,-1 1 1 0 0,1-2 0 0 0,0 1-1 0 0,0-2 1 0 0,0 1 0 0 0,0-1-1 0 0,0-1 1 0 0,0 1-1 0 0,-1-2 1 0 0,1 1 0 0 0,-1-2-1 0 0,0 1 1 0 0,1-1 0 0 0,-1 0-1 0 0,11-8 1 0 0,-19 11-122 0 0,0 1 0 0 0,0-1 0 0 0,0 0 0 0 0,0 0-1 0 0,0 0 1 0 0,0 0 0 0 0,-1 0 0 0 0,1 0 0 0 0,0 0 0 0 0,0 0 0 0 0,-1 0 0 0 0,1 0 0 0 0,0 0 0 0 0,-1 0-1 0 0,0-1 1 0 0,1 1 0 0 0,-1 0 0 0 0,0 0 0 0 0,1-1 0 0 0,-1 1 0 0 0,0 0 0 0 0,0 0 0 0 0,0-1 0 0 0,0 1 0 0 0,0 0-1 0 0,0 0 1 0 0,0-1 0 0 0,-1-1 0 0 0,-1 0 6 0 0,1 0-1 0 0,-1 0 1 0 0,0 1 0 0 0,0-1-1 0 0,0 1 1 0 0,0-1 0 0 0,0 1-1 0 0,-1 0 1 0 0,1 0 0 0 0,-1 0-1 0 0,-3-3 1 0 0,-4-1-187 0 0,0 1 0 0 0,0 0 0 0 0,-1 0 0 0 0,1 1 0 0 0,-20-6 0 0 0,5 8-1047 0 0,-8 0-2725 0 0,16-3-3961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8.9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52 5057 0 0,'0'-1'351'0'0,"0"-1"-1"0"0,0 1 1 0 0,0 0-1 0 0,1-1 1 0 0,-1 1-1 0 0,1-1 1 0 0,-1 1-1 0 0,1 0 1 0 0,-1-1-1 0 0,1 1 1 0 0,0 0-1 0 0,0 0 1 0 0,-1 0-1 0 0,1-1 1 0 0,0 1-1 0 0,0 0 1 0 0,0 0-1 0 0,0 0 1 0 0,0 0-1 0 0,2 0 1 0 0,32-15 2906 0 0,-22 13-2648 0 0,0 1 0 0 0,0 0 0 0 0,21 0 0 0 0,-31 2-490 0 0,1 0 0 0 0,-1 0 0 0 0,0 0 0 0 0,0 0 0 0 0,1 1 0 0 0,-1 0 1 0 0,0 0-1 0 0,0 0 0 0 0,0 0 0 0 0,1 0 0 0 0,-1 0 0 0 0,3 3 0 0 0,-4-3-40 0 0,-1 0-1 0 0,0 1 0 0 0,0-1 0 0 0,1 0 0 0 0,-1 0 1 0 0,0 1-1 0 0,0-1 0 0 0,0 1 0 0 0,0-1 0 0 0,0 1 0 0 0,-1 0 1 0 0,1-1-1 0 0,0 1 0 0 0,-1 0 0 0 0,1-1 0 0 0,-1 1 1 0 0,1 2-1 0 0,-1 2 17 0 0,0-1 0 0 0,-1 1-1 0 0,0-1 1 0 0,1 1 0 0 0,-2-1 0 0 0,1 1 0 0 0,-1-1 0 0 0,0 0 0 0 0,0 0 0 0 0,0 1 0 0 0,-1-1 0 0 0,-5 8 0 0 0,1-1-203 0 0,-24 34-24 0 0,7-18-4272 0 0,33-40-472 0 0,-1-2 3578 0 0,13-18 6167 0 0,-20 31-4679 0 0,1 0 0 0 0,-1 1 0 0 0,1-1 0 0 0,-1 0-1 0 0,1 0 1 0 0,0 1 0 0 0,-1-1 0 0 0,1 0 0 0 0,0 1 0 0 0,0 0 0 0 0,-1-1 0 0 0,1 1-1 0 0,0 0 1 0 0,0 0 0 0 0,-1 0 0 0 0,1 0 0 0 0,0 0 0 0 0,0 1 0 0 0,-1-1-1 0 0,1 0 1 0 0,0 1 0 0 0,1 0 0 0 0,116 43 204 0 0,-71-22-7009 0 0,-68-23-6907 0 0</inkml:trace>
  <inkml:trace contextRef="#ctx0" brushRef="#br0" timeOffset="1">20 282 5857 0 0,'-19'14'6002'0'0,"19"-14"-5873"0"0,0 1 0 0 0,0-1-1 0 0,0 0 1 0 0,0 1-1 0 0,0-1 1 0 0,1 0-1 0 0,-1 1 1 0 0,0-1 0 0 0,0 0-1 0 0,0 0 1 0 0,0 1-1 0 0,1-1 1 0 0,-1 0 0 0 0,0 1-1 0 0,0-1 1 0 0,1 0-1 0 0,-1 0 1 0 0,0 0-1 0 0,0 1 1 0 0,1-1 0 0 0,-1 0-1 0 0,0 0 1 0 0,1 0-1 0 0,-1 0 1 0 0,0 0 0 0 0,1 1-1 0 0,-1-1 1 0 0,0 0-1 0 0,0 0 1 0 0,1 0-1 0 0,-1 0 1 0 0,0 0 0 0 0,1 0-1 0 0,-1 0 1 0 0,1 0-1 0 0,45-2 3043 0 0,22-15-1795 0 0,-53 11-1230 0 0,1 1 1 0 0,-1 1 0 0 0,1 0 0 0 0,1 2 0 0 0,-1 0 0 0 0,0 0 0 0 0,1 2 0 0 0,-1 0 0 0 0,28 3-1 0 0,-40-1-106 0 0,-1-1-1 0 0,1 1 0 0 0,-1-1 0 0 0,0 1 0 0 0,0 0 0 0 0,0 0 1 0 0,0 0-1 0 0,0 1 0 0 0,0-1 0 0 0,-1 1 0 0 0,1 0 0 0 0,-1-1 0 0 0,0 1 1 0 0,1 0-1 0 0,-1 0 0 0 0,-1 1 0 0 0,1-1 0 0 0,0 0 0 0 0,-1 1 0 0 0,0-1 1 0 0,1 1-1 0 0,-2-1 0 0 0,1 1 0 0 0,0-1 0 0 0,0 7 0 0 0,1 45-1306 0 0,-9-6-6054 0 0,-2-62-3573 0 0,7 8 9853 0 0,-3-3-1205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9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1 3785 0 0,'-9'3'768'0'0,"1"1"-1"0"0,0-1 1 0 0,0 2 0 0 0,0-1 0 0 0,0 1-1 0 0,1 0 1 0 0,-1 1 0 0 0,2 0 0 0 0,-13 12-1 0 0,16-15-472 0 0,-1 1-1 0 0,1-1 0 0 0,0 1 0 0 0,0 0 1 0 0,0 0-1 0 0,0 0 0 0 0,1 0 0 0 0,0 0 1 0 0,0 1-1 0 0,0-1 0 0 0,0 1 1 0 0,0-1-1 0 0,1 1 0 0 0,0 0 0 0 0,0 0 1 0 0,0-1-1 0 0,1 1 0 0 0,0 0 0 0 0,0 7 1 0 0,1-10-230 0 0,0 0 1 0 0,1 0-1 0 0,-1 0 1 0 0,0 0-1 0 0,1 0 0 0 0,0 0 1 0 0,-1 0-1 0 0,1-1 1 0 0,0 1-1 0 0,0-1 1 0 0,0 0-1 0 0,0 1 1 0 0,0-1-1 0 0,0 0 1 0 0,0 0-1 0 0,0 0 1 0 0,1 0-1 0 0,-1-1 1 0 0,0 1-1 0 0,1 0 0 0 0,-1-1 1 0 0,0 0-1 0 0,1 0 1 0 0,-1 1-1 0 0,1-2 1 0 0,3 1-1 0 0,67-5 446 0 0,-70 5-478 0 0,75-18 595 0 0,-74 17-586 0 0,1-1 0 0 0,-1 1 0 0 0,0-1 0 0 0,0 0 0 0 0,0 0 0 0 0,0 0 0 0 0,-1-1 1 0 0,1 1-1 0 0,-1-1 0 0 0,1 0 0 0 0,-1 0 0 0 0,0 0 0 0 0,0 0 0 0 0,0-1 0 0 0,4-5 0 0 0,-7 8-30 0 0,0 0-1 0 0,0-1 0 0 0,0 1 0 0 0,1 0 0 0 0,-1 0 1 0 0,0 0-1 0 0,-1-1 0 0 0,1 1 0 0 0,0 0 0 0 0,0 0 1 0 0,0 0-1 0 0,-1-1 0 0 0,1 1 0 0 0,-1 0 0 0 0,1 0 1 0 0,-1 0-1 0 0,1 0 0 0 0,-1 0 0 0 0,0 0 0 0 0,1 0 0 0 0,-1 0 1 0 0,0 0-1 0 0,0 0 0 0 0,0 0 0 0 0,0 0 0 0 0,0 1 1 0 0,1-1-1 0 0,-2 0 0 0 0,1 1 0 0 0,0-1 0 0 0,0 0 1 0 0,0 1-1 0 0,0 0 0 0 0,0-1 0 0 0,-2 0 0 0 0,-48-16-379 0 0,43 15 117 0 0,-45-5-2438 0 0,18 11-4350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39.7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5649 0 0,'11'1'7944'0'0,"24"-3"-5761"0"0,-8 1-1275 0 0,-15 1-571 0 0,-1 1 1 0 0,1-1-1 0 0,-1 2 1 0 0,0-1-1 0 0,1 2 1 0 0,-1-1-1 0 0,18 8 1 0 0,-26-8-230 0 0,1-1 0 0 0,-1 1 1 0 0,0 0-1 0 0,-1 0 0 0 0,1 0 1 0 0,0 0-1 0 0,-1 0 0 0 0,1 1 1 0 0,-1-1-1 0 0,0 1 0 0 0,1-1 1 0 0,-1 1-1 0 0,0 0 0 0 0,-1 0 1 0 0,1 0-1 0 0,-1 0 1 0 0,1 0-1 0 0,-1 0 0 0 0,0 1 1 0 0,0-1-1 0 0,0 0 0 0 0,0 1 1 0 0,-1-1-1 0 0,0 1 0 0 0,1-1 1 0 0,-1 0-1 0 0,0 1 0 0 0,-1-1 1 0 0,0 6-1 0 0,-3 10 112 0 0,0-1 0 0 0,-1 1-1 0 0,-1-1 1 0 0,-13 25 0 0 0,12-28-993 0 0,0 1 0 0 0,2 0-1 0 0,-1 1 1 0 0,2-1 0 0 0,-5 31-1 0 0,10-32-1075 0 0,5-7-5310 0 0,0-17 800 0 0,-3-6 5934 0 0,-2-2-401 0 0,5 1-913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0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0 165 4361 0 0,'8'-1'12565'0'0,"22"-3"-8623"0"0,4-1-3597 0 0,9-5 58 0 0,-27 5-715 0 0,0 1 1 0 0,1 1-1 0 0,-1 1 0 0 0,1 0 0 0 0,0 1 0 0 0,24 1 0 0 0,-41 0 132 0 0,1 0-1 0 0,-1 0 0 0 0,0 0 1 0 0,1 0-1 0 0,-1 0 0 0 0,0 0 0 0 0,1 0 1 0 0,-1 0-1 0 0,0 0 0 0 0,1 0 0 0 0,-1 0 1 0 0,0 0-1 0 0,1 0 0 0 0,-1 0 1 0 0,0 0-1 0 0,1 0 0 0 0,-1 1 0 0 0,0-1 1 0 0,1 0-1 0 0,-1 0 0 0 0,0 0 0 0 0,0 1 1 0 0,1-1-1 0 0,-1 0 0 0 0,0 0 0 0 0,0 1 1 0 0,0-1-1 0 0,1 0 0 0 0,-1 0 1 0 0,0 1-1 0 0,0-1 0 0 0,0 0 0 0 0,0 1 1 0 0,1-1-1 0 0,-1 0 0 0 0,0 1 0 0 0,0-1 1 0 0,0 0-1 0 0,0 1 0 0 0,0-1 1 0 0,0 0-1 0 0,0 1 0 0 0,0-1 0 0 0,0 1 1 0 0,-14 13-4465 0 0,-34 14 1506 0 0,43-25 2920 0 0,-68 32-393 0 0,23-13 1847 0 0,3 3 3970 0 0,44-20-1133 0 0,16-5-2259 0 0,16-6-370 0 0,47-27-130 0 0,-8 3-2421 0 0,-22 18-3855 0 0,-29 14-614 0 0,-18-11 966 0 0,0 7 4731 0 0,-1-5-1428 0 0</inkml:trace>
  <inkml:trace contextRef="#ctx0" brushRef="#br0" timeOffset="1">277 9 2369 0 0,'-7'-8'11853'0'0,"3"37"-7713"0"0,4 46-2818 0 0,0-65-1359 0 0,22 166 510 0 0,-17-155-1968 0 0,0 0 0 0 0,1 0 0 0 0,13 27 0 0 0,-19-47 1168 0 0,0 0 0 0 0,1 0 0 0 0,-1 0 0 0 0,1 0 0 0 0,-1 0-1 0 0,1 0 1 0 0,-1 0 0 0 0,1 0 0 0 0,0 0 0 0 0,0 0 0 0 0,-1 0-1 0 0,1 0 1 0 0,0-1 0 0 0,0 1 0 0 0,0 0 0 0 0,0 0 0 0 0,1 0-1 0 0,-1-1 132 0 0,0 0-1 0 0,0-1 0 0 0,-1 1 1 0 0,1 0-1 0 0,0-1 0 0 0,0 1 1 0 0,-1 0-1 0 0,1-1 0 0 0,-1 1 1 0 0,1-1-1 0 0,0 1 0 0 0,-1-1 1 0 0,1 0-1 0 0,-1 1 0 0 0,1-1 1 0 0,-1 1-1 0 0,1-1 0 0 0,-1 0 1 0 0,0 1-1 0 0,1-1 0 0 0,-1 0 1 0 0,0 0-1 0 0,0 1 0 0 0,1-1 1 0 0,-1-1-1 0 0,5-10-2069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0.5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6065 0 0,'-7'15'8360'0'0,"7"6"-4458"0"0,11 24-2466 0 0,-6-26-196 0 0,22 150 1030 0 0,1 3-2677 0 0,-1-61-5611 0 0,-53-129-5398 0 0,18 6 7288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2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67 5633 0 0,'20'0'8341'0'0,"56"-21"-6917"0"0,-51 13-1209 0 0,-10 4-66 0 0,-1-1 0 0 0,0 0 0 0 0,0-1 0 0 0,19-11 0 0 0,-79 41 1233 0 0,-21 13-742 0 0,50-24-526 0 0,2 0 0 0 0,-22 23 0 0 0,33-33-102 0 0,1 1-1 0 0,0 0 1 0 0,-1 0 0 0 0,1 0 0 0 0,1 1-1 0 0,-1-1 1 0 0,1 1 0 0 0,-1-1-1 0 0,1 1 1 0 0,1 0 0 0 0,-1 0 0 0 0,1 0-1 0 0,0 0 1 0 0,0 0 0 0 0,-1 8-1 0 0,3-11-3 0 0,-1 1 0 0 0,1-1-1 0 0,0 1 1 0 0,0-1-1 0 0,0 1 1 0 0,1-1-1 0 0,-1 0 1 0 0,0 1 0 0 0,1-1-1 0 0,0 0 1 0 0,-1 0-1 0 0,1 0 1 0 0,0 0-1 0 0,0-1 1 0 0,0 1 0 0 0,0 0-1 0 0,0-1 1 0 0,0 1-1 0 0,1-1 1 0 0,-1 0-1 0 0,0 0 1 0 0,1 0 0 0 0,-1 0-1 0 0,1 0 1 0 0,-1-1-1 0 0,1 1 1 0 0,0-1-1 0 0,4 1 1 0 0,5 1-51 0 0,0-1 1 0 0,0 0-1 0 0,1-1 1 0 0,22-2-1 0 0,-24 1-353 0 0,0-1 1 0 0,0 0-1 0 0,0-1 0 0 0,-1 0 1 0 0,1-1-1 0 0,-1 0 0 0 0,1-1 1 0 0,-1 0-1 0 0,-1 0 0 0 0,15-11 1 0 0,-18 11-364 0 0,0-1 0 0 0,-1 1 0 0 0,1-1-1 0 0,-1 0 1 0 0,0-1 0 0 0,-1 1 0 0 0,0-1 0 0 0,0 0 0 0 0,0 0 0 0 0,-1 0 0 0 0,0-1 0 0 0,0 1 0 0 0,0-1 0 0 0,-1 1 0 0 0,1-12 0 0 0,0 4-1060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3.1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2873 0 0,'3'11'9465'0'0,"-5"21"-6369"0"0,1-19-2045 0 0,2 2-952 0 0,1 0 0 0 0,0-1 0 0 0,1 1 1 0 0,1-1-1 0 0,7 20 0 0 0,5 18-3784 0 0,-16-51 3355 0 0,0 0 0 0 0,1 0 0 0 0,-1 0 0 0 0,0 1 0 0 0,0-1-1 0 0,0 0 1 0 0,0 0 0 0 0,0 1 0 0 0,0-1 0 0 0,0 0 0 0 0,0 0 0 0 0,-1 0 0 0 0,1 1 0 0 0,0-1 0 0 0,-1 0 0 0 0,1 0 0 0 0,-1 0 0 0 0,1 0 0 0 0,-1 0-1 0 0,1 0 1 0 0,-1 0 0 0 0,0 0 0 0 0,0 0 0 0 0,1 0 0 0 0,-1 0 0 0 0,0 0 0 0 0,-1 0 0 0 0,-6 6-2783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3.5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63 4657 0 0,'46'-6'9111'0'0,"37"-18"-6111"0"0,-47 13-2887 0 0,50-10 0 0 0,-85 21-96 0 0,-1 0-1 0 0,1 0 0 0 0,-1 0 0 0 0,1 0 0 0 0,0 0 1 0 0,-1-1-1 0 0,1 1 0 0 0,-1 0 0 0 0,1 0 0 0 0,-1 0 1 0 0,1 1-1 0 0,-1-1 0 0 0,1 0 0 0 0,-1 0 1 0 0,1 0-1 0 0,-1 0 0 0 0,1 0 0 0 0,-1 1 0 0 0,1-1 1 0 0,-1 0-1 0 0,1 0 0 0 0,-1 1 0 0 0,1-1 0 0 0,-1 0 1 0 0,1 1-1 0 0,-1-1 0 0 0,0 0 0 0 0,1 1 1 0 0,-1-1-1 0 0,1 1 0 0 0,-5 17 551 0 0,-26 30 399 0 0,18-31-743 0 0,7-8-99 0 0,-27 56 316 0 0,31-63-419 0 0,0 0 1 0 0,0 1 0 0 0,0-1-1 0 0,0 0 1 0 0,0 1 0 0 0,1-1-1 0 0,-1 1 1 0 0,1-1 0 0 0,0 1-1 0 0,0-1 1 0 0,0 1 0 0 0,0-1-1 0 0,0 1 1 0 0,0-1 0 0 0,1 1-1 0 0,-1-1 1 0 0,1 0 0 0 0,-1 1-1 0 0,1-1 1 0 0,0 1 0 0 0,0-1-1 0 0,3 4 1 0 0,-1-4 2 0 0,0 0 0 0 0,0 0 0 0 0,0-1-1 0 0,0 1 1 0 0,1-1 0 0 0,-1 0 0 0 0,1 0 0 0 0,-1 0 0 0 0,1-1-1 0 0,-1 1 1 0 0,1-1 0 0 0,0 1 0 0 0,-1-1 0 0 0,1 0 0 0 0,-1-1 0 0 0,1 1-1 0 0,0-1 1 0 0,3-1 0 0 0,6 0-53 0 0,0-1 0 0 0,0-1-1 0 0,20-8 1 0 0,-20 7-941 0 0,-1-2 0 0 0,1 1 0 0 0,18-15-1 0 0,-27 18 31 0 0,0 0-1 0 0,0-1 1 0 0,-1 0-1 0 0,1 0 1 0 0,-1 0-1 0 0,0 0 1 0 0,0 0-1 0 0,0-1 1 0 0,-1 1-1 0 0,1-1 1 0 0,-1 0-1 0 0,3-10 1 0 0,0-4-2396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3.9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 5057 0 0,'21'-4'5616'0'0,"18"-13"-2841"0"0,-1 1-1563 0 0,-36 15-1105 0 0,1 0-1 0 0,0 0 1 0 0,0 0-1 0 0,0 0 0 0 0,0 0 1 0 0,0 1-1 0 0,0 0 0 0 0,0-1 1 0 0,0 1-1 0 0,0 0 0 0 0,0 0 1 0 0,0 1-1 0 0,0-1 0 0 0,0 1 1 0 0,0-1-1 0 0,0 1 0 0 0,-1 0 1 0 0,1 0-1 0 0,4 2 0 0 0,-6-1 7 0 0,1 0-1 0 0,-1 0 1 0 0,1 0 0 0 0,-1 1-1 0 0,0-1 1 0 0,0 0-1 0 0,0 1 1 0 0,0-1-1 0 0,0 1 1 0 0,-1-1-1 0 0,1 1 1 0 0,-1-1 0 0 0,1 1-1 0 0,-1-1 1 0 0,0 1-1 0 0,0-1 1 0 0,0 1-1 0 0,0 0 1 0 0,-1-1-1 0 0,1 1 1 0 0,-1-1 0 0 0,0 4-1 0 0,-4 11 418 0 0,0 0-1 0 0,0 0 0 0 0,-10 18 1 0 0,-13 40 642 0 0,26-69-1143 0 0,1 0-1 0 0,0 0 1 0 0,0 0-1 0 0,0 0 1 0 0,1 0-1 0 0,0 0 1 0 0,0 0-1 0 0,1 0 1 0 0,-1-1-1 0 0,3 10 1 0 0,-1-11-67 0 0,0 0 0 0 0,0-1 0 0 0,0 1 0 0 0,1 0 0 0 0,-1-1 0 0 0,1 0 0 0 0,0 0 0 0 0,0 0 1 0 0,0 0-1 0 0,0 0 0 0 0,0 0 0 0 0,1-1 0 0 0,-1 1 0 0 0,1-1 0 0 0,0 0 0 0 0,0 0 0 0 0,0-1 1 0 0,0 1-1 0 0,0-1 0 0 0,0 0 0 0 0,6 1 0 0 0,1 1-282 0 0,0-1 1 0 0,1 0-1 0 0,-1-1 0 0 0,1-1 1 0 0,-1 0-1 0 0,20-2 0 0 0,-29 2 119 0 0,0 0 1 0 0,0 0-1 0 0,0-1 0 0 0,-1 1 0 0 0,1-1 0 0 0,0 1 0 0 0,-1-1 1 0 0,1 0-1 0 0,0 0 0 0 0,-1 0 0 0 0,1 0 0 0 0,-1 0 0 0 0,1 0 1 0 0,-1 0-1 0 0,0 0 0 0 0,1 0 0 0 0,-1-1 0 0 0,0 1 0 0 0,0-1 1 0 0,0 1-1 0 0,0-1 0 0 0,0 1 0 0 0,0-1 0 0 0,0-2 0 0 0,0 0-230 0 0,0 1 0 0 0,0-1 0 0 0,-1 0 0 0 0,1 0 0 0 0,-1 0 0 0 0,0-1 0 0 0,-1 1-1 0 0,1 0 1 0 0,-1 0 0 0 0,-1-6 0 0 0,-2-5-390 0 0,-1 0 0 0 0,-1 0 0 0 0,-1 0 0 0 0,-11-20 0 0 0,-45-41 3395 0 0,63 74-2400 0 0,-1-1-1 0 0,1 1 1 0 0,0 0 0 0 0,0 0 0 0 0,0 0-1 0 0,0 0 1 0 0,0 0 0 0 0,0 0 0 0 0,0 0 0 0 0,1-1-1 0 0,-1 1 1 0 0,1 0 0 0 0,0 0 0 0 0,-1 0-1 0 0,1 0 1 0 0,0 1 0 0 0,0-1 0 0 0,0 0 0 0 0,1 0-1 0 0,-1 0 1 0 0,0 1 0 0 0,1-1 0 0 0,-1 1-1 0 0,1-1 1 0 0,-1 1 0 0 0,1 0 0 0 0,0-1-1 0 0,-1 1 1 0 0,3-1 0 0 0,5-5 284 0 0,-1 1 0 0 0,1 0 0 0 0,1 1 0 0 0,13-7 0 0 0,-20 11-303 0 0,0 0 0 0 0,0-1 0 0 0,0 1 0 0 0,1 0 0 0 0,-1 0 0 0 0,0 1 0 0 0,0-1 1 0 0,1 1-1 0 0,-1-1 0 0 0,0 1 0 0 0,1 0 0 0 0,-1 0 0 0 0,1 1 0 0 0,-1-1 0 0 0,0 1 0 0 0,1 0 1 0 0,-1-1-1 0 0,0 1 0 0 0,0 1 0 0 0,0-1 0 0 0,4 3 0 0 0,-4-1 10 0 0,0 0 0 0 0,0 0 0 0 0,0 0 0 0 0,0 1 0 0 0,-1-1 1 0 0,1 1-1 0 0,-1-1 0 0 0,0 1 0 0 0,-1 0 0 0 0,1 0 0 0 0,0 0 0 0 0,-1 0 0 0 0,0 1 0 0 0,0-1 0 0 0,0 0 0 0 0,-1 5 0 0 0,6 69 519 0 0,4 24-218 0 0,-9-94-1071 0 0,1 0 0 0 0,0 0 0 0 0,0 0 0 0 0,1-1 0 0 0,0 1 1 0 0,1-1-1 0 0,0 1 0 0 0,0-1 0 0 0,10 12 0 0 0,-14-18 377 0 0,0-1 0 0 0,0 1 0 0 0,1-1 0 0 0,-1 1 0 0 0,0-1 0 0 0,0 1 0 0 0,1-1 1 0 0,-1 0-1 0 0,0 1 0 0 0,1-1 0 0 0,-1 0 0 0 0,0 1 0 0 0,1-1 0 0 0,-1 0 0 0 0,1 0 0 0 0,-1 1 1 0 0,1-1-1 0 0,-1 0 0 0 0,0 0 0 0 0,1 1 0 0 0,-1-1 0 0 0,1 0 0 0 0,-1 0 0 0 0,1 0 0 0 0,-1 0 1 0 0,1 0-1 0 0,-1 0 0 0 0,1 0 0 0 0,-1 0 0 0 0,1 0 0 0 0,-1 0 0 0 0,1 0 0 0 0,-1 0 0 0 0,1 0 0 0 0,-1-1 1 0 0,1 1-1 0 0,7-18-5438 0 0,-5 5 3120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4.3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4865 0 0,'-10'23'7865'0'0,"8"8"-3863"0"0,10 32-1309 0 0,-7-54-2160 0 0,34 153 519 0 0,-6-84-3199 0 0,-23-64 321 0 0,2 0 1 0 0,0-1-1 0 0,11 15 0 0 0,-18-27 1569 0 0,0 0 1 0 0,0 0 0 0 0,0 0-1 0 0,0 0 1 0 0,0-1-1 0 0,0 1 1 0 0,0-1-1 0 0,0 1 1 0 0,1-1 0 0 0,-1 1-1 0 0,0-1 1 0 0,0 1-1 0 0,0-1 1 0 0,1 0 0 0 0,-1 0-1 0 0,0 0 1 0 0,0 1-1 0 0,1-1 1 0 0,-1 0 0 0 0,0-1-1 0 0,0 1 1 0 0,0 0-1 0 0,1 0 1 0 0,-1 0-1 0 0,0-1 1 0 0,0 1 0 0 0,0-1-1 0 0,1 1 1 0 0,-1-1-1 0 0,0 1 1 0 0,0-1 0 0 0,0 0-1 0 0,0 1 1 0 0,0-1-1 0 0,0 0 1 0 0,1-1-1 0 0,9-10-1599 0 0</inkml:trace>
  <inkml:trace contextRef="#ctx0" brushRef="#br0" timeOffset="1">204 74 4977 0 0,'-2'-1'367'0'0,"0"1"-1"0"0,0 0 1 0 0,0 0-1 0 0,1 1 1 0 0,-1-1 0 0 0,0 0-1 0 0,0 0 1 0 0,0 1-1 0 0,1-1 1 0 0,-1 1 0 0 0,0 0-1 0 0,1-1 1 0 0,-1 1-1 0 0,1 0 1 0 0,-1 0-1 0 0,0 0 1 0 0,1 0 0 0 0,0 0-1 0 0,-1 1 1 0 0,1-1-1 0 0,0 0 1 0 0,0 1 0 0 0,-2 1-1 0 0,2-1-140 0 0,0 1 0 0 0,0 0 0 0 0,0-1 0 0 0,1 1 0 0 0,-1 0 0 0 0,1-1-1 0 0,-1 1 1 0 0,1 0 0 0 0,0 0 0 0 0,0 0 0 0 0,0-1 0 0 0,1 1 0 0 0,0 4 0 0 0,1 2-161 0 0,1 0 1 0 0,-1 0-1 0 0,2 0 0 0 0,-1 0 1 0 0,1-1-1 0 0,1 0 1 0 0,9 15-1 0 0,-6-14-51 0 0,0-1 1 0 0,1 1-1 0 0,0-2 0 0 0,0 1 1 0 0,1-1-1 0 0,-1-1 1 0 0,1 0-1 0 0,16 7 0 0 0,-24-12 23 0 0,0 0 1 0 0,0 0-1 0 0,0 0 0 0 0,0 0 0 0 0,0 0 0 0 0,1-1 0 0 0,-1 1 1 0 0,0-1-1 0 0,1 1 0 0 0,-1-1 0 0 0,0 0 0 0 0,1 0 1 0 0,-1 0-1 0 0,0 0 0 0 0,1 0 0 0 0,-1-1 0 0 0,0 1 0 0 0,0-1 1 0 0,1 1-1 0 0,-1-1 0 0 0,0 0 0 0 0,0 0 0 0 0,0 0 1 0 0,0 0-1 0 0,0 0 0 0 0,0 0 0 0 0,0-1 0 0 0,0 1 0 0 0,0-1 1 0 0,0 1-1 0 0,-1-1 0 0 0,1 0 0 0 0,-1 0 0 0 0,1 1 0 0 0,-1-1 1 0 0,0 0-1 0 0,0-1 0 0 0,0 1 0 0 0,0 0 0 0 0,0 0 1 0 0,0 0-1 0 0,0 0 0 0 0,-1-1 0 0 0,1 1 0 0 0,-1 0 0 0 0,0-1 1 0 0,0-3-1 0 0,1-1 48 0 0,-1-1 0 0 0,0 0 0 0 0,-1 0 1 0 0,0 0-1 0 0,0 0 0 0 0,0 1 0 0 0,-1-1 0 0 0,0 0 1 0 0,-1 1-1 0 0,0 0 0 0 0,0-1 0 0 0,-7-10 0 0 0,3 6-77 0 0,0 1-1 0 0,-1 0 0 0 0,0 0 1 0 0,-1 0-1 0 0,0 1 0 0 0,-16-13 1 0 0,22 20-131 0 0,0 1 0 0 0,0 0 0 0 0,0-1 0 0 0,-1 1 0 0 0,1 1 0 0 0,-1-1 0 0 0,1 0 0 0 0,-1 1-1 0 0,0 0 1 0 0,0 0 0 0 0,-7-1 0 0 0,-7 3-2896 0 0,1 7-3434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4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7666 0 0,'1'0'328'0'0,"0"0"1"0"0,0 1 0 0 0,-1-1 0 0 0,1 1 0 0 0,0-1-1 0 0,0 1 1 0 0,-1-1 0 0 0,1 1 0 0 0,0-1-1 0 0,-1 1 1 0 0,1 0 0 0 0,0-1 0 0 0,-1 1-1 0 0,1 0 1 0 0,-1-1 0 0 0,1 1 0 0 0,-1 0 0 0 0,0 0-1 0 0,1 1 1 0 0,14 34 2472 0 0,-14-31-2067 0 0,44 104 1214 0 0,19 58-2414 0 0,-58-146-2262 0 0,-1 0-1 0 0,-1 0 0 0 0,2 28 0 0 0,-5-36-338 0 0,-1-4-769 0 0</inkml:trace>
  <inkml:trace contextRef="#ctx0" brushRef="#br0" timeOffset="1">389 347 3961 0 0,'3'2'7497'0'0,"-1"1"-5248"0"0,0 4-801 0 0,-1 1-512 0 0,-1 3-287 0 0,0 2-153 0 0,0 2-136 0 0,2 1-160 0 0,1 2-224 0 0,0 0-456 0 0,2 0-609 0 0,-2-2-839 0 0,1 1-889 0 0,-3-4-463 0 0,-1-2 351 0 0,2-3-1048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5.3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 0 5313 0 0,'-5'1'225'0'0,"1"0"-1"0"0,0 1 1 0 0,0-1-1 0 0,0 1 1 0 0,0 0-1 0 0,0 0 1 0 0,1 0-1 0 0,-1 1 1 0 0,1-1 0 0 0,-1 1-1 0 0,1 0 1 0 0,0 0-1 0 0,0 0 1 0 0,0 0-1 0 0,0 1 1 0 0,1-1-1 0 0,-1 1 1 0 0,1-1-1 0 0,0 1 1 0 0,0 0-1 0 0,0 0 1 0 0,1 0 0 0 0,-1 0-1 0 0,1 0 1 0 0,0 1-1 0 0,0-1 1 0 0,0 0-1 0 0,1 0 1 0 0,0 8-1 0 0,-1-9-202 0 0,1 1-1 0 0,0 0 0 0 0,0-1 0 0 0,0 1 1 0 0,0 0-1 0 0,1-1 0 0 0,0 1 0 0 0,-1-1 1 0 0,1 1-1 0 0,1-1 0 0 0,-1 1 0 0 0,0-1 1 0 0,1 0-1 0 0,0 1 0 0 0,0-1 0 0 0,0 0 1 0 0,0 0-1 0 0,0 0 0 0 0,0-1 1 0 0,1 1-1 0 0,-1 0 0 0 0,1-1 0 0 0,0 0 1 0 0,0 1-1 0 0,0-1 0 0 0,0 0 0 0 0,0-1 1 0 0,1 1-1 0 0,-1-1 0 0 0,0 1 0 0 0,1-1 1 0 0,-1 0-1 0 0,1 0 0 0 0,-1 0 0 0 0,6 0 1 0 0,2-1 87 0 0,-1-1 1 0 0,0 0 0 0 0,0-1-1 0 0,1 0 1 0 0,-1 0 0 0 0,0-1-1 0 0,-1-1 1 0 0,1 0 0 0 0,0 0-1 0 0,9-6 1 0 0,-15 8 31 0 0,1-1 1 0 0,-1 0-1 0 0,0 0 1 0 0,0 0-1 0 0,-1-1 0 0 0,1 1 1 0 0,-1-1-1 0 0,1 0 1 0 0,-1 0-1 0 0,3-6 1 0 0,-4 8 1 0 0,-1 0 1 0 0,0-1-1 0 0,-1 1 1 0 0,1-1 0 0 0,0 1-1 0 0,-1-1 1 0 0,1 1-1 0 0,-1-1 1 0 0,0 0-1 0 0,0 1 1 0 0,0-1 0 0 0,0 0-1 0 0,0 1 1 0 0,0-1-1 0 0,-1 1 1 0 0,0-1 0 0 0,1 1-1 0 0,-1-1 1 0 0,0 1-1 0 0,-2-5 1 0 0,1 3-119 0 0,-1 0 1 0 0,1 0-1 0 0,-1 1 1 0 0,1-1-1 0 0,-1 1 0 0 0,0-1 1 0 0,-1 1-1 0 0,1 0 0 0 0,0 0 1 0 0,-1 0-1 0 0,0 1 1 0 0,0-1-1 0 0,0 1 0 0 0,0 0 1 0 0,0 0-1 0 0,0 1 1 0 0,0-1-1 0 0,0 1 0 0 0,-1 0 1 0 0,1 0-1 0 0,-1 0 1 0 0,1 0-1 0 0,-1 1 0 0 0,1 0 1 0 0,-1 0-1 0 0,-7 1 1 0 0,-54 11-3306 0 0,6 9-4280 0 0,48-15 4543 0 0,3 3-884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5.7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7 104 7818 0 0,'-6'5'5640'0'0,"15"-2"-3047"0"0,17-3-724 0 0,145-50 711 0 0,-135 36-2943 0 0,0 2 0 0 0,1 2 0 0 0,0 1 0 0 0,1 2-1 0 0,55-3 1 0 0,-69 13-2522 0 0,-24-3 2724 0 0,1 0 1 0 0,-1 0-1 0 0,1 0 1 0 0,-1 0-1 0 0,1 0 1 0 0,-1 0 0 0 0,0 0-1 0 0,1 0 1 0 0,-1 0-1 0 0,1 1 1 0 0,-1-1 0 0 0,0 0-1 0 0,1 0 1 0 0,-1 0-1 0 0,1 1 1 0 0,-1-1-1 0 0,0 0 1 0 0,1 1 0 0 0,-1-1-1 0 0,0 0 1 0 0,0 1-1 0 0,1-1 1 0 0,-1 0-1 0 0,0 1 1 0 0,0-1 0 0 0,0 1-1 0 0,1-1 1 0 0,-1 0-1 0 0,0 1 1 0 0,0-1 0 0 0,0 1-1 0 0,0-1 1 0 0,0 1-1 0 0,0-1 1 0 0,0 0-1 0 0,0 1 1 0 0,0-1 0 0 0,0 1-1 0 0,0-1 1 0 0,0 1-1 0 0,0-1 1 0 0,0 0-1 0 0,0 1 1 0 0,0-1 0 0 0,-1 1-1 0 0,1-1 1 0 0,0 0-1 0 0,0 1 1 0 0,-1 0 35 0 0,0-1 0 0 0,0 1-1 0 0,0-1 1 0 0,1 0 0 0 0,-1 1 0 0 0,0-1 0 0 0,0 0 0 0 0,0 0-1 0 0,0 0 1 0 0,0 0 0 0 0,1 0 0 0 0,-1 0 0 0 0,0 0-1 0 0,0 0 1 0 0,0 0 0 0 0,0 0 0 0 0,0 0 0 0 0,0 0 0 0 0,1 0-1 0 0,-1-1 1 0 0,0 1 0 0 0,0 0 0 0 0,0-1 0 0 0,1 1 0 0 0,-1-1-1 0 0,0 1 1 0 0,0-1 0 0 0,0 0 0 0 0,-6-2-699 0 0,7 3 706 0 0,-1 0 1 0 0,0 1 0 0 0,0-1-1 0 0,0 0 1 0 0,0 0 0 0 0,1 0-1 0 0,-1 0 1 0 0,0 1-1 0 0,0-1 1 0 0,1 0 0 0 0,-1 1-1 0 0,0-1 1 0 0,1 1 0 0 0,-1-1-1 0 0,0 1 1 0 0,1-1 0 0 0,-1 1-1 0 0,0-1 1 0 0,1 1-1 0 0,-1 0 1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6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18 5305 0 0,'-3'2'494'0'0,"0"0"-1"0"0,0 0 1 0 0,0 1-1 0 0,0-1 1 0 0,1 1-1 0 0,-1 0 1 0 0,1 0-1 0 0,0 0 1 0 0,-1 0-1 0 0,1 0 1 0 0,1 1-1 0 0,-1-1 1 0 0,-1 5-1 0 0,0-2-66 0 0,1 1 0 0 0,1-1 0 0 0,-1 1 0 0 0,1 0 0 0 0,0 0 0 0 0,1-1 0 0 0,0 9 0 0 0,0-6-428 0 0,1 0 0 0 0,0 0-1 0 0,1-1 1 0 0,0 1 0 0 0,3 10 0 0 0,-3-13-420 0 0,1-1 1 0 0,-1 0 0 0 0,1 0-1 0 0,0 1 1 0 0,0-2 0 0 0,0 1-1 0 0,8 8 1 0 0,4-2-4773 0 0,-13-20 1312 0 0,3 3 1391 0 0</inkml:trace>
  <inkml:trace contextRef="#ctx0" brushRef="#br0" timeOffset="1">14 34 6041 0 0,'8'-3'7353'0'0,"16"-3"-5188"0"0,-12 3-847 0 0,113-16 1453 0 0,-109 17-2756 0 0,-1 1 0 0 0,1 1 0 0 0,-1 1 0 0 0,1 0-1 0 0,-1 1 1 0 0,17 3 0 0 0,-31-4-77 0 0,0-1 0 0 0,1 0 0 0 0,-1 0 0 0 0,1 1 0 0 0,-1-1 0 0 0,0 0 0 0 0,1 1 0 0 0,-1 0 0 0 0,0-1 0 0 0,1 1 0 0 0,-1 0 0 0 0,0 0 0 0 0,0-1 0 0 0,0 1 0 0 0,0 0 0 0 0,0 0 0 0 0,0 0 0 0 0,0 0 0 0 0,0 1 0 0 0,0-1 0 0 0,0 0 0 0 0,-1 0 0 0 0,1 0 0 0 0,0 1 0 0 0,-1-1 0 0 0,1 0 0 0 0,-1 1 0 0 0,1 2 0 0 0,-1-2-85 0 0,-1 1 1 0 0,1-1-1 0 0,-1 1 0 0 0,0-1 1 0 0,0 1-1 0 0,0-1 0 0 0,0 1 0 0 0,0-1 1 0 0,-1 0-1 0 0,1 0 0 0 0,-1 0 1 0 0,1 0-1 0 0,-1 0 0 0 0,-2 3 1 0 0,-10 7-430 0 0,1 0 0 0 0,-2 0 1 0 0,-19 11-1 0 0,-22 8 299 0 0,42-25 648 0 0,0 2 0 0 0,0 0 1 0 0,0 0-1 0 0,-23 20 0 0 0,45-25 2766 0 0,38-4-2380 0 0,-20-5-1154 0 0,0-1 1 0 0,50-20-1 0 0,-58 19-2630 0 0,-1-1-1 0 0,26-17 0 0 0,-20 2-1821 0 0,-13 12 1975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6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75 179 3585 0 0,'-7'-9'2360'0'0,"3"3"-1604"0"0,-1 1 1 0 0,1-1-1 0 0,-1 1 1 0 0,-1 0-1 0 0,1 0 1 0 0,0 0-1 0 0,-1 1 1 0 0,0-1-1 0 0,-9-3 1 0 0,14 8-712 0 0,1 0 0 0 0,-1 1 0 0 0,1-1 0 0 0,-1 1-1 0 0,1-1 1 0 0,0 1 0 0 0,-1-1 0 0 0,1 1 0 0 0,-1-1 0 0 0,1 1 0 0 0,0 0 0 0 0,0-1 0 0 0,-1 1 0 0 0,1-1 0 0 0,0 1 0 0 0,0 0 0 0 0,0-1 0 0 0,0 1 0 0 0,-1 0 0 0 0,1-1 0 0 0,0 1 0 0 0,0 0 0 0 0,0-1 0 0 0,0 1 0 0 0,1 0 0 0 0,-1-1 0 0 0,0 1 0 0 0,0-1 0 0 0,0 1 0 0 0,0 0 0 0 0,1-1 0 0 0,-1 1 0 0 0,0-1 0 0 0,1 1 0 0 0,-1 0 0 0 0,1 0 0 0 0,8 27 160 0 0,-5-22-168 0 0,0 1 0 0 0,1-1 0 0 0,0 0 0 0 0,0 0 0 0 0,0-1 0 0 0,0 0 0 0 0,1 0-1 0 0,0 0 1 0 0,0 0 0 0 0,1-1 0 0 0,-1 0 0 0 0,1 0 0 0 0,0-1 0 0 0,0 0 0 0 0,0 0 0 0 0,0-1-1 0 0,0 1 1 0 0,1-2 0 0 0,7 2 0 0 0,-11-2 45 0 0,0-1 0 0 0,0 1-1 0 0,0-1 1 0 0,0 0 0 0 0,0 0 0 0 0,0 0 0 0 0,0-1-1 0 0,0 1 1 0 0,0-1 0 0 0,0 0 0 0 0,0 0-1 0 0,0 0 1 0 0,0-1 0 0 0,0 0 0 0 0,-1 1-1 0 0,1-1 1 0 0,-1-1 0 0 0,1 1 0 0 0,-1 0 0 0 0,0-1-1 0 0,0 1 1 0 0,0-1 0 0 0,0 0 0 0 0,0 0-1 0 0,-1-1 1 0 0,1 1 0 0 0,-1 0 0 0 0,0-1 0 0 0,0 1-1 0 0,0-1 1 0 0,0 0 0 0 0,-1 0 0 0 0,0 1-1 0 0,0-1 1 0 0,0 0 0 0 0,1-6 0 0 0,-1 3-15 0 0,0 1-1 0 0,-1-1 1 0 0,0 1 0 0 0,0-1 0 0 0,-1 1 0 0 0,0-1-1 0 0,0 1 1 0 0,0-1 0 0 0,-1 1 0 0 0,0 0 0 0 0,0 0-1 0 0,-1 0 1 0 0,1 0 0 0 0,-1 0 0 0 0,-1 0 0 0 0,1 1 0 0 0,-1-1-1 0 0,0 1 1 0 0,0 0 0 0 0,0 0 0 0 0,-6-4 0 0 0,6 6-231 0 0,0-1-1 0 0,0 1 1 0 0,0 0 0 0 0,0 0 0 0 0,-1 0 0 0 0,1 1 0 0 0,-1 0 0 0 0,0 0 0 0 0,0 0 0 0 0,0 0 0 0 0,0 1 0 0 0,0 0 0 0 0,0 0 0 0 0,0 0 0 0 0,0 0 0 0 0,0 1 0 0 0,-1 0 0 0 0,1 0 0 0 0,0 1 0 0 0,0-1 0 0 0,0 1 0 0 0,0 0 0 0 0,0 0 0 0 0,0 1 0 0 0,0 0-1 0 0,-5 2 1 0 0,-2 2-969 0 0,-17 6-5975 0 0,28-12 6893 0 0,0 0-1 0 0,0 0 0 0 0,0 0 1 0 0,0 0-1 0 0,-1 0 1 0 0,1 0-1 0 0,0 0 0 0 0,0-1 1 0 0,0 1-1 0 0,0 0 0 0 0,0-1 1 0 0,0 1-1 0 0,0-1 0 0 0,0 1 1 0 0,0-1-1 0 0,0 1 0 0 0,0-1 1 0 0,0 0-1 0 0,0 0 0 0 0,1 1 1 0 0,-2-2-1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6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7690 0 0,'6'72'7528'0'0,"19"39"-5373"0"0,-20-94-1710 0 0,26 80-495 0 0,-14-56-5227 0 0</inkml:trace>
  <inkml:trace contextRef="#ctx0" brushRef="#br0" timeOffset="1">59 180 4145 0 0,'-4'-8'10510'0'0,"26"17"-7712"0"0,56-12-2882 0 0,-34-1-3067 0 0,-2 5-4760 0 0,-37 1 5832 0 0,0 1-461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0:47.3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1 8242 0 0,'-24'11'7539'0'0,"41"-8"-3637"0"0,45-9-2160 0 0,-61 6-1737 0 0,18-2 238 0 0,1 1 1 0 0,0 0 0 0 0,-1 2-1 0 0,1 0 1 0 0,27 6-1 0 0,-40-6-351 0 0,-1 1 0 0 0,0 0 0 0 0,0 0 0 0 0,0 0 0 0 0,0 1 0 0 0,0 0 0 0 0,-1 0 0 0 0,1 1 0 0 0,5 4 0 0 0,-8-5-229 0 0,-1-1 0 0 0,1 1 0 0 0,-1-1 0 0 0,0 1-1 0 0,0 0 1 0 0,0 0 0 0 0,0 0 0 0 0,-1 0 0 0 0,1 0 0 0 0,-1 1 0 0 0,0-1 0 0 0,0 0 0 0 0,0 1-1 0 0,0-1 1 0 0,0 1 0 0 0,-1-1 0 0 0,0 1 0 0 0,0 3 0 0 0,-1 2-2130 0 0,0 3-2058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3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0 6145 0 0,'-2'1'278'0'0,"0"1"-1"0"0,1-1 0 0 0,-1 1 0 0 0,1 0 0 0 0,-1 0 1 0 0,1-1-1 0 0,-1 1 0 0 0,1 0 0 0 0,0 0 0 0 0,0 0 1 0 0,0 0-1 0 0,0 0 0 0 0,0 1 0 0 0,1-1 0 0 0,-1 0 1 0 0,1 0-1 0 0,-1 0 0 0 0,1 1 0 0 0,0-1 0 0 0,0 0 1 0 0,0 1-1 0 0,0-1 0 0 0,0 3 0 0 0,9 61-393 0 0,-6-51 498 0 0,-1-4-371 0 0,0 0 0 0 0,1 0 0 0 0,0-1-1 0 0,1 1 1 0 0,5 11 0 0 0,-8-21 85 0 0,0 1 1 0 0,-1 0-1 0 0,1 0 1 0 0,0 0-1 0 0,0-1 1 0 0,0 1-1 0 0,1-1 1 0 0,-1 1-1 0 0,0-1 1 0 0,0 1-1 0 0,1-1 0 0 0,-1 1 1 0 0,1-1-1 0 0,0 0 1 0 0,-1 0-1 0 0,1 0 1 0 0,0 0-1 0 0,-1 0 1 0 0,1 0-1 0 0,0-1 1 0 0,0 1-1 0 0,0-1 0 0 0,0 1 1 0 0,0-1-1 0 0,0 1 1 0 0,0-1-1 0 0,0 0 1 0 0,0 0-1 0 0,0 0 1 0 0,0 0-1 0 0,0-1 1 0 0,0 1-1 0 0,0 0 0 0 0,3-2 1 0 0,72-37 3396 0 0,-34 5-8370 0 0,-59 35-9028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3.6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 8962 0 0,'0'0'155'0'0,"1"1"-1"0"0,-1-1 1 0 0,0 0 0 0 0,0 0 0 0 0,1 0-1 0 0,-1 0 1 0 0,0 0 0 0 0,0 0 0 0 0,0 1-1 0 0,1-1 1 0 0,-1 0 0 0 0,0 0 0 0 0,0 0-1 0 0,0 0 1 0 0,0 1 0 0 0,1-1 0 0 0,-1 0-1 0 0,0 0 1 0 0,0 1 0 0 0,0-1 0 0 0,0 0-1 0 0,0 0 1 0 0,0 1 0 0 0,0-1 0 0 0,0 0-1 0 0,0 0 1 0 0,0 1 0 0 0,0-1 0 0 0,0 0-1 0 0,0 0 1 0 0,0 1 0 0 0,0-1 0 0 0,0 0-1 0 0,0 0 1 0 0,0 0 0 0 0,0 1 0 0 0,0-1-1 0 0,0 0 1 0 0,0 0 0 0 0,0 1 0 0 0,0-1-1 0 0,-1 0 1 0 0,1 0 0 0 0,0 0-1 0 0,0 1 1 0 0,0-1 0 0 0,0 0 0 0 0,-1 0-1 0 0,1 0 1 0 0,0 1 0 0 0,0-1 0 0 0,0 0-1 0 0,-1 0 1 0 0,1 0 0 0 0,0 0 0 0 0,0 0-1 0 0,-1 0 1 0 0,25 5 1800 0 0,14-9-1638 0 0,0-3-1 0 0,0-1 0 0 0,44-15 1 0 0,-20 5-4121 0 0,1 2-5179 0 0,-81 19 2176 0 0,9 2 5379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4.0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4545 0 0,'29'-2'9085'0'0,"8"-3"-5788"0"0,-11 1-3185 0 0,0 2 1 0 0,31 0-1 0 0,-56 2-101 0 0,0 0 1 0 0,0 0-1 0 0,0 0 1 0 0,0 0-1 0 0,1 0 1 0 0,-1 0-1 0 0,0 0 1 0 0,0 1-1 0 0,0-1 1 0 0,0 0-1 0 0,0 1 1 0 0,0-1-1 0 0,0 0 1 0 0,0 1-1 0 0,0 0 1 0 0,0-1-1 0 0,0 1 1 0 0,0-1-1 0 0,-1 1 1 0 0,1 0-1 0 0,0 0 1 0 0,0-1-1 0 0,-1 1 1 0 0,1 0-1 0 0,0 0 1 0 0,-1 0-1 0 0,1 0 1 0 0,0 1 0 0 0,-1 0 36 0 0,0 0 1 0 0,0 0 0 0 0,0 0 0 0 0,0 0 0 0 0,-1-1 0 0 0,1 1 0 0 0,-1 0 0 0 0,1 0 0 0 0,-1 0 0 0 0,1 0 0 0 0,-1-1 0 0 0,0 1 0 0 0,0 0 0 0 0,-2 2 0 0 0,-8 11 524 0 0,0-1 0 0 0,-24 23 0 0 0,26-28-256 0 0,8-8-298 0 0,-5 6 99 0 0,-1 0-1 0 0,1 0 0 0 0,1 1 0 0 0,-6 9 1 0 0,10-16-114 0 0,1 0 0 0 0,-1-1 0 0 0,1 1 0 0 0,0 0 0 0 0,-1 0 0 0 0,1 0 1 0 0,0 0-1 0 0,-1 0 0 0 0,1 0 0 0 0,0 0 0 0 0,0 0 0 0 0,0 0 1 0 0,0 0-1 0 0,0 0 0 0 0,0 0 0 0 0,0 0 0 0 0,1 0 0 0 0,-1 0 0 0 0,0 0 1 0 0,1 1-1 0 0,0-1-8 0 0,0 0 0 0 0,0 0 0 0 0,0-1 0 0 0,0 1 0 0 0,0 0 0 0 0,0 0 1 0 0,0-1-1 0 0,0 1 0 0 0,0-1 0 0 0,0 1 0 0 0,1-1 0 0 0,-1 0 0 0 0,0 1 0 0 0,0-1 0 0 0,1 0 1 0 0,-1 0-1 0 0,0 0 0 0 0,0 0 0 0 0,1 0 0 0 0,1 0 0 0 0,18-1-505 0 0,0 0 0 0 0,0-2 0 0 0,0 0 0 0 0,35-11 0 0 0,-42 9-786 0 0,-1 0 0 0 0,0 0 0 0 0,15-9 0 0 0,-21 10-8 0 0,-1-1 1 0 0,1 0 0 0 0,-1 0 0 0 0,0 0 0 0 0,0 0-1 0 0,7-10 1 0 0,0-1-1756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4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116 103 6105 0 0,'-4'0'567'0'0,"0"-1"0"0"0,0 1-1 0 0,0 0 1 0 0,0 0 0 0 0,0 1-1 0 0,-1-1 1 0 0,1 1 0 0 0,0 0 0 0 0,0 0-1 0 0,0 0 1 0 0,1 1 0 0 0,-1-1-1 0 0,0 1 1 0 0,0 0 0 0 0,1 0-1 0 0,-1 0 1 0 0,1 1 0 0 0,0-1-1 0 0,-5 5 1 0 0,6-5-529 0 0,1 0-1 0 0,0 0 0 0 0,-1 0 1 0 0,1 0-1 0 0,0 1 0 0 0,1-1 1 0 0,-1 0-1 0 0,0 0 0 0 0,0 1 1 0 0,1-1-1 0 0,0 0 0 0 0,-1 1 1 0 0,1-1-1 0 0,0 0 1 0 0,0 1-1 0 0,0-1 0 0 0,0 0 1 0 0,1 1-1 0 0,-1-1 0 0 0,1 0 1 0 0,-1 1-1 0 0,1-1 0 0 0,0 0 1 0 0,0 0-1 0 0,0 1 0 0 0,0-1 1 0 0,0 0-1 0 0,0 0 0 0 0,1 0 1 0 0,-1-1-1 0 0,1 1 1 0 0,-1 0-1 0 0,1 0 0 0 0,0-1 1 0 0,3 3-1 0 0,2 2-62 0 0,0-1-1 0 0,1 0 0 0 0,0-1 1 0 0,0 1-1 0 0,0-1 1 0 0,0-1-1 0 0,1 0 1 0 0,0 0-1 0 0,-1-1 1 0 0,1 0-1 0 0,14 2 1 0 0,-18-4 20 0 0,-1 1 0 0 0,1-1 0 0 0,-1 0 0 0 0,1 0 0 0 0,-1-1 0 0 0,0 0 0 0 0,1 1 0 0 0,-1-1 0 0 0,1-1 1 0 0,-1 1-1 0 0,6-3 0 0 0,-8 3 19 0 0,0-1 1 0 0,0 1-1 0 0,0-1 0 0 0,0 1 1 0 0,-1-1-1 0 0,1 0 1 0 0,0 1-1 0 0,-1-1 1 0 0,1 0-1 0 0,-1 0 0 0 0,0 0 1 0 0,0 0-1 0 0,0 0 1 0 0,0-1-1 0 0,0 1 1 0 0,0 0-1 0 0,0 0 0 0 0,-1-1 1 0 0,1 1-1 0 0,-1 0 1 0 0,0-1-1 0 0,1-2 1 0 0,-2-1 33 0 0,1 1 1 0 0,-1-1 0 0 0,0 1 0 0 0,-1-1-1 0 0,1 1 1 0 0,-1-1 0 0 0,0 1-1 0 0,0 0 1 0 0,-1 0 0 0 0,0 0 0 0 0,1 0-1 0 0,-2 1 1 0 0,1-1 0 0 0,0 1 0 0 0,-1 0-1 0 0,0 0 1 0 0,-5-4 0 0 0,3 1-148 0 0,-1 2-1 0 0,0-1 1 0 0,0 1 0 0 0,0 0 0 0 0,-1 0 0 0 0,1 1 0 0 0,-1 0 0 0 0,0 1 0 0 0,-1 0-1 0 0,-9-3 1 0 0,-30 4-4865 0 0,43 2 3746 0 0,-1 0 0 0 0,1 0 0 0 0,-1 0-1 0 0,1-1 1 0 0,-1 1 0 0 0,1-1 0 0 0,-8-3-1 0 0,6 5-1688 0 0</inkml:trace>
  <inkml:trace contextRef="#ctx0" brushRef="#br0" timeOffset="1">141 54 9898 0 0,'0'0'155'0'0,"-1"0"0"0"0,1 0 0 0 0,0 0-1 0 0,0 0 1 0 0,-1 0 0 0 0,-2 3 3097 0 0,3-3-3098 0 0,-1 0 1 0 0,1 0 0 0 0,0 0 0 0 0,0 0 0 0 0,0 1 0 0 0,0-1-1 0 0,0 0 1 0 0,0 0 0 0 0,0 0 0 0 0,0 1 0 0 0,0-1 0 0 0,0 0-1 0 0,0 0 1 0 0,0 1 0 0 0,0-1 0 0 0,0 0 0 0 0,0 0 0 0 0,0 0-1 0 0,0 1 1 0 0,0-1 0 0 0,0 0 0 0 0,0 0 0 0 0,0 0 0 0 0,1 1 0 0 0,13 2 2096 0 0,21-2-2025 0 0,58-17 111 0 0,-1 1-2396 0 0,-30 9-4565 0 0,-43 0 779 0 0,-19 6 5696 0 0,1-1-1 0 0,-1 0 1 0 0,0 1-1 0 0,0-1 1 0 0,0 1 0 0 0,1-1-1 0 0,-1 0 1 0 0,0 1-1 0 0,0-1 1 0 0,0 0 0 0 0,0 1-1 0 0,0-1 1 0 0,0 1-1 0 0,0-1 1 0 0,-1 0-1 0 0,1 1 1 0 0,0-1 0 0 0,0 1-1 0 0,0-1 1 0 0,-1 0-1 0 0,1 1 1 0 0,0-1-1 0 0,-1 1 1 0 0,0-2 0 0 0,-1-4-1776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4.7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4097 0 0,'-1'0'391'0'0,"0"0"0"0"0,0 0-1 0 0,1 0 1 0 0,-1 0 0 0 0,0 0 0 0 0,0 1 0 0 0,0-1 0 0 0,0 0-1 0 0,0 0 1 0 0,1 1 0 0 0,-1-1 0 0 0,0 0 0 0 0,0 1 0 0 0,0-1-1 0 0,1 1 1 0 0,-1-1 0 0 0,0 1 0 0 0,1 0 0 0 0,-1-1 0 0 0,0 1-1 0 0,1-1 1 0 0,-1 1 0 0 0,1 0 0 0 0,-1 0 0 0 0,1-1 0 0 0,0 1-1 0 0,-1 1 1 0 0,-2 31 4430 0 0,23 45-3168 0 0,-15-64-918 0 0,27 74 51 0 0,-2-7-4802 0 0,-17-27-9398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5.2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35 6017 0 0,'11'-1'7559'0'0,"18"2"-6506"0"0,-25-1-316 0 0,41-1 443 0 0,27 2-827 0 0,-68-1-304 0 0,1 1 0 0 0,-1 0 1 0 0,0 0-1 0 0,0 0 0 0 0,0 0 0 0 0,0 0 0 0 0,0 1 0 0 0,0 0 0 0 0,0 0 0 0 0,0 0 0 0 0,-1 0 0 0 0,1 1 0 0 0,4 3 0 0 0,-7-4 82 0 0,1 0-1 0 0,-1 1 0 0 0,0-1 0 0 0,0 0 0 0 0,0 1 0 0 0,0-1 0 0 0,0 1 0 0 0,0 0 0 0 0,-1-1 1 0 0,1 1-1 0 0,-1-1 0 0 0,0 1 0 0 0,1 0 0 0 0,-1 0 0 0 0,-1-1 0 0 0,1 1 0 0 0,0 0 1 0 0,-1-1-1 0 0,1 1 0 0 0,-2 3 0 0 0,-19 55 879 0 0,19-55-896 0 0,-10 18 324 0 0,-25 40 1 0 0,-5 9-1030 0 0,23-21-2697 0 0,33-76-9409 0 0,14-35 11266 0 0,-24 41 317 0 0,-4 14 1967 0 0,1-1 1 0 0,0 1-1 0 0,0 0 1 0 0,0 0-1 0 0,1 0 0 0 0,0 0 1 0 0,2-6-1 0 0,-3 9-639 0 0,0 1 0 0 0,0-1 0 0 0,-1 1 0 0 0,1-1 0 0 0,0 1 0 0 0,0-1 0 0 0,0 1 0 0 0,0-1 0 0 0,0 1-1 0 0,-1 0 1 0 0,1 0 0 0 0,0-1 0 0 0,0 1 0 0 0,0 0 0 0 0,0 0 0 0 0,0 0 0 0 0,0 0 0 0 0,0 0-1 0 0,0 0 1 0 0,0 0 0 0 0,0 0 0 0 0,0 1 0 0 0,0-1 0 0 0,0 0 0 0 0,0 1 0 0 0,-1-1 0 0 0,1 0 0 0 0,0 1-1 0 0,0-1 1 0 0,0 1 0 0 0,0-1 0 0 0,-1 1 0 0 0,1 0 0 0 0,0-1 0 0 0,-1 1 0 0 0,1 0 0 0 0,0-1 0 0 0,-1 1-1 0 0,2 1 1 0 0,22 17 839 0 0,1-1 0 0 0,54 29 0 0 0,14-7-6438 0 0,-93-39 5130 0 0,1-1 0 0 0,0 0-1 0 0,-1 1 1 0 0,1-1-1 0 0,0 0 1 0 0,-1 0-1 0 0,1 0 1 0 0,0 0 0 0 0,0 0-1 0 0,-1 1 1 0 0,1-1-1 0 0,0-1 1 0 0,0 1-1 0 0,-1 0 1 0 0,1 0 0 0 0,0 0-1 0 0,-1 0 1 0 0,1 0-1 0 0,0-1 1 0 0,-1 1-1 0 0,1 0 1 0 0,0-1 0 0 0,-1 1-1 0 0,1 0 1 0 0,0-1-1 0 0,-1 1 1 0 0,1-1 0 0 0,-1 1-1 0 0,1-1 1 0 0,-1 1-1 0 0,1-1 1 0 0,-1 1-1 0 0,1-1 1 0 0,-1 0 0 0 0,0 1-1 0 0,1-1 1 0 0,-1 0-1 0 0,0 1 1 0 0,1-1-1 0 0,-1 0 1 0 0,0 1 0 0 0,0-1-1 0 0,0 0 1 0 0,0 1-1 0 0,0-1 1 0 0,1 0-1 0 0,-1 0 1 0 0,-1 1 0 0 0,1-2-1 0 0,2-8-2313 0 0</inkml:trace>
  <inkml:trace contextRef="#ctx0" brushRef="#br0" timeOffset="1">429 1 8010 0 0,'-1'0'365'0'0,"0"0"1"0"0,1 0 0 0 0,-1-1 0 0 0,0 1 0 0 0,0 0-1 0 0,0 0 1 0 0,1 0 0 0 0,-1 0 0 0 0,0 0-1 0 0,0 0 1 0 0,0 1 0 0 0,1-1 0 0 0,-1 0-1 0 0,0 0 1 0 0,0 0 0 0 0,1 1 0 0 0,-1-1-1 0 0,0 0 1 0 0,1 1 0 0 0,-1-1 0 0 0,0 1-1 0 0,1-1 1 0 0,-1 0 0 0 0,0 1 0 0 0,1 0-1 0 0,-1-1 1 0 0,1 1 0 0 0,-1-1 0 0 0,1 1-1 0 0,-1 0 1 0 0,0 1 0 0 0,0 0 49 0 0,1 1 0 0 0,-1 0 0 0 0,1 0 0 0 0,-1-1 0 0 0,1 1 0 0 0,0 0 0 0 0,0 0 0 0 0,0 0 0 0 0,1 4 0 0 0,18 70-338 0 0,-16-67 669 0 0,4 14-1167 0 0,42 149 1673 0 0,-36-114-4281 0 0,-1 0-4613 0 0,-25-78-6029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6.2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3817 0 0,'17'-11'8205'0'0,"26"-2"-6753"0"0,-39 12-884 0 0,5-1-228 0 0,0 0 0 0 0,0 0 0 0 0,1 1 0 0 0,-1 0 0 0 0,0 1 0 0 0,1 0 0 0 0,-1 0 0 0 0,0 1 0 0 0,0 0 0 0 0,1 1 1 0 0,11 3-1 0 0,-15-3-121 0 0,-1 0 1 0 0,1 1 0 0 0,-1 0 0 0 0,0 0-1 0 0,0 0 1 0 0,0 0 0 0 0,0 1 0 0 0,-1 0-1 0 0,1 0 1 0 0,-1 0 0 0 0,0 0 0 0 0,0 1 0 0 0,-1 0-1 0 0,0-1 1 0 0,1 1 0 0 0,-1 1 0 0 0,-1-1-1 0 0,5 10 1 0 0,26 94 1664 0 0,-21-62-4480 0 0,-3-9-4264 0 0,-13-23-2681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6.6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183 0 7906 0 0,'0'1'393'0'0,"-1"0"-1"0"0,0 0 1 0 0,0-1 0 0 0,0 1 0 0 0,0 0 0 0 0,0 0-1 0 0,0 0 1 0 0,1 0 0 0 0,-1 0 0 0 0,0 0 0 0 0,1 0 0 0 0,-1 0-1 0 0,1 0 1 0 0,-1 0 0 0 0,1 0 0 0 0,0 0 0 0 0,-1 0-1 0 0,1 0 1 0 0,0 3 0 0 0,6 23 2967 0 0,30 29-4257 0 0,-23-39-312 0 0,-9-11 29 0 0,-3-4 649 0 0,0-1 1 0 0,1 1-1 0 0,-1-1 1 0 0,0 1-1 0 0,0-1 1 0 0,0 1-1 0 0,0 0 0 0 0,0-1 1 0 0,-1 1-1 0 0,1 0 1 0 0,-1 0-1 0 0,1 0 1 0 0,-1 0-1 0 0,1 0 1 0 0,-1 0-1 0 0,0-1 0 0 0,0 1 1 0 0,0 0-1 0 0,0 0 1 0 0,0 0-1 0 0,-1 3 1 0 0,-2 1-2578 0 0</inkml:trace>
  <inkml:trace contextRef="#ctx0" brushRef="#br0" timeOffset="1">13 228 8218 0 0,'-13'8'12652'0'0,"48"-2"-10204"0"0,21-13-2005 0 0,-1-2 0 0 0,87-27 0 0 0,-59 10-4441 0 0,-2-2-6361 0 0,-68 18 4741 0 0,-8 7 2170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7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45 5673 0 0,'-16'-5'5823'0'0,"14"-1"-2127"0"0,25-6-818 0 0,45-4-2141 0 0,-57 14-600 0 0,0 0 0 0 0,0 1 0 0 0,-1 0 0 0 0,1 1 0 0 0,0 0 0 0 0,0 1 0 0 0,20 3 0 0 0,-29-3-69 0 0,1 0 0 0 0,0 0 1 0 0,-1 0-1 0 0,1 0 0 0 0,0 0 0 0 0,-1 0 1 0 0,0 1-1 0 0,1-1 0 0 0,-1 1 1 0 0,0 0-1 0 0,1 0 0 0 0,-1 0 0 0 0,0 0 1 0 0,0 0-1 0 0,-1 0 0 0 0,1 0 1 0 0,0 0-1 0 0,-1 1 0 0 0,1-1 0 0 0,-1 1 1 0 0,0-1-1 0 0,0 1 0 0 0,0 0 1 0 0,0-1-1 0 0,0 1 0 0 0,-1 0 0 0 0,1 0 1 0 0,-1 0-1 0 0,0-1 0 0 0,0 1 1 0 0,0 0-1 0 0,0 0 0 0 0,0 0 0 0 0,-2 4 1 0 0,-3 21 145 0 0,-1-1-1 0 0,-1-1 1 0 0,-15 34 0 0 0,-5 23-6332 0 0,25-79 4533 0 0,0 0-1084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7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1 121 6449 0 0,'16'5'10495'0'0,"26"-2"-8371"0"0,-17-1-1240 0 0,-21-2-783 0 0,13 2 195 0 0,-1 1 0 0 0,1 0 0 0 0,-1 1 0 0 0,0 0 0 0 0,21 10-1 0 0,-34-13-269 0 0,0 1-1 0 0,0 0 1 0 0,0-1-1 0 0,0 1 0 0 0,0 0 1 0 0,0 1-1 0 0,-1-1 1 0 0,1 0-1 0 0,-1 1 0 0 0,0 0 1 0 0,0-1-1 0 0,0 1 0 0 0,0 0 1 0 0,0 0-1 0 0,0 0 1 0 0,-1 0-1 0 0,1 0 0 0 0,-1 1 1 0 0,0-1-1 0 0,0 0 1 0 0,0 1-1 0 0,-1-1 0 0 0,1 1 1 0 0,-1-1-1 0 0,0 1 0 0 0,0-1 1 0 0,0 0-1 0 0,0 1 1 0 0,0-1-1 0 0,-1 1 0 0 0,0-1 1 0 0,-1 5-1 0 0,-24 72-1707 0 0,12-39-6446 0 0,2-65-2378 0 0,14 13 8508 0 0</inkml:trace>
  <inkml:trace contextRef="#ctx0" brushRef="#br0" timeOffset="1">349 1 4729 0 0,'-7'16'8396'0'0,"6"22"-5168"0"0,1-32-2385 0 0,2 50 924 0 0,12 79 0 0 0,7-9-7464 0 0,-20-114-1615 0 0,-8-22 4013 0 0,-7-23 1350 0 0,14 33 1931 0 0,-7-21-1789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7.9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0 159 3137 0 0,'12'-2'6374'0'0,"16"-3"-3409"0"0,-15 2-2514 0 0,63-23-151 0 0,-71 23-747 0 0,0 1-1 0 0,0-1 1 0 0,-1 0-1 0 0,1 0 1 0 0,-1 0-1 0 0,0-1 1 0 0,5-5-1 0 0,-8 8 405 0 0,-1 0-1 0 0,1-1 1 0 0,-1 1 0 0 0,0-1-1 0 0,0 1 1 0 0,0-1-1 0 0,0 1 1 0 0,0-1-1 0 0,0 1 1 0 0,0 0-1 0 0,0-1 1 0 0,0 1-1 0 0,-1-1 1 0 0,1 1-1 0 0,-1-1 1 0 0,1 1 0 0 0,-1 0-1 0 0,1-1 1 0 0,-1 1-1 0 0,0 0 1 0 0,0 0-1 0 0,1-1 1 0 0,-1 1-1 0 0,0 0 1 0 0,-2-2-1 0 0,1 1 265 0 0,0 0 0 0 0,1 0-1 0 0,-1 0 1 0 0,1-1-1 0 0,0 1 1 0 0,0-1 0 0 0,0 1-1 0 0,0-1 1 0 0,0 1-1 0 0,0-1 1 0 0,1 1 0 0 0,-1-1-1 0 0,1 0 1 0 0,-1-3 0 0 0,1 5-157 0 0,0 0 1 0 0,0 1-1 0 0,0-1 1 0 0,0 1-1 0 0,0-1 1 0 0,0 0 0 0 0,1 1-1 0 0,-1-1 1 0 0,0 1-1 0 0,0-1 1 0 0,0 1 0 0 0,1-1-1 0 0,-1 0 1 0 0,0 1-1 0 0,0-1 1 0 0,1 1 0 0 0,-1-1-1 0 0,0 1 1 0 0,1-1-1 0 0,-1 1 1 0 0,1 0-1 0 0,-1-1 1 0 0,1 1 0 0 0,-1-1-1 0 0,1 1 1 0 0,-1 0-1 0 0,1 0 1 0 0,-1-1 0 0 0,1 1-1 0 0,0-1 1 0 0,12 13 2981 0 0,6 28 1026 0 0,28 127-22 0 0,-21-65-4182 0 0,-16-80 223 0 0,3-6-4462 0 0,-12-16 4115 0 0,-1 1 1 0 0,1-1-1 0 0,-1 0 0 0 0,1 1 0 0 0,-1-1 1 0 0,1 0-1 0 0,-1 0 0 0 0,1 0 1 0 0,-1 1-1 0 0,1-1 0 0 0,-1 0 0 0 0,1 0 1 0 0,-1 0-1 0 0,1 0 0 0 0,-1 0 0 0 0,1 0 1 0 0,0 0-1 0 0,-1 0 0 0 0,1 0 1 0 0,-1 0-1 0 0,1 0 0 0 0,-1-1 0 0 0,1 1 1 0 0,-1 0-1 0 0,1 0 0 0 0,0-1 1 0 0,0 0-282 0 0,0 0 1 0 0,0 0 0 0 0,1 0-1 0 0,-1-1 1 0 0,0 1 0 0 0,0 0-1 0 0,-1-1 1 0 0,1 1 0 0 0,0-1-1 0 0,0 1 1 0 0,-1-1 0 0 0,1 1-1 0 0,0-3 1 0 0,4-13-3964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8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36 3489 0 0,'8'-7'5746'0'0,"39"-12"-2940"0"0,-42 17-2479 0 0,1 0 0 0 0,0 1-1 0 0,-1-1 1 0 0,1 1 0 0 0,0 0 0 0 0,0 1 0 0 0,0-1 0 0 0,0 1 0 0 0,0 0-1 0 0,0 1 1 0 0,0-1 0 0 0,0 1 0 0 0,8 2 0 0 0,-13-2-209 0 0,0 1 0 0 0,1-1 0 0 0,-1 1 0 0 0,0-1 0 0 0,0 1 0 0 0,0-1 0 0 0,0 1 0 0 0,0-1 0 0 0,0 1 0 0 0,-1 0 0 0 0,1 0 0 0 0,-1-1 0 0 0,1 1-1 0 0,-1 0 1 0 0,1 0 0 0 0,-1 0 0 0 0,0-1 0 0 0,0 1 0 0 0,0 0 0 0 0,0 0 0 0 0,0 0 0 0 0,0 0 0 0 0,-1 0 0 0 0,1-1 0 0 0,0 1 0 0 0,-1 0 0 0 0,0 0 0 0 0,1-1 0 0 0,-1 1 0 0 0,0 0 0 0 0,-1 2 0 0 0,-32 58 435 0 0,31-58-435 0 0,-38 49 221 0 0,33-43-720 0 0,-1 0 0 0 0,1 0 0 0 0,1 1 0 0 0,0 0 1 0 0,0 0-1 0 0,-6 16 0 0 0,15-32-553 0 0,1 1-1 0 0,0-1 1 0 0,0 1-1 0 0,0 0 1 0 0,0 0 0 0 0,6-5-1 0 0,15-22 118 0 0,-16 13 607 0 0,11-16 1743 0 0,-18 34-1400 0 0,0-1 0 0 0,0 0 1 0 0,0 0-1 0 0,0 1 1 0 0,0-1-1 0 0,0 1 1 0 0,0-1-1 0 0,0 1 0 0 0,0-1 1 0 0,0 1-1 0 0,1 0 1 0 0,-1 0-1 0 0,0-1 1 0 0,0 1-1 0 0,0 0 0 0 0,0 0 1 0 0,0 0-1 0 0,1 0 1 0 0,-1 0-1 0 0,0 0 1 0 0,0 1-1 0 0,0-1 0 0 0,0 0 1 0 0,0 0-1 0 0,1 1 1 0 0,-1-1-1 0 0,0 1 1 0 0,0-1-1 0 0,0 1 0 0 0,1 1 1 0 0,91 43-95 0 0,-41-31-3772 0 0,-47-13 2680 0 0,1 0 1 0 0,0-1-1 0 0,-1 1 0 0 0,1-1 1 0 0,0-1-1 0 0,8-1 1 0 0,-13 2 952 0 0,-1 0 0 0 0,1 0 0 0 0,-1 0 0 0 0,1 0 1 0 0,-1 0-1 0 0,1-1 0 0 0,-1 1 0 0 0,1 0 1 0 0,-1 0-1 0 0,1-1 0 0 0,-1 1 0 0 0,1 0 0 0 0,-1-1 1 0 0,1 1-1 0 0,-1 0 0 0 0,0-1 0 0 0,1 1 1 0 0,-1-1-1 0 0,0 1 0 0 0,1-1 0 0 0,-1 1 1 0 0,0-1-1 0 0,1 1 0 0 0,-1-1 0 0 0,0 1 0 0 0,0-2 1 0 0,2-1-433 0 0,4-4-1449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8.9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4153 0 0,'-2'1'671'0'0,"1"1"0"0"0,0-1-1 0 0,0 1 1 0 0,-1-1 0 0 0,1 1 0 0 0,0 0 0 0 0,0-1 0 0 0,1 1-1 0 0,-1 0 1 0 0,0 0 0 0 0,0 0 0 0 0,1 0 0 0 0,-1-1 0 0 0,1 1-1 0 0,0 0 1 0 0,0 0 0 0 0,-1 0 0 0 0,2 3 0 0 0,-2 39 3054 0 0,1-41-3601 0 0,3 27 274 0 0,1-1-1 0 0,1 1 1 0 0,10 31-1 0 0,3 2-2376 0 0,-1-6-3359 0 0,-17-56 4947 0 0,1 0 1 0 0,-1 1-1 0 0,1-1 1 0 0,-1 0 0 0 0,1 0-1 0 0,-1 1 1 0 0,0-1 0 0 0,1 0-1 0 0,-1 1 1 0 0,0-1-1 0 0,0 0 1 0 0,0 0 0 0 0,0 1-1 0 0,-1-1 1 0 0,1 0 0 0 0,0 1-1 0 0,0-1 1 0 0,-1 0 0 0 0,1 0-1 0 0,-1 1 1 0 0,1-1-1 0 0,-1 0 1 0 0,1 0 0 0 0,-1 0-1 0 0,0 0 1 0 0,0 0 0 0 0,-1 2-1 0 0,-4 2-2667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9.3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 40 7858 0 0,'-1'1'288'0'0,"-1"0"1"0"0,0 0-1 0 0,0 0 1 0 0,0 0-1 0 0,1 1 1 0 0,-1-1-1 0 0,1 0 1 0 0,-1 1-1 0 0,1-1 1 0 0,-1 1 0 0 0,1-1-1 0 0,0 1 1 0 0,0 0-1 0 0,0 0 1 0 0,0-1-1 0 0,0 1 1 0 0,0 0-1 0 0,0 0 1 0 0,0 0-1 0 0,1 0 1 0 0,-1 0-1 0 0,1 0 1 0 0,0 0-1 0 0,-1 0 1 0 0,1 0 0 0 0,0 0-1 0 0,0 0 1 0 0,0 0-1 0 0,1 1 1 0 0,-1-1-1 0 0,1 3 1 0 0,3 3-156 0 0,-1 0 1 0 0,1 0 0 0 0,1 0-1 0 0,0 0 1 0 0,0-1-1 0 0,7 8 1 0 0,-8-9-1469 0 0,1-1-1 0 0,-1 1 1 0 0,0 0-1 0 0,0 1 1 0 0,-1-1-1 0 0,3 7 1 0 0</inkml:trace>
  <inkml:trace contextRef="#ctx0" brushRef="#br0" timeOffset="1">0 70 2841 0 0,'13'-7'11009'0'0,"29"-4"-7381"0"0,-26 8-2565 0 0,33-13 387 0 0,-18 6-679 0 0,44-8-1 0 0,-67 16-673 0 0,0 1 0 0 0,1 0 0 0 0,-1 1 0 0 0,0 0 0 0 0,0 0 0 0 0,0 1-1 0 0,1 0 1 0 0,-1 0 0 0 0,0 1 0 0 0,13 4 0 0 0,-18-4-105 0 0,0 0 1 0 0,0 1-1 0 0,0-1 0 0 0,0 1 0 0 0,-1-1 1 0 0,1 1-1 0 0,-1 0 0 0 0,1 0 0 0 0,-1 0 1 0 0,0 0-1 0 0,0 1 0 0 0,0-1 0 0 0,-1 0 1 0 0,1 1-1 0 0,-1-1 0 0 0,0 1 0 0 0,0 0 1 0 0,0-1-1 0 0,-1 1 0 0 0,1 0 0 0 0,-1 5 1 0 0,-2 21-3810 0 0,-11-7-5191 0 0,-7-19 2623 0 0,11-2 3967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09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4273 0 0,'41'-2'11629'0'0,"6"-4"-6104"0"0,14-4-4353 0 0,33-9-3930 0 0,-46 9 2317 0 0,-25 4-3302 0 0,-2-6-5442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08T02:31:15.0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48 104 1920 0 0,'-14'0'579'0'0,"-17"-1"1595"0"0,28-8-802 0 0,16-9 118 0 0,-6 12-1267 0 0,0 1 0 0 0,1-1 0 0 0,-1 1 0 0 0,1 1 0 0 0,0-1 0 0 0,0 1 0 0 0,1 1 0 0 0,-1-1 1 0 0,1 2-1 0 0,-1-1 0 0 0,11-1 0 0 0,17-2 259 0 0,55-2 1 0 0,-29 4 275 0 0,29-2 454 0 0,139 9-1 0 0,1 1 305 0 0,19 5-443 0 0,23-2-526 0 0,98-6 836 0 0,-54 2-913 0 0,-24-2-32 0 0,9-1 160 0 0,108 0-129 0 0,-227-4-307 0 0,132 4 145 0 0,392 9 211 0 0,-513-13-393 0 0,94-3-38 0 0,102 6-120 0 0,-85 5 130 0 0,-29 2-113 0 0,-163 0-40 0 0,168-13 0 0 0,150-15 121 0 0,-307 19-54 0 0,540 13-135 0 0,-579-4 174 0 0,0-3 0 0 0,161-15 0 0 0,-239 11 39 0 0,60-5-2057 0 0,-27 11-5101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200A127B-F377-4EC2-A434-D2BA01B274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1793DCC-15B7-4026-A18D-4F014A1E9CC5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1919CF5-4EC2-4920-B236-2F89A9B3E9B4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25" y="862013"/>
            <a:ext cx="4608513" cy="3457575"/>
          </a:xfrm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91063"/>
            <a:ext cx="4938713" cy="4164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2E3E293-40E8-489E-A33B-B2E7A89898D7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1B059C9-E698-4364-90AD-17EE152CFFCF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04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25" y="862013"/>
            <a:ext cx="4608513" cy="3457575"/>
          </a:xfrm>
          <a:ln cap="flat"/>
        </p:spPr>
      </p:sp>
      <p:sp>
        <p:nvSpPr>
          <p:cNvPr id="2048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98525" y="4691063"/>
            <a:ext cx="4938713" cy="4164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B3612B8-E8B0-4E4A-AFAC-34A658618AE9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25" y="862013"/>
            <a:ext cx="4608513" cy="3457575"/>
          </a:xfrm>
          <a:ln cap="flat"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91063"/>
            <a:ext cx="4938713" cy="4164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6283630-EE3A-419E-939C-F380A78BC7AF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0A127B-F377-4EC2-A434-D2BA01B274A8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4742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5D93D06-5ACF-4A0E-AC01-C0A1A00295FD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75DF5856-8156-4721-8E93-D623DA4884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899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8B6B4CF1-A310-4F59-9EBB-3B585684AF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45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2ECB8476-CF6D-4BD3-945C-33EB175045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48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85750" y="1643063"/>
            <a:ext cx="8643938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AC0ECF7A-60C0-4EB8-BC42-466BB12CD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.xml"/><Relationship Id="rId117" Type="http://schemas.openxmlformats.org/officeDocument/2006/relationships/image" Target="../media/image68.png"/><Relationship Id="rId21" Type="http://schemas.openxmlformats.org/officeDocument/2006/relationships/image" Target="../media/image20.png"/><Relationship Id="rId42" Type="http://schemas.openxmlformats.org/officeDocument/2006/relationships/customXml" Target="../ink/ink31.xml"/><Relationship Id="rId47" Type="http://schemas.openxmlformats.org/officeDocument/2006/relationships/image" Target="../media/image33.png"/><Relationship Id="rId63" Type="http://schemas.openxmlformats.org/officeDocument/2006/relationships/image" Target="../media/image41.png"/><Relationship Id="rId68" Type="http://schemas.openxmlformats.org/officeDocument/2006/relationships/customXml" Target="../ink/ink44.xml"/><Relationship Id="rId84" Type="http://schemas.openxmlformats.org/officeDocument/2006/relationships/customXml" Target="../ink/ink52.xml"/><Relationship Id="rId89" Type="http://schemas.openxmlformats.org/officeDocument/2006/relationships/image" Target="../media/image54.png"/><Relationship Id="rId112" Type="http://schemas.openxmlformats.org/officeDocument/2006/relationships/customXml" Target="../ink/ink66.xml"/><Relationship Id="rId133" Type="http://schemas.openxmlformats.org/officeDocument/2006/relationships/image" Target="../media/image76.png"/><Relationship Id="rId138" Type="http://schemas.openxmlformats.org/officeDocument/2006/relationships/customXml" Target="../ink/ink79.xml"/><Relationship Id="rId154" Type="http://schemas.openxmlformats.org/officeDocument/2006/relationships/customXml" Target="../ink/ink87.xml"/><Relationship Id="rId16" Type="http://schemas.openxmlformats.org/officeDocument/2006/relationships/customXml" Target="../ink/ink18.xml"/><Relationship Id="rId107" Type="http://schemas.openxmlformats.org/officeDocument/2006/relationships/image" Target="../media/image63.png"/><Relationship Id="rId11" Type="http://schemas.openxmlformats.org/officeDocument/2006/relationships/image" Target="../media/image15.png"/><Relationship Id="rId32" Type="http://schemas.openxmlformats.org/officeDocument/2006/relationships/customXml" Target="../ink/ink26.xml"/><Relationship Id="rId37" Type="http://schemas.openxmlformats.org/officeDocument/2006/relationships/image" Target="../media/image28.png"/><Relationship Id="rId53" Type="http://schemas.openxmlformats.org/officeDocument/2006/relationships/image" Target="../media/image36.png"/><Relationship Id="rId58" Type="http://schemas.openxmlformats.org/officeDocument/2006/relationships/customXml" Target="../ink/ink39.xml"/><Relationship Id="rId74" Type="http://schemas.openxmlformats.org/officeDocument/2006/relationships/customXml" Target="../ink/ink47.xml"/><Relationship Id="rId79" Type="http://schemas.openxmlformats.org/officeDocument/2006/relationships/image" Target="../media/image49.png"/><Relationship Id="rId102" Type="http://schemas.openxmlformats.org/officeDocument/2006/relationships/customXml" Target="../ink/ink61.xml"/><Relationship Id="rId123" Type="http://schemas.openxmlformats.org/officeDocument/2006/relationships/image" Target="../media/image71.png"/><Relationship Id="rId128" Type="http://schemas.openxmlformats.org/officeDocument/2006/relationships/customXml" Target="../ink/ink74.xml"/><Relationship Id="rId144" Type="http://schemas.openxmlformats.org/officeDocument/2006/relationships/customXml" Target="../ink/ink82.xml"/><Relationship Id="rId149" Type="http://schemas.openxmlformats.org/officeDocument/2006/relationships/image" Target="../media/image84.png"/><Relationship Id="rId5" Type="http://schemas.openxmlformats.org/officeDocument/2006/relationships/image" Target="../media/image12.png"/><Relationship Id="rId90" Type="http://schemas.openxmlformats.org/officeDocument/2006/relationships/customXml" Target="../ink/ink55.xml"/><Relationship Id="rId95" Type="http://schemas.openxmlformats.org/officeDocument/2006/relationships/image" Target="../media/image57.png"/><Relationship Id="rId22" Type="http://schemas.openxmlformats.org/officeDocument/2006/relationships/customXml" Target="../ink/ink21.xml"/><Relationship Id="rId27" Type="http://schemas.openxmlformats.org/officeDocument/2006/relationships/image" Target="../media/image23.png"/><Relationship Id="rId43" Type="http://schemas.openxmlformats.org/officeDocument/2006/relationships/image" Target="../media/image31.png"/><Relationship Id="rId48" Type="http://schemas.openxmlformats.org/officeDocument/2006/relationships/customXml" Target="../ink/ink34.xml"/><Relationship Id="rId64" Type="http://schemas.openxmlformats.org/officeDocument/2006/relationships/customXml" Target="../ink/ink42.xml"/><Relationship Id="rId69" Type="http://schemas.openxmlformats.org/officeDocument/2006/relationships/image" Target="../media/image44.png"/><Relationship Id="rId113" Type="http://schemas.openxmlformats.org/officeDocument/2006/relationships/image" Target="../media/image66.png"/><Relationship Id="rId118" Type="http://schemas.openxmlformats.org/officeDocument/2006/relationships/customXml" Target="../ink/ink69.xml"/><Relationship Id="rId134" Type="http://schemas.openxmlformats.org/officeDocument/2006/relationships/customXml" Target="../ink/ink77.xml"/><Relationship Id="rId139" Type="http://schemas.openxmlformats.org/officeDocument/2006/relationships/image" Target="../media/image79.png"/><Relationship Id="rId80" Type="http://schemas.openxmlformats.org/officeDocument/2006/relationships/customXml" Target="../ink/ink50.xml"/><Relationship Id="rId85" Type="http://schemas.openxmlformats.org/officeDocument/2006/relationships/image" Target="../media/image52.png"/><Relationship Id="rId150" Type="http://schemas.openxmlformats.org/officeDocument/2006/relationships/customXml" Target="../ink/ink85.xml"/><Relationship Id="rId155" Type="http://schemas.openxmlformats.org/officeDocument/2006/relationships/image" Target="../media/image87.png"/><Relationship Id="rId12" Type="http://schemas.openxmlformats.org/officeDocument/2006/relationships/customXml" Target="../ink/ink16.xml"/><Relationship Id="rId17" Type="http://schemas.openxmlformats.org/officeDocument/2006/relationships/image" Target="../media/image18.png"/><Relationship Id="rId33" Type="http://schemas.openxmlformats.org/officeDocument/2006/relationships/image" Target="../media/image26.png"/><Relationship Id="rId38" Type="http://schemas.openxmlformats.org/officeDocument/2006/relationships/customXml" Target="../ink/ink29.xml"/><Relationship Id="rId59" Type="http://schemas.openxmlformats.org/officeDocument/2006/relationships/image" Target="../media/image39.png"/><Relationship Id="rId103" Type="http://schemas.openxmlformats.org/officeDocument/2006/relationships/image" Target="../media/image61.png"/><Relationship Id="rId108" Type="http://schemas.openxmlformats.org/officeDocument/2006/relationships/customXml" Target="../ink/ink64.xml"/><Relationship Id="rId124" Type="http://schemas.openxmlformats.org/officeDocument/2006/relationships/customXml" Target="../ink/ink72.xml"/><Relationship Id="rId129" Type="http://schemas.openxmlformats.org/officeDocument/2006/relationships/image" Target="../media/image74.png"/><Relationship Id="rId20" Type="http://schemas.openxmlformats.org/officeDocument/2006/relationships/customXml" Target="../ink/ink20.xml"/><Relationship Id="rId41" Type="http://schemas.openxmlformats.org/officeDocument/2006/relationships/image" Target="../media/image30.png"/><Relationship Id="rId54" Type="http://schemas.openxmlformats.org/officeDocument/2006/relationships/customXml" Target="../ink/ink37.xml"/><Relationship Id="rId62" Type="http://schemas.openxmlformats.org/officeDocument/2006/relationships/customXml" Target="../ink/ink41.xml"/><Relationship Id="rId70" Type="http://schemas.openxmlformats.org/officeDocument/2006/relationships/customXml" Target="../ink/ink45.xml"/><Relationship Id="rId75" Type="http://schemas.openxmlformats.org/officeDocument/2006/relationships/image" Target="../media/image47.png"/><Relationship Id="rId83" Type="http://schemas.openxmlformats.org/officeDocument/2006/relationships/image" Target="../media/image51.png"/><Relationship Id="rId88" Type="http://schemas.openxmlformats.org/officeDocument/2006/relationships/customXml" Target="../ink/ink54.xml"/><Relationship Id="rId91" Type="http://schemas.openxmlformats.org/officeDocument/2006/relationships/image" Target="../media/image55.png"/><Relationship Id="rId96" Type="http://schemas.openxmlformats.org/officeDocument/2006/relationships/customXml" Target="../ink/ink58.xml"/><Relationship Id="rId111" Type="http://schemas.openxmlformats.org/officeDocument/2006/relationships/image" Target="../media/image65.png"/><Relationship Id="rId132" Type="http://schemas.openxmlformats.org/officeDocument/2006/relationships/customXml" Target="../ink/ink76.xml"/><Relationship Id="rId140" Type="http://schemas.openxmlformats.org/officeDocument/2006/relationships/customXml" Target="../ink/ink80.xml"/><Relationship Id="rId145" Type="http://schemas.openxmlformats.org/officeDocument/2006/relationships/image" Target="../media/image82.png"/><Relationship Id="rId153" Type="http://schemas.openxmlformats.org/officeDocument/2006/relationships/image" Target="../media/image86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3.xml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24.xml"/><Relationship Id="rId36" Type="http://schemas.openxmlformats.org/officeDocument/2006/relationships/customXml" Target="../ink/ink28.xml"/><Relationship Id="rId49" Type="http://schemas.openxmlformats.org/officeDocument/2006/relationships/image" Target="../media/image34.png"/><Relationship Id="rId57" Type="http://schemas.openxmlformats.org/officeDocument/2006/relationships/image" Target="../media/image38.png"/><Relationship Id="rId106" Type="http://schemas.openxmlformats.org/officeDocument/2006/relationships/customXml" Target="../ink/ink63.xml"/><Relationship Id="rId114" Type="http://schemas.openxmlformats.org/officeDocument/2006/relationships/customXml" Target="../ink/ink67.xml"/><Relationship Id="rId119" Type="http://schemas.openxmlformats.org/officeDocument/2006/relationships/image" Target="../media/image69.png"/><Relationship Id="rId127" Type="http://schemas.openxmlformats.org/officeDocument/2006/relationships/image" Target="../media/image73.png"/><Relationship Id="rId10" Type="http://schemas.openxmlformats.org/officeDocument/2006/relationships/customXml" Target="../ink/ink15.xml"/><Relationship Id="rId31" Type="http://schemas.openxmlformats.org/officeDocument/2006/relationships/image" Target="../media/image25.png"/><Relationship Id="rId44" Type="http://schemas.openxmlformats.org/officeDocument/2006/relationships/customXml" Target="../ink/ink32.xml"/><Relationship Id="rId52" Type="http://schemas.openxmlformats.org/officeDocument/2006/relationships/customXml" Target="../ink/ink36.xml"/><Relationship Id="rId60" Type="http://schemas.openxmlformats.org/officeDocument/2006/relationships/customXml" Target="../ink/ink40.xml"/><Relationship Id="rId65" Type="http://schemas.openxmlformats.org/officeDocument/2006/relationships/image" Target="../media/image42.png"/><Relationship Id="rId73" Type="http://schemas.openxmlformats.org/officeDocument/2006/relationships/image" Target="../media/image46.png"/><Relationship Id="rId78" Type="http://schemas.openxmlformats.org/officeDocument/2006/relationships/customXml" Target="../ink/ink49.xml"/><Relationship Id="rId81" Type="http://schemas.openxmlformats.org/officeDocument/2006/relationships/image" Target="../media/image50.png"/><Relationship Id="rId86" Type="http://schemas.openxmlformats.org/officeDocument/2006/relationships/customXml" Target="../ink/ink53.xml"/><Relationship Id="rId94" Type="http://schemas.openxmlformats.org/officeDocument/2006/relationships/customXml" Target="../ink/ink57.xml"/><Relationship Id="rId99" Type="http://schemas.openxmlformats.org/officeDocument/2006/relationships/image" Target="../media/image59.png"/><Relationship Id="rId101" Type="http://schemas.openxmlformats.org/officeDocument/2006/relationships/image" Target="../media/image60.png"/><Relationship Id="rId122" Type="http://schemas.openxmlformats.org/officeDocument/2006/relationships/customXml" Target="../ink/ink71.xml"/><Relationship Id="rId130" Type="http://schemas.openxmlformats.org/officeDocument/2006/relationships/customXml" Target="../ink/ink75.xml"/><Relationship Id="rId135" Type="http://schemas.openxmlformats.org/officeDocument/2006/relationships/image" Target="../media/image77.png"/><Relationship Id="rId143" Type="http://schemas.openxmlformats.org/officeDocument/2006/relationships/image" Target="../media/image81.png"/><Relationship Id="rId148" Type="http://schemas.openxmlformats.org/officeDocument/2006/relationships/customXml" Target="../ink/ink84.xml"/><Relationship Id="rId151" Type="http://schemas.openxmlformats.org/officeDocument/2006/relationships/image" Target="../media/image85.png"/><Relationship Id="rId156" Type="http://schemas.openxmlformats.org/officeDocument/2006/relationships/customXml" Target="../ink/ink88.xml"/><Relationship Id="rId4" Type="http://schemas.openxmlformats.org/officeDocument/2006/relationships/customXml" Target="../ink/ink12.xml"/><Relationship Id="rId9" Type="http://schemas.openxmlformats.org/officeDocument/2006/relationships/image" Target="../media/image14.png"/><Relationship Id="rId13" Type="http://schemas.openxmlformats.org/officeDocument/2006/relationships/image" Target="../media/image16.png"/><Relationship Id="rId18" Type="http://schemas.openxmlformats.org/officeDocument/2006/relationships/customXml" Target="../ink/ink19.xml"/><Relationship Id="rId39" Type="http://schemas.openxmlformats.org/officeDocument/2006/relationships/image" Target="../media/image29.png"/><Relationship Id="rId109" Type="http://schemas.openxmlformats.org/officeDocument/2006/relationships/image" Target="../media/image64.png"/><Relationship Id="rId34" Type="http://schemas.openxmlformats.org/officeDocument/2006/relationships/customXml" Target="../ink/ink27.xml"/><Relationship Id="rId50" Type="http://schemas.openxmlformats.org/officeDocument/2006/relationships/customXml" Target="../ink/ink35.xml"/><Relationship Id="rId55" Type="http://schemas.openxmlformats.org/officeDocument/2006/relationships/image" Target="../media/image37.png"/><Relationship Id="rId76" Type="http://schemas.openxmlformats.org/officeDocument/2006/relationships/customXml" Target="../ink/ink48.xml"/><Relationship Id="rId97" Type="http://schemas.openxmlformats.org/officeDocument/2006/relationships/image" Target="../media/image58.png"/><Relationship Id="rId104" Type="http://schemas.openxmlformats.org/officeDocument/2006/relationships/customXml" Target="../ink/ink62.xml"/><Relationship Id="rId120" Type="http://schemas.openxmlformats.org/officeDocument/2006/relationships/customXml" Target="../ink/ink70.xml"/><Relationship Id="rId125" Type="http://schemas.openxmlformats.org/officeDocument/2006/relationships/image" Target="../media/image72.png"/><Relationship Id="rId141" Type="http://schemas.openxmlformats.org/officeDocument/2006/relationships/image" Target="../media/image80.png"/><Relationship Id="rId146" Type="http://schemas.openxmlformats.org/officeDocument/2006/relationships/customXml" Target="../ink/ink83.xml"/><Relationship Id="rId7" Type="http://schemas.openxmlformats.org/officeDocument/2006/relationships/image" Target="../media/image13.png"/><Relationship Id="rId71" Type="http://schemas.openxmlformats.org/officeDocument/2006/relationships/image" Target="../media/image45.png"/><Relationship Id="rId92" Type="http://schemas.openxmlformats.org/officeDocument/2006/relationships/customXml" Target="../ink/ink56.xml"/><Relationship Id="rId2" Type="http://schemas.openxmlformats.org/officeDocument/2006/relationships/customXml" Target="../ink/ink11.xml"/><Relationship Id="rId29" Type="http://schemas.openxmlformats.org/officeDocument/2006/relationships/image" Target="../media/image24.png"/><Relationship Id="rId24" Type="http://schemas.openxmlformats.org/officeDocument/2006/relationships/customXml" Target="../ink/ink22.xml"/><Relationship Id="rId40" Type="http://schemas.openxmlformats.org/officeDocument/2006/relationships/customXml" Target="../ink/ink30.xml"/><Relationship Id="rId45" Type="http://schemas.openxmlformats.org/officeDocument/2006/relationships/image" Target="../media/image32.png"/><Relationship Id="rId66" Type="http://schemas.openxmlformats.org/officeDocument/2006/relationships/customXml" Target="../ink/ink43.xml"/><Relationship Id="rId87" Type="http://schemas.openxmlformats.org/officeDocument/2006/relationships/image" Target="../media/image53.png"/><Relationship Id="rId110" Type="http://schemas.openxmlformats.org/officeDocument/2006/relationships/customXml" Target="../ink/ink65.xml"/><Relationship Id="rId115" Type="http://schemas.openxmlformats.org/officeDocument/2006/relationships/image" Target="../media/image67.png"/><Relationship Id="rId131" Type="http://schemas.openxmlformats.org/officeDocument/2006/relationships/image" Target="../media/image75.png"/><Relationship Id="rId136" Type="http://schemas.openxmlformats.org/officeDocument/2006/relationships/customXml" Target="../ink/ink78.xml"/><Relationship Id="rId157" Type="http://schemas.openxmlformats.org/officeDocument/2006/relationships/image" Target="../media/image88.png"/><Relationship Id="rId61" Type="http://schemas.openxmlformats.org/officeDocument/2006/relationships/image" Target="../media/image40.png"/><Relationship Id="rId82" Type="http://schemas.openxmlformats.org/officeDocument/2006/relationships/customXml" Target="../ink/ink51.xml"/><Relationship Id="rId152" Type="http://schemas.openxmlformats.org/officeDocument/2006/relationships/customXml" Target="../ink/ink86.xml"/><Relationship Id="rId19" Type="http://schemas.openxmlformats.org/officeDocument/2006/relationships/image" Target="../media/image19.png"/><Relationship Id="rId14" Type="http://schemas.openxmlformats.org/officeDocument/2006/relationships/customXml" Target="../ink/ink17.xml"/><Relationship Id="rId30" Type="http://schemas.openxmlformats.org/officeDocument/2006/relationships/customXml" Target="../ink/ink25.xml"/><Relationship Id="rId35" Type="http://schemas.openxmlformats.org/officeDocument/2006/relationships/image" Target="../media/image27.png"/><Relationship Id="rId56" Type="http://schemas.openxmlformats.org/officeDocument/2006/relationships/customXml" Target="../ink/ink38.xml"/><Relationship Id="rId77" Type="http://schemas.openxmlformats.org/officeDocument/2006/relationships/image" Target="../media/image48.png"/><Relationship Id="rId100" Type="http://schemas.openxmlformats.org/officeDocument/2006/relationships/customXml" Target="../ink/ink60.xml"/><Relationship Id="rId105" Type="http://schemas.openxmlformats.org/officeDocument/2006/relationships/image" Target="../media/image62.png"/><Relationship Id="rId126" Type="http://schemas.openxmlformats.org/officeDocument/2006/relationships/customXml" Target="../ink/ink73.xml"/><Relationship Id="rId147" Type="http://schemas.openxmlformats.org/officeDocument/2006/relationships/image" Target="../media/image83.png"/><Relationship Id="rId8" Type="http://schemas.openxmlformats.org/officeDocument/2006/relationships/customXml" Target="../ink/ink14.xml"/><Relationship Id="rId51" Type="http://schemas.openxmlformats.org/officeDocument/2006/relationships/image" Target="../media/image35.png"/><Relationship Id="rId72" Type="http://schemas.openxmlformats.org/officeDocument/2006/relationships/customXml" Target="../ink/ink46.xml"/><Relationship Id="rId93" Type="http://schemas.openxmlformats.org/officeDocument/2006/relationships/image" Target="../media/image56.png"/><Relationship Id="rId98" Type="http://schemas.openxmlformats.org/officeDocument/2006/relationships/customXml" Target="../ink/ink59.xml"/><Relationship Id="rId121" Type="http://schemas.openxmlformats.org/officeDocument/2006/relationships/image" Target="../media/image70.png"/><Relationship Id="rId142" Type="http://schemas.openxmlformats.org/officeDocument/2006/relationships/customXml" Target="../ink/ink81.xml"/><Relationship Id="rId3" Type="http://schemas.openxmlformats.org/officeDocument/2006/relationships/image" Target="../media/image11.png"/><Relationship Id="rId25" Type="http://schemas.openxmlformats.org/officeDocument/2006/relationships/image" Target="../media/image22.png"/><Relationship Id="rId46" Type="http://schemas.openxmlformats.org/officeDocument/2006/relationships/customXml" Target="../ink/ink33.xml"/><Relationship Id="rId67" Type="http://schemas.openxmlformats.org/officeDocument/2006/relationships/image" Target="../media/image43.png"/><Relationship Id="rId116" Type="http://schemas.openxmlformats.org/officeDocument/2006/relationships/customXml" Target="../ink/ink68.xml"/><Relationship Id="rId137" Type="http://schemas.openxmlformats.org/officeDocument/2006/relationships/image" Target="../media/image7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2.xml"/><Relationship Id="rId13" Type="http://schemas.openxmlformats.org/officeDocument/2006/relationships/image" Target="../media/image6010.png"/><Relationship Id="rId18" Type="http://schemas.openxmlformats.org/officeDocument/2006/relationships/customXml" Target="../ink/ink97.xml"/><Relationship Id="rId26" Type="http://schemas.openxmlformats.org/officeDocument/2006/relationships/customXml" Target="../ink/ink101.xml"/><Relationship Id="rId39" Type="http://schemas.openxmlformats.org/officeDocument/2006/relationships/image" Target="../media/image7310.png"/><Relationship Id="rId3" Type="http://schemas.openxmlformats.org/officeDocument/2006/relationships/image" Target="../media/image5510.png"/><Relationship Id="rId21" Type="http://schemas.openxmlformats.org/officeDocument/2006/relationships/image" Target="../media/image6410.png"/><Relationship Id="rId34" Type="http://schemas.openxmlformats.org/officeDocument/2006/relationships/customXml" Target="../ink/ink105.xml"/><Relationship Id="rId7" Type="http://schemas.openxmlformats.org/officeDocument/2006/relationships/image" Target="../media/image5710.png"/><Relationship Id="rId12" Type="http://schemas.openxmlformats.org/officeDocument/2006/relationships/customXml" Target="../ink/ink94.xml"/><Relationship Id="rId17" Type="http://schemas.openxmlformats.org/officeDocument/2006/relationships/image" Target="../media/image6210.png"/><Relationship Id="rId25" Type="http://schemas.openxmlformats.org/officeDocument/2006/relationships/image" Target="../media/image6610.png"/><Relationship Id="rId33" Type="http://schemas.openxmlformats.org/officeDocument/2006/relationships/image" Target="../media/image7010.png"/><Relationship Id="rId38" Type="http://schemas.openxmlformats.org/officeDocument/2006/relationships/customXml" Target="../ink/ink107.xml"/><Relationship Id="rId2" Type="http://schemas.openxmlformats.org/officeDocument/2006/relationships/customXml" Target="../ink/ink89.xml"/><Relationship Id="rId16" Type="http://schemas.openxmlformats.org/officeDocument/2006/relationships/customXml" Target="../ink/ink96.xml"/><Relationship Id="rId20" Type="http://schemas.openxmlformats.org/officeDocument/2006/relationships/customXml" Target="../ink/ink98.xml"/><Relationship Id="rId29" Type="http://schemas.openxmlformats.org/officeDocument/2006/relationships/image" Target="../media/image68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1.xml"/><Relationship Id="rId11" Type="http://schemas.openxmlformats.org/officeDocument/2006/relationships/image" Target="../media/image5910.png"/><Relationship Id="rId24" Type="http://schemas.openxmlformats.org/officeDocument/2006/relationships/customXml" Target="../ink/ink100.xml"/><Relationship Id="rId32" Type="http://schemas.openxmlformats.org/officeDocument/2006/relationships/customXml" Target="../ink/ink104.xml"/><Relationship Id="rId37" Type="http://schemas.openxmlformats.org/officeDocument/2006/relationships/image" Target="../media/image7210.png"/><Relationship Id="rId5" Type="http://schemas.openxmlformats.org/officeDocument/2006/relationships/image" Target="../media/image5610.png"/><Relationship Id="rId15" Type="http://schemas.openxmlformats.org/officeDocument/2006/relationships/image" Target="../media/image6110.png"/><Relationship Id="rId23" Type="http://schemas.openxmlformats.org/officeDocument/2006/relationships/image" Target="../media/image6510.png"/><Relationship Id="rId28" Type="http://schemas.openxmlformats.org/officeDocument/2006/relationships/customXml" Target="../ink/ink102.xml"/><Relationship Id="rId36" Type="http://schemas.openxmlformats.org/officeDocument/2006/relationships/customXml" Target="../ink/ink106.xml"/><Relationship Id="rId10" Type="http://schemas.openxmlformats.org/officeDocument/2006/relationships/customXml" Target="../ink/ink93.xml"/><Relationship Id="rId19" Type="http://schemas.openxmlformats.org/officeDocument/2006/relationships/image" Target="../media/image6310.png"/><Relationship Id="rId31" Type="http://schemas.openxmlformats.org/officeDocument/2006/relationships/image" Target="../media/image6910.png"/><Relationship Id="rId4" Type="http://schemas.openxmlformats.org/officeDocument/2006/relationships/customXml" Target="../ink/ink90.xml"/><Relationship Id="rId9" Type="http://schemas.openxmlformats.org/officeDocument/2006/relationships/image" Target="../media/image5810.png"/><Relationship Id="rId14" Type="http://schemas.openxmlformats.org/officeDocument/2006/relationships/customXml" Target="../ink/ink95.xml"/><Relationship Id="rId22" Type="http://schemas.openxmlformats.org/officeDocument/2006/relationships/customXml" Target="../ink/ink99.xml"/><Relationship Id="rId27" Type="http://schemas.openxmlformats.org/officeDocument/2006/relationships/image" Target="../media/image6710.png"/><Relationship Id="rId30" Type="http://schemas.openxmlformats.org/officeDocument/2006/relationships/customXml" Target="../ink/ink103.xml"/><Relationship Id="rId35" Type="http://schemas.openxmlformats.org/officeDocument/2006/relationships/image" Target="../media/image711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9.xml"/><Relationship Id="rId21" Type="http://schemas.openxmlformats.org/officeDocument/2006/relationships/image" Target="../media/image8410.png"/><Relationship Id="rId42" Type="http://schemas.openxmlformats.org/officeDocument/2006/relationships/customXml" Target="../ink/ink127.xml"/><Relationship Id="rId47" Type="http://schemas.openxmlformats.org/officeDocument/2006/relationships/image" Target="../media/image97.png"/><Relationship Id="rId63" Type="http://schemas.openxmlformats.org/officeDocument/2006/relationships/image" Target="../media/image105.png"/><Relationship Id="rId68" Type="http://schemas.openxmlformats.org/officeDocument/2006/relationships/customXml" Target="../ink/ink140.xml"/><Relationship Id="rId84" Type="http://schemas.openxmlformats.org/officeDocument/2006/relationships/customXml" Target="../ink/ink148.xml"/><Relationship Id="rId89" Type="http://schemas.openxmlformats.org/officeDocument/2006/relationships/image" Target="../media/image118.png"/><Relationship Id="rId7" Type="http://schemas.openxmlformats.org/officeDocument/2006/relationships/image" Target="../media/image7710.png"/><Relationship Id="rId71" Type="http://schemas.openxmlformats.org/officeDocument/2006/relationships/image" Target="../media/image109.png"/><Relationship Id="rId92" Type="http://schemas.openxmlformats.org/officeDocument/2006/relationships/customXml" Target="../ink/ink152.xml"/><Relationship Id="rId2" Type="http://schemas.openxmlformats.org/officeDocument/2006/relationships/image" Target="../media/image89.png"/><Relationship Id="rId16" Type="http://schemas.openxmlformats.org/officeDocument/2006/relationships/customXml" Target="../ink/ink114.xml"/><Relationship Id="rId29" Type="http://schemas.openxmlformats.org/officeDocument/2006/relationships/image" Target="../media/image8810.png"/><Relationship Id="rId107" Type="http://schemas.openxmlformats.org/officeDocument/2006/relationships/image" Target="../media/image127.png"/><Relationship Id="rId11" Type="http://schemas.openxmlformats.org/officeDocument/2006/relationships/image" Target="../media/image7910.png"/><Relationship Id="rId24" Type="http://schemas.openxmlformats.org/officeDocument/2006/relationships/customXml" Target="../ink/ink118.xml"/><Relationship Id="rId32" Type="http://schemas.openxmlformats.org/officeDocument/2006/relationships/customXml" Target="../ink/ink122.xml"/><Relationship Id="rId37" Type="http://schemas.openxmlformats.org/officeDocument/2006/relationships/image" Target="../media/image92.png"/><Relationship Id="rId40" Type="http://schemas.openxmlformats.org/officeDocument/2006/relationships/customXml" Target="../ink/ink126.xml"/><Relationship Id="rId45" Type="http://schemas.openxmlformats.org/officeDocument/2006/relationships/image" Target="../media/image96.png"/><Relationship Id="rId53" Type="http://schemas.openxmlformats.org/officeDocument/2006/relationships/image" Target="../media/image100.png"/><Relationship Id="rId58" Type="http://schemas.openxmlformats.org/officeDocument/2006/relationships/customXml" Target="../ink/ink135.xml"/><Relationship Id="rId66" Type="http://schemas.openxmlformats.org/officeDocument/2006/relationships/customXml" Target="../ink/ink139.xml"/><Relationship Id="rId74" Type="http://schemas.openxmlformats.org/officeDocument/2006/relationships/customXml" Target="../ink/ink143.xml"/><Relationship Id="rId79" Type="http://schemas.openxmlformats.org/officeDocument/2006/relationships/image" Target="../media/image113.png"/><Relationship Id="rId87" Type="http://schemas.openxmlformats.org/officeDocument/2006/relationships/image" Target="../media/image117.png"/><Relationship Id="rId102" Type="http://schemas.openxmlformats.org/officeDocument/2006/relationships/customXml" Target="../ink/ink157.xml"/><Relationship Id="rId5" Type="http://schemas.openxmlformats.org/officeDocument/2006/relationships/image" Target="../media/image7610.png"/><Relationship Id="rId61" Type="http://schemas.openxmlformats.org/officeDocument/2006/relationships/image" Target="../media/image104.png"/><Relationship Id="rId82" Type="http://schemas.openxmlformats.org/officeDocument/2006/relationships/customXml" Target="../ink/ink147.xml"/><Relationship Id="rId90" Type="http://schemas.openxmlformats.org/officeDocument/2006/relationships/customXml" Target="../ink/ink151.xml"/><Relationship Id="rId95" Type="http://schemas.openxmlformats.org/officeDocument/2006/relationships/image" Target="../media/image121.png"/><Relationship Id="rId19" Type="http://schemas.openxmlformats.org/officeDocument/2006/relationships/image" Target="../media/image8310.png"/><Relationship Id="rId14" Type="http://schemas.openxmlformats.org/officeDocument/2006/relationships/customXml" Target="../ink/ink113.xml"/><Relationship Id="rId22" Type="http://schemas.openxmlformats.org/officeDocument/2006/relationships/customXml" Target="../ink/ink117.xml"/><Relationship Id="rId27" Type="http://schemas.openxmlformats.org/officeDocument/2006/relationships/image" Target="../media/image8710.png"/><Relationship Id="rId30" Type="http://schemas.openxmlformats.org/officeDocument/2006/relationships/customXml" Target="../ink/ink121.xml"/><Relationship Id="rId35" Type="http://schemas.openxmlformats.org/officeDocument/2006/relationships/image" Target="../media/image91.png"/><Relationship Id="rId43" Type="http://schemas.openxmlformats.org/officeDocument/2006/relationships/image" Target="../media/image95.png"/><Relationship Id="rId48" Type="http://schemas.openxmlformats.org/officeDocument/2006/relationships/customXml" Target="../ink/ink130.xml"/><Relationship Id="rId56" Type="http://schemas.openxmlformats.org/officeDocument/2006/relationships/customXml" Target="../ink/ink134.xml"/><Relationship Id="rId64" Type="http://schemas.openxmlformats.org/officeDocument/2006/relationships/customXml" Target="../ink/ink138.xml"/><Relationship Id="rId69" Type="http://schemas.openxmlformats.org/officeDocument/2006/relationships/image" Target="../media/image108.png"/><Relationship Id="rId77" Type="http://schemas.openxmlformats.org/officeDocument/2006/relationships/image" Target="../media/image112.png"/><Relationship Id="rId100" Type="http://schemas.openxmlformats.org/officeDocument/2006/relationships/customXml" Target="../ink/ink156.xml"/><Relationship Id="rId105" Type="http://schemas.openxmlformats.org/officeDocument/2006/relationships/image" Target="../media/image126.png"/><Relationship Id="rId8" Type="http://schemas.openxmlformats.org/officeDocument/2006/relationships/customXml" Target="../ink/ink110.xml"/><Relationship Id="rId51" Type="http://schemas.openxmlformats.org/officeDocument/2006/relationships/image" Target="../media/image99.png"/><Relationship Id="rId72" Type="http://schemas.openxmlformats.org/officeDocument/2006/relationships/customXml" Target="../ink/ink142.xml"/><Relationship Id="rId80" Type="http://schemas.openxmlformats.org/officeDocument/2006/relationships/customXml" Target="../ink/ink146.xml"/><Relationship Id="rId85" Type="http://schemas.openxmlformats.org/officeDocument/2006/relationships/image" Target="../media/image116.png"/><Relationship Id="rId93" Type="http://schemas.openxmlformats.org/officeDocument/2006/relationships/image" Target="../media/image120.png"/><Relationship Id="rId98" Type="http://schemas.openxmlformats.org/officeDocument/2006/relationships/customXml" Target="../ink/ink155.xml"/><Relationship Id="rId3" Type="http://schemas.openxmlformats.org/officeDocument/2006/relationships/image" Target="../media/image90.png"/><Relationship Id="rId12" Type="http://schemas.openxmlformats.org/officeDocument/2006/relationships/customXml" Target="../ink/ink112.xml"/><Relationship Id="rId17" Type="http://schemas.openxmlformats.org/officeDocument/2006/relationships/image" Target="../media/image8210.png"/><Relationship Id="rId25" Type="http://schemas.openxmlformats.org/officeDocument/2006/relationships/image" Target="../media/image8610.png"/><Relationship Id="rId33" Type="http://schemas.openxmlformats.org/officeDocument/2006/relationships/image" Target="../media/image9010.png"/><Relationship Id="rId38" Type="http://schemas.openxmlformats.org/officeDocument/2006/relationships/customXml" Target="../ink/ink125.xml"/><Relationship Id="rId46" Type="http://schemas.openxmlformats.org/officeDocument/2006/relationships/customXml" Target="../ink/ink129.xml"/><Relationship Id="rId59" Type="http://schemas.openxmlformats.org/officeDocument/2006/relationships/image" Target="../media/image103.png"/><Relationship Id="rId67" Type="http://schemas.openxmlformats.org/officeDocument/2006/relationships/image" Target="../media/image107.png"/><Relationship Id="rId103" Type="http://schemas.openxmlformats.org/officeDocument/2006/relationships/image" Target="../media/image125.png"/><Relationship Id="rId20" Type="http://schemas.openxmlformats.org/officeDocument/2006/relationships/customXml" Target="../ink/ink116.xml"/><Relationship Id="rId41" Type="http://schemas.openxmlformats.org/officeDocument/2006/relationships/image" Target="../media/image94.png"/><Relationship Id="rId54" Type="http://schemas.openxmlformats.org/officeDocument/2006/relationships/customXml" Target="../ink/ink133.xml"/><Relationship Id="rId62" Type="http://schemas.openxmlformats.org/officeDocument/2006/relationships/customXml" Target="../ink/ink137.xml"/><Relationship Id="rId70" Type="http://schemas.openxmlformats.org/officeDocument/2006/relationships/customXml" Target="../ink/ink141.xml"/><Relationship Id="rId75" Type="http://schemas.openxmlformats.org/officeDocument/2006/relationships/image" Target="../media/image111.png"/><Relationship Id="rId83" Type="http://schemas.openxmlformats.org/officeDocument/2006/relationships/image" Target="../media/image115.png"/><Relationship Id="rId88" Type="http://schemas.openxmlformats.org/officeDocument/2006/relationships/customXml" Target="../ink/ink150.xml"/><Relationship Id="rId91" Type="http://schemas.openxmlformats.org/officeDocument/2006/relationships/image" Target="../media/image119.png"/><Relationship Id="rId96" Type="http://schemas.openxmlformats.org/officeDocument/2006/relationships/customXml" Target="../ink/ink15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9.xml"/><Relationship Id="rId15" Type="http://schemas.openxmlformats.org/officeDocument/2006/relationships/image" Target="../media/image8110.png"/><Relationship Id="rId23" Type="http://schemas.openxmlformats.org/officeDocument/2006/relationships/image" Target="../media/image8510.png"/><Relationship Id="rId28" Type="http://schemas.openxmlformats.org/officeDocument/2006/relationships/customXml" Target="../ink/ink120.xml"/><Relationship Id="rId36" Type="http://schemas.openxmlformats.org/officeDocument/2006/relationships/customXml" Target="../ink/ink124.xml"/><Relationship Id="rId49" Type="http://schemas.openxmlformats.org/officeDocument/2006/relationships/image" Target="../media/image98.png"/><Relationship Id="rId57" Type="http://schemas.openxmlformats.org/officeDocument/2006/relationships/image" Target="../media/image102.png"/><Relationship Id="rId106" Type="http://schemas.openxmlformats.org/officeDocument/2006/relationships/customXml" Target="../ink/ink159.xml"/><Relationship Id="rId10" Type="http://schemas.openxmlformats.org/officeDocument/2006/relationships/customXml" Target="../ink/ink111.xml"/><Relationship Id="rId31" Type="http://schemas.openxmlformats.org/officeDocument/2006/relationships/image" Target="../media/image8910.png"/><Relationship Id="rId44" Type="http://schemas.openxmlformats.org/officeDocument/2006/relationships/customXml" Target="../ink/ink128.xml"/><Relationship Id="rId52" Type="http://schemas.openxmlformats.org/officeDocument/2006/relationships/customXml" Target="../ink/ink132.xml"/><Relationship Id="rId60" Type="http://schemas.openxmlformats.org/officeDocument/2006/relationships/customXml" Target="../ink/ink136.xml"/><Relationship Id="rId65" Type="http://schemas.openxmlformats.org/officeDocument/2006/relationships/image" Target="../media/image106.png"/><Relationship Id="rId73" Type="http://schemas.openxmlformats.org/officeDocument/2006/relationships/image" Target="../media/image110.png"/><Relationship Id="rId78" Type="http://schemas.openxmlformats.org/officeDocument/2006/relationships/customXml" Target="../ink/ink145.xml"/><Relationship Id="rId81" Type="http://schemas.openxmlformats.org/officeDocument/2006/relationships/image" Target="../media/image114.png"/><Relationship Id="rId86" Type="http://schemas.openxmlformats.org/officeDocument/2006/relationships/customXml" Target="../ink/ink149.xml"/><Relationship Id="rId94" Type="http://schemas.openxmlformats.org/officeDocument/2006/relationships/customXml" Target="../ink/ink153.xml"/><Relationship Id="rId99" Type="http://schemas.openxmlformats.org/officeDocument/2006/relationships/image" Target="../media/image123.png"/><Relationship Id="rId101" Type="http://schemas.openxmlformats.org/officeDocument/2006/relationships/image" Target="../media/image124.png"/><Relationship Id="rId4" Type="http://schemas.openxmlformats.org/officeDocument/2006/relationships/customXml" Target="../ink/ink108.xml"/><Relationship Id="rId9" Type="http://schemas.openxmlformats.org/officeDocument/2006/relationships/image" Target="../media/image7810.png"/><Relationship Id="rId13" Type="http://schemas.openxmlformats.org/officeDocument/2006/relationships/image" Target="../media/image8010.png"/><Relationship Id="rId18" Type="http://schemas.openxmlformats.org/officeDocument/2006/relationships/customXml" Target="../ink/ink115.xml"/><Relationship Id="rId39" Type="http://schemas.openxmlformats.org/officeDocument/2006/relationships/image" Target="../media/image93.png"/><Relationship Id="rId34" Type="http://schemas.openxmlformats.org/officeDocument/2006/relationships/customXml" Target="../ink/ink123.xml"/><Relationship Id="rId50" Type="http://schemas.openxmlformats.org/officeDocument/2006/relationships/customXml" Target="../ink/ink131.xml"/><Relationship Id="rId55" Type="http://schemas.openxmlformats.org/officeDocument/2006/relationships/image" Target="../media/image101.png"/><Relationship Id="rId76" Type="http://schemas.openxmlformats.org/officeDocument/2006/relationships/customXml" Target="../ink/ink144.xml"/><Relationship Id="rId97" Type="http://schemas.openxmlformats.org/officeDocument/2006/relationships/image" Target="../media/image122.png"/><Relationship Id="rId104" Type="http://schemas.openxmlformats.org/officeDocument/2006/relationships/customXml" Target="../ink/ink15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3.png"/><Relationship Id="rId18" Type="http://schemas.openxmlformats.org/officeDocument/2006/relationships/customXml" Target="../ink/ink168.xml"/><Relationship Id="rId26" Type="http://schemas.openxmlformats.org/officeDocument/2006/relationships/customXml" Target="../ink/ink172.xml"/><Relationship Id="rId39" Type="http://schemas.openxmlformats.org/officeDocument/2006/relationships/image" Target="../media/image146.png"/><Relationship Id="rId21" Type="http://schemas.openxmlformats.org/officeDocument/2006/relationships/image" Target="../media/image137.png"/><Relationship Id="rId34" Type="http://schemas.openxmlformats.org/officeDocument/2006/relationships/customXml" Target="../ink/ink176.xml"/><Relationship Id="rId42" Type="http://schemas.openxmlformats.org/officeDocument/2006/relationships/customXml" Target="../ink/ink180.xml"/><Relationship Id="rId47" Type="http://schemas.openxmlformats.org/officeDocument/2006/relationships/image" Target="../media/image150.png"/><Relationship Id="rId50" Type="http://schemas.openxmlformats.org/officeDocument/2006/relationships/customXml" Target="../ink/ink184.xml"/><Relationship Id="rId55" Type="http://schemas.openxmlformats.org/officeDocument/2006/relationships/image" Target="../media/image154.png"/><Relationship Id="rId7" Type="http://schemas.openxmlformats.org/officeDocument/2006/relationships/image" Target="../media/image130.png"/><Relationship Id="rId12" Type="http://schemas.openxmlformats.org/officeDocument/2006/relationships/customXml" Target="../ink/ink165.xml"/><Relationship Id="rId17" Type="http://schemas.openxmlformats.org/officeDocument/2006/relationships/image" Target="../media/image135.png"/><Relationship Id="rId25" Type="http://schemas.openxmlformats.org/officeDocument/2006/relationships/image" Target="../media/image139.png"/><Relationship Id="rId33" Type="http://schemas.openxmlformats.org/officeDocument/2006/relationships/image" Target="../media/image143.png"/><Relationship Id="rId38" Type="http://schemas.openxmlformats.org/officeDocument/2006/relationships/customXml" Target="../ink/ink178.xml"/><Relationship Id="rId46" Type="http://schemas.openxmlformats.org/officeDocument/2006/relationships/customXml" Target="../ink/ink182.xml"/><Relationship Id="rId2" Type="http://schemas.openxmlformats.org/officeDocument/2006/relationships/customXml" Target="../ink/ink160.xml"/><Relationship Id="rId16" Type="http://schemas.openxmlformats.org/officeDocument/2006/relationships/customXml" Target="../ink/ink167.xml"/><Relationship Id="rId20" Type="http://schemas.openxmlformats.org/officeDocument/2006/relationships/customXml" Target="../ink/ink169.xml"/><Relationship Id="rId29" Type="http://schemas.openxmlformats.org/officeDocument/2006/relationships/image" Target="../media/image141.png"/><Relationship Id="rId41" Type="http://schemas.openxmlformats.org/officeDocument/2006/relationships/image" Target="../media/image147.png"/><Relationship Id="rId54" Type="http://schemas.openxmlformats.org/officeDocument/2006/relationships/customXml" Target="../ink/ink1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2.xml"/><Relationship Id="rId11" Type="http://schemas.openxmlformats.org/officeDocument/2006/relationships/image" Target="../media/image132.png"/><Relationship Id="rId24" Type="http://schemas.openxmlformats.org/officeDocument/2006/relationships/customXml" Target="../ink/ink171.xml"/><Relationship Id="rId32" Type="http://schemas.openxmlformats.org/officeDocument/2006/relationships/customXml" Target="../ink/ink175.xml"/><Relationship Id="rId37" Type="http://schemas.openxmlformats.org/officeDocument/2006/relationships/image" Target="../media/image145.png"/><Relationship Id="rId40" Type="http://schemas.openxmlformats.org/officeDocument/2006/relationships/customXml" Target="../ink/ink179.xml"/><Relationship Id="rId45" Type="http://schemas.openxmlformats.org/officeDocument/2006/relationships/image" Target="../media/image149.png"/><Relationship Id="rId53" Type="http://schemas.openxmlformats.org/officeDocument/2006/relationships/image" Target="../media/image153.png"/><Relationship Id="rId5" Type="http://schemas.openxmlformats.org/officeDocument/2006/relationships/image" Target="../media/image129.png"/><Relationship Id="rId15" Type="http://schemas.openxmlformats.org/officeDocument/2006/relationships/image" Target="../media/image134.png"/><Relationship Id="rId23" Type="http://schemas.openxmlformats.org/officeDocument/2006/relationships/image" Target="../media/image138.png"/><Relationship Id="rId28" Type="http://schemas.openxmlformats.org/officeDocument/2006/relationships/customXml" Target="../ink/ink173.xml"/><Relationship Id="rId36" Type="http://schemas.openxmlformats.org/officeDocument/2006/relationships/customXml" Target="../ink/ink177.xml"/><Relationship Id="rId49" Type="http://schemas.openxmlformats.org/officeDocument/2006/relationships/image" Target="../media/image151.png"/><Relationship Id="rId57" Type="http://schemas.openxmlformats.org/officeDocument/2006/relationships/image" Target="../media/image155.png"/><Relationship Id="rId10" Type="http://schemas.openxmlformats.org/officeDocument/2006/relationships/customXml" Target="../ink/ink164.xml"/><Relationship Id="rId19" Type="http://schemas.openxmlformats.org/officeDocument/2006/relationships/image" Target="../media/image136.png"/><Relationship Id="rId31" Type="http://schemas.openxmlformats.org/officeDocument/2006/relationships/image" Target="../media/image142.png"/><Relationship Id="rId44" Type="http://schemas.openxmlformats.org/officeDocument/2006/relationships/customXml" Target="../ink/ink181.xml"/><Relationship Id="rId52" Type="http://schemas.openxmlformats.org/officeDocument/2006/relationships/customXml" Target="../ink/ink185.xml"/><Relationship Id="rId4" Type="http://schemas.openxmlformats.org/officeDocument/2006/relationships/customXml" Target="../ink/ink161.xml"/><Relationship Id="rId9" Type="http://schemas.openxmlformats.org/officeDocument/2006/relationships/image" Target="../media/image131.png"/><Relationship Id="rId14" Type="http://schemas.openxmlformats.org/officeDocument/2006/relationships/customXml" Target="../ink/ink166.xml"/><Relationship Id="rId22" Type="http://schemas.openxmlformats.org/officeDocument/2006/relationships/customXml" Target="../ink/ink170.xml"/><Relationship Id="rId27" Type="http://schemas.openxmlformats.org/officeDocument/2006/relationships/image" Target="../media/image140.png"/><Relationship Id="rId30" Type="http://schemas.openxmlformats.org/officeDocument/2006/relationships/customXml" Target="../ink/ink174.xml"/><Relationship Id="rId35" Type="http://schemas.openxmlformats.org/officeDocument/2006/relationships/image" Target="../media/image144.png"/><Relationship Id="rId43" Type="http://schemas.openxmlformats.org/officeDocument/2006/relationships/image" Target="../media/image148.png"/><Relationship Id="rId48" Type="http://schemas.openxmlformats.org/officeDocument/2006/relationships/customXml" Target="../ink/ink183.xml"/><Relationship Id="rId56" Type="http://schemas.openxmlformats.org/officeDocument/2006/relationships/customXml" Target="../ink/ink187.xml"/><Relationship Id="rId8" Type="http://schemas.openxmlformats.org/officeDocument/2006/relationships/customXml" Target="../ink/ink163.xml"/><Relationship Id="rId51" Type="http://schemas.openxmlformats.org/officeDocument/2006/relationships/image" Target="../media/image152.png"/><Relationship Id="rId3" Type="http://schemas.openxmlformats.org/officeDocument/2006/relationships/image" Target="../media/image1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3.png"/><Relationship Id="rId18" Type="http://schemas.openxmlformats.org/officeDocument/2006/relationships/customXml" Target="../ink/ink197.xml"/><Relationship Id="rId26" Type="http://schemas.openxmlformats.org/officeDocument/2006/relationships/customXml" Target="../ink/ink201.xml"/><Relationship Id="rId39" Type="http://schemas.openxmlformats.org/officeDocument/2006/relationships/image" Target="../media/image176.png"/><Relationship Id="rId21" Type="http://schemas.openxmlformats.org/officeDocument/2006/relationships/image" Target="../media/image167.png"/><Relationship Id="rId34" Type="http://schemas.openxmlformats.org/officeDocument/2006/relationships/customXml" Target="../ink/ink205.xml"/><Relationship Id="rId42" Type="http://schemas.openxmlformats.org/officeDocument/2006/relationships/customXml" Target="../ink/ink209.xml"/><Relationship Id="rId47" Type="http://schemas.openxmlformats.org/officeDocument/2006/relationships/image" Target="../media/image180.png"/><Relationship Id="rId50" Type="http://schemas.openxmlformats.org/officeDocument/2006/relationships/customXml" Target="../ink/ink213.xml"/><Relationship Id="rId55" Type="http://schemas.openxmlformats.org/officeDocument/2006/relationships/image" Target="../media/image184.png"/><Relationship Id="rId63" Type="http://schemas.openxmlformats.org/officeDocument/2006/relationships/image" Target="../media/image188.png"/><Relationship Id="rId68" Type="http://schemas.openxmlformats.org/officeDocument/2006/relationships/customXml" Target="../ink/ink222.xml"/><Relationship Id="rId76" Type="http://schemas.openxmlformats.org/officeDocument/2006/relationships/customXml" Target="../ink/ink226.xml"/><Relationship Id="rId7" Type="http://schemas.openxmlformats.org/officeDocument/2006/relationships/image" Target="../media/image160.png"/><Relationship Id="rId71" Type="http://schemas.openxmlformats.org/officeDocument/2006/relationships/image" Target="../media/image192.png"/><Relationship Id="rId2" Type="http://schemas.openxmlformats.org/officeDocument/2006/relationships/customXml" Target="../ink/ink189.xml"/><Relationship Id="rId16" Type="http://schemas.openxmlformats.org/officeDocument/2006/relationships/customXml" Target="../ink/ink196.xml"/><Relationship Id="rId29" Type="http://schemas.openxmlformats.org/officeDocument/2006/relationships/image" Target="../media/image171.png"/><Relationship Id="rId11" Type="http://schemas.openxmlformats.org/officeDocument/2006/relationships/image" Target="../media/image162.png"/><Relationship Id="rId24" Type="http://schemas.openxmlformats.org/officeDocument/2006/relationships/customXml" Target="../ink/ink200.xml"/><Relationship Id="rId32" Type="http://schemas.openxmlformats.org/officeDocument/2006/relationships/customXml" Target="../ink/ink204.xml"/><Relationship Id="rId37" Type="http://schemas.openxmlformats.org/officeDocument/2006/relationships/image" Target="../media/image175.png"/><Relationship Id="rId40" Type="http://schemas.openxmlformats.org/officeDocument/2006/relationships/customXml" Target="../ink/ink208.xml"/><Relationship Id="rId45" Type="http://schemas.openxmlformats.org/officeDocument/2006/relationships/image" Target="../media/image179.png"/><Relationship Id="rId53" Type="http://schemas.openxmlformats.org/officeDocument/2006/relationships/image" Target="../media/image183.png"/><Relationship Id="rId58" Type="http://schemas.openxmlformats.org/officeDocument/2006/relationships/customXml" Target="../ink/ink217.xml"/><Relationship Id="rId66" Type="http://schemas.openxmlformats.org/officeDocument/2006/relationships/customXml" Target="../ink/ink221.xml"/><Relationship Id="rId74" Type="http://schemas.openxmlformats.org/officeDocument/2006/relationships/customXml" Target="../ink/ink225.xml"/><Relationship Id="rId5" Type="http://schemas.openxmlformats.org/officeDocument/2006/relationships/image" Target="../media/image159.png"/><Relationship Id="rId15" Type="http://schemas.openxmlformats.org/officeDocument/2006/relationships/image" Target="../media/image164.png"/><Relationship Id="rId23" Type="http://schemas.openxmlformats.org/officeDocument/2006/relationships/image" Target="../media/image168.png"/><Relationship Id="rId28" Type="http://schemas.openxmlformats.org/officeDocument/2006/relationships/customXml" Target="../ink/ink202.xml"/><Relationship Id="rId36" Type="http://schemas.openxmlformats.org/officeDocument/2006/relationships/customXml" Target="../ink/ink206.xml"/><Relationship Id="rId49" Type="http://schemas.openxmlformats.org/officeDocument/2006/relationships/image" Target="../media/image181.png"/><Relationship Id="rId57" Type="http://schemas.openxmlformats.org/officeDocument/2006/relationships/image" Target="../media/image185.png"/><Relationship Id="rId61" Type="http://schemas.openxmlformats.org/officeDocument/2006/relationships/image" Target="../media/image187.png"/><Relationship Id="rId10" Type="http://schemas.openxmlformats.org/officeDocument/2006/relationships/customXml" Target="../ink/ink193.xml"/><Relationship Id="rId19" Type="http://schemas.openxmlformats.org/officeDocument/2006/relationships/image" Target="../media/image166.png"/><Relationship Id="rId31" Type="http://schemas.openxmlformats.org/officeDocument/2006/relationships/image" Target="../media/image172.png"/><Relationship Id="rId44" Type="http://schemas.openxmlformats.org/officeDocument/2006/relationships/customXml" Target="../ink/ink210.xml"/><Relationship Id="rId52" Type="http://schemas.openxmlformats.org/officeDocument/2006/relationships/customXml" Target="../ink/ink214.xml"/><Relationship Id="rId60" Type="http://schemas.openxmlformats.org/officeDocument/2006/relationships/customXml" Target="../ink/ink218.xml"/><Relationship Id="rId65" Type="http://schemas.openxmlformats.org/officeDocument/2006/relationships/image" Target="../media/image189.png"/><Relationship Id="rId73" Type="http://schemas.openxmlformats.org/officeDocument/2006/relationships/image" Target="../media/image193.png"/><Relationship Id="rId4" Type="http://schemas.openxmlformats.org/officeDocument/2006/relationships/customXml" Target="../ink/ink190.xml"/><Relationship Id="rId9" Type="http://schemas.openxmlformats.org/officeDocument/2006/relationships/image" Target="../media/image161.png"/><Relationship Id="rId14" Type="http://schemas.openxmlformats.org/officeDocument/2006/relationships/customXml" Target="../ink/ink195.xml"/><Relationship Id="rId22" Type="http://schemas.openxmlformats.org/officeDocument/2006/relationships/customXml" Target="../ink/ink199.xml"/><Relationship Id="rId27" Type="http://schemas.openxmlformats.org/officeDocument/2006/relationships/image" Target="../media/image170.png"/><Relationship Id="rId30" Type="http://schemas.openxmlformats.org/officeDocument/2006/relationships/customXml" Target="../ink/ink203.xml"/><Relationship Id="rId35" Type="http://schemas.openxmlformats.org/officeDocument/2006/relationships/image" Target="../media/image174.png"/><Relationship Id="rId43" Type="http://schemas.openxmlformats.org/officeDocument/2006/relationships/image" Target="../media/image178.png"/><Relationship Id="rId48" Type="http://schemas.openxmlformats.org/officeDocument/2006/relationships/customXml" Target="../ink/ink212.xml"/><Relationship Id="rId56" Type="http://schemas.openxmlformats.org/officeDocument/2006/relationships/customXml" Target="../ink/ink216.xml"/><Relationship Id="rId64" Type="http://schemas.openxmlformats.org/officeDocument/2006/relationships/customXml" Target="../ink/ink220.xml"/><Relationship Id="rId69" Type="http://schemas.openxmlformats.org/officeDocument/2006/relationships/image" Target="../media/image191.png"/><Relationship Id="rId77" Type="http://schemas.openxmlformats.org/officeDocument/2006/relationships/image" Target="../media/image195.png"/><Relationship Id="rId8" Type="http://schemas.openxmlformats.org/officeDocument/2006/relationships/customXml" Target="../ink/ink192.xml"/><Relationship Id="rId51" Type="http://schemas.openxmlformats.org/officeDocument/2006/relationships/image" Target="../media/image182.png"/><Relationship Id="rId72" Type="http://schemas.openxmlformats.org/officeDocument/2006/relationships/customXml" Target="../ink/ink224.xml"/><Relationship Id="rId3" Type="http://schemas.openxmlformats.org/officeDocument/2006/relationships/image" Target="../media/image158.png"/><Relationship Id="rId12" Type="http://schemas.openxmlformats.org/officeDocument/2006/relationships/customXml" Target="../ink/ink194.xml"/><Relationship Id="rId17" Type="http://schemas.openxmlformats.org/officeDocument/2006/relationships/image" Target="../media/image165.png"/><Relationship Id="rId25" Type="http://schemas.openxmlformats.org/officeDocument/2006/relationships/image" Target="../media/image169.png"/><Relationship Id="rId33" Type="http://schemas.openxmlformats.org/officeDocument/2006/relationships/image" Target="../media/image173.png"/><Relationship Id="rId38" Type="http://schemas.openxmlformats.org/officeDocument/2006/relationships/customXml" Target="../ink/ink207.xml"/><Relationship Id="rId46" Type="http://schemas.openxmlformats.org/officeDocument/2006/relationships/customXml" Target="../ink/ink211.xml"/><Relationship Id="rId59" Type="http://schemas.openxmlformats.org/officeDocument/2006/relationships/image" Target="../media/image186.png"/><Relationship Id="rId67" Type="http://schemas.openxmlformats.org/officeDocument/2006/relationships/image" Target="../media/image190.png"/><Relationship Id="rId20" Type="http://schemas.openxmlformats.org/officeDocument/2006/relationships/customXml" Target="../ink/ink198.xml"/><Relationship Id="rId41" Type="http://schemas.openxmlformats.org/officeDocument/2006/relationships/image" Target="../media/image177.png"/><Relationship Id="rId54" Type="http://schemas.openxmlformats.org/officeDocument/2006/relationships/customXml" Target="../ink/ink215.xml"/><Relationship Id="rId62" Type="http://schemas.openxmlformats.org/officeDocument/2006/relationships/customXml" Target="../ink/ink219.xml"/><Relationship Id="rId70" Type="http://schemas.openxmlformats.org/officeDocument/2006/relationships/customXml" Target="../ink/ink223.xml"/><Relationship Id="rId75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199.png"/><Relationship Id="rId2" Type="http://schemas.openxmlformats.org/officeDocument/2006/relationships/customXml" Target="../ink/ink2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9.xml"/><Relationship Id="rId5" Type="http://schemas.openxmlformats.org/officeDocument/2006/relationships/image" Target="../media/image198.png"/><Relationship Id="rId4" Type="http://schemas.openxmlformats.org/officeDocument/2006/relationships/customXml" Target="../ink/ink228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35.xml"/><Relationship Id="rId18" Type="http://schemas.openxmlformats.org/officeDocument/2006/relationships/image" Target="../media/image208.png"/><Relationship Id="rId26" Type="http://schemas.openxmlformats.org/officeDocument/2006/relationships/image" Target="../media/image212.png"/><Relationship Id="rId39" Type="http://schemas.openxmlformats.org/officeDocument/2006/relationships/customXml" Target="../ink/ink248.xml"/><Relationship Id="rId21" Type="http://schemas.openxmlformats.org/officeDocument/2006/relationships/customXml" Target="../ink/ink239.xml"/><Relationship Id="rId34" Type="http://schemas.openxmlformats.org/officeDocument/2006/relationships/image" Target="../media/image216.png"/><Relationship Id="rId42" Type="http://schemas.openxmlformats.org/officeDocument/2006/relationships/image" Target="../media/image220.png"/><Relationship Id="rId47" Type="http://schemas.openxmlformats.org/officeDocument/2006/relationships/customXml" Target="../ink/ink252.xml"/><Relationship Id="rId50" Type="http://schemas.openxmlformats.org/officeDocument/2006/relationships/image" Target="../media/image224.png"/><Relationship Id="rId55" Type="http://schemas.openxmlformats.org/officeDocument/2006/relationships/customXml" Target="../ink/ink256.xml"/><Relationship Id="rId63" Type="http://schemas.openxmlformats.org/officeDocument/2006/relationships/customXml" Target="../ink/ink260.xml"/><Relationship Id="rId68" Type="http://schemas.openxmlformats.org/officeDocument/2006/relationships/image" Target="../media/image233.png"/><Relationship Id="rId76" Type="http://schemas.openxmlformats.org/officeDocument/2006/relationships/image" Target="../media/image237.png"/><Relationship Id="rId84" Type="http://schemas.openxmlformats.org/officeDocument/2006/relationships/image" Target="../media/image241.png"/><Relationship Id="rId89" Type="http://schemas.openxmlformats.org/officeDocument/2006/relationships/customXml" Target="../ink/ink273.xml"/><Relationship Id="rId7" Type="http://schemas.openxmlformats.org/officeDocument/2006/relationships/customXml" Target="../ink/ink232.xml"/><Relationship Id="rId71" Type="http://schemas.openxmlformats.org/officeDocument/2006/relationships/customXml" Target="../ink/ink264.xml"/><Relationship Id="rId2" Type="http://schemas.openxmlformats.org/officeDocument/2006/relationships/image" Target="../media/image157.jpeg"/><Relationship Id="rId16" Type="http://schemas.openxmlformats.org/officeDocument/2006/relationships/image" Target="../media/image207.png"/><Relationship Id="rId29" Type="http://schemas.openxmlformats.org/officeDocument/2006/relationships/customXml" Target="../ink/ink243.xml"/><Relationship Id="rId11" Type="http://schemas.openxmlformats.org/officeDocument/2006/relationships/customXml" Target="../ink/ink234.xml"/><Relationship Id="rId24" Type="http://schemas.openxmlformats.org/officeDocument/2006/relationships/image" Target="../media/image211.png"/><Relationship Id="rId32" Type="http://schemas.openxmlformats.org/officeDocument/2006/relationships/image" Target="../media/image215.png"/><Relationship Id="rId37" Type="http://schemas.openxmlformats.org/officeDocument/2006/relationships/customXml" Target="../ink/ink247.xml"/><Relationship Id="rId40" Type="http://schemas.openxmlformats.org/officeDocument/2006/relationships/image" Target="../media/image219.png"/><Relationship Id="rId45" Type="http://schemas.openxmlformats.org/officeDocument/2006/relationships/customXml" Target="../ink/ink251.xml"/><Relationship Id="rId53" Type="http://schemas.openxmlformats.org/officeDocument/2006/relationships/customXml" Target="../ink/ink255.xml"/><Relationship Id="rId58" Type="http://schemas.openxmlformats.org/officeDocument/2006/relationships/image" Target="../media/image228.png"/><Relationship Id="rId66" Type="http://schemas.openxmlformats.org/officeDocument/2006/relationships/image" Target="../media/image232.png"/><Relationship Id="rId74" Type="http://schemas.openxmlformats.org/officeDocument/2006/relationships/image" Target="../media/image236.png"/><Relationship Id="rId79" Type="http://schemas.openxmlformats.org/officeDocument/2006/relationships/customXml" Target="../ink/ink268.xml"/><Relationship Id="rId87" Type="http://schemas.openxmlformats.org/officeDocument/2006/relationships/customXml" Target="../ink/ink272.xml"/><Relationship Id="rId5" Type="http://schemas.openxmlformats.org/officeDocument/2006/relationships/customXml" Target="../ink/ink231.xml"/><Relationship Id="rId61" Type="http://schemas.openxmlformats.org/officeDocument/2006/relationships/customXml" Target="../ink/ink259.xml"/><Relationship Id="rId82" Type="http://schemas.openxmlformats.org/officeDocument/2006/relationships/image" Target="../media/image240.png"/><Relationship Id="rId90" Type="http://schemas.openxmlformats.org/officeDocument/2006/relationships/image" Target="../media/image244.png"/><Relationship Id="rId19" Type="http://schemas.openxmlformats.org/officeDocument/2006/relationships/customXml" Target="../ink/ink238.xml"/><Relationship Id="rId4" Type="http://schemas.openxmlformats.org/officeDocument/2006/relationships/image" Target="../media/image201.png"/><Relationship Id="rId9" Type="http://schemas.openxmlformats.org/officeDocument/2006/relationships/customXml" Target="../ink/ink233.xml"/><Relationship Id="rId14" Type="http://schemas.openxmlformats.org/officeDocument/2006/relationships/image" Target="../media/image206.png"/><Relationship Id="rId22" Type="http://schemas.openxmlformats.org/officeDocument/2006/relationships/image" Target="../media/image210.png"/><Relationship Id="rId27" Type="http://schemas.openxmlformats.org/officeDocument/2006/relationships/customXml" Target="../ink/ink242.xml"/><Relationship Id="rId30" Type="http://schemas.openxmlformats.org/officeDocument/2006/relationships/image" Target="../media/image214.png"/><Relationship Id="rId35" Type="http://schemas.openxmlformats.org/officeDocument/2006/relationships/customXml" Target="../ink/ink246.xml"/><Relationship Id="rId43" Type="http://schemas.openxmlformats.org/officeDocument/2006/relationships/customXml" Target="../ink/ink250.xml"/><Relationship Id="rId48" Type="http://schemas.openxmlformats.org/officeDocument/2006/relationships/image" Target="../media/image223.png"/><Relationship Id="rId56" Type="http://schemas.openxmlformats.org/officeDocument/2006/relationships/image" Target="../media/image227.png"/><Relationship Id="rId64" Type="http://schemas.openxmlformats.org/officeDocument/2006/relationships/image" Target="../media/image231.png"/><Relationship Id="rId69" Type="http://schemas.openxmlformats.org/officeDocument/2006/relationships/customXml" Target="../ink/ink263.xml"/><Relationship Id="rId77" Type="http://schemas.openxmlformats.org/officeDocument/2006/relationships/customXml" Target="../ink/ink267.xml"/><Relationship Id="rId8" Type="http://schemas.openxmlformats.org/officeDocument/2006/relationships/image" Target="../media/image203.png"/><Relationship Id="rId51" Type="http://schemas.openxmlformats.org/officeDocument/2006/relationships/customXml" Target="../ink/ink254.xml"/><Relationship Id="rId72" Type="http://schemas.openxmlformats.org/officeDocument/2006/relationships/image" Target="../media/image235.png"/><Relationship Id="rId80" Type="http://schemas.openxmlformats.org/officeDocument/2006/relationships/image" Target="../media/image239.png"/><Relationship Id="rId85" Type="http://schemas.openxmlformats.org/officeDocument/2006/relationships/customXml" Target="../ink/ink271.xml"/><Relationship Id="rId3" Type="http://schemas.openxmlformats.org/officeDocument/2006/relationships/customXml" Target="../ink/ink230.xml"/><Relationship Id="rId12" Type="http://schemas.openxmlformats.org/officeDocument/2006/relationships/image" Target="../media/image205.png"/><Relationship Id="rId17" Type="http://schemas.openxmlformats.org/officeDocument/2006/relationships/customXml" Target="../ink/ink237.xml"/><Relationship Id="rId25" Type="http://schemas.openxmlformats.org/officeDocument/2006/relationships/customXml" Target="../ink/ink241.xml"/><Relationship Id="rId33" Type="http://schemas.openxmlformats.org/officeDocument/2006/relationships/customXml" Target="../ink/ink245.xml"/><Relationship Id="rId38" Type="http://schemas.openxmlformats.org/officeDocument/2006/relationships/image" Target="../media/image218.png"/><Relationship Id="rId46" Type="http://schemas.openxmlformats.org/officeDocument/2006/relationships/image" Target="../media/image222.png"/><Relationship Id="rId59" Type="http://schemas.openxmlformats.org/officeDocument/2006/relationships/customXml" Target="../ink/ink258.xml"/><Relationship Id="rId67" Type="http://schemas.openxmlformats.org/officeDocument/2006/relationships/customXml" Target="../ink/ink262.xml"/><Relationship Id="rId20" Type="http://schemas.openxmlformats.org/officeDocument/2006/relationships/image" Target="../media/image209.png"/><Relationship Id="rId41" Type="http://schemas.openxmlformats.org/officeDocument/2006/relationships/customXml" Target="../ink/ink249.xml"/><Relationship Id="rId54" Type="http://schemas.openxmlformats.org/officeDocument/2006/relationships/image" Target="../media/image226.png"/><Relationship Id="rId62" Type="http://schemas.openxmlformats.org/officeDocument/2006/relationships/image" Target="../media/image230.png"/><Relationship Id="rId70" Type="http://schemas.openxmlformats.org/officeDocument/2006/relationships/image" Target="../media/image234.png"/><Relationship Id="rId75" Type="http://schemas.openxmlformats.org/officeDocument/2006/relationships/customXml" Target="../ink/ink266.xml"/><Relationship Id="rId83" Type="http://schemas.openxmlformats.org/officeDocument/2006/relationships/customXml" Target="../ink/ink270.xml"/><Relationship Id="rId88" Type="http://schemas.openxmlformats.org/officeDocument/2006/relationships/image" Target="../media/image2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2.png"/><Relationship Id="rId15" Type="http://schemas.openxmlformats.org/officeDocument/2006/relationships/customXml" Target="../ink/ink236.xml"/><Relationship Id="rId23" Type="http://schemas.openxmlformats.org/officeDocument/2006/relationships/customXml" Target="../ink/ink240.xml"/><Relationship Id="rId28" Type="http://schemas.openxmlformats.org/officeDocument/2006/relationships/image" Target="../media/image213.png"/><Relationship Id="rId36" Type="http://schemas.openxmlformats.org/officeDocument/2006/relationships/image" Target="../media/image217.png"/><Relationship Id="rId49" Type="http://schemas.openxmlformats.org/officeDocument/2006/relationships/customXml" Target="../ink/ink253.xml"/><Relationship Id="rId57" Type="http://schemas.openxmlformats.org/officeDocument/2006/relationships/customXml" Target="../ink/ink257.xml"/><Relationship Id="rId10" Type="http://schemas.openxmlformats.org/officeDocument/2006/relationships/image" Target="../media/image204.png"/><Relationship Id="rId31" Type="http://schemas.openxmlformats.org/officeDocument/2006/relationships/customXml" Target="../ink/ink244.xml"/><Relationship Id="rId44" Type="http://schemas.openxmlformats.org/officeDocument/2006/relationships/image" Target="../media/image221.png"/><Relationship Id="rId52" Type="http://schemas.openxmlformats.org/officeDocument/2006/relationships/image" Target="../media/image225.png"/><Relationship Id="rId60" Type="http://schemas.openxmlformats.org/officeDocument/2006/relationships/image" Target="../media/image229.png"/><Relationship Id="rId65" Type="http://schemas.openxmlformats.org/officeDocument/2006/relationships/customXml" Target="../ink/ink261.xml"/><Relationship Id="rId73" Type="http://schemas.openxmlformats.org/officeDocument/2006/relationships/customXml" Target="../ink/ink265.xml"/><Relationship Id="rId78" Type="http://schemas.openxmlformats.org/officeDocument/2006/relationships/image" Target="../media/image238.png"/><Relationship Id="rId81" Type="http://schemas.openxmlformats.org/officeDocument/2006/relationships/customXml" Target="../ink/ink269.xml"/><Relationship Id="rId86" Type="http://schemas.openxmlformats.org/officeDocument/2006/relationships/image" Target="../media/image2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customXml" Target="../ink/ink279.xml"/><Relationship Id="rId18" Type="http://schemas.openxmlformats.org/officeDocument/2006/relationships/image" Target="../media/image253.png"/><Relationship Id="rId3" Type="http://schemas.openxmlformats.org/officeDocument/2006/relationships/customXml" Target="../ink/ink274.xml"/><Relationship Id="rId21" Type="http://schemas.openxmlformats.org/officeDocument/2006/relationships/customXml" Target="../ink/ink283.xml"/><Relationship Id="rId7" Type="http://schemas.openxmlformats.org/officeDocument/2006/relationships/customXml" Target="../ink/ink276.xml"/><Relationship Id="rId12" Type="http://schemas.openxmlformats.org/officeDocument/2006/relationships/image" Target="../media/image250.png"/><Relationship Id="rId17" Type="http://schemas.openxmlformats.org/officeDocument/2006/relationships/customXml" Target="../ink/ink281.xml"/><Relationship Id="rId2" Type="http://schemas.openxmlformats.org/officeDocument/2006/relationships/image" Target="../media/image196.png"/><Relationship Id="rId16" Type="http://schemas.openxmlformats.org/officeDocument/2006/relationships/image" Target="../media/image252.png"/><Relationship Id="rId20" Type="http://schemas.openxmlformats.org/officeDocument/2006/relationships/image" Target="../media/image2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7.png"/><Relationship Id="rId11" Type="http://schemas.openxmlformats.org/officeDocument/2006/relationships/customXml" Target="../ink/ink278.xml"/><Relationship Id="rId5" Type="http://schemas.openxmlformats.org/officeDocument/2006/relationships/customXml" Target="../ink/ink275.xml"/><Relationship Id="rId15" Type="http://schemas.openxmlformats.org/officeDocument/2006/relationships/customXml" Target="../ink/ink280.xml"/><Relationship Id="rId10" Type="http://schemas.openxmlformats.org/officeDocument/2006/relationships/image" Target="../media/image249.png"/><Relationship Id="rId19" Type="http://schemas.openxmlformats.org/officeDocument/2006/relationships/customXml" Target="../ink/ink282.xml"/><Relationship Id="rId4" Type="http://schemas.openxmlformats.org/officeDocument/2006/relationships/image" Target="../media/image246.png"/><Relationship Id="rId9" Type="http://schemas.openxmlformats.org/officeDocument/2006/relationships/customXml" Target="../ink/ink277.xml"/><Relationship Id="rId14" Type="http://schemas.openxmlformats.org/officeDocument/2006/relationships/image" Target="../media/image251.png"/><Relationship Id="rId22" Type="http://schemas.openxmlformats.org/officeDocument/2006/relationships/image" Target="../media/image25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4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7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97.xml"/><Relationship Id="rId117" Type="http://schemas.openxmlformats.org/officeDocument/2006/relationships/image" Target="../media/image315.png"/><Relationship Id="rId21" Type="http://schemas.openxmlformats.org/officeDocument/2006/relationships/image" Target="../media/image267.png"/><Relationship Id="rId42" Type="http://schemas.openxmlformats.org/officeDocument/2006/relationships/customXml" Target="../ink/ink305.xml"/><Relationship Id="rId47" Type="http://schemas.openxmlformats.org/officeDocument/2006/relationships/image" Target="../media/image280.png"/><Relationship Id="rId63" Type="http://schemas.openxmlformats.org/officeDocument/2006/relationships/image" Target="../media/image288.png"/><Relationship Id="rId68" Type="http://schemas.openxmlformats.org/officeDocument/2006/relationships/customXml" Target="../ink/ink318.xml"/><Relationship Id="rId84" Type="http://schemas.openxmlformats.org/officeDocument/2006/relationships/customXml" Target="../ink/ink326.xml"/><Relationship Id="rId89" Type="http://schemas.openxmlformats.org/officeDocument/2006/relationships/image" Target="../media/image301.png"/><Relationship Id="rId112" Type="http://schemas.openxmlformats.org/officeDocument/2006/relationships/customXml" Target="../ink/ink340.xml"/><Relationship Id="rId133" Type="http://schemas.openxmlformats.org/officeDocument/2006/relationships/image" Target="../media/image323.png"/><Relationship Id="rId138" Type="http://schemas.openxmlformats.org/officeDocument/2006/relationships/customXml" Target="../ink/ink353.xml"/><Relationship Id="rId154" Type="http://schemas.openxmlformats.org/officeDocument/2006/relationships/customXml" Target="../ink/ink361.xml"/><Relationship Id="rId159" Type="http://schemas.openxmlformats.org/officeDocument/2006/relationships/image" Target="../media/image336.png"/><Relationship Id="rId170" Type="http://schemas.openxmlformats.org/officeDocument/2006/relationships/customXml" Target="../ink/ink369.xml"/><Relationship Id="rId16" Type="http://schemas.openxmlformats.org/officeDocument/2006/relationships/customXml" Target="../ink/ink292.xml"/><Relationship Id="rId107" Type="http://schemas.openxmlformats.org/officeDocument/2006/relationships/image" Target="../media/image310.png"/><Relationship Id="rId11" Type="http://schemas.openxmlformats.org/officeDocument/2006/relationships/image" Target="../media/image262.png"/><Relationship Id="rId32" Type="http://schemas.openxmlformats.org/officeDocument/2006/relationships/customXml" Target="../ink/ink300.xml"/><Relationship Id="rId37" Type="http://schemas.openxmlformats.org/officeDocument/2006/relationships/image" Target="../media/image275.png"/><Relationship Id="rId53" Type="http://schemas.openxmlformats.org/officeDocument/2006/relationships/image" Target="../media/image283.png"/><Relationship Id="rId58" Type="http://schemas.openxmlformats.org/officeDocument/2006/relationships/customXml" Target="../ink/ink313.xml"/><Relationship Id="rId74" Type="http://schemas.openxmlformats.org/officeDocument/2006/relationships/customXml" Target="../ink/ink321.xml"/><Relationship Id="rId79" Type="http://schemas.openxmlformats.org/officeDocument/2006/relationships/image" Target="../media/image296.png"/><Relationship Id="rId102" Type="http://schemas.openxmlformats.org/officeDocument/2006/relationships/customXml" Target="../ink/ink335.xml"/><Relationship Id="rId123" Type="http://schemas.openxmlformats.org/officeDocument/2006/relationships/image" Target="../media/image318.png"/><Relationship Id="rId128" Type="http://schemas.openxmlformats.org/officeDocument/2006/relationships/customXml" Target="../ink/ink348.xml"/><Relationship Id="rId144" Type="http://schemas.openxmlformats.org/officeDocument/2006/relationships/customXml" Target="../ink/ink356.xml"/><Relationship Id="rId149" Type="http://schemas.openxmlformats.org/officeDocument/2006/relationships/image" Target="../media/image331.png"/><Relationship Id="rId5" Type="http://schemas.openxmlformats.org/officeDocument/2006/relationships/image" Target="../media/image259.png"/><Relationship Id="rId90" Type="http://schemas.openxmlformats.org/officeDocument/2006/relationships/customXml" Target="../ink/ink329.xml"/><Relationship Id="rId95" Type="http://schemas.openxmlformats.org/officeDocument/2006/relationships/image" Target="../media/image304.png"/><Relationship Id="rId160" Type="http://schemas.openxmlformats.org/officeDocument/2006/relationships/customXml" Target="../ink/ink364.xml"/><Relationship Id="rId165" Type="http://schemas.openxmlformats.org/officeDocument/2006/relationships/image" Target="../media/image339.png"/><Relationship Id="rId22" Type="http://schemas.openxmlformats.org/officeDocument/2006/relationships/customXml" Target="../ink/ink295.xml"/><Relationship Id="rId27" Type="http://schemas.openxmlformats.org/officeDocument/2006/relationships/image" Target="../media/image270.png"/><Relationship Id="rId43" Type="http://schemas.openxmlformats.org/officeDocument/2006/relationships/image" Target="../media/image278.png"/><Relationship Id="rId48" Type="http://schemas.openxmlformats.org/officeDocument/2006/relationships/customXml" Target="../ink/ink308.xml"/><Relationship Id="rId64" Type="http://schemas.openxmlformats.org/officeDocument/2006/relationships/customXml" Target="../ink/ink316.xml"/><Relationship Id="rId69" Type="http://schemas.openxmlformats.org/officeDocument/2006/relationships/image" Target="../media/image291.png"/><Relationship Id="rId113" Type="http://schemas.openxmlformats.org/officeDocument/2006/relationships/image" Target="../media/image313.png"/><Relationship Id="rId118" Type="http://schemas.openxmlformats.org/officeDocument/2006/relationships/customXml" Target="../ink/ink343.xml"/><Relationship Id="rId134" Type="http://schemas.openxmlformats.org/officeDocument/2006/relationships/customXml" Target="../ink/ink351.xml"/><Relationship Id="rId139" Type="http://schemas.openxmlformats.org/officeDocument/2006/relationships/image" Target="../media/image326.png"/><Relationship Id="rId80" Type="http://schemas.openxmlformats.org/officeDocument/2006/relationships/customXml" Target="../ink/ink324.xml"/><Relationship Id="rId85" Type="http://schemas.openxmlformats.org/officeDocument/2006/relationships/image" Target="../media/image299.png"/><Relationship Id="rId150" Type="http://schemas.openxmlformats.org/officeDocument/2006/relationships/customXml" Target="../ink/ink359.xml"/><Relationship Id="rId155" Type="http://schemas.openxmlformats.org/officeDocument/2006/relationships/image" Target="../media/image334.png"/><Relationship Id="rId171" Type="http://schemas.openxmlformats.org/officeDocument/2006/relationships/image" Target="../media/image342.png"/><Relationship Id="rId12" Type="http://schemas.openxmlformats.org/officeDocument/2006/relationships/customXml" Target="../ink/ink290.xml"/><Relationship Id="rId17" Type="http://schemas.openxmlformats.org/officeDocument/2006/relationships/image" Target="../media/image265.png"/><Relationship Id="rId33" Type="http://schemas.openxmlformats.org/officeDocument/2006/relationships/image" Target="../media/image273.png"/><Relationship Id="rId38" Type="http://schemas.openxmlformats.org/officeDocument/2006/relationships/customXml" Target="../ink/ink303.xml"/><Relationship Id="rId59" Type="http://schemas.openxmlformats.org/officeDocument/2006/relationships/image" Target="../media/image286.png"/><Relationship Id="rId103" Type="http://schemas.openxmlformats.org/officeDocument/2006/relationships/image" Target="../media/image308.png"/><Relationship Id="rId108" Type="http://schemas.openxmlformats.org/officeDocument/2006/relationships/customXml" Target="../ink/ink338.xml"/><Relationship Id="rId124" Type="http://schemas.openxmlformats.org/officeDocument/2006/relationships/customXml" Target="../ink/ink346.xml"/><Relationship Id="rId129" Type="http://schemas.openxmlformats.org/officeDocument/2006/relationships/image" Target="../media/image321.png"/><Relationship Id="rId54" Type="http://schemas.openxmlformats.org/officeDocument/2006/relationships/customXml" Target="../ink/ink311.xml"/><Relationship Id="rId70" Type="http://schemas.openxmlformats.org/officeDocument/2006/relationships/customXml" Target="../ink/ink319.xml"/><Relationship Id="rId75" Type="http://schemas.openxmlformats.org/officeDocument/2006/relationships/image" Target="../media/image294.png"/><Relationship Id="rId91" Type="http://schemas.openxmlformats.org/officeDocument/2006/relationships/image" Target="../media/image302.png"/><Relationship Id="rId96" Type="http://schemas.openxmlformats.org/officeDocument/2006/relationships/customXml" Target="../ink/ink332.xml"/><Relationship Id="rId140" Type="http://schemas.openxmlformats.org/officeDocument/2006/relationships/customXml" Target="../ink/ink354.xml"/><Relationship Id="rId145" Type="http://schemas.openxmlformats.org/officeDocument/2006/relationships/image" Target="../media/image329.png"/><Relationship Id="rId161" Type="http://schemas.openxmlformats.org/officeDocument/2006/relationships/image" Target="../media/image337.png"/><Relationship Id="rId166" Type="http://schemas.openxmlformats.org/officeDocument/2006/relationships/customXml" Target="../ink/ink36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87.xml"/><Relationship Id="rId15" Type="http://schemas.openxmlformats.org/officeDocument/2006/relationships/image" Target="../media/image264.png"/><Relationship Id="rId23" Type="http://schemas.openxmlformats.org/officeDocument/2006/relationships/image" Target="../media/image268.png"/><Relationship Id="rId28" Type="http://schemas.openxmlformats.org/officeDocument/2006/relationships/customXml" Target="../ink/ink298.xml"/><Relationship Id="rId36" Type="http://schemas.openxmlformats.org/officeDocument/2006/relationships/customXml" Target="../ink/ink302.xml"/><Relationship Id="rId49" Type="http://schemas.openxmlformats.org/officeDocument/2006/relationships/image" Target="../media/image281.png"/><Relationship Id="rId57" Type="http://schemas.openxmlformats.org/officeDocument/2006/relationships/image" Target="../media/image285.png"/><Relationship Id="rId106" Type="http://schemas.openxmlformats.org/officeDocument/2006/relationships/customXml" Target="../ink/ink337.xml"/><Relationship Id="rId114" Type="http://schemas.openxmlformats.org/officeDocument/2006/relationships/customXml" Target="../ink/ink341.xml"/><Relationship Id="rId119" Type="http://schemas.openxmlformats.org/officeDocument/2006/relationships/image" Target="../media/image316.png"/><Relationship Id="rId127" Type="http://schemas.openxmlformats.org/officeDocument/2006/relationships/image" Target="../media/image320.png"/><Relationship Id="rId10" Type="http://schemas.openxmlformats.org/officeDocument/2006/relationships/customXml" Target="../ink/ink289.xml"/><Relationship Id="rId31" Type="http://schemas.openxmlformats.org/officeDocument/2006/relationships/image" Target="../media/image272.png"/><Relationship Id="rId44" Type="http://schemas.openxmlformats.org/officeDocument/2006/relationships/customXml" Target="../ink/ink306.xml"/><Relationship Id="rId52" Type="http://schemas.openxmlformats.org/officeDocument/2006/relationships/customXml" Target="../ink/ink310.xml"/><Relationship Id="rId60" Type="http://schemas.openxmlformats.org/officeDocument/2006/relationships/customXml" Target="../ink/ink314.xml"/><Relationship Id="rId65" Type="http://schemas.openxmlformats.org/officeDocument/2006/relationships/image" Target="../media/image289.png"/><Relationship Id="rId73" Type="http://schemas.openxmlformats.org/officeDocument/2006/relationships/image" Target="../media/image293.png"/><Relationship Id="rId78" Type="http://schemas.openxmlformats.org/officeDocument/2006/relationships/customXml" Target="../ink/ink323.xml"/><Relationship Id="rId81" Type="http://schemas.openxmlformats.org/officeDocument/2006/relationships/image" Target="../media/image297.png"/><Relationship Id="rId86" Type="http://schemas.openxmlformats.org/officeDocument/2006/relationships/customXml" Target="../ink/ink327.xml"/><Relationship Id="rId94" Type="http://schemas.openxmlformats.org/officeDocument/2006/relationships/customXml" Target="../ink/ink331.xml"/><Relationship Id="rId99" Type="http://schemas.openxmlformats.org/officeDocument/2006/relationships/image" Target="../media/image306.png"/><Relationship Id="rId101" Type="http://schemas.openxmlformats.org/officeDocument/2006/relationships/image" Target="../media/image307.png"/><Relationship Id="rId122" Type="http://schemas.openxmlformats.org/officeDocument/2006/relationships/customXml" Target="../ink/ink345.xml"/><Relationship Id="rId130" Type="http://schemas.openxmlformats.org/officeDocument/2006/relationships/customXml" Target="../ink/ink349.xml"/><Relationship Id="rId135" Type="http://schemas.openxmlformats.org/officeDocument/2006/relationships/image" Target="../media/image324.png"/><Relationship Id="rId143" Type="http://schemas.openxmlformats.org/officeDocument/2006/relationships/image" Target="../media/image328.png"/><Relationship Id="rId148" Type="http://schemas.openxmlformats.org/officeDocument/2006/relationships/customXml" Target="../ink/ink358.xml"/><Relationship Id="rId151" Type="http://schemas.openxmlformats.org/officeDocument/2006/relationships/image" Target="../media/image332.png"/><Relationship Id="rId156" Type="http://schemas.openxmlformats.org/officeDocument/2006/relationships/customXml" Target="../ink/ink362.xml"/><Relationship Id="rId164" Type="http://schemas.openxmlformats.org/officeDocument/2006/relationships/customXml" Target="../ink/ink366.xml"/><Relationship Id="rId169" Type="http://schemas.openxmlformats.org/officeDocument/2006/relationships/image" Target="../media/image341.png"/><Relationship Id="rId4" Type="http://schemas.openxmlformats.org/officeDocument/2006/relationships/customXml" Target="../ink/ink286.xml"/><Relationship Id="rId9" Type="http://schemas.openxmlformats.org/officeDocument/2006/relationships/image" Target="../media/image261.png"/><Relationship Id="rId172" Type="http://schemas.openxmlformats.org/officeDocument/2006/relationships/customXml" Target="../ink/ink370.xml"/><Relationship Id="rId13" Type="http://schemas.openxmlformats.org/officeDocument/2006/relationships/image" Target="../media/image263.png"/><Relationship Id="rId18" Type="http://schemas.openxmlformats.org/officeDocument/2006/relationships/customXml" Target="../ink/ink293.xml"/><Relationship Id="rId39" Type="http://schemas.openxmlformats.org/officeDocument/2006/relationships/image" Target="../media/image276.png"/><Relationship Id="rId109" Type="http://schemas.openxmlformats.org/officeDocument/2006/relationships/image" Target="../media/image311.png"/><Relationship Id="rId34" Type="http://schemas.openxmlformats.org/officeDocument/2006/relationships/customXml" Target="../ink/ink301.xml"/><Relationship Id="rId50" Type="http://schemas.openxmlformats.org/officeDocument/2006/relationships/customXml" Target="../ink/ink309.xml"/><Relationship Id="rId55" Type="http://schemas.openxmlformats.org/officeDocument/2006/relationships/image" Target="../media/image284.png"/><Relationship Id="rId76" Type="http://schemas.openxmlformats.org/officeDocument/2006/relationships/customXml" Target="../ink/ink322.xml"/><Relationship Id="rId97" Type="http://schemas.openxmlformats.org/officeDocument/2006/relationships/image" Target="../media/image305.png"/><Relationship Id="rId104" Type="http://schemas.openxmlformats.org/officeDocument/2006/relationships/customXml" Target="../ink/ink336.xml"/><Relationship Id="rId120" Type="http://schemas.openxmlformats.org/officeDocument/2006/relationships/customXml" Target="../ink/ink344.xml"/><Relationship Id="rId125" Type="http://schemas.openxmlformats.org/officeDocument/2006/relationships/image" Target="../media/image319.png"/><Relationship Id="rId141" Type="http://schemas.openxmlformats.org/officeDocument/2006/relationships/image" Target="../media/image327.png"/><Relationship Id="rId146" Type="http://schemas.openxmlformats.org/officeDocument/2006/relationships/customXml" Target="../ink/ink357.xml"/><Relationship Id="rId167" Type="http://schemas.openxmlformats.org/officeDocument/2006/relationships/image" Target="../media/image340.png"/><Relationship Id="rId7" Type="http://schemas.openxmlformats.org/officeDocument/2006/relationships/image" Target="../media/image260.png"/><Relationship Id="rId71" Type="http://schemas.openxmlformats.org/officeDocument/2006/relationships/image" Target="../media/image292.png"/><Relationship Id="rId92" Type="http://schemas.openxmlformats.org/officeDocument/2006/relationships/customXml" Target="../ink/ink330.xml"/><Relationship Id="rId162" Type="http://schemas.openxmlformats.org/officeDocument/2006/relationships/customXml" Target="../ink/ink365.xml"/><Relationship Id="rId2" Type="http://schemas.openxmlformats.org/officeDocument/2006/relationships/customXml" Target="../ink/ink285.xml"/><Relationship Id="rId29" Type="http://schemas.openxmlformats.org/officeDocument/2006/relationships/image" Target="../media/image271.png"/><Relationship Id="rId24" Type="http://schemas.openxmlformats.org/officeDocument/2006/relationships/customXml" Target="../ink/ink296.xml"/><Relationship Id="rId40" Type="http://schemas.openxmlformats.org/officeDocument/2006/relationships/customXml" Target="../ink/ink304.xml"/><Relationship Id="rId45" Type="http://schemas.openxmlformats.org/officeDocument/2006/relationships/image" Target="../media/image279.png"/><Relationship Id="rId66" Type="http://schemas.openxmlformats.org/officeDocument/2006/relationships/customXml" Target="../ink/ink317.xml"/><Relationship Id="rId87" Type="http://schemas.openxmlformats.org/officeDocument/2006/relationships/image" Target="../media/image300.png"/><Relationship Id="rId110" Type="http://schemas.openxmlformats.org/officeDocument/2006/relationships/customXml" Target="../ink/ink339.xml"/><Relationship Id="rId115" Type="http://schemas.openxmlformats.org/officeDocument/2006/relationships/image" Target="../media/image314.png"/><Relationship Id="rId131" Type="http://schemas.openxmlformats.org/officeDocument/2006/relationships/image" Target="../media/image322.png"/><Relationship Id="rId136" Type="http://schemas.openxmlformats.org/officeDocument/2006/relationships/customXml" Target="../ink/ink352.xml"/><Relationship Id="rId157" Type="http://schemas.openxmlformats.org/officeDocument/2006/relationships/image" Target="../media/image335.png"/><Relationship Id="rId61" Type="http://schemas.openxmlformats.org/officeDocument/2006/relationships/image" Target="../media/image287.png"/><Relationship Id="rId82" Type="http://schemas.openxmlformats.org/officeDocument/2006/relationships/customXml" Target="../ink/ink325.xml"/><Relationship Id="rId152" Type="http://schemas.openxmlformats.org/officeDocument/2006/relationships/customXml" Target="../ink/ink360.xml"/><Relationship Id="rId173" Type="http://schemas.openxmlformats.org/officeDocument/2006/relationships/image" Target="../media/image343.png"/><Relationship Id="rId19" Type="http://schemas.openxmlformats.org/officeDocument/2006/relationships/image" Target="../media/image266.png"/><Relationship Id="rId14" Type="http://schemas.openxmlformats.org/officeDocument/2006/relationships/customXml" Target="../ink/ink291.xml"/><Relationship Id="rId30" Type="http://schemas.openxmlformats.org/officeDocument/2006/relationships/customXml" Target="../ink/ink299.xml"/><Relationship Id="rId35" Type="http://schemas.openxmlformats.org/officeDocument/2006/relationships/image" Target="../media/image274.png"/><Relationship Id="rId56" Type="http://schemas.openxmlformats.org/officeDocument/2006/relationships/customXml" Target="../ink/ink312.xml"/><Relationship Id="rId77" Type="http://schemas.openxmlformats.org/officeDocument/2006/relationships/image" Target="../media/image295.png"/><Relationship Id="rId100" Type="http://schemas.openxmlformats.org/officeDocument/2006/relationships/customXml" Target="../ink/ink334.xml"/><Relationship Id="rId105" Type="http://schemas.openxmlformats.org/officeDocument/2006/relationships/image" Target="../media/image309.png"/><Relationship Id="rId126" Type="http://schemas.openxmlformats.org/officeDocument/2006/relationships/customXml" Target="../ink/ink347.xml"/><Relationship Id="rId147" Type="http://schemas.openxmlformats.org/officeDocument/2006/relationships/image" Target="../media/image330.png"/><Relationship Id="rId168" Type="http://schemas.openxmlformats.org/officeDocument/2006/relationships/customXml" Target="../ink/ink368.xml"/><Relationship Id="rId8" Type="http://schemas.openxmlformats.org/officeDocument/2006/relationships/customXml" Target="../ink/ink288.xml"/><Relationship Id="rId51" Type="http://schemas.openxmlformats.org/officeDocument/2006/relationships/image" Target="../media/image282.png"/><Relationship Id="rId72" Type="http://schemas.openxmlformats.org/officeDocument/2006/relationships/customXml" Target="../ink/ink320.xml"/><Relationship Id="rId93" Type="http://schemas.openxmlformats.org/officeDocument/2006/relationships/image" Target="../media/image303.png"/><Relationship Id="rId98" Type="http://schemas.openxmlformats.org/officeDocument/2006/relationships/customXml" Target="../ink/ink333.xml"/><Relationship Id="rId121" Type="http://schemas.openxmlformats.org/officeDocument/2006/relationships/image" Target="../media/image317.png"/><Relationship Id="rId142" Type="http://schemas.openxmlformats.org/officeDocument/2006/relationships/customXml" Target="../ink/ink355.xml"/><Relationship Id="rId163" Type="http://schemas.openxmlformats.org/officeDocument/2006/relationships/image" Target="../media/image338.png"/><Relationship Id="rId3" Type="http://schemas.openxmlformats.org/officeDocument/2006/relationships/image" Target="../media/image258.png"/><Relationship Id="rId25" Type="http://schemas.openxmlformats.org/officeDocument/2006/relationships/image" Target="../media/image269.png"/><Relationship Id="rId46" Type="http://schemas.openxmlformats.org/officeDocument/2006/relationships/customXml" Target="../ink/ink307.xml"/><Relationship Id="rId67" Type="http://schemas.openxmlformats.org/officeDocument/2006/relationships/image" Target="../media/image290.png"/><Relationship Id="rId116" Type="http://schemas.openxmlformats.org/officeDocument/2006/relationships/customXml" Target="../ink/ink342.xml"/><Relationship Id="rId137" Type="http://schemas.openxmlformats.org/officeDocument/2006/relationships/image" Target="../media/image325.png"/><Relationship Id="rId158" Type="http://schemas.openxmlformats.org/officeDocument/2006/relationships/customXml" Target="../ink/ink363.xml"/><Relationship Id="rId20" Type="http://schemas.openxmlformats.org/officeDocument/2006/relationships/customXml" Target="../ink/ink294.xml"/><Relationship Id="rId41" Type="http://schemas.openxmlformats.org/officeDocument/2006/relationships/image" Target="../media/image277.png"/><Relationship Id="rId62" Type="http://schemas.openxmlformats.org/officeDocument/2006/relationships/customXml" Target="../ink/ink315.xml"/><Relationship Id="rId83" Type="http://schemas.openxmlformats.org/officeDocument/2006/relationships/image" Target="../media/image298.png"/><Relationship Id="rId88" Type="http://schemas.openxmlformats.org/officeDocument/2006/relationships/customXml" Target="../ink/ink328.xml"/><Relationship Id="rId111" Type="http://schemas.openxmlformats.org/officeDocument/2006/relationships/image" Target="../media/image312.png"/><Relationship Id="rId132" Type="http://schemas.openxmlformats.org/officeDocument/2006/relationships/customXml" Target="../ink/ink350.xml"/><Relationship Id="rId153" Type="http://schemas.openxmlformats.org/officeDocument/2006/relationships/image" Target="../media/image333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6.xml"/><Relationship Id="rId18" Type="http://schemas.openxmlformats.org/officeDocument/2006/relationships/image" Target="../media/image352.png"/><Relationship Id="rId26" Type="http://schemas.openxmlformats.org/officeDocument/2006/relationships/image" Target="../media/image356.png"/><Relationship Id="rId39" Type="http://schemas.openxmlformats.org/officeDocument/2006/relationships/customXml" Target="../ink/ink389.xml"/><Relationship Id="rId21" Type="http://schemas.openxmlformats.org/officeDocument/2006/relationships/customXml" Target="../ink/ink380.xml"/><Relationship Id="rId34" Type="http://schemas.openxmlformats.org/officeDocument/2006/relationships/image" Target="../media/image360.png"/><Relationship Id="rId42" Type="http://schemas.openxmlformats.org/officeDocument/2006/relationships/image" Target="../media/image364.png"/><Relationship Id="rId47" Type="http://schemas.openxmlformats.org/officeDocument/2006/relationships/customXml" Target="../ink/ink393.xml"/><Relationship Id="rId50" Type="http://schemas.openxmlformats.org/officeDocument/2006/relationships/image" Target="../media/image368.png"/><Relationship Id="rId55" Type="http://schemas.openxmlformats.org/officeDocument/2006/relationships/customXml" Target="../ink/ink397.xml"/><Relationship Id="rId7" Type="http://schemas.openxmlformats.org/officeDocument/2006/relationships/customXml" Target="../ink/ink373.xml"/><Relationship Id="rId2" Type="http://schemas.openxmlformats.org/officeDocument/2006/relationships/image" Target="../media/image245.png"/><Relationship Id="rId16" Type="http://schemas.openxmlformats.org/officeDocument/2006/relationships/image" Target="../media/image351.png"/><Relationship Id="rId20" Type="http://schemas.openxmlformats.org/officeDocument/2006/relationships/image" Target="../media/image353.png"/><Relationship Id="rId29" Type="http://schemas.openxmlformats.org/officeDocument/2006/relationships/customXml" Target="../ink/ink384.xml"/><Relationship Id="rId41" Type="http://schemas.openxmlformats.org/officeDocument/2006/relationships/customXml" Target="../ink/ink390.xml"/><Relationship Id="rId54" Type="http://schemas.openxmlformats.org/officeDocument/2006/relationships/image" Target="../media/image370.png"/><Relationship Id="rId62" Type="http://schemas.openxmlformats.org/officeDocument/2006/relationships/image" Target="../media/image3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6.png"/><Relationship Id="rId11" Type="http://schemas.openxmlformats.org/officeDocument/2006/relationships/customXml" Target="../ink/ink375.xml"/><Relationship Id="rId24" Type="http://schemas.openxmlformats.org/officeDocument/2006/relationships/image" Target="../media/image355.png"/><Relationship Id="rId32" Type="http://schemas.openxmlformats.org/officeDocument/2006/relationships/image" Target="../media/image359.png"/><Relationship Id="rId37" Type="http://schemas.openxmlformats.org/officeDocument/2006/relationships/customXml" Target="../ink/ink388.xml"/><Relationship Id="rId40" Type="http://schemas.openxmlformats.org/officeDocument/2006/relationships/image" Target="../media/image363.png"/><Relationship Id="rId45" Type="http://schemas.openxmlformats.org/officeDocument/2006/relationships/customXml" Target="../ink/ink392.xml"/><Relationship Id="rId53" Type="http://schemas.openxmlformats.org/officeDocument/2006/relationships/customXml" Target="../ink/ink396.xml"/><Relationship Id="rId58" Type="http://schemas.openxmlformats.org/officeDocument/2006/relationships/image" Target="../media/image372.png"/><Relationship Id="rId5" Type="http://schemas.openxmlformats.org/officeDocument/2006/relationships/customXml" Target="../ink/ink372.xml"/><Relationship Id="rId15" Type="http://schemas.openxmlformats.org/officeDocument/2006/relationships/customXml" Target="../ink/ink377.xml"/><Relationship Id="rId23" Type="http://schemas.openxmlformats.org/officeDocument/2006/relationships/customXml" Target="../ink/ink381.xml"/><Relationship Id="rId28" Type="http://schemas.openxmlformats.org/officeDocument/2006/relationships/image" Target="../media/image357.png"/><Relationship Id="rId36" Type="http://schemas.openxmlformats.org/officeDocument/2006/relationships/image" Target="../media/image361.png"/><Relationship Id="rId49" Type="http://schemas.openxmlformats.org/officeDocument/2006/relationships/customXml" Target="../ink/ink394.xml"/><Relationship Id="rId57" Type="http://schemas.openxmlformats.org/officeDocument/2006/relationships/customXml" Target="../ink/ink398.xml"/><Relationship Id="rId61" Type="http://schemas.openxmlformats.org/officeDocument/2006/relationships/customXml" Target="../ink/ink400.xml"/><Relationship Id="rId10" Type="http://schemas.openxmlformats.org/officeDocument/2006/relationships/image" Target="../media/image348.png"/><Relationship Id="rId19" Type="http://schemas.openxmlformats.org/officeDocument/2006/relationships/customXml" Target="../ink/ink379.xml"/><Relationship Id="rId31" Type="http://schemas.openxmlformats.org/officeDocument/2006/relationships/customXml" Target="../ink/ink385.xml"/><Relationship Id="rId44" Type="http://schemas.openxmlformats.org/officeDocument/2006/relationships/image" Target="../media/image365.png"/><Relationship Id="rId52" Type="http://schemas.openxmlformats.org/officeDocument/2006/relationships/image" Target="../media/image369.png"/><Relationship Id="rId60" Type="http://schemas.openxmlformats.org/officeDocument/2006/relationships/image" Target="../media/image373.png"/><Relationship Id="rId4" Type="http://schemas.openxmlformats.org/officeDocument/2006/relationships/image" Target="../media/image345.png"/><Relationship Id="rId9" Type="http://schemas.openxmlformats.org/officeDocument/2006/relationships/customXml" Target="../ink/ink374.xml"/><Relationship Id="rId14" Type="http://schemas.openxmlformats.org/officeDocument/2006/relationships/image" Target="../media/image350.png"/><Relationship Id="rId22" Type="http://schemas.openxmlformats.org/officeDocument/2006/relationships/image" Target="../media/image354.png"/><Relationship Id="rId27" Type="http://schemas.openxmlformats.org/officeDocument/2006/relationships/customXml" Target="../ink/ink383.xml"/><Relationship Id="rId30" Type="http://schemas.openxmlformats.org/officeDocument/2006/relationships/image" Target="../media/image358.png"/><Relationship Id="rId35" Type="http://schemas.openxmlformats.org/officeDocument/2006/relationships/customXml" Target="../ink/ink387.xml"/><Relationship Id="rId43" Type="http://schemas.openxmlformats.org/officeDocument/2006/relationships/customXml" Target="../ink/ink391.xml"/><Relationship Id="rId48" Type="http://schemas.openxmlformats.org/officeDocument/2006/relationships/image" Target="../media/image367.png"/><Relationship Id="rId56" Type="http://schemas.openxmlformats.org/officeDocument/2006/relationships/image" Target="../media/image371.png"/><Relationship Id="rId8" Type="http://schemas.openxmlformats.org/officeDocument/2006/relationships/image" Target="../media/image347.png"/><Relationship Id="rId51" Type="http://schemas.openxmlformats.org/officeDocument/2006/relationships/customXml" Target="../ink/ink395.xml"/><Relationship Id="rId3" Type="http://schemas.openxmlformats.org/officeDocument/2006/relationships/customXml" Target="../ink/ink371.xml"/><Relationship Id="rId12" Type="http://schemas.openxmlformats.org/officeDocument/2006/relationships/image" Target="../media/image349.png"/><Relationship Id="rId17" Type="http://schemas.openxmlformats.org/officeDocument/2006/relationships/customXml" Target="../ink/ink378.xml"/><Relationship Id="rId25" Type="http://schemas.openxmlformats.org/officeDocument/2006/relationships/customXml" Target="../ink/ink382.xml"/><Relationship Id="rId33" Type="http://schemas.openxmlformats.org/officeDocument/2006/relationships/customXml" Target="../ink/ink386.xml"/><Relationship Id="rId38" Type="http://schemas.openxmlformats.org/officeDocument/2006/relationships/image" Target="../media/image362.png"/><Relationship Id="rId46" Type="http://schemas.openxmlformats.org/officeDocument/2006/relationships/image" Target="../media/image366.png"/><Relationship Id="rId59" Type="http://schemas.openxmlformats.org/officeDocument/2006/relationships/customXml" Target="../ink/ink399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3.xml"/><Relationship Id="rId21" Type="http://schemas.openxmlformats.org/officeDocument/2006/relationships/image" Target="../media/image384.png"/><Relationship Id="rId42" Type="http://schemas.openxmlformats.org/officeDocument/2006/relationships/customXml" Target="../ink/ink421.xml"/><Relationship Id="rId47" Type="http://schemas.openxmlformats.org/officeDocument/2006/relationships/image" Target="../media/image397.png"/><Relationship Id="rId63" Type="http://schemas.openxmlformats.org/officeDocument/2006/relationships/image" Target="../media/image405.png"/><Relationship Id="rId68" Type="http://schemas.openxmlformats.org/officeDocument/2006/relationships/customXml" Target="../ink/ink434.xml"/><Relationship Id="rId84" Type="http://schemas.openxmlformats.org/officeDocument/2006/relationships/customXml" Target="../ink/ink442.xml"/><Relationship Id="rId89" Type="http://schemas.openxmlformats.org/officeDocument/2006/relationships/image" Target="../media/image418.png"/><Relationship Id="rId112" Type="http://schemas.openxmlformats.org/officeDocument/2006/relationships/customXml" Target="../ink/ink456.xml"/><Relationship Id="rId16" Type="http://schemas.openxmlformats.org/officeDocument/2006/relationships/customXml" Target="../ink/ink408.xml"/><Relationship Id="rId107" Type="http://schemas.openxmlformats.org/officeDocument/2006/relationships/image" Target="../media/image427.png"/><Relationship Id="rId11" Type="http://schemas.openxmlformats.org/officeDocument/2006/relationships/image" Target="../media/image379.png"/><Relationship Id="rId24" Type="http://schemas.openxmlformats.org/officeDocument/2006/relationships/customXml" Target="../ink/ink412.xml"/><Relationship Id="rId32" Type="http://schemas.openxmlformats.org/officeDocument/2006/relationships/customXml" Target="../ink/ink416.xml"/><Relationship Id="rId37" Type="http://schemas.openxmlformats.org/officeDocument/2006/relationships/image" Target="../media/image392.png"/><Relationship Id="rId40" Type="http://schemas.openxmlformats.org/officeDocument/2006/relationships/customXml" Target="../ink/ink420.xml"/><Relationship Id="rId45" Type="http://schemas.openxmlformats.org/officeDocument/2006/relationships/image" Target="../media/image396.png"/><Relationship Id="rId53" Type="http://schemas.openxmlformats.org/officeDocument/2006/relationships/image" Target="../media/image400.png"/><Relationship Id="rId58" Type="http://schemas.openxmlformats.org/officeDocument/2006/relationships/customXml" Target="../ink/ink429.xml"/><Relationship Id="rId66" Type="http://schemas.openxmlformats.org/officeDocument/2006/relationships/customXml" Target="../ink/ink433.xml"/><Relationship Id="rId74" Type="http://schemas.openxmlformats.org/officeDocument/2006/relationships/customXml" Target="../ink/ink437.xml"/><Relationship Id="rId79" Type="http://schemas.openxmlformats.org/officeDocument/2006/relationships/image" Target="../media/image413.png"/><Relationship Id="rId87" Type="http://schemas.openxmlformats.org/officeDocument/2006/relationships/image" Target="../media/image417.png"/><Relationship Id="rId102" Type="http://schemas.openxmlformats.org/officeDocument/2006/relationships/customXml" Target="../ink/ink451.xml"/><Relationship Id="rId110" Type="http://schemas.openxmlformats.org/officeDocument/2006/relationships/customXml" Target="../ink/ink455.xml"/><Relationship Id="rId115" Type="http://schemas.openxmlformats.org/officeDocument/2006/relationships/image" Target="../media/image431.png"/><Relationship Id="rId5" Type="http://schemas.openxmlformats.org/officeDocument/2006/relationships/image" Target="../media/image376.png"/><Relationship Id="rId61" Type="http://schemas.openxmlformats.org/officeDocument/2006/relationships/image" Target="../media/image404.png"/><Relationship Id="rId82" Type="http://schemas.openxmlformats.org/officeDocument/2006/relationships/customXml" Target="../ink/ink441.xml"/><Relationship Id="rId90" Type="http://schemas.openxmlformats.org/officeDocument/2006/relationships/customXml" Target="../ink/ink445.xml"/><Relationship Id="rId95" Type="http://schemas.openxmlformats.org/officeDocument/2006/relationships/image" Target="../media/image421.png"/><Relationship Id="rId19" Type="http://schemas.openxmlformats.org/officeDocument/2006/relationships/image" Target="../media/image383.png"/><Relationship Id="rId14" Type="http://schemas.openxmlformats.org/officeDocument/2006/relationships/customXml" Target="../ink/ink407.xml"/><Relationship Id="rId22" Type="http://schemas.openxmlformats.org/officeDocument/2006/relationships/customXml" Target="../ink/ink411.xml"/><Relationship Id="rId27" Type="http://schemas.openxmlformats.org/officeDocument/2006/relationships/image" Target="../media/image387.png"/><Relationship Id="rId30" Type="http://schemas.openxmlformats.org/officeDocument/2006/relationships/customXml" Target="../ink/ink415.xml"/><Relationship Id="rId35" Type="http://schemas.openxmlformats.org/officeDocument/2006/relationships/image" Target="../media/image391.png"/><Relationship Id="rId43" Type="http://schemas.openxmlformats.org/officeDocument/2006/relationships/image" Target="../media/image395.png"/><Relationship Id="rId48" Type="http://schemas.openxmlformats.org/officeDocument/2006/relationships/customXml" Target="../ink/ink424.xml"/><Relationship Id="rId56" Type="http://schemas.openxmlformats.org/officeDocument/2006/relationships/customXml" Target="../ink/ink428.xml"/><Relationship Id="rId64" Type="http://schemas.openxmlformats.org/officeDocument/2006/relationships/customXml" Target="../ink/ink432.xml"/><Relationship Id="rId69" Type="http://schemas.openxmlformats.org/officeDocument/2006/relationships/image" Target="../media/image408.png"/><Relationship Id="rId77" Type="http://schemas.openxmlformats.org/officeDocument/2006/relationships/image" Target="../media/image412.png"/><Relationship Id="rId100" Type="http://schemas.openxmlformats.org/officeDocument/2006/relationships/customXml" Target="../ink/ink450.xml"/><Relationship Id="rId105" Type="http://schemas.openxmlformats.org/officeDocument/2006/relationships/image" Target="../media/image426.png"/><Relationship Id="rId113" Type="http://schemas.openxmlformats.org/officeDocument/2006/relationships/image" Target="../media/image430.png"/><Relationship Id="rId8" Type="http://schemas.openxmlformats.org/officeDocument/2006/relationships/customXml" Target="../ink/ink404.xml"/><Relationship Id="rId51" Type="http://schemas.openxmlformats.org/officeDocument/2006/relationships/image" Target="../media/image399.png"/><Relationship Id="rId72" Type="http://schemas.openxmlformats.org/officeDocument/2006/relationships/customXml" Target="../ink/ink436.xml"/><Relationship Id="rId80" Type="http://schemas.openxmlformats.org/officeDocument/2006/relationships/customXml" Target="../ink/ink440.xml"/><Relationship Id="rId85" Type="http://schemas.openxmlformats.org/officeDocument/2006/relationships/image" Target="../media/image416.png"/><Relationship Id="rId93" Type="http://schemas.openxmlformats.org/officeDocument/2006/relationships/image" Target="../media/image420.png"/><Relationship Id="rId98" Type="http://schemas.openxmlformats.org/officeDocument/2006/relationships/customXml" Target="../ink/ink449.xml"/><Relationship Id="rId3" Type="http://schemas.openxmlformats.org/officeDocument/2006/relationships/image" Target="../media/image375.png"/><Relationship Id="rId12" Type="http://schemas.openxmlformats.org/officeDocument/2006/relationships/customXml" Target="../ink/ink406.xml"/><Relationship Id="rId17" Type="http://schemas.openxmlformats.org/officeDocument/2006/relationships/image" Target="../media/image382.png"/><Relationship Id="rId25" Type="http://schemas.openxmlformats.org/officeDocument/2006/relationships/image" Target="../media/image386.png"/><Relationship Id="rId33" Type="http://schemas.openxmlformats.org/officeDocument/2006/relationships/image" Target="../media/image390.png"/><Relationship Id="rId38" Type="http://schemas.openxmlformats.org/officeDocument/2006/relationships/customXml" Target="../ink/ink419.xml"/><Relationship Id="rId46" Type="http://schemas.openxmlformats.org/officeDocument/2006/relationships/customXml" Target="../ink/ink423.xml"/><Relationship Id="rId59" Type="http://schemas.openxmlformats.org/officeDocument/2006/relationships/image" Target="../media/image403.png"/><Relationship Id="rId67" Type="http://schemas.openxmlformats.org/officeDocument/2006/relationships/image" Target="../media/image407.png"/><Relationship Id="rId103" Type="http://schemas.openxmlformats.org/officeDocument/2006/relationships/image" Target="../media/image425.png"/><Relationship Id="rId108" Type="http://schemas.openxmlformats.org/officeDocument/2006/relationships/customXml" Target="../ink/ink454.xml"/><Relationship Id="rId20" Type="http://schemas.openxmlformats.org/officeDocument/2006/relationships/customXml" Target="../ink/ink410.xml"/><Relationship Id="rId41" Type="http://schemas.openxmlformats.org/officeDocument/2006/relationships/image" Target="../media/image394.png"/><Relationship Id="rId54" Type="http://schemas.openxmlformats.org/officeDocument/2006/relationships/customXml" Target="../ink/ink427.xml"/><Relationship Id="rId62" Type="http://schemas.openxmlformats.org/officeDocument/2006/relationships/customXml" Target="../ink/ink431.xml"/><Relationship Id="rId70" Type="http://schemas.openxmlformats.org/officeDocument/2006/relationships/customXml" Target="../ink/ink435.xml"/><Relationship Id="rId75" Type="http://schemas.openxmlformats.org/officeDocument/2006/relationships/image" Target="../media/image411.png"/><Relationship Id="rId83" Type="http://schemas.openxmlformats.org/officeDocument/2006/relationships/image" Target="../media/image415.png"/><Relationship Id="rId88" Type="http://schemas.openxmlformats.org/officeDocument/2006/relationships/customXml" Target="../ink/ink444.xml"/><Relationship Id="rId91" Type="http://schemas.openxmlformats.org/officeDocument/2006/relationships/image" Target="../media/image419.png"/><Relationship Id="rId96" Type="http://schemas.openxmlformats.org/officeDocument/2006/relationships/customXml" Target="../ink/ink448.xml"/><Relationship Id="rId111" Type="http://schemas.openxmlformats.org/officeDocument/2006/relationships/image" Target="../media/image4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3.xml"/><Relationship Id="rId15" Type="http://schemas.openxmlformats.org/officeDocument/2006/relationships/image" Target="../media/image381.png"/><Relationship Id="rId23" Type="http://schemas.openxmlformats.org/officeDocument/2006/relationships/image" Target="../media/image385.png"/><Relationship Id="rId28" Type="http://schemas.openxmlformats.org/officeDocument/2006/relationships/customXml" Target="../ink/ink414.xml"/><Relationship Id="rId36" Type="http://schemas.openxmlformats.org/officeDocument/2006/relationships/customXml" Target="../ink/ink418.xml"/><Relationship Id="rId49" Type="http://schemas.openxmlformats.org/officeDocument/2006/relationships/image" Target="../media/image398.png"/><Relationship Id="rId57" Type="http://schemas.openxmlformats.org/officeDocument/2006/relationships/image" Target="../media/image402.png"/><Relationship Id="rId106" Type="http://schemas.openxmlformats.org/officeDocument/2006/relationships/customXml" Target="../ink/ink453.xml"/><Relationship Id="rId114" Type="http://schemas.openxmlformats.org/officeDocument/2006/relationships/customXml" Target="../ink/ink457.xml"/><Relationship Id="rId10" Type="http://schemas.openxmlformats.org/officeDocument/2006/relationships/customXml" Target="../ink/ink405.xml"/><Relationship Id="rId31" Type="http://schemas.openxmlformats.org/officeDocument/2006/relationships/image" Target="../media/image389.png"/><Relationship Id="rId44" Type="http://schemas.openxmlformats.org/officeDocument/2006/relationships/customXml" Target="../ink/ink422.xml"/><Relationship Id="rId52" Type="http://schemas.openxmlformats.org/officeDocument/2006/relationships/customXml" Target="../ink/ink426.xml"/><Relationship Id="rId60" Type="http://schemas.openxmlformats.org/officeDocument/2006/relationships/customXml" Target="../ink/ink430.xml"/><Relationship Id="rId65" Type="http://schemas.openxmlformats.org/officeDocument/2006/relationships/image" Target="../media/image406.png"/><Relationship Id="rId73" Type="http://schemas.openxmlformats.org/officeDocument/2006/relationships/image" Target="../media/image410.png"/><Relationship Id="rId78" Type="http://schemas.openxmlformats.org/officeDocument/2006/relationships/customXml" Target="../ink/ink439.xml"/><Relationship Id="rId81" Type="http://schemas.openxmlformats.org/officeDocument/2006/relationships/image" Target="../media/image414.png"/><Relationship Id="rId86" Type="http://schemas.openxmlformats.org/officeDocument/2006/relationships/customXml" Target="../ink/ink443.xml"/><Relationship Id="rId94" Type="http://schemas.openxmlformats.org/officeDocument/2006/relationships/customXml" Target="../ink/ink447.xml"/><Relationship Id="rId99" Type="http://schemas.openxmlformats.org/officeDocument/2006/relationships/image" Target="../media/image423.png"/><Relationship Id="rId101" Type="http://schemas.openxmlformats.org/officeDocument/2006/relationships/image" Target="../media/image424.png"/><Relationship Id="rId4" Type="http://schemas.openxmlformats.org/officeDocument/2006/relationships/customXml" Target="../ink/ink402.xml"/><Relationship Id="rId9" Type="http://schemas.openxmlformats.org/officeDocument/2006/relationships/image" Target="../media/image378.png"/><Relationship Id="rId13" Type="http://schemas.openxmlformats.org/officeDocument/2006/relationships/image" Target="../media/image380.png"/><Relationship Id="rId18" Type="http://schemas.openxmlformats.org/officeDocument/2006/relationships/customXml" Target="../ink/ink409.xml"/><Relationship Id="rId39" Type="http://schemas.openxmlformats.org/officeDocument/2006/relationships/image" Target="../media/image393.png"/><Relationship Id="rId109" Type="http://schemas.openxmlformats.org/officeDocument/2006/relationships/image" Target="../media/image428.png"/><Relationship Id="rId34" Type="http://schemas.openxmlformats.org/officeDocument/2006/relationships/customXml" Target="../ink/ink417.xml"/><Relationship Id="rId50" Type="http://schemas.openxmlformats.org/officeDocument/2006/relationships/customXml" Target="../ink/ink425.xml"/><Relationship Id="rId55" Type="http://schemas.openxmlformats.org/officeDocument/2006/relationships/image" Target="../media/image401.png"/><Relationship Id="rId76" Type="http://schemas.openxmlformats.org/officeDocument/2006/relationships/customXml" Target="../ink/ink438.xml"/><Relationship Id="rId97" Type="http://schemas.openxmlformats.org/officeDocument/2006/relationships/image" Target="../media/image422.png"/><Relationship Id="rId104" Type="http://schemas.openxmlformats.org/officeDocument/2006/relationships/customXml" Target="../ink/ink452.xml"/><Relationship Id="rId7" Type="http://schemas.openxmlformats.org/officeDocument/2006/relationships/image" Target="../media/image377.png"/><Relationship Id="rId71" Type="http://schemas.openxmlformats.org/officeDocument/2006/relationships/image" Target="../media/image409.png"/><Relationship Id="rId92" Type="http://schemas.openxmlformats.org/officeDocument/2006/relationships/customXml" Target="../ink/ink446.xml"/><Relationship Id="rId2" Type="http://schemas.openxmlformats.org/officeDocument/2006/relationships/customXml" Target="../ink/ink401.xml"/><Relationship Id="rId29" Type="http://schemas.openxmlformats.org/officeDocument/2006/relationships/image" Target="../media/image388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3.png"/><Relationship Id="rId117" Type="http://schemas.openxmlformats.org/officeDocument/2006/relationships/customXml" Target="../ink/ink515.xml"/><Relationship Id="rId21" Type="http://schemas.openxmlformats.org/officeDocument/2006/relationships/customXml" Target="../ink/ink467.xml"/><Relationship Id="rId42" Type="http://schemas.openxmlformats.org/officeDocument/2006/relationships/image" Target="../media/image451.png"/><Relationship Id="rId47" Type="http://schemas.openxmlformats.org/officeDocument/2006/relationships/customXml" Target="../ink/ink480.xml"/><Relationship Id="rId63" Type="http://schemas.openxmlformats.org/officeDocument/2006/relationships/customXml" Target="../ink/ink488.xml"/><Relationship Id="rId68" Type="http://schemas.openxmlformats.org/officeDocument/2006/relationships/image" Target="../media/image464.png"/><Relationship Id="rId84" Type="http://schemas.openxmlformats.org/officeDocument/2006/relationships/image" Target="../media/image472.png"/><Relationship Id="rId89" Type="http://schemas.openxmlformats.org/officeDocument/2006/relationships/customXml" Target="../ink/ink501.xml"/><Relationship Id="rId112" Type="http://schemas.openxmlformats.org/officeDocument/2006/relationships/image" Target="../media/image486.png"/><Relationship Id="rId133" Type="http://schemas.openxmlformats.org/officeDocument/2006/relationships/customXml" Target="../ink/ink523.xml"/><Relationship Id="rId138" Type="http://schemas.openxmlformats.org/officeDocument/2006/relationships/image" Target="../media/image499.png"/><Relationship Id="rId154" Type="http://schemas.openxmlformats.org/officeDocument/2006/relationships/image" Target="../media/image507.png"/><Relationship Id="rId159" Type="http://schemas.openxmlformats.org/officeDocument/2006/relationships/customXml" Target="../ink/ink536.xml"/><Relationship Id="rId16" Type="http://schemas.openxmlformats.org/officeDocument/2006/relationships/image" Target="../media/image438.png"/><Relationship Id="rId107" Type="http://schemas.openxmlformats.org/officeDocument/2006/relationships/customXml" Target="../ink/ink510.xml"/><Relationship Id="rId11" Type="http://schemas.openxmlformats.org/officeDocument/2006/relationships/customXml" Target="../ink/ink462.xml"/><Relationship Id="rId32" Type="http://schemas.openxmlformats.org/officeDocument/2006/relationships/image" Target="../media/image446.png"/><Relationship Id="rId37" Type="http://schemas.openxmlformats.org/officeDocument/2006/relationships/customXml" Target="../ink/ink475.xml"/><Relationship Id="rId53" Type="http://schemas.openxmlformats.org/officeDocument/2006/relationships/customXml" Target="../ink/ink483.xml"/><Relationship Id="rId58" Type="http://schemas.openxmlformats.org/officeDocument/2006/relationships/image" Target="../media/image459.png"/><Relationship Id="rId74" Type="http://schemas.openxmlformats.org/officeDocument/2006/relationships/image" Target="../media/image467.png"/><Relationship Id="rId79" Type="http://schemas.openxmlformats.org/officeDocument/2006/relationships/customXml" Target="../ink/ink496.xml"/><Relationship Id="rId102" Type="http://schemas.openxmlformats.org/officeDocument/2006/relationships/image" Target="../media/image481.png"/><Relationship Id="rId123" Type="http://schemas.openxmlformats.org/officeDocument/2006/relationships/customXml" Target="../ink/ink518.xml"/><Relationship Id="rId128" Type="http://schemas.openxmlformats.org/officeDocument/2006/relationships/image" Target="../media/image494.png"/><Relationship Id="rId144" Type="http://schemas.openxmlformats.org/officeDocument/2006/relationships/image" Target="../media/image502.png"/><Relationship Id="rId149" Type="http://schemas.openxmlformats.org/officeDocument/2006/relationships/customXml" Target="../ink/ink531.xml"/><Relationship Id="rId5" Type="http://schemas.openxmlformats.org/officeDocument/2006/relationships/customXml" Target="../ink/ink459.xml"/><Relationship Id="rId90" Type="http://schemas.openxmlformats.org/officeDocument/2006/relationships/image" Target="../media/image475.png"/><Relationship Id="rId95" Type="http://schemas.openxmlformats.org/officeDocument/2006/relationships/customXml" Target="../ink/ink504.xml"/><Relationship Id="rId160" Type="http://schemas.openxmlformats.org/officeDocument/2006/relationships/image" Target="../media/image510.png"/><Relationship Id="rId22" Type="http://schemas.openxmlformats.org/officeDocument/2006/relationships/image" Target="../media/image441.png"/><Relationship Id="rId27" Type="http://schemas.openxmlformats.org/officeDocument/2006/relationships/customXml" Target="../ink/ink470.xml"/><Relationship Id="rId43" Type="http://schemas.openxmlformats.org/officeDocument/2006/relationships/customXml" Target="../ink/ink478.xml"/><Relationship Id="rId48" Type="http://schemas.openxmlformats.org/officeDocument/2006/relationships/image" Target="../media/image454.png"/><Relationship Id="rId64" Type="http://schemas.openxmlformats.org/officeDocument/2006/relationships/image" Target="../media/image462.png"/><Relationship Id="rId69" Type="http://schemas.openxmlformats.org/officeDocument/2006/relationships/customXml" Target="../ink/ink491.xml"/><Relationship Id="rId113" Type="http://schemas.openxmlformats.org/officeDocument/2006/relationships/customXml" Target="../ink/ink513.xml"/><Relationship Id="rId118" Type="http://schemas.openxmlformats.org/officeDocument/2006/relationships/image" Target="../media/image489.png"/><Relationship Id="rId134" Type="http://schemas.openxmlformats.org/officeDocument/2006/relationships/image" Target="../media/image497.png"/><Relationship Id="rId139" Type="http://schemas.openxmlformats.org/officeDocument/2006/relationships/customXml" Target="../ink/ink526.xml"/><Relationship Id="rId80" Type="http://schemas.openxmlformats.org/officeDocument/2006/relationships/image" Target="../media/image470.png"/><Relationship Id="rId85" Type="http://schemas.openxmlformats.org/officeDocument/2006/relationships/customXml" Target="../ink/ink499.xml"/><Relationship Id="rId150" Type="http://schemas.openxmlformats.org/officeDocument/2006/relationships/image" Target="../media/image505.png"/><Relationship Id="rId155" Type="http://schemas.openxmlformats.org/officeDocument/2006/relationships/customXml" Target="../ink/ink534.xml"/><Relationship Id="rId12" Type="http://schemas.openxmlformats.org/officeDocument/2006/relationships/image" Target="../media/image436.png"/><Relationship Id="rId17" Type="http://schemas.openxmlformats.org/officeDocument/2006/relationships/customXml" Target="../ink/ink465.xml"/><Relationship Id="rId33" Type="http://schemas.openxmlformats.org/officeDocument/2006/relationships/customXml" Target="../ink/ink473.xml"/><Relationship Id="rId38" Type="http://schemas.openxmlformats.org/officeDocument/2006/relationships/image" Target="../media/image449.png"/><Relationship Id="rId59" Type="http://schemas.openxmlformats.org/officeDocument/2006/relationships/customXml" Target="../ink/ink486.xml"/><Relationship Id="rId103" Type="http://schemas.openxmlformats.org/officeDocument/2006/relationships/customXml" Target="../ink/ink508.xml"/><Relationship Id="rId108" Type="http://schemas.openxmlformats.org/officeDocument/2006/relationships/image" Target="../media/image484.png"/><Relationship Id="rId124" Type="http://schemas.openxmlformats.org/officeDocument/2006/relationships/image" Target="../media/image492.png"/><Relationship Id="rId129" Type="http://schemas.openxmlformats.org/officeDocument/2006/relationships/customXml" Target="../ink/ink521.xml"/><Relationship Id="rId54" Type="http://schemas.openxmlformats.org/officeDocument/2006/relationships/image" Target="../media/image457.png"/><Relationship Id="rId70" Type="http://schemas.openxmlformats.org/officeDocument/2006/relationships/image" Target="../media/image465.png"/><Relationship Id="rId75" Type="http://schemas.openxmlformats.org/officeDocument/2006/relationships/customXml" Target="../ink/ink494.xml"/><Relationship Id="rId91" Type="http://schemas.openxmlformats.org/officeDocument/2006/relationships/customXml" Target="../ink/ink502.xml"/><Relationship Id="rId96" Type="http://schemas.openxmlformats.org/officeDocument/2006/relationships/image" Target="../media/image478.png"/><Relationship Id="rId140" Type="http://schemas.openxmlformats.org/officeDocument/2006/relationships/image" Target="../media/image500.png"/><Relationship Id="rId145" Type="http://schemas.openxmlformats.org/officeDocument/2006/relationships/customXml" Target="../ink/ink529.xml"/><Relationship Id="rId161" Type="http://schemas.openxmlformats.org/officeDocument/2006/relationships/customXml" Target="../ink/ink5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3.png"/><Relationship Id="rId15" Type="http://schemas.openxmlformats.org/officeDocument/2006/relationships/customXml" Target="../ink/ink464.xml"/><Relationship Id="rId23" Type="http://schemas.openxmlformats.org/officeDocument/2006/relationships/customXml" Target="../ink/ink468.xml"/><Relationship Id="rId28" Type="http://schemas.openxmlformats.org/officeDocument/2006/relationships/image" Target="../media/image444.png"/><Relationship Id="rId36" Type="http://schemas.openxmlformats.org/officeDocument/2006/relationships/image" Target="../media/image448.png"/><Relationship Id="rId49" Type="http://schemas.openxmlformats.org/officeDocument/2006/relationships/customXml" Target="../ink/ink481.xml"/><Relationship Id="rId57" Type="http://schemas.openxmlformats.org/officeDocument/2006/relationships/customXml" Target="../ink/ink485.xml"/><Relationship Id="rId106" Type="http://schemas.openxmlformats.org/officeDocument/2006/relationships/image" Target="../media/image483.png"/><Relationship Id="rId114" Type="http://schemas.openxmlformats.org/officeDocument/2006/relationships/image" Target="../media/image487.png"/><Relationship Id="rId119" Type="http://schemas.openxmlformats.org/officeDocument/2006/relationships/customXml" Target="../ink/ink516.xml"/><Relationship Id="rId127" Type="http://schemas.openxmlformats.org/officeDocument/2006/relationships/customXml" Target="../ink/ink520.xml"/><Relationship Id="rId10" Type="http://schemas.openxmlformats.org/officeDocument/2006/relationships/image" Target="../media/image435.png"/><Relationship Id="rId31" Type="http://schemas.openxmlformats.org/officeDocument/2006/relationships/customXml" Target="../ink/ink472.xml"/><Relationship Id="rId44" Type="http://schemas.openxmlformats.org/officeDocument/2006/relationships/image" Target="../media/image452.png"/><Relationship Id="rId52" Type="http://schemas.openxmlformats.org/officeDocument/2006/relationships/image" Target="../media/image456.png"/><Relationship Id="rId60" Type="http://schemas.openxmlformats.org/officeDocument/2006/relationships/image" Target="../media/image460.png"/><Relationship Id="rId65" Type="http://schemas.openxmlformats.org/officeDocument/2006/relationships/customXml" Target="../ink/ink489.xml"/><Relationship Id="rId73" Type="http://schemas.openxmlformats.org/officeDocument/2006/relationships/customXml" Target="../ink/ink493.xml"/><Relationship Id="rId78" Type="http://schemas.openxmlformats.org/officeDocument/2006/relationships/image" Target="../media/image469.png"/><Relationship Id="rId81" Type="http://schemas.openxmlformats.org/officeDocument/2006/relationships/customXml" Target="../ink/ink497.xml"/><Relationship Id="rId86" Type="http://schemas.openxmlformats.org/officeDocument/2006/relationships/image" Target="../media/image473.png"/><Relationship Id="rId94" Type="http://schemas.openxmlformats.org/officeDocument/2006/relationships/image" Target="../media/image477.png"/><Relationship Id="rId99" Type="http://schemas.openxmlformats.org/officeDocument/2006/relationships/customXml" Target="../ink/ink506.xml"/><Relationship Id="rId101" Type="http://schemas.openxmlformats.org/officeDocument/2006/relationships/customXml" Target="../ink/ink507.xml"/><Relationship Id="rId122" Type="http://schemas.openxmlformats.org/officeDocument/2006/relationships/image" Target="../media/image491.png"/><Relationship Id="rId130" Type="http://schemas.openxmlformats.org/officeDocument/2006/relationships/image" Target="../media/image495.png"/><Relationship Id="rId135" Type="http://schemas.openxmlformats.org/officeDocument/2006/relationships/customXml" Target="../ink/ink524.xml"/><Relationship Id="rId143" Type="http://schemas.openxmlformats.org/officeDocument/2006/relationships/customXml" Target="../ink/ink528.xml"/><Relationship Id="rId148" Type="http://schemas.openxmlformats.org/officeDocument/2006/relationships/image" Target="../media/image504.png"/><Relationship Id="rId151" Type="http://schemas.openxmlformats.org/officeDocument/2006/relationships/customXml" Target="../ink/ink532.xml"/><Relationship Id="rId156" Type="http://schemas.openxmlformats.org/officeDocument/2006/relationships/image" Target="../media/image508.png"/><Relationship Id="rId164" Type="http://schemas.openxmlformats.org/officeDocument/2006/relationships/image" Target="../media/image512.png"/><Relationship Id="rId4" Type="http://schemas.openxmlformats.org/officeDocument/2006/relationships/image" Target="../media/image432.png"/><Relationship Id="rId9" Type="http://schemas.openxmlformats.org/officeDocument/2006/relationships/customXml" Target="../ink/ink461.xml"/><Relationship Id="rId13" Type="http://schemas.openxmlformats.org/officeDocument/2006/relationships/customXml" Target="../ink/ink463.xml"/><Relationship Id="rId18" Type="http://schemas.openxmlformats.org/officeDocument/2006/relationships/image" Target="../media/image439.png"/><Relationship Id="rId39" Type="http://schemas.openxmlformats.org/officeDocument/2006/relationships/customXml" Target="../ink/ink476.xml"/><Relationship Id="rId109" Type="http://schemas.openxmlformats.org/officeDocument/2006/relationships/customXml" Target="../ink/ink511.xml"/><Relationship Id="rId34" Type="http://schemas.openxmlformats.org/officeDocument/2006/relationships/image" Target="../media/image447.png"/><Relationship Id="rId50" Type="http://schemas.openxmlformats.org/officeDocument/2006/relationships/image" Target="../media/image455.png"/><Relationship Id="rId55" Type="http://schemas.openxmlformats.org/officeDocument/2006/relationships/customXml" Target="../ink/ink484.xml"/><Relationship Id="rId76" Type="http://schemas.openxmlformats.org/officeDocument/2006/relationships/image" Target="../media/image468.png"/><Relationship Id="rId97" Type="http://schemas.openxmlformats.org/officeDocument/2006/relationships/customXml" Target="../ink/ink505.xml"/><Relationship Id="rId104" Type="http://schemas.openxmlformats.org/officeDocument/2006/relationships/image" Target="../media/image482.png"/><Relationship Id="rId120" Type="http://schemas.openxmlformats.org/officeDocument/2006/relationships/image" Target="../media/image490.png"/><Relationship Id="rId125" Type="http://schemas.openxmlformats.org/officeDocument/2006/relationships/customXml" Target="../ink/ink519.xml"/><Relationship Id="rId141" Type="http://schemas.openxmlformats.org/officeDocument/2006/relationships/customXml" Target="../ink/ink527.xml"/><Relationship Id="rId146" Type="http://schemas.openxmlformats.org/officeDocument/2006/relationships/image" Target="../media/image503.png"/><Relationship Id="rId7" Type="http://schemas.openxmlformats.org/officeDocument/2006/relationships/customXml" Target="../ink/ink460.xml"/><Relationship Id="rId71" Type="http://schemas.openxmlformats.org/officeDocument/2006/relationships/customXml" Target="../ink/ink492.xml"/><Relationship Id="rId92" Type="http://schemas.openxmlformats.org/officeDocument/2006/relationships/image" Target="../media/image476.png"/><Relationship Id="rId162" Type="http://schemas.openxmlformats.org/officeDocument/2006/relationships/image" Target="../media/image511.png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471.xml"/><Relationship Id="rId24" Type="http://schemas.openxmlformats.org/officeDocument/2006/relationships/image" Target="../media/image442.png"/><Relationship Id="rId40" Type="http://schemas.openxmlformats.org/officeDocument/2006/relationships/image" Target="../media/image450.png"/><Relationship Id="rId45" Type="http://schemas.openxmlformats.org/officeDocument/2006/relationships/customXml" Target="../ink/ink479.xml"/><Relationship Id="rId66" Type="http://schemas.openxmlformats.org/officeDocument/2006/relationships/image" Target="../media/image463.png"/><Relationship Id="rId87" Type="http://schemas.openxmlformats.org/officeDocument/2006/relationships/customXml" Target="../ink/ink500.xml"/><Relationship Id="rId110" Type="http://schemas.openxmlformats.org/officeDocument/2006/relationships/image" Target="../media/image485.png"/><Relationship Id="rId115" Type="http://schemas.openxmlformats.org/officeDocument/2006/relationships/customXml" Target="../ink/ink514.xml"/><Relationship Id="rId131" Type="http://schemas.openxmlformats.org/officeDocument/2006/relationships/customXml" Target="../ink/ink522.xml"/><Relationship Id="rId136" Type="http://schemas.openxmlformats.org/officeDocument/2006/relationships/image" Target="../media/image498.png"/><Relationship Id="rId157" Type="http://schemas.openxmlformats.org/officeDocument/2006/relationships/customXml" Target="../ink/ink535.xml"/><Relationship Id="rId61" Type="http://schemas.openxmlformats.org/officeDocument/2006/relationships/customXml" Target="../ink/ink487.xml"/><Relationship Id="rId82" Type="http://schemas.openxmlformats.org/officeDocument/2006/relationships/image" Target="../media/image471.png"/><Relationship Id="rId152" Type="http://schemas.openxmlformats.org/officeDocument/2006/relationships/image" Target="../media/image506.png"/><Relationship Id="rId19" Type="http://schemas.openxmlformats.org/officeDocument/2006/relationships/customXml" Target="../ink/ink466.xml"/><Relationship Id="rId14" Type="http://schemas.openxmlformats.org/officeDocument/2006/relationships/image" Target="../media/image437.png"/><Relationship Id="rId30" Type="http://schemas.openxmlformats.org/officeDocument/2006/relationships/image" Target="../media/image445.png"/><Relationship Id="rId35" Type="http://schemas.openxmlformats.org/officeDocument/2006/relationships/customXml" Target="../ink/ink474.xml"/><Relationship Id="rId56" Type="http://schemas.openxmlformats.org/officeDocument/2006/relationships/image" Target="../media/image458.png"/><Relationship Id="rId77" Type="http://schemas.openxmlformats.org/officeDocument/2006/relationships/customXml" Target="../ink/ink495.xml"/><Relationship Id="rId100" Type="http://schemas.openxmlformats.org/officeDocument/2006/relationships/image" Target="../media/image480.png"/><Relationship Id="rId105" Type="http://schemas.openxmlformats.org/officeDocument/2006/relationships/customXml" Target="../ink/ink509.xml"/><Relationship Id="rId126" Type="http://schemas.openxmlformats.org/officeDocument/2006/relationships/image" Target="../media/image493.png"/><Relationship Id="rId147" Type="http://schemas.openxmlformats.org/officeDocument/2006/relationships/customXml" Target="../ink/ink530.xml"/><Relationship Id="rId8" Type="http://schemas.openxmlformats.org/officeDocument/2006/relationships/image" Target="../media/image434.png"/><Relationship Id="rId51" Type="http://schemas.openxmlformats.org/officeDocument/2006/relationships/customXml" Target="../ink/ink482.xml"/><Relationship Id="rId72" Type="http://schemas.openxmlformats.org/officeDocument/2006/relationships/image" Target="../media/image466.png"/><Relationship Id="rId93" Type="http://schemas.openxmlformats.org/officeDocument/2006/relationships/customXml" Target="../ink/ink503.xml"/><Relationship Id="rId98" Type="http://schemas.openxmlformats.org/officeDocument/2006/relationships/image" Target="../media/image479.png"/><Relationship Id="rId121" Type="http://schemas.openxmlformats.org/officeDocument/2006/relationships/customXml" Target="../ink/ink517.xml"/><Relationship Id="rId142" Type="http://schemas.openxmlformats.org/officeDocument/2006/relationships/image" Target="../media/image501.png"/><Relationship Id="rId163" Type="http://schemas.openxmlformats.org/officeDocument/2006/relationships/customXml" Target="../ink/ink538.xml"/><Relationship Id="rId3" Type="http://schemas.openxmlformats.org/officeDocument/2006/relationships/customXml" Target="../ink/ink458.xml"/><Relationship Id="rId25" Type="http://schemas.openxmlformats.org/officeDocument/2006/relationships/customXml" Target="../ink/ink469.xml"/><Relationship Id="rId46" Type="http://schemas.openxmlformats.org/officeDocument/2006/relationships/image" Target="../media/image453.png"/><Relationship Id="rId67" Type="http://schemas.openxmlformats.org/officeDocument/2006/relationships/customXml" Target="../ink/ink490.xml"/><Relationship Id="rId116" Type="http://schemas.openxmlformats.org/officeDocument/2006/relationships/image" Target="../media/image488.png"/><Relationship Id="rId137" Type="http://schemas.openxmlformats.org/officeDocument/2006/relationships/customXml" Target="../ink/ink525.xml"/><Relationship Id="rId158" Type="http://schemas.openxmlformats.org/officeDocument/2006/relationships/image" Target="../media/image509.png"/><Relationship Id="rId20" Type="http://schemas.openxmlformats.org/officeDocument/2006/relationships/image" Target="../media/image440.png"/><Relationship Id="rId41" Type="http://schemas.openxmlformats.org/officeDocument/2006/relationships/customXml" Target="../ink/ink477.xml"/><Relationship Id="rId62" Type="http://schemas.openxmlformats.org/officeDocument/2006/relationships/image" Target="../media/image461.png"/><Relationship Id="rId83" Type="http://schemas.openxmlformats.org/officeDocument/2006/relationships/customXml" Target="../ink/ink498.xml"/><Relationship Id="rId88" Type="http://schemas.openxmlformats.org/officeDocument/2006/relationships/image" Target="../media/image474.png"/><Relationship Id="rId111" Type="http://schemas.openxmlformats.org/officeDocument/2006/relationships/customXml" Target="../ink/ink512.xml"/><Relationship Id="rId132" Type="http://schemas.openxmlformats.org/officeDocument/2006/relationships/image" Target="../media/image496.png"/><Relationship Id="rId153" Type="http://schemas.openxmlformats.org/officeDocument/2006/relationships/customXml" Target="../ink/ink533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44.xml"/><Relationship Id="rId18" Type="http://schemas.openxmlformats.org/officeDocument/2006/relationships/image" Target="../media/image521.png"/><Relationship Id="rId26" Type="http://schemas.openxmlformats.org/officeDocument/2006/relationships/image" Target="../media/image525.png"/><Relationship Id="rId39" Type="http://schemas.openxmlformats.org/officeDocument/2006/relationships/customXml" Target="../ink/ink557.xml"/><Relationship Id="rId21" Type="http://schemas.openxmlformats.org/officeDocument/2006/relationships/customXml" Target="../ink/ink548.xml"/><Relationship Id="rId34" Type="http://schemas.openxmlformats.org/officeDocument/2006/relationships/image" Target="../media/image529.png"/><Relationship Id="rId42" Type="http://schemas.openxmlformats.org/officeDocument/2006/relationships/image" Target="../media/image533.png"/><Relationship Id="rId47" Type="http://schemas.openxmlformats.org/officeDocument/2006/relationships/customXml" Target="../ink/ink561.xml"/><Relationship Id="rId50" Type="http://schemas.openxmlformats.org/officeDocument/2006/relationships/image" Target="../media/image537.png"/><Relationship Id="rId55" Type="http://schemas.openxmlformats.org/officeDocument/2006/relationships/customXml" Target="../ink/ink565.xml"/><Relationship Id="rId63" Type="http://schemas.openxmlformats.org/officeDocument/2006/relationships/customXml" Target="../ink/ink569.xml"/><Relationship Id="rId68" Type="http://schemas.openxmlformats.org/officeDocument/2006/relationships/image" Target="../media/image546.png"/><Relationship Id="rId76" Type="http://schemas.openxmlformats.org/officeDocument/2006/relationships/image" Target="../media/image550.png"/><Relationship Id="rId84" Type="http://schemas.openxmlformats.org/officeDocument/2006/relationships/image" Target="../media/image554.png"/><Relationship Id="rId89" Type="http://schemas.openxmlformats.org/officeDocument/2006/relationships/customXml" Target="../ink/ink582.xml"/><Relationship Id="rId7" Type="http://schemas.openxmlformats.org/officeDocument/2006/relationships/customXml" Target="../ink/ink541.xml"/><Relationship Id="rId71" Type="http://schemas.openxmlformats.org/officeDocument/2006/relationships/customXml" Target="../ink/ink573.xml"/><Relationship Id="rId92" Type="http://schemas.openxmlformats.org/officeDocument/2006/relationships/image" Target="../media/image558.png"/><Relationship Id="rId2" Type="http://schemas.openxmlformats.org/officeDocument/2006/relationships/image" Target="../media/image256.png"/><Relationship Id="rId16" Type="http://schemas.openxmlformats.org/officeDocument/2006/relationships/image" Target="../media/image520.png"/><Relationship Id="rId29" Type="http://schemas.openxmlformats.org/officeDocument/2006/relationships/customXml" Target="../ink/ink552.xml"/><Relationship Id="rId11" Type="http://schemas.openxmlformats.org/officeDocument/2006/relationships/customXml" Target="../ink/ink543.xml"/><Relationship Id="rId24" Type="http://schemas.openxmlformats.org/officeDocument/2006/relationships/image" Target="../media/image524.png"/><Relationship Id="rId32" Type="http://schemas.openxmlformats.org/officeDocument/2006/relationships/image" Target="../media/image528.png"/><Relationship Id="rId37" Type="http://schemas.openxmlformats.org/officeDocument/2006/relationships/customXml" Target="../ink/ink556.xml"/><Relationship Id="rId40" Type="http://schemas.openxmlformats.org/officeDocument/2006/relationships/image" Target="../media/image532.png"/><Relationship Id="rId45" Type="http://schemas.openxmlformats.org/officeDocument/2006/relationships/customXml" Target="../ink/ink560.xml"/><Relationship Id="rId53" Type="http://schemas.openxmlformats.org/officeDocument/2006/relationships/customXml" Target="../ink/ink564.xml"/><Relationship Id="rId58" Type="http://schemas.openxmlformats.org/officeDocument/2006/relationships/image" Target="../media/image541.png"/><Relationship Id="rId66" Type="http://schemas.openxmlformats.org/officeDocument/2006/relationships/image" Target="../media/image545.png"/><Relationship Id="rId74" Type="http://schemas.openxmlformats.org/officeDocument/2006/relationships/image" Target="../media/image549.png"/><Relationship Id="rId79" Type="http://schemas.openxmlformats.org/officeDocument/2006/relationships/customXml" Target="../ink/ink577.xml"/><Relationship Id="rId87" Type="http://schemas.openxmlformats.org/officeDocument/2006/relationships/customXml" Target="../ink/ink581.xml"/><Relationship Id="rId5" Type="http://schemas.openxmlformats.org/officeDocument/2006/relationships/customXml" Target="../ink/ink540.xml"/><Relationship Id="rId61" Type="http://schemas.openxmlformats.org/officeDocument/2006/relationships/customXml" Target="../ink/ink568.xml"/><Relationship Id="rId82" Type="http://schemas.openxmlformats.org/officeDocument/2006/relationships/image" Target="../media/image553.png"/><Relationship Id="rId90" Type="http://schemas.openxmlformats.org/officeDocument/2006/relationships/image" Target="../media/image557.png"/><Relationship Id="rId19" Type="http://schemas.openxmlformats.org/officeDocument/2006/relationships/customXml" Target="../ink/ink547.xml"/><Relationship Id="rId14" Type="http://schemas.openxmlformats.org/officeDocument/2006/relationships/image" Target="../media/image519.png"/><Relationship Id="rId22" Type="http://schemas.openxmlformats.org/officeDocument/2006/relationships/image" Target="../media/image523.png"/><Relationship Id="rId27" Type="http://schemas.openxmlformats.org/officeDocument/2006/relationships/customXml" Target="../ink/ink551.xml"/><Relationship Id="rId30" Type="http://schemas.openxmlformats.org/officeDocument/2006/relationships/image" Target="../media/image527.png"/><Relationship Id="rId35" Type="http://schemas.openxmlformats.org/officeDocument/2006/relationships/customXml" Target="../ink/ink555.xml"/><Relationship Id="rId43" Type="http://schemas.openxmlformats.org/officeDocument/2006/relationships/customXml" Target="../ink/ink559.xml"/><Relationship Id="rId48" Type="http://schemas.openxmlformats.org/officeDocument/2006/relationships/image" Target="../media/image536.png"/><Relationship Id="rId56" Type="http://schemas.openxmlformats.org/officeDocument/2006/relationships/image" Target="../media/image540.png"/><Relationship Id="rId64" Type="http://schemas.openxmlformats.org/officeDocument/2006/relationships/image" Target="../media/image544.png"/><Relationship Id="rId69" Type="http://schemas.openxmlformats.org/officeDocument/2006/relationships/customXml" Target="../ink/ink572.xml"/><Relationship Id="rId77" Type="http://schemas.openxmlformats.org/officeDocument/2006/relationships/customXml" Target="../ink/ink576.xml"/><Relationship Id="rId8" Type="http://schemas.openxmlformats.org/officeDocument/2006/relationships/image" Target="../media/image516.png"/><Relationship Id="rId51" Type="http://schemas.openxmlformats.org/officeDocument/2006/relationships/customXml" Target="../ink/ink563.xml"/><Relationship Id="rId72" Type="http://schemas.openxmlformats.org/officeDocument/2006/relationships/image" Target="../media/image548.png"/><Relationship Id="rId80" Type="http://schemas.openxmlformats.org/officeDocument/2006/relationships/image" Target="../media/image552.png"/><Relationship Id="rId85" Type="http://schemas.openxmlformats.org/officeDocument/2006/relationships/customXml" Target="../ink/ink580.xml"/><Relationship Id="rId3" Type="http://schemas.openxmlformats.org/officeDocument/2006/relationships/customXml" Target="../ink/ink539.xml"/><Relationship Id="rId12" Type="http://schemas.openxmlformats.org/officeDocument/2006/relationships/image" Target="../media/image518.png"/><Relationship Id="rId17" Type="http://schemas.openxmlformats.org/officeDocument/2006/relationships/customXml" Target="../ink/ink546.xml"/><Relationship Id="rId25" Type="http://schemas.openxmlformats.org/officeDocument/2006/relationships/customXml" Target="../ink/ink550.xml"/><Relationship Id="rId33" Type="http://schemas.openxmlformats.org/officeDocument/2006/relationships/customXml" Target="../ink/ink554.xml"/><Relationship Id="rId38" Type="http://schemas.openxmlformats.org/officeDocument/2006/relationships/image" Target="../media/image531.png"/><Relationship Id="rId46" Type="http://schemas.openxmlformats.org/officeDocument/2006/relationships/image" Target="../media/image535.png"/><Relationship Id="rId59" Type="http://schemas.openxmlformats.org/officeDocument/2006/relationships/customXml" Target="../ink/ink567.xml"/><Relationship Id="rId67" Type="http://schemas.openxmlformats.org/officeDocument/2006/relationships/customXml" Target="../ink/ink571.xml"/><Relationship Id="rId20" Type="http://schemas.openxmlformats.org/officeDocument/2006/relationships/image" Target="../media/image522.png"/><Relationship Id="rId41" Type="http://schemas.openxmlformats.org/officeDocument/2006/relationships/customXml" Target="../ink/ink558.xml"/><Relationship Id="rId54" Type="http://schemas.openxmlformats.org/officeDocument/2006/relationships/image" Target="../media/image539.png"/><Relationship Id="rId62" Type="http://schemas.openxmlformats.org/officeDocument/2006/relationships/image" Target="../media/image543.png"/><Relationship Id="rId70" Type="http://schemas.openxmlformats.org/officeDocument/2006/relationships/image" Target="../media/image547.png"/><Relationship Id="rId75" Type="http://schemas.openxmlformats.org/officeDocument/2006/relationships/customXml" Target="../ink/ink575.xml"/><Relationship Id="rId83" Type="http://schemas.openxmlformats.org/officeDocument/2006/relationships/customXml" Target="../ink/ink579.xml"/><Relationship Id="rId88" Type="http://schemas.openxmlformats.org/officeDocument/2006/relationships/image" Target="../media/image556.png"/><Relationship Id="rId91" Type="http://schemas.openxmlformats.org/officeDocument/2006/relationships/customXml" Target="../ink/ink5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5.png"/><Relationship Id="rId15" Type="http://schemas.openxmlformats.org/officeDocument/2006/relationships/customXml" Target="../ink/ink545.xml"/><Relationship Id="rId23" Type="http://schemas.openxmlformats.org/officeDocument/2006/relationships/customXml" Target="../ink/ink549.xml"/><Relationship Id="rId28" Type="http://schemas.openxmlformats.org/officeDocument/2006/relationships/image" Target="../media/image526.png"/><Relationship Id="rId36" Type="http://schemas.openxmlformats.org/officeDocument/2006/relationships/image" Target="../media/image530.png"/><Relationship Id="rId49" Type="http://schemas.openxmlformats.org/officeDocument/2006/relationships/customXml" Target="../ink/ink562.xml"/><Relationship Id="rId57" Type="http://schemas.openxmlformats.org/officeDocument/2006/relationships/customXml" Target="../ink/ink566.xml"/><Relationship Id="rId10" Type="http://schemas.openxmlformats.org/officeDocument/2006/relationships/image" Target="../media/image517.png"/><Relationship Id="rId31" Type="http://schemas.openxmlformats.org/officeDocument/2006/relationships/customXml" Target="../ink/ink553.xml"/><Relationship Id="rId44" Type="http://schemas.openxmlformats.org/officeDocument/2006/relationships/image" Target="../media/image534.png"/><Relationship Id="rId52" Type="http://schemas.openxmlformats.org/officeDocument/2006/relationships/image" Target="../media/image538.png"/><Relationship Id="rId60" Type="http://schemas.openxmlformats.org/officeDocument/2006/relationships/image" Target="../media/image542.png"/><Relationship Id="rId65" Type="http://schemas.openxmlformats.org/officeDocument/2006/relationships/customXml" Target="../ink/ink570.xml"/><Relationship Id="rId73" Type="http://schemas.openxmlformats.org/officeDocument/2006/relationships/customXml" Target="../ink/ink574.xml"/><Relationship Id="rId78" Type="http://schemas.openxmlformats.org/officeDocument/2006/relationships/image" Target="../media/image551.png"/><Relationship Id="rId81" Type="http://schemas.openxmlformats.org/officeDocument/2006/relationships/customXml" Target="../ink/ink578.xml"/><Relationship Id="rId86" Type="http://schemas.openxmlformats.org/officeDocument/2006/relationships/image" Target="../media/image555.png"/><Relationship Id="rId4" Type="http://schemas.openxmlformats.org/officeDocument/2006/relationships/image" Target="../media/image514.png"/><Relationship Id="rId9" Type="http://schemas.openxmlformats.org/officeDocument/2006/relationships/customXml" Target="../ink/ink542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6.png"/><Relationship Id="rId21" Type="http://schemas.openxmlformats.org/officeDocument/2006/relationships/image" Target="../media/image568.png"/><Relationship Id="rId42" Type="http://schemas.openxmlformats.org/officeDocument/2006/relationships/customXml" Target="../ink/ink604.xml"/><Relationship Id="rId63" Type="http://schemas.openxmlformats.org/officeDocument/2006/relationships/image" Target="../media/image589.png"/><Relationship Id="rId84" Type="http://schemas.openxmlformats.org/officeDocument/2006/relationships/customXml" Target="../ink/ink625.xml"/><Relationship Id="rId138" Type="http://schemas.openxmlformats.org/officeDocument/2006/relationships/customXml" Target="../ink/ink652.xml"/><Relationship Id="rId159" Type="http://schemas.openxmlformats.org/officeDocument/2006/relationships/image" Target="../media/image637.png"/><Relationship Id="rId170" Type="http://schemas.openxmlformats.org/officeDocument/2006/relationships/customXml" Target="../ink/ink668.xml"/><Relationship Id="rId191" Type="http://schemas.openxmlformats.org/officeDocument/2006/relationships/image" Target="../media/image653.png"/><Relationship Id="rId205" Type="http://schemas.openxmlformats.org/officeDocument/2006/relationships/image" Target="../media/image660.png"/><Relationship Id="rId226" Type="http://schemas.openxmlformats.org/officeDocument/2006/relationships/customXml" Target="../ink/ink696.xml"/><Relationship Id="rId107" Type="http://schemas.openxmlformats.org/officeDocument/2006/relationships/image" Target="../media/image611.png"/><Relationship Id="rId11" Type="http://schemas.openxmlformats.org/officeDocument/2006/relationships/image" Target="../media/image563.png"/><Relationship Id="rId32" Type="http://schemas.openxmlformats.org/officeDocument/2006/relationships/customXml" Target="../ink/ink599.xml"/><Relationship Id="rId53" Type="http://schemas.openxmlformats.org/officeDocument/2006/relationships/image" Target="../media/image584.png"/><Relationship Id="rId74" Type="http://schemas.openxmlformats.org/officeDocument/2006/relationships/customXml" Target="../ink/ink620.xml"/><Relationship Id="rId128" Type="http://schemas.openxmlformats.org/officeDocument/2006/relationships/customXml" Target="../ink/ink647.xml"/><Relationship Id="rId149" Type="http://schemas.openxmlformats.org/officeDocument/2006/relationships/image" Target="../media/image632.png"/><Relationship Id="rId5" Type="http://schemas.openxmlformats.org/officeDocument/2006/relationships/image" Target="../media/image560.png"/><Relationship Id="rId95" Type="http://schemas.openxmlformats.org/officeDocument/2006/relationships/image" Target="../media/image605.png"/><Relationship Id="rId160" Type="http://schemas.openxmlformats.org/officeDocument/2006/relationships/customXml" Target="../ink/ink663.xml"/><Relationship Id="rId181" Type="http://schemas.openxmlformats.org/officeDocument/2006/relationships/image" Target="../media/image648.png"/><Relationship Id="rId216" Type="http://schemas.openxmlformats.org/officeDocument/2006/relationships/customXml" Target="../ink/ink691.xml"/><Relationship Id="rId237" Type="http://schemas.openxmlformats.org/officeDocument/2006/relationships/image" Target="../media/image676.png"/><Relationship Id="rId22" Type="http://schemas.openxmlformats.org/officeDocument/2006/relationships/customXml" Target="../ink/ink594.xml"/><Relationship Id="rId43" Type="http://schemas.openxmlformats.org/officeDocument/2006/relationships/image" Target="../media/image579.png"/><Relationship Id="rId64" Type="http://schemas.openxmlformats.org/officeDocument/2006/relationships/customXml" Target="../ink/ink615.xml"/><Relationship Id="rId118" Type="http://schemas.openxmlformats.org/officeDocument/2006/relationships/customXml" Target="../ink/ink642.xml"/><Relationship Id="rId139" Type="http://schemas.openxmlformats.org/officeDocument/2006/relationships/image" Target="../media/image627.png"/><Relationship Id="rId85" Type="http://schemas.openxmlformats.org/officeDocument/2006/relationships/image" Target="../media/image600.png"/><Relationship Id="rId150" Type="http://schemas.openxmlformats.org/officeDocument/2006/relationships/customXml" Target="../ink/ink658.xml"/><Relationship Id="rId171" Type="http://schemas.openxmlformats.org/officeDocument/2006/relationships/image" Target="../media/image643.png"/><Relationship Id="rId192" Type="http://schemas.openxmlformats.org/officeDocument/2006/relationships/customXml" Target="../ink/ink679.xml"/><Relationship Id="rId206" Type="http://schemas.openxmlformats.org/officeDocument/2006/relationships/customXml" Target="../ink/ink686.xml"/><Relationship Id="rId227" Type="http://schemas.openxmlformats.org/officeDocument/2006/relationships/image" Target="../media/image671.png"/><Relationship Id="rId201" Type="http://schemas.openxmlformats.org/officeDocument/2006/relationships/image" Target="../media/image658.png"/><Relationship Id="rId222" Type="http://schemas.openxmlformats.org/officeDocument/2006/relationships/customXml" Target="../ink/ink694.xml"/><Relationship Id="rId243" Type="http://schemas.openxmlformats.org/officeDocument/2006/relationships/image" Target="../media/image679.png"/><Relationship Id="rId12" Type="http://schemas.openxmlformats.org/officeDocument/2006/relationships/customXml" Target="../ink/ink589.xml"/><Relationship Id="rId17" Type="http://schemas.openxmlformats.org/officeDocument/2006/relationships/image" Target="../media/image566.png"/><Relationship Id="rId33" Type="http://schemas.openxmlformats.org/officeDocument/2006/relationships/image" Target="../media/image574.png"/><Relationship Id="rId38" Type="http://schemas.openxmlformats.org/officeDocument/2006/relationships/customXml" Target="../ink/ink602.xml"/><Relationship Id="rId59" Type="http://schemas.openxmlformats.org/officeDocument/2006/relationships/image" Target="../media/image587.png"/><Relationship Id="rId103" Type="http://schemas.openxmlformats.org/officeDocument/2006/relationships/image" Target="../media/image609.png"/><Relationship Id="rId108" Type="http://schemas.openxmlformats.org/officeDocument/2006/relationships/customXml" Target="../ink/ink637.xml"/><Relationship Id="rId124" Type="http://schemas.openxmlformats.org/officeDocument/2006/relationships/customXml" Target="../ink/ink645.xml"/><Relationship Id="rId129" Type="http://schemas.openxmlformats.org/officeDocument/2006/relationships/image" Target="../media/image622.png"/><Relationship Id="rId54" Type="http://schemas.openxmlformats.org/officeDocument/2006/relationships/customXml" Target="../ink/ink610.xml"/><Relationship Id="rId70" Type="http://schemas.openxmlformats.org/officeDocument/2006/relationships/customXml" Target="../ink/ink618.xml"/><Relationship Id="rId75" Type="http://schemas.openxmlformats.org/officeDocument/2006/relationships/image" Target="../media/image595.png"/><Relationship Id="rId91" Type="http://schemas.openxmlformats.org/officeDocument/2006/relationships/image" Target="../media/image603.png"/><Relationship Id="rId96" Type="http://schemas.openxmlformats.org/officeDocument/2006/relationships/customXml" Target="../ink/ink631.xml"/><Relationship Id="rId140" Type="http://schemas.openxmlformats.org/officeDocument/2006/relationships/customXml" Target="../ink/ink653.xml"/><Relationship Id="rId145" Type="http://schemas.openxmlformats.org/officeDocument/2006/relationships/image" Target="../media/image630.png"/><Relationship Id="rId161" Type="http://schemas.openxmlformats.org/officeDocument/2006/relationships/image" Target="../media/image638.png"/><Relationship Id="rId166" Type="http://schemas.openxmlformats.org/officeDocument/2006/relationships/customXml" Target="../ink/ink666.xml"/><Relationship Id="rId182" Type="http://schemas.openxmlformats.org/officeDocument/2006/relationships/customXml" Target="../ink/ink674.xml"/><Relationship Id="rId187" Type="http://schemas.openxmlformats.org/officeDocument/2006/relationships/image" Target="../media/image651.png"/><Relationship Id="rId217" Type="http://schemas.openxmlformats.org/officeDocument/2006/relationships/image" Target="../media/image66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6.xml"/><Relationship Id="rId212" Type="http://schemas.openxmlformats.org/officeDocument/2006/relationships/customXml" Target="../ink/ink689.xml"/><Relationship Id="rId233" Type="http://schemas.openxmlformats.org/officeDocument/2006/relationships/image" Target="../media/image674.png"/><Relationship Id="rId238" Type="http://schemas.openxmlformats.org/officeDocument/2006/relationships/customXml" Target="../ink/ink702.xml"/><Relationship Id="rId23" Type="http://schemas.openxmlformats.org/officeDocument/2006/relationships/image" Target="../media/image569.png"/><Relationship Id="rId28" Type="http://schemas.openxmlformats.org/officeDocument/2006/relationships/customXml" Target="../ink/ink597.xml"/><Relationship Id="rId49" Type="http://schemas.openxmlformats.org/officeDocument/2006/relationships/image" Target="../media/image582.png"/><Relationship Id="rId114" Type="http://schemas.openxmlformats.org/officeDocument/2006/relationships/customXml" Target="../ink/ink640.xml"/><Relationship Id="rId119" Type="http://schemas.openxmlformats.org/officeDocument/2006/relationships/image" Target="../media/image617.png"/><Relationship Id="rId44" Type="http://schemas.openxmlformats.org/officeDocument/2006/relationships/customXml" Target="../ink/ink605.xml"/><Relationship Id="rId60" Type="http://schemas.openxmlformats.org/officeDocument/2006/relationships/customXml" Target="../ink/ink613.xml"/><Relationship Id="rId65" Type="http://schemas.openxmlformats.org/officeDocument/2006/relationships/image" Target="../media/image590.png"/><Relationship Id="rId81" Type="http://schemas.openxmlformats.org/officeDocument/2006/relationships/image" Target="../media/image598.png"/><Relationship Id="rId86" Type="http://schemas.openxmlformats.org/officeDocument/2006/relationships/customXml" Target="../ink/ink626.xml"/><Relationship Id="rId130" Type="http://schemas.openxmlformats.org/officeDocument/2006/relationships/customXml" Target="../ink/ink648.xml"/><Relationship Id="rId135" Type="http://schemas.openxmlformats.org/officeDocument/2006/relationships/image" Target="../media/image625.png"/><Relationship Id="rId151" Type="http://schemas.openxmlformats.org/officeDocument/2006/relationships/image" Target="../media/image633.png"/><Relationship Id="rId156" Type="http://schemas.openxmlformats.org/officeDocument/2006/relationships/customXml" Target="../ink/ink661.xml"/><Relationship Id="rId177" Type="http://schemas.openxmlformats.org/officeDocument/2006/relationships/image" Target="../media/image646.png"/><Relationship Id="rId198" Type="http://schemas.openxmlformats.org/officeDocument/2006/relationships/customXml" Target="../ink/ink682.xml"/><Relationship Id="rId172" Type="http://schemas.openxmlformats.org/officeDocument/2006/relationships/customXml" Target="../ink/ink669.xml"/><Relationship Id="rId193" Type="http://schemas.openxmlformats.org/officeDocument/2006/relationships/image" Target="../media/image654.png"/><Relationship Id="rId202" Type="http://schemas.openxmlformats.org/officeDocument/2006/relationships/customXml" Target="../ink/ink684.xml"/><Relationship Id="rId207" Type="http://schemas.openxmlformats.org/officeDocument/2006/relationships/image" Target="../media/image661.png"/><Relationship Id="rId223" Type="http://schemas.openxmlformats.org/officeDocument/2006/relationships/image" Target="../media/image669.png"/><Relationship Id="rId228" Type="http://schemas.openxmlformats.org/officeDocument/2006/relationships/customXml" Target="../ink/ink697.xml"/><Relationship Id="rId244" Type="http://schemas.openxmlformats.org/officeDocument/2006/relationships/customXml" Target="../ink/ink705.xml"/><Relationship Id="rId13" Type="http://schemas.openxmlformats.org/officeDocument/2006/relationships/image" Target="../media/image564.png"/><Relationship Id="rId18" Type="http://schemas.openxmlformats.org/officeDocument/2006/relationships/customXml" Target="../ink/ink592.xml"/><Relationship Id="rId39" Type="http://schemas.openxmlformats.org/officeDocument/2006/relationships/image" Target="../media/image577.png"/><Relationship Id="rId109" Type="http://schemas.openxmlformats.org/officeDocument/2006/relationships/image" Target="../media/image612.png"/><Relationship Id="rId34" Type="http://schemas.openxmlformats.org/officeDocument/2006/relationships/customXml" Target="../ink/ink600.xml"/><Relationship Id="rId50" Type="http://schemas.openxmlformats.org/officeDocument/2006/relationships/customXml" Target="../ink/ink608.xml"/><Relationship Id="rId55" Type="http://schemas.openxmlformats.org/officeDocument/2006/relationships/image" Target="../media/image585.png"/><Relationship Id="rId76" Type="http://schemas.openxmlformats.org/officeDocument/2006/relationships/customXml" Target="../ink/ink621.xml"/><Relationship Id="rId97" Type="http://schemas.openxmlformats.org/officeDocument/2006/relationships/image" Target="../media/image606.png"/><Relationship Id="rId104" Type="http://schemas.openxmlformats.org/officeDocument/2006/relationships/customXml" Target="../ink/ink635.xml"/><Relationship Id="rId120" Type="http://schemas.openxmlformats.org/officeDocument/2006/relationships/customXml" Target="../ink/ink643.xml"/><Relationship Id="rId125" Type="http://schemas.openxmlformats.org/officeDocument/2006/relationships/image" Target="../media/image620.png"/><Relationship Id="rId141" Type="http://schemas.openxmlformats.org/officeDocument/2006/relationships/image" Target="../media/image628.png"/><Relationship Id="rId146" Type="http://schemas.openxmlformats.org/officeDocument/2006/relationships/customXml" Target="../ink/ink656.xml"/><Relationship Id="rId167" Type="http://schemas.openxmlformats.org/officeDocument/2006/relationships/image" Target="../media/image641.png"/><Relationship Id="rId188" Type="http://schemas.openxmlformats.org/officeDocument/2006/relationships/customXml" Target="../ink/ink677.xml"/><Relationship Id="rId7" Type="http://schemas.openxmlformats.org/officeDocument/2006/relationships/image" Target="../media/image561.png"/><Relationship Id="rId71" Type="http://schemas.openxmlformats.org/officeDocument/2006/relationships/image" Target="../media/image593.png"/><Relationship Id="rId92" Type="http://schemas.openxmlformats.org/officeDocument/2006/relationships/customXml" Target="../ink/ink629.xml"/><Relationship Id="rId162" Type="http://schemas.openxmlformats.org/officeDocument/2006/relationships/customXml" Target="../ink/ink664.xml"/><Relationship Id="rId183" Type="http://schemas.openxmlformats.org/officeDocument/2006/relationships/image" Target="../media/image649.png"/><Relationship Id="rId213" Type="http://schemas.openxmlformats.org/officeDocument/2006/relationships/image" Target="../media/image664.png"/><Relationship Id="rId218" Type="http://schemas.openxmlformats.org/officeDocument/2006/relationships/customXml" Target="../ink/ink692.xml"/><Relationship Id="rId234" Type="http://schemas.openxmlformats.org/officeDocument/2006/relationships/customXml" Target="../ink/ink700.xml"/><Relationship Id="rId239" Type="http://schemas.openxmlformats.org/officeDocument/2006/relationships/image" Target="../media/image677.png"/><Relationship Id="rId2" Type="http://schemas.openxmlformats.org/officeDocument/2006/relationships/customXml" Target="../ink/ink584.xml"/><Relationship Id="rId29" Type="http://schemas.openxmlformats.org/officeDocument/2006/relationships/image" Target="../media/image572.png"/><Relationship Id="rId24" Type="http://schemas.openxmlformats.org/officeDocument/2006/relationships/customXml" Target="../ink/ink595.xml"/><Relationship Id="rId40" Type="http://schemas.openxmlformats.org/officeDocument/2006/relationships/customXml" Target="../ink/ink603.xml"/><Relationship Id="rId45" Type="http://schemas.openxmlformats.org/officeDocument/2006/relationships/image" Target="../media/image580.png"/><Relationship Id="rId66" Type="http://schemas.openxmlformats.org/officeDocument/2006/relationships/customXml" Target="../ink/ink616.xml"/><Relationship Id="rId87" Type="http://schemas.openxmlformats.org/officeDocument/2006/relationships/image" Target="../media/image601.png"/><Relationship Id="rId110" Type="http://schemas.openxmlformats.org/officeDocument/2006/relationships/customXml" Target="../ink/ink638.xml"/><Relationship Id="rId115" Type="http://schemas.openxmlformats.org/officeDocument/2006/relationships/image" Target="../media/image615.png"/><Relationship Id="rId131" Type="http://schemas.openxmlformats.org/officeDocument/2006/relationships/image" Target="../media/image623.png"/><Relationship Id="rId136" Type="http://schemas.openxmlformats.org/officeDocument/2006/relationships/customXml" Target="../ink/ink651.xml"/><Relationship Id="rId157" Type="http://schemas.openxmlformats.org/officeDocument/2006/relationships/image" Target="../media/image636.png"/><Relationship Id="rId178" Type="http://schemas.openxmlformats.org/officeDocument/2006/relationships/customXml" Target="../ink/ink672.xml"/><Relationship Id="rId61" Type="http://schemas.openxmlformats.org/officeDocument/2006/relationships/image" Target="../media/image588.png"/><Relationship Id="rId82" Type="http://schemas.openxmlformats.org/officeDocument/2006/relationships/customXml" Target="../ink/ink624.xml"/><Relationship Id="rId152" Type="http://schemas.openxmlformats.org/officeDocument/2006/relationships/customXml" Target="../ink/ink659.xml"/><Relationship Id="rId173" Type="http://schemas.openxmlformats.org/officeDocument/2006/relationships/image" Target="../media/image644.png"/><Relationship Id="rId194" Type="http://schemas.openxmlformats.org/officeDocument/2006/relationships/customXml" Target="../ink/ink680.xml"/><Relationship Id="rId199" Type="http://schemas.openxmlformats.org/officeDocument/2006/relationships/image" Target="../media/image657.png"/><Relationship Id="rId203" Type="http://schemas.openxmlformats.org/officeDocument/2006/relationships/image" Target="../media/image659.png"/><Relationship Id="rId208" Type="http://schemas.openxmlformats.org/officeDocument/2006/relationships/customXml" Target="../ink/ink687.xml"/><Relationship Id="rId229" Type="http://schemas.openxmlformats.org/officeDocument/2006/relationships/image" Target="../media/image672.png"/><Relationship Id="rId19" Type="http://schemas.openxmlformats.org/officeDocument/2006/relationships/image" Target="../media/image567.png"/><Relationship Id="rId224" Type="http://schemas.openxmlformats.org/officeDocument/2006/relationships/customXml" Target="../ink/ink695.xml"/><Relationship Id="rId240" Type="http://schemas.openxmlformats.org/officeDocument/2006/relationships/customXml" Target="../ink/ink703.xml"/><Relationship Id="rId245" Type="http://schemas.openxmlformats.org/officeDocument/2006/relationships/image" Target="../media/image680.png"/><Relationship Id="rId14" Type="http://schemas.openxmlformats.org/officeDocument/2006/relationships/customXml" Target="../ink/ink590.xml"/><Relationship Id="rId30" Type="http://schemas.openxmlformats.org/officeDocument/2006/relationships/customXml" Target="../ink/ink598.xml"/><Relationship Id="rId35" Type="http://schemas.openxmlformats.org/officeDocument/2006/relationships/image" Target="../media/image575.png"/><Relationship Id="rId56" Type="http://schemas.openxmlformats.org/officeDocument/2006/relationships/customXml" Target="../ink/ink611.xml"/><Relationship Id="rId77" Type="http://schemas.openxmlformats.org/officeDocument/2006/relationships/image" Target="../media/image596.png"/><Relationship Id="rId100" Type="http://schemas.openxmlformats.org/officeDocument/2006/relationships/customXml" Target="../ink/ink633.xml"/><Relationship Id="rId105" Type="http://schemas.openxmlformats.org/officeDocument/2006/relationships/image" Target="../media/image610.png"/><Relationship Id="rId126" Type="http://schemas.openxmlformats.org/officeDocument/2006/relationships/customXml" Target="../ink/ink646.xml"/><Relationship Id="rId147" Type="http://schemas.openxmlformats.org/officeDocument/2006/relationships/image" Target="../media/image631.png"/><Relationship Id="rId168" Type="http://schemas.openxmlformats.org/officeDocument/2006/relationships/customXml" Target="../ink/ink667.xml"/><Relationship Id="rId8" Type="http://schemas.openxmlformats.org/officeDocument/2006/relationships/customXml" Target="../ink/ink587.xml"/><Relationship Id="rId51" Type="http://schemas.openxmlformats.org/officeDocument/2006/relationships/image" Target="../media/image583.png"/><Relationship Id="rId72" Type="http://schemas.openxmlformats.org/officeDocument/2006/relationships/customXml" Target="../ink/ink619.xml"/><Relationship Id="rId93" Type="http://schemas.openxmlformats.org/officeDocument/2006/relationships/image" Target="../media/image604.png"/><Relationship Id="rId98" Type="http://schemas.openxmlformats.org/officeDocument/2006/relationships/customXml" Target="../ink/ink632.xml"/><Relationship Id="rId121" Type="http://schemas.openxmlformats.org/officeDocument/2006/relationships/image" Target="../media/image618.png"/><Relationship Id="rId142" Type="http://schemas.openxmlformats.org/officeDocument/2006/relationships/customXml" Target="../ink/ink654.xml"/><Relationship Id="rId163" Type="http://schemas.openxmlformats.org/officeDocument/2006/relationships/image" Target="../media/image639.png"/><Relationship Id="rId184" Type="http://schemas.openxmlformats.org/officeDocument/2006/relationships/customXml" Target="../ink/ink675.xml"/><Relationship Id="rId189" Type="http://schemas.openxmlformats.org/officeDocument/2006/relationships/image" Target="../media/image652.png"/><Relationship Id="rId219" Type="http://schemas.openxmlformats.org/officeDocument/2006/relationships/image" Target="../media/image667.png"/><Relationship Id="rId3" Type="http://schemas.openxmlformats.org/officeDocument/2006/relationships/image" Target="../media/image559.png"/><Relationship Id="rId214" Type="http://schemas.openxmlformats.org/officeDocument/2006/relationships/customXml" Target="../ink/ink690.xml"/><Relationship Id="rId230" Type="http://schemas.openxmlformats.org/officeDocument/2006/relationships/customXml" Target="../ink/ink698.xml"/><Relationship Id="rId235" Type="http://schemas.openxmlformats.org/officeDocument/2006/relationships/image" Target="../media/image675.png"/><Relationship Id="rId25" Type="http://schemas.openxmlformats.org/officeDocument/2006/relationships/image" Target="../media/image570.png"/><Relationship Id="rId46" Type="http://schemas.openxmlformats.org/officeDocument/2006/relationships/customXml" Target="../ink/ink606.xml"/><Relationship Id="rId67" Type="http://schemas.openxmlformats.org/officeDocument/2006/relationships/image" Target="../media/image591.png"/><Relationship Id="rId116" Type="http://schemas.openxmlformats.org/officeDocument/2006/relationships/customXml" Target="../ink/ink641.xml"/><Relationship Id="rId137" Type="http://schemas.openxmlformats.org/officeDocument/2006/relationships/image" Target="../media/image626.png"/><Relationship Id="rId158" Type="http://schemas.openxmlformats.org/officeDocument/2006/relationships/customXml" Target="../ink/ink662.xml"/><Relationship Id="rId20" Type="http://schemas.openxmlformats.org/officeDocument/2006/relationships/customXml" Target="../ink/ink593.xml"/><Relationship Id="rId41" Type="http://schemas.openxmlformats.org/officeDocument/2006/relationships/image" Target="../media/image578.png"/><Relationship Id="rId62" Type="http://schemas.openxmlformats.org/officeDocument/2006/relationships/customXml" Target="../ink/ink614.xml"/><Relationship Id="rId83" Type="http://schemas.openxmlformats.org/officeDocument/2006/relationships/image" Target="../media/image599.png"/><Relationship Id="rId88" Type="http://schemas.openxmlformats.org/officeDocument/2006/relationships/customXml" Target="../ink/ink627.xml"/><Relationship Id="rId111" Type="http://schemas.openxmlformats.org/officeDocument/2006/relationships/image" Target="../media/image613.png"/><Relationship Id="rId132" Type="http://schemas.openxmlformats.org/officeDocument/2006/relationships/customXml" Target="../ink/ink649.xml"/><Relationship Id="rId153" Type="http://schemas.openxmlformats.org/officeDocument/2006/relationships/image" Target="../media/image634.png"/><Relationship Id="rId174" Type="http://schemas.openxmlformats.org/officeDocument/2006/relationships/customXml" Target="../ink/ink670.xml"/><Relationship Id="rId179" Type="http://schemas.openxmlformats.org/officeDocument/2006/relationships/image" Target="../media/image647.png"/><Relationship Id="rId195" Type="http://schemas.openxmlformats.org/officeDocument/2006/relationships/image" Target="../media/image655.png"/><Relationship Id="rId209" Type="http://schemas.openxmlformats.org/officeDocument/2006/relationships/image" Target="../media/image662.png"/><Relationship Id="rId190" Type="http://schemas.openxmlformats.org/officeDocument/2006/relationships/customXml" Target="../ink/ink678.xml"/><Relationship Id="rId204" Type="http://schemas.openxmlformats.org/officeDocument/2006/relationships/customXml" Target="../ink/ink685.xml"/><Relationship Id="rId220" Type="http://schemas.openxmlformats.org/officeDocument/2006/relationships/customXml" Target="../ink/ink693.xml"/><Relationship Id="rId225" Type="http://schemas.openxmlformats.org/officeDocument/2006/relationships/image" Target="../media/image670.png"/><Relationship Id="rId241" Type="http://schemas.openxmlformats.org/officeDocument/2006/relationships/image" Target="../media/image678.png"/><Relationship Id="rId15" Type="http://schemas.openxmlformats.org/officeDocument/2006/relationships/image" Target="../media/image565.png"/><Relationship Id="rId36" Type="http://schemas.openxmlformats.org/officeDocument/2006/relationships/customXml" Target="../ink/ink601.xml"/><Relationship Id="rId57" Type="http://schemas.openxmlformats.org/officeDocument/2006/relationships/image" Target="../media/image586.png"/><Relationship Id="rId106" Type="http://schemas.openxmlformats.org/officeDocument/2006/relationships/customXml" Target="../ink/ink636.xml"/><Relationship Id="rId127" Type="http://schemas.openxmlformats.org/officeDocument/2006/relationships/image" Target="../media/image621.png"/><Relationship Id="rId10" Type="http://schemas.openxmlformats.org/officeDocument/2006/relationships/customXml" Target="../ink/ink588.xml"/><Relationship Id="rId31" Type="http://schemas.openxmlformats.org/officeDocument/2006/relationships/image" Target="../media/image573.png"/><Relationship Id="rId52" Type="http://schemas.openxmlformats.org/officeDocument/2006/relationships/customXml" Target="../ink/ink609.xml"/><Relationship Id="rId73" Type="http://schemas.openxmlformats.org/officeDocument/2006/relationships/image" Target="../media/image594.png"/><Relationship Id="rId78" Type="http://schemas.openxmlformats.org/officeDocument/2006/relationships/customXml" Target="../ink/ink622.xml"/><Relationship Id="rId94" Type="http://schemas.openxmlformats.org/officeDocument/2006/relationships/customXml" Target="../ink/ink630.xml"/><Relationship Id="rId99" Type="http://schemas.openxmlformats.org/officeDocument/2006/relationships/image" Target="../media/image607.png"/><Relationship Id="rId101" Type="http://schemas.openxmlformats.org/officeDocument/2006/relationships/image" Target="../media/image608.png"/><Relationship Id="rId122" Type="http://schemas.openxmlformats.org/officeDocument/2006/relationships/customXml" Target="../ink/ink644.xml"/><Relationship Id="rId143" Type="http://schemas.openxmlformats.org/officeDocument/2006/relationships/image" Target="../media/image629.png"/><Relationship Id="rId148" Type="http://schemas.openxmlformats.org/officeDocument/2006/relationships/customXml" Target="../ink/ink657.xml"/><Relationship Id="rId164" Type="http://schemas.openxmlformats.org/officeDocument/2006/relationships/customXml" Target="../ink/ink665.xml"/><Relationship Id="rId169" Type="http://schemas.openxmlformats.org/officeDocument/2006/relationships/image" Target="../media/image642.png"/><Relationship Id="rId185" Type="http://schemas.openxmlformats.org/officeDocument/2006/relationships/image" Target="../media/image650.png"/><Relationship Id="rId4" Type="http://schemas.openxmlformats.org/officeDocument/2006/relationships/customXml" Target="../ink/ink585.xml"/><Relationship Id="rId9" Type="http://schemas.openxmlformats.org/officeDocument/2006/relationships/image" Target="../media/image562.png"/><Relationship Id="rId180" Type="http://schemas.openxmlformats.org/officeDocument/2006/relationships/customXml" Target="../ink/ink673.xml"/><Relationship Id="rId210" Type="http://schemas.openxmlformats.org/officeDocument/2006/relationships/customXml" Target="../ink/ink688.xml"/><Relationship Id="rId215" Type="http://schemas.openxmlformats.org/officeDocument/2006/relationships/image" Target="../media/image665.png"/><Relationship Id="rId236" Type="http://schemas.openxmlformats.org/officeDocument/2006/relationships/customXml" Target="../ink/ink701.xml"/><Relationship Id="rId26" Type="http://schemas.openxmlformats.org/officeDocument/2006/relationships/customXml" Target="../ink/ink596.xml"/><Relationship Id="rId231" Type="http://schemas.openxmlformats.org/officeDocument/2006/relationships/image" Target="../media/image673.png"/><Relationship Id="rId47" Type="http://schemas.openxmlformats.org/officeDocument/2006/relationships/image" Target="../media/image581.png"/><Relationship Id="rId68" Type="http://schemas.openxmlformats.org/officeDocument/2006/relationships/customXml" Target="../ink/ink617.xml"/><Relationship Id="rId89" Type="http://schemas.openxmlformats.org/officeDocument/2006/relationships/image" Target="../media/image602.png"/><Relationship Id="rId112" Type="http://schemas.openxmlformats.org/officeDocument/2006/relationships/customXml" Target="../ink/ink639.xml"/><Relationship Id="rId133" Type="http://schemas.openxmlformats.org/officeDocument/2006/relationships/image" Target="../media/image624.png"/><Relationship Id="rId154" Type="http://schemas.openxmlformats.org/officeDocument/2006/relationships/customXml" Target="../ink/ink660.xml"/><Relationship Id="rId175" Type="http://schemas.openxmlformats.org/officeDocument/2006/relationships/image" Target="../media/image645.png"/><Relationship Id="rId196" Type="http://schemas.openxmlformats.org/officeDocument/2006/relationships/customXml" Target="../ink/ink681.xml"/><Relationship Id="rId200" Type="http://schemas.openxmlformats.org/officeDocument/2006/relationships/customXml" Target="../ink/ink683.xml"/><Relationship Id="rId16" Type="http://schemas.openxmlformats.org/officeDocument/2006/relationships/customXml" Target="../ink/ink591.xml"/><Relationship Id="rId221" Type="http://schemas.openxmlformats.org/officeDocument/2006/relationships/image" Target="../media/image668.png"/><Relationship Id="rId242" Type="http://schemas.openxmlformats.org/officeDocument/2006/relationships/customXml" Target="../ink/ink704.xml"/><Relationship Id="rId37" Type="http://schemas.openxmlformats.org/officeDocument/2006/relationships/image" Target="../media/image576.png"/><Relationship Id="rId58" Type="http://schemas.openxmlformats.org/officeDocument/2006/relationships/customXml" Target="../ink/ink612.xml"/><Relationship Id="rId79" Type="http://schemas.openxmlformats.org/officeDocument/2006/relationships/image" Target="../media/image597.png"/><Relationship Id="rId102" Type="http://schemas.openxmlformats.org/officeDocument/2006/relationships/customXml" Target="../ink/ink634.xml"/><Relationship Id="rId123" Type="http://schemas.openxmlformats.org/officeDocument/2006/relationships/image" Target="../media/image619.png"/><Relationship Id="rId144" Type="http://schemas.openxmlformats.org/officeDocument/2006/relationships/customXml" Target="../ink/ink655.xml"/><Relationship Id="rId90" Type="http://schemas.openxmlformats.org/officeDocument/2006/relationships/customXml" Target="../ink/ink628.xml"/><Relationship Id="rId165" Type="http://schemas.openxmlformats.org/officeDocument/2006/relationships/image" Target="../media/image640.png"/><Relationship Id="rId186" Type="http://schemas.openxmlformats.org/officeDocument/2006/relationships/customXml" Target="../ink/ink676.xml"/><Relationship Id="rId211" Type="http://schemas.openxmlformats.org/officeDocument/2006/relationships/image" Target="../media/image663.png"/><Relationship Id="rId232" Type="http://schemas.openxmlformats.org/officeDocument/2006/relationships/customXml" Target="../ink/ink699.xml"/><Relationship Id="rId27" Type="http://schemas.openxmlformats.org/officeDocument/2006/relationships/image" Target="../media/image571.png"/><Relationship Id="rId48" Type="http://schemas.openxmlformats.org/officeDocument/2006/relationships/customXml" Target="../ink/ink607.xml"/><Relationship Id="rId69" Type="http://schemas.openxmlformats.org/officeDocument/2006/relationships/image" Target="../media/image592.png"/><Relationship Id="rId113" Type="http://schemas.openxmlformats.org/officeDocument/2006/relationships/image" Target="../media/image614.png"/><Relationship Id="rId134" Type="http://schemas.openxmlformats.org/officeDocument/2006/relationships/customXml" Target="../ink/ink650.xml"/><Relationship Id="rId80" Type="http://schemas.openxmlformats.org/officeDocument/2006/relationships/customXml" Target="../ink/ink623.xml"/><Relationship Id="rId155" Type="http://schemas.openxmlformats.org/officeDocument/2006/relationships/image" Target="../media/image635.png"/><Relationship Id="rId176" Type="http://schemas.openxmlformats.org/officeDocument/2006/relationships/customXml" Target="../ink/ink671.xml"/><Relationship Id="rId197" Type="http://schemas.openxmlformats.org/officeDocument/2006/relationships/image" Target="../media/image65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4.png"/><Relationship Id="rId13" Type="http://schemas.openxmlformats.org/officeDocument/2006/relationships/customXml" Target="../ink/ink711.xml"/><Relationship Id="rId3" Type="http://schemas.openxmlformats.org/officeDocument/2006/relationships/customXml" Target="../ink/ink706.xml"/><Relationship Id="rId7" Type="http://schemas.openxmlformats.org/officeDocument/2006/relationships/customXml" Target="../ink/ink708.xml"/><Relationship Id="rId12" Type="http://schemas.openxmlformats.org/officeDocument/2006/relationships/image" Target="../media/image686.png"/><Relationship Id="rId2" Type="http://schemas.openxmlformats.org/officeDocument/2006/relationships/image" Target="../media/image3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3.png"/><Relationship Id="rId11" Type="http://schemas.openxmlformats.org/officeDocument/2006/relationships/customXml" Target="../ink/ink710.xml"/><Relationship Id="rId5" Type="http://schemas.openxmlformats.org/officeDocument/2006/relationships/customXml" Target="../ink/ink707.xml"/><Relationship Id="rId10" Type="http://schemas.openxmlformats.org/officeDocument/2006/relationships/image" Target="../media/image685.png"/><Relationship Id="rId4" Type="http://schemas.openxmlformats.org/officeDocument/2006/relationships/image" Target="../media/image682.png"/><Relationship Id="rId9" Type="http://schemas.openxmlformats.org/officeDocument/2006/relationships/customXml" Target="../ink/ink709.xml"/><Relationship Id="rId14" Type="http://schemas.openxmlformats.org/officeDocument/2006/relationships/image" Target="../media/image687.png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4.xml"/><Relationship Id="rId117" Type="http://schemas.openxmlformats.org/officeDocument/2006/relationships/image" Target="../media/image745.png"/><Relationship Id="rId21" Type="http://schemas.openxmlformats.org/officeDocument/2006/relationships/image" Target="../media/image697.png"/><Relationship Id="rId42" Type="http://schemas.openxmlformats.org/officeDocument/2006/relationships/customXml" Target="../ink/ink732.xml"/><Relationship Id="rId47" Type="http://schemas.openxmlformats.org/officeDocument/2006/relationships/image" Target="../media/image710.png"/><Relationship Id="rId63" Type="http://schemas.openxmlformats.org/officeDocument/2006/relationships/image" Target="../media/image718.png"/><Relationship Id="rId68" Type="http://schemas.openxmlformats.org/officeDocument/2006/relationships/customXml" Target="../ink/ink745.xml"/><Relationship Id="rId84" Type="http://schemas.openxmlformats.org/officeDocument/2006/relationships/customXml" Target="../ink/ink753.xml"/><Relationship Id="rId89" Type="http://schemas.openxmlformats.org/officeDocument/2006/relationships/image" Target="../media/image731.png"/><Relationship Id="rId112" Type="http://schemas.openxmlformats.org/officeDocument/2006/relationships/customXml" Target="../ink/ink767.xml"/><Relationship Id="rId133" Type="http://schemas.openxmlformats.org/officeDocument/2006/relationships/image" Target="../media/image753.png"/><Relationship Id="rId16" Type="http://schemas.openxmlformats.org/officeDocument/2006/relationships/customXml" Target="../ink/ink719.xml"/><Relationship Id="rId107" Type="http://schemas.openxmlformats.org/officeDocument/2006/relationships/image" Target="../media/image740.png"/><Relationship Id="rId11" Type="http://schemas.openxmlformats.org/officeDocument/2006/relationships/image" Target="../media/image692.png"/><Relationship Id="rId32" Type="http://schemas.openxmlformats.org/officeDocument/2006/relationships/customXml" Target="../ink/ink727.xml"/><Relationship Id="rId37" Type="http://schemas.openxmlformats.org/officeDocument/2006/relationships/image" Target="../media/image705.png"/><Relationship Id="rId53" Type="http://schemas.openxmlformats.org/officeDocument/2006/relationships/image" Target="../media/image713.png"/><Relationship Id="rId58" Type="http://schemas.openxmlformats.org/officeDocument/2006/relationships/customXml" Target="../ink/ink740.xml"/><Relationship Id="rId74" Type="http://schemas.openxmlformats.org/officeDocument/2006/relationships/customXml" Target="../ink/ink748.xml"/><Relationship Id="rId79" Type="http://schemas.openxmlformats.org/officeDocument/2006/relationships/image" Target="../media/image726.png"/><Relationship Id="rId102" Type="http://schemas.openxmlformats.org/officeDocument/2006/relationships/customXml" Target="../ink/ink762.xml"/><Relationship Id="rId123" Type="http://schemas.openxmlformats.org/officeDocument/2006/relationships/image" Target="../media/image748.png"/><Relationship Id="rId128" Type="http://schemas.openxmlformats.org/officeDocument/2006/relationships/customXml" Target="../ink/ink775.xml"/><Relationship Id="rId5" Type="http://schemas.openxmlformats.org/officeDocument/2006/relationships/image" Target="../media/image689.png"/><Relationship Id="rId90" Type="http://schemas.openxmlformats.org/officeDocument/2006/relationships/customXml" Target="../ink/ink756.xml"/><Relationship Id="rId95" Type="http://schemas.openxmlformats.org/officeDocument/2006/relationships/image" Target="../media/image734.png"/><Relationship Id="rId14" Type="http://schemas.openxmlformats.org/officeDocument/2006/relationships/customXml" Target="../ink/ink718.xml"/><Relationship Id="rId22" Type="http://schemas.openxmlformats.org/officeDocument/2006/relationships/customXml" Target="../ink/ink722.xml"/><Relationship Id="rId27" Type="http://schemas.openxmlformats.org/officeDocument/2006/relationships/image" Target="../media/image700.png"/><Relationship Id="rId30" Type="http://schemas.openxmlformats.org/officeDocument/2006/relationships/customXml" Target="../ink/ink726.xml"/><Relationship Id="rId35" Type="http://schemas.openxmlformats.org/officeDocument/2006/relationships/image" Target="../media/image704.png"/><Relationship Id="rId43" Type="http://schemas.openxmlformats.org/officeDocument/2006/relationships/image" Target="../media/image708.png"/><Relationship Id="rId48" Type="http://schemas.openxmlformats.org/officeDocument/2006/relationships/customXml" Target="../ink/ink735.xml"/><Relationship Id="rId56" Type="http://schemas.openxmlformats.org/officeDocument/2006/relationships/customXml" Target="../ink/ink739.xml"/><Relationship Id="rId64" Type="http://schemas.openxmlformats.org/officeDocument/2006/relationships/customXml" Target="../ink/ink743.xml"/><Relationship Id="rId69" Type="http://schemas.openxmlformats.org/officeDocument/2006/relationships/image" Target="../media/image721.png"/><Relationship Id="rId77" Type="http://schemas.openxmlformats.org/officeDocument/2006/relationships/image" Target="../media/image725.png"/><Relationship Id="rId100" Type="http://schemas.openxmlformats.org/officeDocument/2006/relationships/customXml" Target="../ink/ink761.xml"/><Relationship Id="rId105" Type="http://schemas.openxmlformats.org/officeDocument/2006/relationships/image" Target="../media/image739.png"/><Relationship Id="rId113" Type="http://schemas.openxmlformats.org/officeDocument/2006/relationships/image" Target="../media/image743.png"/><Relationship Id="rId118" Type="http://schemas.openxmlformats.org/officeDocument/2006/relationships/customXml" Target="../ink/ink770.xml"/><Relationship Id="rId126" Type="http://schemas.openxmlformats.org/officeDocument/2006/relationships/customXml" Target="../ink/ink774.xml"/><Relationship Id="rId134" Type="http://schemas.openxmlformats.org/officeDocument/2006/relationships/customXml" Target="../ink/ink778.xml"/><Relationship Id="rId8" Type="http://schemas.openxmlformats.org/officeDocument/2006/relationships/customXml" Target="../ink/ink715.xml"/><Relationship Id="rId51" Type="http://schemas.openxmlformats.org/officeDocument/2006/relationships/image" Target="../media/image712.png"/><Relationship Id="rId72" Type="http://schemas.openxmlformats.org/officeDocument/2006/relationships/customXml" Target="../ink/ink747.xml"/><Relationship Id="rId80" Type="http://schemas.openxmlformats.org/officeDocument/2006/relationships/customXml" Target="../ink/ink751.xml"/><Relationship Id="rId85" Type="http://schemas.openxmlformats.org/officeDocument/2006/relationships/image" Target="../media/image729.png"/><Relationship Id="rId93" Type="http://schemas.openxmlformats.org/officeDocument/2006/relationships/image" Target="../media/image733.png"/><Relationship Id="rId98" Type="http://schemas.openxmlformats.org/officeDocument/2006/relationships/customXml" Target="../ink/ink760.xml"/><Relationship Id="rId121" Type="http://schemas.openxmlformats.org/officeDocument/2006/relationships/image" Target="../media/image747.png"/><Relationship Id="rId3" Type="http://schemas.openxmlformats.org/officeDocument/2006/relationships/image" Target="../media/image688.png"/><Relationship Id="rId12" Type="http://schemas.openxmlformats.org/officeDocument/2006/relationships/customXml" Target="../ink/ink717.xml"/><Relationship Id="rId17" Type="http://schemas.openxmlformats.org/officeDocument/2006/relationships/image" Target="../media/image695.png"/><Relationship Id="rId25" Type="http://schemas.openxmlformats.org/officeDocument/2006/relationships/image" Target="../media/image699.png"/><Relationship Id="rId33" Type="http://schemas.openxmlformats.org/officeDocument/2006/relationships/image" Target="../media/image703.png"/><Relationship Id="rId38" Type="http://schemas.openxmlformats.org/officeDocument/2006/relationships/customXml" Target="../ink/ink730.xml"/><Relationship Id="rId46" Type="http://schemas.openxmlformats.org/officeDocument/2006/relationships/customXml" Target="../ink/ink734.xml"/><Relationship Id="rId59" Type="http://schemas.openxmlformats.org/officeDocument/2006/relationships/image" Target="../media/image716.png"/><Relationship Id="rId67" Type="http://schemas.openxmlformats.org/officeDocument/2006/relationships/image" Target="../media/image720.png"/><Relationship Id="rId103" Type="http://schemas.openxmlformats.org/officeDocument/2006/relationships/image" Target="../media/image738.png"/><Relationship Id="rId108" Type="http://schemas.openxmlformats.org/officeDocument/2006/relationships/customXml" Target="../ink/ink765.xml"/><Relationship Id="rId116" Type="http://schemas.openxmlformats.org/officeDocument/2006/relationships/customXml" Target="../ink/ink769.xml"/><Relationship Id="rId124" Type="http://schemas.openxmlformats.org/officeDocument/2006/relationships/customXml" Target="../ink/ink773.xml"/><Relationship Id="rId129" Type="http://schemas.openxmlformats.org/officeDocument/2006/relationships/image" Target="../media/image751.png"/><Relationship Id="rId20" Type="http://schemas.openxmlformats.org/officeDocument/2006/relationships/customXml" Target="../ink/ink721.xml"/><Relationship Id="rId41" Type="http://schemas.openxmlformats.org/officeDocument/2006/relationships/image" Target="../media/image707.png"/><Relationship Id="rId54" Type="http://schemas.openxmlformats.org/officeDocument/2006/relationships/customXml" Target="../ink/ink738.xml"/><Relationship Id="rId62" Type="http://schemas.openxmlformats.org/officeDocument/2006/relationships/customXml" Target="../ink/ink742.xml"/><Relationship Id="rId70" Type="http://schemas.openxmlformats.org/officeDocument/2006/relationships/customXml" Target="../ink/ink746.xml"/><Relationship Id="rId75" Type="http://schemas.openxmlformats.org/officeDocument/2006/relationships/image" Target="../media/image724.png"/><Relationship Id="rId83" Type="http://schemas.openxmlformats.org/officeDocument/2006/relationships/image" Target="../media/image728.png"/><Relationship Id="rId88" Type="http://schemas.openxmlformats.org/officeDocument/2006/relationships/customXml" Target="../ink/ink755.xml"/><Relationship Id="rId91" Type="http://schemas.openxmlformats.org/officeDocument/2006/relationships/image" Target="../media/image732.png"/><Relationship Id="rId96" Type="http://schemas.openxmlformats.org/officeDocument/2006/relationships/customXml" Target="../ink/ink759.xml"/><Relationship Id="rId111" Type="http://schemas.openxmlformats.org/officeDocument/2006/relationships/image" Target="../media/image742.png"/><Relationship Id="rId132" Type="http://schemas.openxmlformats.org/officeDocument/2006/relationships/customXml" Target="../ink/ink7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14.xml"/><Relationship Id="rId15" Type="http://schemas.openxmlformats.org/officeDocument/2006/relationships/image" Target="../media/image694.png"/><Relationship Id="rId23" Type="http://schemas.openxmlformats.org/officeDocument/2006/relationships/image" Target="../media/image698.png"/><Relationship Id="rId28" Type="http://schemas.openxmlformats.org/officeDocument/2006/relationships/customXml" Target="../ink/ink725.xml"/><Relationship Id="rId36" Type="http://schemas.openxmlformats.org/officeDocument/2006/relationships/customXml" Target="../ink/ink729.xml"/><Relationship Id="rId49" Type="http://schemas.openxmlformats.org/officeDocument/2006/relationships/image" Target="../media/image711.png"/><Relationship Id="rId57" Type="http://schemas.openxmlformats.org/officeDocument/2006/relationships/image" Target="../media/image715.png"/><Relationship Id="rId106" Type="http://schemas.openxmlformats.org/officeDocument/2006/relationships/customXml" Target="../ink/ink764.xml"/><Relationship Id="rId114" Type="http://schemas.openxmlformats.org/officeDocument/2006/relationships/customXml" Target="../ink/ink768.xml"/><Relationship Id="rId119" Type="http://schemas.openxmlformats.org/officeDocument/2006/relationships/image" Target="../media/image746.png"/><Relationship Id="rId127" Type="http://schemas.openxmlformats.org/officeDocument/2006/relationships/image" Target="../media/image750.png"/><Relationship Id="rId10" Type="http://schemas.openxmlformats.org/officeDocument/2006/relationships/customXml" Target="../ink/ink716.xml"/><Relationship Id="rId31" Type="http://schemas.openxmlformats.org/officeDocument/2006/relationships/image" Target="../media/image702.png"/><Relationship Id="rId44" Type="http://schemas.openxmlformats.org/officeDocument/2006/relationships/customXml" Target="../ink/ink733.xml"/><Relationship Id="rId52" Type="http://schemas.openxmlformats.org/officeDocument/2006/relationships/customXml" Target="../ink/ink737.xml"/><Relationship Id="rId60" Type="http://schemas.openxmlformats.org/officeDocument/2006/relationships/customXml" Target="../ink/ink741.xml"/><Relationship Id="rId65" Type="http://schemas.openxmlformats.org/officeDocument/2006/relationships/image" Target="../media/image719.png"/><Relationship Id="rId73" Type="http://schemas.openxmlformats.org/officeDocument/2006/relationships/image" Target="../media/image723.png"/><Relationship Id="rId78" Type="http://schemas.openxmlformats.org/officeDocument/2006/relationships/customXml" Target="../ink/ink750.xml"/><Relationship Id="rId81" Type="http://schemas.openxmlformats.org/officeDocument/2006/relationships/image" Target="../media/image727.png"/><Relationship Id="rId86" Type="http://schemas.openxmlformats.org/officeDocument/2006/relationships/customXml" Target="../ink/ink754.xml"/><Relationship Id="rId94" Type="http://schemas.openxmlformats.org/officeDocument/2006/relationships/customXml" Target="../ink/ink758.xml"/><Relationship Id="rId99" Type="http://schemas.openxmlformats.org/officeDocument/2006/relationships/image" Target="../media/image736.png"/><Relationship Id="rId101" Type="http://schemas.openxmlformats.org/officeDocument/2006/relationships/image" Target="../media/image737.png"/><Relationship Id="rId122" Type="http://schemas.openxmlformats.org/officeDocument/2006/relationships/customXml" Target="../ink/ink772.xml"/><Relationship Id="rId130" Type="http://schemas.openxmlformats.org/officeDocument/2006/relationships/customXml" Target="../ink/ink776.xml"/><Relationship Id="rId135" Type="http://schemas.openxmlformats.org/officeDocument/2006/relationships/image" Target="../media/image754.png"/><Relationship Id="rId4" Type="http://schemas.openxmlformats.org/officeDocument/2006/relationships/customXml" Target="../ink/ink713.xml"/><Relationship Id="rId9" Type="http://schemas.openxmlformats.org/officeDocument/2006/relationships/image" Target="../media/image691.png"/><Relationship Id="rId13" Type="http://schemas.openxmlformats.org/officeDocument/2006/relationships/image" Target="../media/image693.png"/><Relationship Id="rId18" Type="http://schemas.openxmlformats.org/officeDocument/2006/relationships/customXml" Target="../ink/ink720.xml"/><Relationship Id="rId39" Type="http://schemas.openxmlformats.org/officeDocument/2006/relationships/image" Target="../media/image706.png"/><Relationship Id="rId109" Type="http://schemas.openxmlformats.org/officeDocument/2006/relationships/image" Target="../media/image741.png"/><Relationship Id="rId34" Type="http://schemas.openxmlformats.org/officeDocument/2006/relationships/customXml" Target="../ink/ink728.xml"/><Relationship Id="rId50" Type="http://schemas.openxmlformats.org/officeDocument/2006/relationships/customXml" Target="../ink/ink736.xml"/><Relationship Id="rId55" Type="http://schemas.openxmlformats.org/officeDocument/2006/relationships/image" Target="../media/image714.png"/><Relationship Id="rId76" Type="http://schemas.openxmlformats.org/officeDocument/2006/relationships/customXml" Target="../ink/ink749.xml"/><Relationship Id="rId97" Type="http://schemas.openxmlformats.org/officeDocument/2006/relationships/image" Target="../media/image735.png"/><Relationship Id="rId104" Type="http://schemas.openxmlformats.org/officeDocument/2006/relationships/customXml" Target="../ink/ink763.xml"/><Relationship Id="rId120" Type="http://schemas.openxmlformats.org/officeDocument/2006/relationships/customXml" Target="../ink/ink771.xml"/><Relationship Id="rId125" Type="http://schemas.openxmlformats.org/officeDocument/2006/relationships/image" Target="../media/image749.png"/><Relationship Id="rId7" Type="http://schemas.openxmlformats.org/officeDocument/2006/relationships/image" Target="../media/image690.png"/><Relationship Id="rId71" Type="http://schemas.openxmlformats.org/officeDocument/2006/relationships/image" Target="../media/image722.png"/><Relationship Id="rId92" Type="http://schemas.openxmlformats.org/officeDocument/2006/relationships/customXml" Target="../ink/ink757.xml"/><Relationship Id="rId2" Type="http://schemas.openxmlformats.org/officeDocument/2006/relationships/customXml" Target="../ink/ink712.xml"/><Relationship Id="rId29" Type="http://schemas.openxmlformats.org/officeDocument/2006/relationships/image" Target="../media/image701.png"/><Relationship Id="rId24" Type="http://schemas.openxmlformats.org/officeDocument/2006/relationships/customXml" Target="../ink/ink723.xml"/><Relationship Id="rId40" Type="http://schemas.openxmlformats.org/officeDocument/2006/relationships/customXml" Target="../ink/ink731.xml"/><Relationship Id="rId45" Type="http://schemas.openxmlformats.org/officeDocument/2006/relationships/image" Target="../media/image709.png"/><Relationship Id="rId66" Type="http://schemas.openxmlformats.org/officeDocument/2006/relationships/customXml" Target="../ink/ink744.xml"/><Relationship Id="rId87" Type="http://schemas.openxmlformats.org/officeDocument/2006/relationships/image" Target="../media/image730.png"/><Relationship Id="rId110" Type="http://schemas.openxmlformats.org/officeDocument/2006/relationships/customXml" Target="../ink/ink766.xml"/><Relationship Id="rId115" Type="http://schemas.openxmlformats.org/officeDocument/2006/relationships/image" Target="../media/image744.png"/><Relationship Id="rId131" Type="http://schemas.openxmlformats.org/officeDocument/2006/relationships/image" Target="../media/image752.png"/><Relationship Id="rId61" Type="http://schemas.openxmlformats.org/officeDocument/2006/relationships/image" Target="../media/image717.png"/><Relationship Id="rId82" Type="http://schemas.openxmlformats.org/officeDocument/2006/relationships/customXml" Target="../ink/ink752.xml"/><Relationship Id="rId19" Type="http://schemas.openxmlformats.org/officeDocument/2006/relationships/image" Target="../media/image696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89.xml"/><Relationship Id="rId117" Type="http://schemas.openxmlformats.org/officeDocument/2006/relationships/image" Target="../media/image813.png"/><Relationship Id="rId21" Type="http://schemas.openxmlformats.org/officeDocument/2006/relationships/image" Target="../media/image765.png"/><Relationship Id="rId42" Type="http://schemas.openxmlformats.org/officeDocument/2006/relationships/customXml" Target="../ink/ink797.xml"/><Relationship Id="rId47" Type="http://schemas.openxmlformats.org/officeDocument/2006/relationships/image" Target="../media/image778.png"/><Relationship Id="rId63" Type="http://schemas.openxmlformats.org/officeDocument/2006/relationships/image" Target="../media/image786.png"/><Relationship Id="rId68" Type="http://schemas.openxmlformats.org/officeDocument/2006/relationships/customXml" Target="../ink/ink810.xml"/><Relationship Id="rId84" Type="http://schemas.openxmlformats.org/officeDocument/2006/relationships/customXml" Target="../ink/ink818.xml"/><Relationship Id="rId89" Type="http://schemas.openxmlformats.org/officeDocument/2006/relationships/image" Target="../media/image799.png"/><Relationship Id="rId112" Type="http://schemas.openxmlformats.org/officeDocument/2006/relationships/customXml" Target="../ink/ink832.xml"/><Relationship Id="rId133" Type="http://schemas.openxmlformats.org/officeDocument/2006/relationships/image" Target="../media/image821.png"/><Relationship Id="rId138" Type="http://schemas.openxmlformats.org/officeDocument/2006/relationships/customXml" Target="../ink/ink845.xml"/><Relationship Id="rId16" Type="http://schemas.openxmlformats.org/officeDocument/2006/relationships/customXml" Target="../ink/ink784.xml"/><Relationship Id="rId107" Type="http://schemas.openxmlformats.org/officeDocument/2006/relationships/image" Target="../media/image808.png"/><Relationship Id="rId11" Type="http://schemas.openxmlformats.org/officeDocument/2006/relationships/image" Target="../media/image760.png"/><Relationship Id="rId32" Type="http://schemas.openxmlformats.org/officeDocument/2006/relationships/customXml" Target="../ink/ink792.xml"/><Relationship Id="rId37" Type="http://schemas.openxmlformats.org/officeDocument/2006/relationships/image" Target="../media/image773.png"/><Relationship Id="rId53" Type="http://schemas.openxmlformats.org/officeDocument/2006/relationships/image" Target="../media/image781.png"/><Relationship Id="rId58" Type="http://schemas.openxmlformats.org/officeDocument/2006/relationships/customXml" Target="../ink/ink805.xml"/><Relationship Id="rId74" Type="http://schemas.openxmlformats.org/officeDocument/2006/relationships/customXml" Target="../ink/ink813.xml"/><Relationship Id="rId79" Type="http://schemas.openxmlformats.org/officeDocument/2006/relationships/image" Target="../media/image794.png"/><Relationship Id="rId102" Type="http://schemas.openxmlformats.org/officeDocument/2006/relationships/customXml" Target="../ink/ink827.xml"/><Relationship Id="rId123" Type="http://schemas.openxmlformats.org/officeDocument/2006/relationships/image" Target="../media/image816.png"/><Relationship Id="rId128" Type="http://schemas.openxmlformats.org/officeDocument/2006/relationships/customXml" Target="../ink/ink840.xml"/><Relationship Id="rId144" Type="http://schemas.openxmlformats.org/officeDocument/2006/relationships/customXml" Target="../ink/ink848.xml"/><Relationship Id="rId149" Type="http://schemas.openxmlformats.org/officeDocument/2006/relationships/image" Target="../media/image829.png"/><Relationship Id="rId5" Type="http://schemas.openxmlformats.org/officeDocument/2006/relationships/image" Target="../media/image755.png"/><Relationship Id="rId90" Type="http://schemas.openxmlformats.org/officeDocument/2006/relationships/customXml" Target="../ink/ink821.xml"/><Relationship Id="rId95" Type="http://schemas.openxmlformats.org/officeDocument/2006/relationships/image" Target="../media/image802.png"/><Relationship Id="rId22" Type="http://schemas.openxmlformats.org/officeDocument/2006/relationships/customXml" Target="../ink/ink787.xml"/><Relationship Id="rId27" Type="http://schemas.openxmlformats.org/officeDocument/2006/relationships/image" Target="../media/image768.png"/><Relationship Id="rId43" Type="http://schemas.openxmlformats.org/officeDocument/2006/relationships/image" Target="../media/image776.png"/><Relationship Id="rId48" Type="http://schemas.openxmlformats.org/officeDocument/2006/relationships/customXml" Target="../ink/ink800.xml"/><Relationship Id="rId64" Type="http://schemas.openxmlformats.org/officeDocument/2006/relationships/customXml" Target="../ink/ink808.xml"/><Relationship Id="rId69" Type="http://schemas.openxmlformats.org/officeDocument/2006/relationships/image" Target="../media/image789.png"/><Relationship Id="rId113" Type="http://schemas.openxmlformats.org/officeDocument/2006/relationships/image" Target="../media/image811.png"/><Relationship Id="rId118" Type="http://schemas.openxmlformats.org/officeDocument/2006/relationships/customXml" Target="../ink/ink835.xml"/><Relationship Id="rId134" Type="http://schemas.openxmlformats.org/officeDocument/2006/relationships/customXml" Target="../ink/ink843.xml"/><Relationship Id="rId139" Type="http://schemas.openxmlformats.org/officeDocument/2006/relationships/image" Target="../media/image824.png"/><Relationship Id="rId80" Type="http://schemas.openxmlformats.org/officeDocument/2006/relationships/customXml" Target="../ink/ink816.xml"/><Relationship Id="rId85" Type="http://schemas.openxmlformats.org/officeDocument/2006/relationships/image" Target="../media/image797.png"/><Relationship Id="rId3" Type="http://schemas.openxmlformats.org/officeDocument/2006/relationships/image" Target="../media/image513.png"/><Relationship Id="rId12" Type="http://schemas.openxmlformats.org/officeDocument/2006/relationships/customXml" Target="../ink/ink782.xml"/><Relationship Id="rId17" Type="http://schemas.openxmlformats.org/officeDocument/2006/relationships/image" Target="../media/image763.png"/><Relationship Id="rId25" Type="http://schemas.openxmlformats.org/officeDocument/2006/relationships/image" Target="../media/image767.png"/><Relationship Id="rId33" Type="http://schemas.openxmlformats.org/officeDocument/2006/relationships/image" Target="../media/image771.png"/><Relationship Id="rId38" Type="http://schemas.openxmlformats.org/officeDocument/2006/relationships/customXml" Target="../ink/ink795.xml"/><Relationship Id="rId46" Type="http://schemas.openxmlformats.org/officeDocument/2006/relationships/customXml" Target="../ink/ink799.xml"/><Relationship Id="rId59" Type="http://schemas.openxmlformats.org/officeDocument/2006/relationships/image" Target="../media/image784.png"/><Relationship Id="rId67" Type="http://schemas.openxmlformats.org/officeDocument/2006/relationships/image" Target="../media/image788.png"/><Relationship Id="rId103" Type="http://schemas.openxmlformats.org/officeDocument/2006/relationships/image" Target="../media/image806.png"/><Relationship Id="rId108" Type="http://schemas.openxmlformats.org/officeDocument/2006/relationships/customXml" Target="../ink/ink830.xml"/><Relationship Id="rId116" Type="http://schemas.openxmlformats.org/officeDocument/2006/relationships/customXml" Target="../ink/ink834.xml"/><Relationship Id="rId124" Type="http://schemas.openxmlformats.org/officeDocument/2006/relationships/customXml" Target="../ink/ink838.xml"/><Relationship Id="rId129" Type="http://schemas.openxmlformats.org/officeDocument/2006/relationships/image" Target="../media/image819.png"/><Relationship Id="rId137" Type="http://schemas.openxmlformats.org/officeDocument/2006/relationships/image" Target="../media/image823.png"/><Relationship Id="rId20" Type="http://schemas.openxmlformats.org/officeDocument/2006/relationships/customXml" Target="../ink/ink786.xml"/><Relationship Id="rId41" Type="http://schemas.openxmlformats.org/officeDocument/2006/relationships/image" Target="../media/image775.png"/><Relationship Id="rId54" Type="http://schemas.openxmlformats.org/officeDocument/2006/relationships/customXml" Target="../ink/ink803.xml"/><Relationship Id="rId62" Type="http://schemas.openxmlformats.org/officeDocument/2006/relationships/customXml" Target="../ink/ink807.xml"/><Relationship Id="rId70" Type="http://schemas.openxmlformats.org/officeDocument/2006/relationships/customXml" Target="../ink/ink811.xml"/><Relationship Id="rId75" Type="http://schemas.openxmlformats.org/officeDocument/2006/relationships/image" Target="../media/image792.png"/><Relationship Id="rId83" Type="http://schemas.openxmlformats.org/officeDocument/2006/relationships/image" Target="../media/image796.png"/><Relationship Id="rId88" Type="http://schemas.openxmlformats.org/officeDocument/2006/relationships/customXml" Target="../ink/ink820.xml"/><Relationship Id="rId91" Type="http://schemas.openxmlformats.org/officeDocument/2006/relationships/image" Target="../media/image800.png"/><Relationship Id="rId96" Type="http://schemas.openxmlformats.org/officeDocument/2006/relationships/customXml" Target="../ink/ink824.xml"/><Relationship Id="rId111" Type="http://schemas.openxmlformats.org/officeDocument/2006/relationships/image" Target="../media/image810.png"/><Relationship Id="rId132" Type="http://schemas.openxmlformats.org/officeDocument/2006/relationships/customXml" Target="../ink/ink842.xml"/><Relationship Id="rId140" Type="http://schemas.openxmlformats.org/officeDocument/2006/relationships/customXml" Target="../ink/ink846.xml"/><Relationship Id="rId145" Type="http://schemas.openxmlformats.org/officeDocument/2006/relationships/image" Target="../media/image8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79.xml"/><Relationship Id="rId15" Type="http://schemas.openxmlformats.org/officeDocument/2006/relationships/image" Target="../media/image762.png"/><Relationship Id="rId23" Type="http://schemas.openxmlformats.org/officeDocument/2006/relationships/image" Target="../media/image766.png"/><Relationship Id="rId28" Type="http://schemas.openxmlformats.org/officeDocument/2006/relationships/customXml" Target="../ink/ink790.xml"/><Relationship Id="rId36" Type="http://schemas.openxmlformats.org/officeDocument/2006/relationships/customXml" Target="../ink/ink794.xml"/><Relationship Id="rId49" Type="http://schemas.openxmlformats.org/officeDocument/2006/relationships/image" Target="../media/image779.png"/><Relationship Id="rId57" Type="http://schemas.openxmlformats.org/officeDocument/2006/relationships/image" Target="../media/image783.png"/><Relationship Id="rId106" Type="http://schemas.openxmlformats.org/officeDocument/2006/relationships/customXml" Target="../ink/ink829.xml"/><Relationship Id="rId114" Type="http://schemas.openxmlformats.org/officeDocument/2006/relationships/customXml" Target="../ink/ink833.xml"/><Relationship Id="rId119" Type="http://schemas.openxmlformats.org/officeDocument/2006/relationships/image" Target="../media/image814.png"/><Relationship Id="rId127" Type="http://schemas.openxmlformats.org/officeDocument/2006/relationships/image" Target="../media/image818.png"/><Relationship Id="rId10" Type="http://schemas.openxmlformats.org/officeDocument/2006/relationships/customXml" Target="../ink/ink781.xml"/><Relationship Id="rId31" Type="http://schemas.openxmlformats.org/officeDocument/2006/relationships/image" Target="../media/image770.png"/><Relationship Id="rId44" Type="http://schemas.openxmlformats.org/officeDocument/2006/relationships/customXml" Target="../ink/ink798.xml"/><Relationship Id="rId52" Type="http://schemas.openxmlformats.org/officeDocument/2006/relationships/customXml" Target="../ink/ink802.xml"/><Relationship Id="rId60" Type="http://schemas.openxmlformats.org/officeDocument/2006/relationships/customXml" Target="../ink/ink806.xml"/><Relationship Id="rId65" Type="http://schemas.openxmlformats.org/officeDocument/2006/relationships/image" Target="../media/image787.png"/><Relationship Id="rId73" Type="http://schemas.openxmlformats.org/officeDocument/2006/relationships/image" Target="../media/image791.png"/><Relationship Id="rId78" Type="http://schemas.openxmlformats.org/officeDocument/2006/relationships/customXml" Target="../ink/ink815.xml"/><Relationship Id="rId81" Type="http://schemas.openxmlformats.org/officeDocument/2006/relationships/image" Target="../media/image795.png"/><Relationship Id="rId86" Type="http://schemas.openxmlformats.org/officeDocument/2006/relationships/customXml" Target="../ink/ink819.xml"/><Relationship Id="rId94" Type="http://schemas.openxmlformats.org/officeDocument/2006/relationships/customXml" Target="../ink/ink823.xml"/><Relationship Id="rId99" Type="http://schemas.openxmlformats.org/officeDocument/2006/relationships/image" Target="../media/image804.png"/><Relationship Id="rId101" Type="http://schemas.openxmlformats.org/officeDocument/2006/relationships/image" Target="../media/image805.png"/><Relationship Id="rId122" Type="http://schemas.openxmlformats.org/officeDocument/2006/relationships/customXml" Target="../ink/ink837.xml"/><Relationship Id="rId130" Type="http://schemas.openxmlformats.org/officeDocument/2006/relationships/customXml" Target="../ink/ink841.xml"/><Relationship Id="rId135" Type="http://schemas.openxmlformats.org/officeDocument/2006/relationships/image" Target="../media/image822.png"/><Relationship Id="rId143" Type="http://schemas.openxmlformats.org/officeDocument/2006/relationships/image" Target="../media/image826.png"/><Relationship Id="rId148" Type="http://schemas.openxmlformats.org/officeDocument/2006/relationships/customXml" Target="../ink/ink850.xml"/><Relationship Id="rId4" Type="http://schemas.openxmlformats.org/officeDocument/2006/relationships/image" Target="../media/image681.png"/><Relationship Id="rId9" Type="http://schemas.openxmlformats.org/officeDocument/2006/relationships/image" Target="../media/image759.png"/><Relationship Id="rId13" Type="http://schemas.openxmlformats.org/officeDocument/2006/relationships/image" Target="../media/image761.png"/><Relationship Id="rId18" Type="http://schemas.openxmlformats.org/officeDocument/2006/relationships/customXml" Target="../ink/ink785.xml"/><Relationship Id="rId39" Type="http://schemas.openxmlformats.org/officeDocument/2006/relationships/image" Target="../media/image774.png"/><Relationship Id="rId109" Type="http://schemas.openxmlformats.org/officeDocument/2006/relationships/image" Target="../media/image809.png"/><Relationship Id="rId34" Type="http://schemas.openxmlformats.org/officeDocument/2006/relationships/customXml" Target="../ink/ink793.xml"/><Relationship Id="rId50" Type="http://schemas.openxmlformats.org/officeDocument/2006/relationships/customXml" Target="../ink/ink801.xml"/><Relationship Id="rId55" Type="http://schemas.openxmlformats.org/officeDocument/2006/relationships/image" Target="../media/image782.png"/><Relationship Id="rId76" Type="http://schemas.openxmlformats.org/officeDocument/2006/relationships/customXml" Target="../ink/ink814.xml"/><Relationship Id="rId97" Type="http://schemas.openxmlformats.org/officeDocument/2006/relationships/image" Target="../media/image803.png"/><Relationship Id="rId104" Type="http://schemas.openxmlformats.org/officeDocument/2006/relationships/customXml" Target="../ink/ink828.xml"/><Relationship Id="rId120" Type="http://schemas.openxmlformats.org/officeDocument/2006/relationships/customXml" Target="../ink/ink836.xml"/><Relationship Id="rId125" Type="http://schemas.openxmlformats.org/officeDocument/2006/relationships/image" Target="../media/image817.png"/><Relationship Id="rId141" Type="http://schemas.openxmlformats.org/officeDocument/2006/relationships/image" Target="../media/image825.png"/><Relationship Id="rId146" Type="http://schemas.openxmlformats.org/officeDocument/2006/relationships/customXml" Target="../ink/ink849.xml"/><Relationship Id="rId7" Type="http://schemas.openxmlformats.org/officeDocument/2006/relationships/image" Target="../media/image758.png"/><Relationship Id="rId71" Type="http://schemas.openxmlformats.org/officeDocument/2006/relationships/image" Target="../media/image790.png"/><Relationship Id="rId92" Type="http://schemas.openxmlformats.org/officeDocument/2006/relationships/customXml" Target="../ink/ink822.xml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769.png"/><Relationship Id="rId24" Type="http://schemas.openxmlformats.org/officeDocument/2006/relationships/customXml" Target="../ink/ink788.xml"/><Relationship Id="rId40" Type="http://schemas.openxmlformats.org/officeDocument/2006/relationships/customXml" Target="../ink/ink796.xml"/><Relationship Id="rId45" Type="http://schemas.openxmlformats.org/officeDocument/2006/relationships/image" Target="../media/image777.png"/><Relationship Id="rId66" Type="http://schemas.openxmlformats.org/officeDocument/2006/relationships/customXml" Target="../ink/ink809.xml"/><Relationship Id="rId87" Type="http://schemas.openxmlformats.org/officeDocument/2006/relationships/image" Target="../media/image798.png"/><Relationship Id="rId110" Type="http://schemas.openxmlformats.org/officeDocument/2006/relationships/customXml" Target="../ink/ink831.xml"/><Relationship Id="rId115" Type="http://schemas.openxmlformats.org/officeDocument/2006/relationships/image" Target="../media/image812.png"/><Relationship Id="rId131" Type="http://schemas.openxmlformats.org/officeDocument/2006/relationships/image" Target="../media/image820.png"/><Relationship Id="rId136" Type="http://schemas.openxmlformats.org/officeDocument/2006/relationships/customXml" Target="../ink/ink844.xml"/><Relationship Id="rId61" Type="http://schemas.openxmlformats.org/officeDocument/2006/relationships/image" Target="../media/image785.png"/><Relationship Id="rId82" Type="http://schemas.openxmlformats.org/officeDocument/2006/relationships/customXml" Target="../ink/ink817.xml"/><Relationship Id="rId19" Type="http://schemas.openxmlformats.org/officeDocument/2006/relationships/image" Target="../media/image764.png"/><Relationship Id="rId14" Type="http://schemas.openxmlformats.org/officeDocument/2006/relationships/customXml" Target="../ink/ink783.xml"/><Relationship Id="rId30" Type="http://schemas.openxmlformats.org/officeDocument/2006/relationships/customXml" Target="../ink/ink791.xml"/><Relationship Id="rId35" Type="http://schemas.openxmlformats.org/officeDocument/2006/relationships/image" Target="../media/image772.png"/><Relationship Id="rId56" Type="http://schemas.openxmlformats.org/officeDocument/2006/relationships/customXml" Target="../ink/ink804.xml"/><Relationship Id="rId77" Type="http://schemas.openxmlformats.org/officeDocument/2006/relationships/image" Target="../media/image793.png"/><Relationship Id="rId100" Type="http://schemas.openxmlformats.org/officeDocument/2006/relationships/customXml" Target="../ink/ink826.xml"/><Relationship Id="rId105" Type="http://schemas.openxmlformats.org/officeDocument/2006/relationships/image" Target="../media/image807.png"/><Relationship Id="rId126" Type="http://schemas.openxmlformats.org/officeDocument/2006/relationships/customXml" Target="../ink/ink839.xml"/><Relationship Id="rId147" Type="http://schemas.openxmlformats.org/officeDocument/2006/relationships/image" Target="../media/image828.png"/><Relationship Id="rId8" Type="http://schemas.openxmlformats.org/officeDocument/2006/relationships/customXml" Target="../ink/ink780.xml"/><Relationship Id="rId51" Type="http://schemas.openxmlformats.org/officeDocument/2006/relationships/image" Target="../media/image780.png"/><Relationship Id="rId72" Type="http://schemas.openxmlformats.org/officeDocument/2006/relationships/customXml" Target="../ink/ink812.xml"/><Relationship Id="rId93" Type="http://schemas.openxmlformats.org/officeDocument/2006/relationships/image" Target="../media/image801.png"/><Relationship Id="rId98" Type="http://schemas.openxmlformats.org/officeDocument/2006/relationships/customXml" Target="../ink/ink825.xml"/><Relationship Id="rId121" Type="http://schemas.openxmlformats.org/officeDocument/2006/relationships/image" Target="../media/image815.png"/><Relationship Id="rId142" Type="http://schemas.openxmlformats.org/officeDocument/2006/relationships/customXml" Target="../ink/ink847.xml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63.xml"/><Relationship Id="rId117" Type="http://schemas.openxmlformats.org/officeDocument/2006/relationships/image" Target="../media/image887.png"/><Relationship Id="rId21" Type="http://schemas.openxmlformats.org/officeDocument/2006/relationships/image" Target="../media/image839.png"/><Relationship Id="rId42" Type="http://schemas.openxmlformats.org/officeDocument/2006/relationships/customXml" Target="../ink/ink871.xml"/><Relationship Id="rId47" Type="http://schemas.openxmlformats.org/officeDocument/2006/relationships/image" Target="../media/image852.png"/><Relationship Id="rId63" Type="http://schemas.openxmlformats.org/officeDocument/2006/relationships/image" Target="../media/image860.png"/><Relationship Id="rId68" Type="http://schemas.openxmlformats.org/officeDocument/2006/relationships/customXml" Target="../ink/ink884.xml"/><Relationship Id="rId84" Type="http://schemas.openxmlformats.org/officeDocument/2006/relationships/customXml" Target="../ink/ink892.xml"/><Relationship Id="rId89" Type="http://schemas.openxmlformats.org/officeDocument/2006/relationships/image" Target="../media/image873.png"/><Relationship Id="rId112" Type="http://schemas.openxmlformats.org/officeDocument/2006/relationships/customXml" Target="../ink/ink906.xml"/><Relationship Id="rId133" Type="http://schemas.openxmlformats.org/officeDocument/2006/relationships/image" Target="../media/image895.png"/><Relationship Id="rId138" Type="http://schemas.openxmlformats.org/officeDocument/2006/relationships/customXml" Target="../ink/ink919.xml"/><Relationship Id="rId16" Type="http://schemas.openxmlformats.org/officeDocument/2006/relationships/customXml" Target="../ink/ink858.xml"/><Relationship Id="rId107" Type="http://schemas.openxmlformats.org/officeDocument/2006/relationships/image" Target="../media/image882.png"/><Relationship Id="rId11" Type="http://schemas.openxmlformats.org/officeDocument/2006/relationships/image" Target="../media/image834.png"/><Relationship Id="rId32" Type="http://schemas.openxmlformats.org/officeDocument/2006/relationships/customXml" Target="../ink/ink866.xml"/><Relationship Id="rId37" Type="http://schemas.openxmlformats.org/officeDocument/2006/relationships/image" Target="../media/image847.png"/><Relationship Id="rId53" Type="http://schemas.openxmlformats.org/officeDocument/2006/relationships/image" Target="../media/image855.png"/><Relationship Id="rId58" Type="http://schemas.openxmlformats.org/officeDocument/2006/relationships/customXml" Target="../ink/ink879.xml"/><Relationship Id="rId74" Type="http://schemas.openxmlformats.org/officeDocument/2006/relationships/customXml" Target="../ink/ink887.xml"/><Relationship Id="rId79" Type="http://schemas.openxmlformats.org/officeDocument/2006/relationships/image" Target="../media/image868.png"/><Relationship Id="rId102" Type="http://schemas.openxmlformats.org/officeDocument/2006/relationships/customXml" Target="../ink/ink901.xml"/><Relationship Id="rId123" Type="http://schemas.openxmlformats.org/officeDocument/2006/relationships/image" Target="../media/image890.png"/><Relationship Id="rId128" Type="http://schemas.openxmlformats.org/officeDocument/2006/relationships/customXml" Target="../ink/ink914.xml"/><Relationship Id="rId5" Type="http://schemas.openxmlformats.org/officeDocument/2006/relationships/image" Target="../media/image831.png"/><Relationship Id="rId90" Type="http://schemas.openxmlformats.org/officeDocument/2006/relationships/customXml" Target="../ink/ink895.xml"/><Relationship Id="rId95" Type="http://schemas.openxmlformats.org/officeDocument/2006/relationships/image" Target="../media/image876.png"/><Relationship Id="rId22" Type="http://schemas.openxmlformats.org/officeDocument/2006/relationships/customXml" Target="../ink/ink861.xml"/><Relationship Id="rId27" Type="http://schemas.openxmlformats.org/officeDocument/2006/relationships/image" Target="../media/image842.png"/><Relationship Id="rId43" Type="http://schemas.openxmlformats.org/officeDocument/2006/relationships/image" Target="../media/image850.png"/><Relationship Id="rId48" Type="http://schemas.openxmlformats.org/officeDocument/2006/relationships/customXml" Target="../ink/ink874.xml"/><Relationship Id="rId64" Type="http://schemas.openxmlformats.org/officeDocument/2006/relationships/customXml" Target="../ink/ink882.xml"/><Relationship Id="rId69" Type="http://schemas.openxmlformats.org/officeDocument/2006/relationships/image" Target="../media/image863.png"/><Relationship Id="rId113" Type="http://schemas.openxmlformats.org/officeDocument/2006/relationships/image" Target="../media/image885.png"/><Relationship Id="rId118" Type="http://schemas.openxmlformats.org/officeDocument/2006/relationships/customXml" Target="../ink/ink909.xml"/><Relationship Id="rId134" Type="http://schemas.openxmlformats.org/officeDocument/2006/relationships/customXml" Target="../ink/ink917.xml"/><Relationship Id="rId139" Type="http://schemas.openxmlformats.org/officeDocument/2006/relationships/image" Target="../media/image898.png"/><Relationship Id="rId8" Type="http://schemas.openxmlformats.org/officeDocument/2006/relationships/customXml" Target="../ink/ink854.xml"/><Relationship Id="rId51" Type="http://schemas.openxmlformats.org/officeDocument/2006/relationships/image" Target="../media/image854.png"/><Relationship Id="rId72" Type="http://schemas.openxmlformats.org/officeDocument/2006/relationships/customXml" Target="../ink/ink886.xml"/><Relationship Id="rId80" Type="http://schemas.openxmlformats.org/officeDocument/2006/relationships/customXml" Target="../ink/ink890.xml"/><Relationship Id="rId85" Type="http://schemas.openxmlformats.org/officeDocument/2006/relationships/image" Target="../media/image871.png"/><Relationship Id="rId93" Type="http://schemas.openxmlformats.org/officeDocument/2006/relationships/image" Target="../media/image875.png"/><Relationship Id="rId98" Type="http://schemas.openxmlformats.org/officeDocument/2006/relationships/customXml" Target="../ink/ink899.xml"/><Relationship Id="rId121" Type="http://schemas.openxmlformats.org/officeDocument/2006/relationships/image" Target="../media/image889.png"/><Relationship Id="rId3" Type="http://schemas.openxmlformats.org/officeDocument/2006/relationships/image" Target="../media/image830.png"/><Relationship Id="rId12" Type="http://schemas.openxmlformats.org/officeDocument/2006/relationships/customXml" Target="../ink/ink856.xml"/><Relationship Id="rId17" Type="http://schemas.openxmlformats.org/officeDocument/2006/relationships/image" Target="../media/image837.png"/><Relationship Id="rId25" Type="http://schemas.openxmlformats.org/officeDocument/2006/relationships/image" Target="../media/image841.png"/><Relationship Id="rId33" Type="http://schemas.openxmlformats.org/officeDocument/2006/relationships/image" Target="../media/image845.png"/><Relationship Id="rId38" Type="http://schemas.openxmlformats.org/officeDocument/2006/relationships/customXml" Target="../ink/ink869.xml"/><Relationship Id="rId46" Type="http://schemas.openxmlformats.org/officeDocument/2006/relationships/customXml" Target="../ink/ink873.xml"/><Relationship Id="rId59" Type="http://schemas.openxmlformats.org/officeDocument/2006/relationships/image" Target="../media/image858.png"/><Relationship Id="rId67" Type="http://schemas.openxmlformats.org/officeDocument/2006/relationships/image" Target="../media/image862.png"/><Relationship Id="rId103" Type="http://schemas.openxmlformats.org/officeDocument/2006/relationships/image" Target="../media/image880.png"/><Relationship Id="rId108" Type="http://schemas.openxmlformats.org/officeDocument/2006/relationships/customXml" Target="../ink/ink904.xml"/><Relationship Id="rId116" Type="http://schemas.openxmlformats.org/officeDocument/2006/relationships/customXml" Target="../ink/ink908.xml"/><Relationship Id="rId124" Type="http://schemas.openxmlformats.org/officeDocument/2006/relationships/customXml" Target="../ink/ink912.xml"/><Relationship Id="rId129" Type="http://schemas.openxmlformats.org/officeDocument/2006/relationships/image" Target="../media/image893.png"/><Relationship Id="rId137" Type="http://schemas.openxmlformats.org/officeDocument/2006/relationships/image" Target="../media/image897.png"/><Relationship Id="rId20" Type="http://schemas.openxmlformats.org/officeDocument/2006/relationships/customXml" Target="../ink/ink860.xml"/><Relationship Id="rId41" Type="http://schemas.openxmlformats.org/officeDocument/2006/relationships/image" Target="../media/image849.png"/><Relationship Id="rId54" Type="http://schemas.openxmlformats.org/officeDocument/2006/relationships/customXml" Target="../ink/ink877.xml"/><Relationship Id="rId62" Type="http://schemas.openxmlformats.org/officeDocument/2006/relationships/customXml" Target="../ink/ink881.xml"/><Relationship Id="rId70" Type="http://schemas.openxmlformats.org/officeDocument/2006/relationships/customXml" Target="../ink/ink885.xml"/><Relationship Id="rId75" Type="http://schemas.openxmlformats.org/officeDocument/2006/relationships/image" Target="../media/image866.png"/><Relationship Id="rId83" Type="http://schemas.openxmlformats.org/officeDocument/2006/relationships/image" Target="../media/image870.png"/><Relationship Id="rId88" Type="http://schemas.openxmlformats.org/officeDocument/2006/relationships/customXml" Target="../ink/ink894.xml"/><Relationship Id="rId91" Type="http://schemas.openxmlformats.org/officeDocument/2006/relationships/image" Target="../media/image874.png"/><Relationship Id="rId96" Type="http://schemas.openxmlformats.org/officeDocument/2006/relationships/customXml" Target="../ink/ink898.xml"/><Relationship Id="rId111" Type="http://schemas.openxmlformats.org/officeDocument/2006/relationships/image" Target="../media/image884.png"/><Relationship Id="rId132" Type="http://schemas.openxmlformats.org/officeDocument/2006/relationships/customXml" Target="../ink/ink9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53.xml"/><Relationship Id="rId15" Type="http://schemas.openxmlformats.org/officeDocument/2006/relationships/image" Target="../media/image836.png"/><Relationship Id="rId23" Type="http://schemas.openxmlformats.org/officeDocument/2006/relationships/image" Target="../media/image840.png"/><Relationship Id="rId28" Type="http://schemas.openxmlformats.org/officeDocument/2006/relationships/customXml" Target="../ink/ink864.xml"/><Relationship Id="rId36" Type="http://schemas.openxmlformats.org/officeDocument/2006/relationships/customXml" Target="../ink/ink868.xml"/><Relationship Id="rId49" Type="http://schemas.openxmlformats.org/officeDocument/2006/relationships/image" Target="../media/image853.png"/><Relationship Id="rId57" Type="http://schemas.openxmlformats.org/officeDocument/2006/relationships/image" Target="../media/image857.png"/><Relationship Id="rId106" Type="http://schemas.openxmlformats.org/officeDocument/2006/relationships/customXml" Target="../ink/ink903.xml"/><Relationship Id="rId114" Type="http://schemas.openxmlformats.org/officeDocument/2006/relationships/customXml" Target="../ink/ink907.xml"/><Relationship Id="rId119" Type="http://schemas.openxmlformats.org/officeDocument/2006/relationships/image" Target="../media/image888.png"/><Relationship Id="rId127" Type="http://schemas.openxmlformats.org/officeDocument/2006/relationships/image" Target="../media/image892.png"/><Relationship Id="rId10" Type="http://schemas.openxmlformats.org/officeDocument/2006/relationships/customXml" Target="../ink/ink855.xml"/><Relationship Id="rId31" Type="http://schemas.openxmlformats.org/officeDocument/2006/relationships/image" Target="../media/image844.png"/><Relationship Id="rId44" Type="http://schemas.openxmlformats.org/officeDocument/2006/relationships/customXml" Target="../ink/ink872.xml"/><Relationship Id="rId52" Type="http://schemas.openxmlformats.org/officeDocument/2006/relationships/customXml" Target="../ink/ink876.xml"/><Relationship Id="rId60" Type="http://schemas.openxmlformats.org/officeDocument/2006/relationships/customXml" Target="../ink/ink880.xml"/><Relationship Id="rId65" Type="http://schemas.openxmlformats.org/officeDocument/2006/relationships/image" Target="../media/image861.png"/><Relationship Id="rId73" Type="http://schemas.openxmlformats.org/officeDocument/2006/relationships/image" Target="../media/image865.png"/><Relationship Id="rId78" Type="http://schemas.openxmlformats.org/officeDocument/2006/relationships/customXml" Target="../ink/ink889.xml"/><Relationship Id="rId81" Type="http://schemas.openxmlformats.org/officeDocument/2006/relationships/image" Target="../media/image869.png"/><Relationship Id="rId86" Type="http://schemas.openxmlformats.org/officeDocument/2006/relationships/customXml" Target="../ink/ink893.xml"/><Relationship Id="rId94" Type="http://schemas.openxmlformats.org/officeDocument/2006/relationships/customXml" Target="../ink/ink897.xml"/><Relationship Id="rId99" Type="http://schemas.openxmlformats.org/officeDocument/2006/relationships/image" Target="../media/image878.png"/><Relationship Id="rId101" Type="http://schemas.openxmlformats.org/officeDocument/2006/relationships/image" Target="../media/image879.png"/><Relationship Id="rId122" Type="http://schemas.openxmlformats.org/officeDocument/2006/relationships/customXml" Target="../ink/ink911.xml"/><Relationship Id="rId130" Type="http://schemas.openxmlformats.org/officeDocument/2006/relationships/customXml" Target="../ink/ink915.xml"/><Relationship Id="rId135" Type="http://schemas.openxmlformats.org/officeDocument/2006/relationships/image" Target="../media/image896.png"/><Relationship Id="rId4" Type="http://schemas.openxmlformats.org/officeDocument/2006/relationships/customXml" Target="../ink/ink852.xml"/><Relationship Id="rId9" Type="http://schemas.openxmlformats.org/officeDocument/2006/relationships/image" Target="../media/image833.png"/><Relationship Id="rId13" Type="http://schemas.openxmlformats.org/officeDocument/2006/relationships/image" Target="../media/image835.png"/><Relationship Id="rId18" Type="http://schemas.openxmlformats.org/officeDocument/2006/relationships/customXml" Target="../ink/ink859.xml"/><Relationship Id="rId39" Type="http://schemas.openxmlformats.org/officeDocument/2006/relationships/image" Target="../media/image848.png"/><Relationship Id="rId109" Type="http://schemas.openxmlformats.org/officeDocument/2006/relationships/image" Target="../media/image883.png"/><Relationship Id="rId34" Type="http://schemas.openxmlformats.org/officeDocument/2006/relationships/customXml" Target="../ink/ink867.xml"/><Relationship Id="rId50" Type="http://schemas.openxmlformats.org/officeDocument/2006/relationships/customXml" Target="../ink/ink875.xml"/><Relationship Id="rId55" Type="http://schemas.openxmlformats.org/officeDocument/2006/relationships/image" Target="../media/image856.png"/><Relationship Id="rId76" Type="http://schemas.openxmlformats.org/officeDocument/2006/relationships/customXml" Target="../ink/ink888.xml"/><Relationship Id="rId97" Type="http://schemas.openxmlformats.org/officeDocument/2006/relationships/image" Target="../media/image877.png"/><Relationship Id="rId104" Type="http://schemas.openxmlformats.org/officeDocument/2006/relationships/customXml" Target="../ink/ink902.xml"/><Relationship Id="rId120" Type="http://schemas.openxmlformats.org/officeDocument/2006/relationships/customXml" Target="../ink/ink910.xml"/><Relationship Id="rId125" Type="http://schemas.openxmlformats.org/officeDocument/2006/relationships/image" Target="../media/image891.png"/><Relationship Id="rId7" Type="http://schemas.openxmlformats.org/officeDocument/2006/relationships/image" Target="../media/image832.png"/><Relationship Id="rId71" Type="http://schemas.openxmlformats.org/officeDocument/2006/relationships/image" Target="../media/image864.png"/><Relationship Id="rId92" Type="http://schemas.openxmlformats.org/officeDocument/2006/relationships/customXml" Target="../ink/ink896.xml"/><Relationship Id="rId2" Type="http://schemas.openxmlformats.org/officeDocument/2006/relationships/customXml" Target="../ink/ink851.xml"/><Relationship Id="rId29" Type="http://schemas.openxmlformats.org/officeDocument/2006/relationships/image" Target="../media/image843.png"/><Relationship Id="rId24" Type="http://schemas.openxmlformats.org/officeDocument/2006/relationships/customXml" Target="../ink/ink862.xml"/><Relationship Id="rId40" Type="http://schemas.openxmlformats.org/officeDocument/2006/relationships/customXml" Target="../ink/ink870.xml"/><Relationship Id="rId45" Type="http://schemas.openxmlformats.org/officeDocument/2006/relationships/image" Target="../media/image851.png"/><Relationship Id="rId66" Type="http://schemas.openxmlformats.org/officeDocument/2006/relationships/customXml" Target="../ink/ink883.xml"/><Relationship Id="rId87" Type="http://schemas.openxmlformats.org/officeDocument/2006/relationships/image" Target="../media/image872.png"/><Relationship Id="rId110" Type="http://schemas.openxmlformats.org/officeDocument/2006/relationships/customXml" Target="../ink/ink905.xml"/><Relationship Id="rId115" Type="http://schemas.openxmlformats.org/officeDocument/2006/relationships/image" Target="../media/image886.png"/><Relationship Id="rId131" Type="http://schemas.openxmlformats.org/officeDocument/2006/relationships/image" Target="../media/image894.png"/><Relationship Id="rId136" Type="http://schemas.openxmlformats.org/officeDocument/2006/relationships/customXml" Target="../ink/ink918.xml"/><Relationship Id="rId61" Type="http://schemas.openxmlformats.org/officeDocument/2006/relationships/image" Target="../media/image859.png"/><Relationship Id="rId82" Type="http://schemas.openxmlformats.org/officeDocument/2006/relationships/customXml" Target="../ink/ink891.xml"/><Relationship Id="rId19" Type="http://schemas.openxmlformats.org/officeDocument/2006/relationships/image" Target="../media/image838.png"/><Relationship Id="rId14" Type="http://schemas.openxmlformats.org/officeDocument/2006/relationships/customXml" Target="../ink/ink857.xml"/><Relationship Id="rId30" Type="http://schemas.openxmlformats.org/officeDocument/2006/relationships/customXml" Target="../ink/ink865.xml"/><Relationship Id="rId35" Type="http://schemas.openxmlformats.org/officeDocument/2006/relationships/image" Target="../media/image846.png"/><Relationship Id="rId56" Type="http://schemas.openxmlformats.org/officeDocument/2006/relationships/customXml" Target="../ink/ink878.xml"/><Relationship Id="rId77" Type="http://schemas.openxmlformats.org/officeDocument/2006/relationships/image" Target="../media/image867.png"/><Relationship Id="rId100" Type="http://schemas.openxmlformats.org/officeDocument/2006/relationships/customXml" Target="../ink/ink900.xml"/><Relationship Id="rId105" Type="http://schemas.openxmlformats.org/officeDocument/2006/relationships/image" Target="../media/image881.png"/><Relationship Id="rId126" Type="http://schemas.openxmlformats.org/officeDocument/2006/relationships/customXml" Target="../ink/ink913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10.png"/><Relationship Id="rId21" Type="http://schemas.openxmlformats.org/officeDocument/2006/relationships/customXml" Target="../ink/ink929.xml"/><Relationship Id="rId42" Type="http://schemas.openxmlformats.org/officeDocument/2006/relationships/image" Target="../media/image918.png"/><Relationship Id="rId47" Type="http://schemas.openxmlformats.org/officeDocument/2006/relationships/customXml" Target="../ink/ink942.xml"/><Relationship Id="rId63" Type="http://schemas.openxmlformats.org/officeDocument/2006/relationships/customXml" Target="../ink/ink950.xml"/><Relationship Id="rId68" Type="http://schemas.openxmlformats.org/officeDocument/2006/relationships/image" Target="../media/image931.png"/><Relationship Id="rId84" Type="http://schemas.openxmlformats.org/officeDocument/2006/relationships/image" Target="../media/image939.png"/><Relationship Id="rId89" Type="http://schemas.openxmlformats.org/officeDocument/2006/relationships/customXml" Target="../ink/ink963.xml"/><Relationship Id="rId7" Type="http://schemas.openxmlformats.org/officeDocument/2006/relationships/customXml" Target="../ink/ink922.xml"/><Relationship Id="rId71" Type="http://schemas.openxmlformats.org/officeDocument/2006/relationships/customXml" Target="../ink/ink954.xml"/><Relationship Id="rId92" Type="http://schemas.openxmlformats.org/officeDocument/2006/relationships/image" Target="../media/image9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05.png"/><Relationship Id="rId29" Type="http://schemas.openxmlformats.org/officeDocument/2006/relationships/customXml" Target="../ink/ink933.xml"/><Relationship Id="rId11" Type="http://schemas.openxmlformats.org/officeDocument/2006/relationships/customXml" Target="../ink/ink924.xml"/><Relationship Id="rId24" Type="http://schemas.openxmlformats.org/officeDocument/2006/relationships/image" Target="../media/image909.png"/><Relationship Id="rId32" Type="http://schemas.openxmlformats.org/officeDocument/2006/relationships/image" Target="../media/image913.png"/><Relationship Id="rId37" Type="http://schemas.openxmlformats.org/officeDocument/2006/relationships/customXml" Target="../ink/ink937.xml"/><Relationship Id="rId40" Type="http://schemas.openxmlformats.org/officeDocument/2006/relationships/image" Target="../media/image917.png"/><Relationship Id="rId45" Type="http://schemas.openxmlformats.org/officeDocument/2006/relationships/customXml" Target="../ink/ink941.xml"/><Relationship Id="rId53" Type="http://schemas.openxmlformats.org/officeDocument/2006/relationships/customXml" Target="../ink/ink945.xml"/><Relationship Id="rId58" Type="http://schemas.openxmlformats.org/officeDocument/2006/relationships/image" Target="../media/image926.png"/><Relationship Id="rId66" Type="http://schemas.openxmlformats.org/officeDocument/2006/relationships/image" Target="../media/image930.png"/><Relationship Id="rId74" Type="http://schemas.openxmlformats.org/officeDocument/2006/relationships/image" Target="../media/image934.png"/><Relationship Id="rId79" Type="http://schemas.openxmlformats.org/officeDocument/2006/relationships/customXml" Target="../ink/ink958.xml"/><Relationship Id="rId87" Type="http://schemas.openxmlformats.org/officeDocument/2006/relationships/customXml" Target="../ink/ink962.xml"/><Relationship Id="rId102" Type="http://schemas.openxmlformats.org/officeDocument/2006/relationships/image" Target="../media/image948.png"/><Relationship Id="rId5" Type="http://schemas.openxmlformats.org/officeDocument/2006/relationships/customXml" Target="../ink/ink921.xml"/><Relationship Id="rId61" Type="http://schemas.openxmlformats.org/officeDocument/2006/relationships/customXml" Target="../ink/ink949.xml"/><Relationship Id="rId82" Type="http://schemas.openxmlformats.org/officeDocument/2006/relationships/image" Target="../media/image938.png"/><Relationship Id="rId90" Type="http://schemas.openxmlformats.org/officeDocument/2006/relationships/image" Target="../media/image942.png"/><Relationship Id="rId95" Type="http://schemas.openxmlformats.org/officeDocument/2006/relationships/customXml" Target="../ink/ink966.xml"/><Relationship Id="rId19" Type="http://schemas.openxmlformats.org/officeDocument/2006/relationships/customXml" Target="../ink/ink928.xml"/><Relationship Id="rId14" Type="http://schemas.openxmlformats.org/officeDocument/2006/relationships/image" Target="../media/image904.png"/><Relationship Id="rId22" Type="http://schemas.openxmlformats.org/officeDocument/2006/relationships/image" Target="../media/image908.png"/><Relationship Id="rId27" Type="http://schemas.openxmlformats.org/officeDocument/2006/relationships/customXml" Target="../ink/ink932.xml"/><Relationship Id="rId30" Type="http://schemas.openxmlformats.org/officeDocument/2006/relationships/image" Target="../media/image912.png"/><Relationship Id="rId35" Type="http://schemas.openxmlformats.org/officeDocument/2006/relationships/customXml" Target="../ink/ink936.xml"/><Relationship Id="rId43" Type="http://schemas.openxmlformats.org/officeDocument/2006/relationships/customXml" Target="../ink/ink940.xml"/><Relationship Id="rId48" Type="http://schemas.openxmlformats.org/officeDocument/2006/relationships/image" Target="../media/image921.png"/><Relationship Id="rId56" Type="http://schemas.openxmlformats.org/officeDocument/2006/relationships/image" Target="../media/image925.png"/><Relationship Id="rId64" Type="http://schemas.openxmlformats.org/officeDocument/2006/relationships/image" Target="../media/image929.png"/><Relationship Id="rId69" Type="http://schemas.openxmlformats.org/officeDocument/2006/relationships/customXml" Target="../ink/ink953.xml"/><Relationship Id="rId77" Type="http://schemas.openxmlformats.org/officeDocument/2006/relationships/customXml" Target="../ink/ink957.xml"/><Relationship Id="rId100" Type="http://schemas.openxmlformats.org/officeDocument/2006/relationships/image" Target="../media/image947.png"/><Relationship Id="rId105" Type="http://schemas.openxmlformats.org/officeDocument/2006/relationships/customXml" Target="../ink/ink971.xml"/><Relationship Id="rId8" Type="http://schemas.openxmlformats.org/officeDocument/2006/relationships/image" Target="../media/image901.png"/><Relationship Id="rId51" Type="http://schemas.openxmlformats.org/officeDocument/2006/relationships/customXml" Target="../ink/ink944.xml"/><Relationship Id="rId72" Type="http://schemas.openxmlformats.org/officeDocument/2006/relationships/image" Target="../media/image933.png"/><Relationship Id="rId80" Type="http://schemas.openxmlformats.org/officeDocument/2006/relationships/image" Target="../media/image937.png"/><Relationship Id="rId85" Type="http://schemas.openxmlformats.org/officeDocument/2006/relationships/customXml" Target="../ink/ink961.xml"/><Relationship Id="rId93" Type="http://schemas.openxmlformats.org/officeDocument/2006/relationships/customXml" Target="../ink/ink965.xml"/><Relationship Id="rId98" Type="http://schemas.openxmlformats.org/officeDocument/2006/relationships/image" Target="../media/image946.png"/><Relationship Id="rId3" Type="http://schemas.openxmlformats.org/officeDocument/2006/relationships/customXml" Target="../ink/ink920.xml"/><Relationship Id="rId12" Type="http://schemas.openxmlformats.org/officeDocument/2006/relationships/image" Target="../media/image903.png"/><Relationship Id="rId17" Type="http://schemas.openxmlformats.org/officeDocument/2006/relationships/customXml" Target="../ink/ink927.xml"/><Relationship Id="rId25" Type="http://schemas.openxmlformats.org/officeDocument/2006/relationships/customXml" Target="../ink/ink931.xml"/><Relationship Id="rId33" Type="http://schemas.openxmlformats.org/officeDocument/2006/relationships/customXml" Target="../ink/ink935.xml"/><Relationship Id="rId38" Type="http://schemas.openxmlformats.org/officeDocument/2006/relationships/image" Target="../media/image916.png"/><Relationship Id="rId46" Type="http://schemas.openxmlformats.org/officeDocument/2006/relationships/image" Target="../media/image920.png"/><Relationship Id="rId59" Type="http://schemas.openxmlformats.org/officeDocument/2006/relationships/customXml" Target="../ink/ink948.xml"/><Relationship Id="rId67" Type="http://schemas.openxmlformats.org/officeDocument/2006/relationships/customXml" Target="../ink/ink952.xml"/><Relationship Id="rId103" Type="http://schemas.openxmlformats.org/officeDocument/2006/relationships/customXml" Target="../ink/ink970.xml"/><Relationship Id="rId20" Type="http://schemas.openxmlformats.org/officeDocument/2006/relationships/image" Target="../media/image907.png"/><Relationship Id="rId41" Type="http://schemas.openxmlformats.org/officeDocument/2006/relationships/customXml" Target="../ink/ink939.xml"/><Relationship Id="rId54" Type="http://schemas.openxmlformats.org/officeDocument/2006/relationships/image" Target="../media/image924.png"/><Relationship Id="rId62" Type="http://schemas.openxmlformats.org/officeDocument/2006/relationships/image" Target="../media/image928.png"/><Relationship Id="rId70" Type="http://schemas.openxmlformats.org/officeDocument/2006/relationships/image" Target="../media/image932.png"/><Relationship Id="rId75" Type="http://schemas.openxmlformats.org/officeDocument/2006/relationships/customXml" Target="../ink/ink956.xml"/><Relationship Id="rId83" Type="http://schemas.openxmlformats.org/officeDocument/2006/relationships/customXml" Target="../ink/ink960.xml"/><Relationship Id="rId88" Type="http://schemas.openxmlformats.org/officeDocument/2006/relationships/image" Target="../media/image941.png"/><Relationship Id="rId91" Type="http://schemas.openxmlformats.org/officeDocument/2006/relationships/customXml" Target="../ink/ink964.xml"/><Relationship Id="rId96" Type="http://schemas.openxmlformats.org/officeDocument/2006/relationships/image" Target="../media/image9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0.png"/><Relationship Id="rId15" Type="http://schemas.openxmlformats.org/officeDocument/2006/relationships/customXml" Target="../ink/ink926.xml"/><Relationship Id="rId23" Type="http://schemas.openxmlformats.org/officeDocument/2006/relationships/customXml" Target="../ink/ink930.xml"/><Relationship Id="rId28" Type="http://schemas.openxmlformats.org/officeDocument/2006/relationships/image" Target="../media/image911.png"/><Relationship Id="rId36" Type="http://schemas.openxmlformats.org/officeDocument/2006/relationships/image" Target="../media/image915.png"/><Relationship Id="rId49" Type="http://schemas.openxmlformats.org/officeDocument/2006/relationships/customXml" Target="../ink/ink943.xml"/><Relationship Id="rId57" Type="http://schemas.openxmlformats.org/officeDocument/2006/relationships/customXml" Target="../ink/ink947.xml"/><Relationship Id="rId106" Type="http://schemas.openxmlformats.org/officeDocument/2006/relationships/image" Target="../media/image950.png"/><Relationship Id="rId10" Type="http://schemas.openxmlformats.org/officeDocument/2006/relationships/image" Target="../media/image902.png"/><Relationship Id="rId31" Type="http://schemas.openxmlformats.org/officeDocument/2006/relationships/customXml" Target="../ink/ink934.xml"/><Relationship Id="rId44" Type="http://schemas.openxmlformats.org/officeDocument/2006/relationships/image" Target="../media/image919.png"/><Relationship Id="rId52" Type="http://schemas.openxmlformats.org/officeDocument/2006/relationships/image" Target="../media/image923.png"/><Relationship Id="rId60" Type="http://schemas.openxmlformats.org/officeDocument/2006/relationships/image" Target="../media/image927.png"/><Relationship Id="rId65" Type="http://schemas.openxmlformats.org/officeDocument/2006/relationships/customXml" Target="../ink/ink951.xml"/><Relationship Id="rId73" Type="http://schemas.openxmlformats.org/officeDocument/2006/relationships/customXml" Target="../ink/ink955.xml"/><Relationship Id="rId78" Type="http://schemas.openxmlformats.org/officeDocument/2006/relationships/image" Target="../media/image936.png"/><Relationship Id="rId81" Type="http://schemas.openxmlformats.org/officeDocument/2006/relationships/customXml" Target="../ink/ink959.xml"/><Relationship Id="rId86" Type="http://schemas.openxmlformats.org/officeDocument/2006/relationships/image" Target="../media/image940.png"/><Relationship Id="rId94" Type="http://schemas.openxmlformats.org/officeDocument/2006/relationships/image" Target="../media/image944.png"/><Relationship Id="rId99" Type="http://schemas.openxmlformats.org/officeDocument/2006/relationships/customXml" Target="../ink/ink968.xml"/><Relationship Id="rId101" Type="http://schemas.openxmlformats.org/officeDocument/2006/relationships/customXml" Target="../ink/ink969.xml"/><Relationship Id="rId4" Type="http://schemas.openxmlformats.org/officeDocument/2006/relationships/image" Target="../media/image899.png"/><Relationship Id="rId9" Type="http://schemas.openxmlformats.org/officeDocument/2006/relationships/customXml" Target="../ink/ink923.xml"/><Relationship Id="rId13" Type="http://schemas.openxmlformats.org/officeDocument/2006/relationships/customXml" Target="../ink/ink925.xml"/><Relationship Id="rId18" Type="http://schemas.openxmlformats.org/officeDocument/2006/relationships/image" Target="../media/image906.png"/><Relationship Id="rId39" Type="http://schemas.openxmlformats.org/officeDocument/2006/relationships/customXml" Target="../ink/ink938.xml"/><Relationship Id="rId34" Type="http://schemas.openxmlformats.org/officeDocument/2006/relationships/image" Target="../media/image914.png"/><Relationship Id="rId50" Type="http://schemas.openxmlformats.org/officeDocument/2006/relationships/image" Target="../media/image922.png"/><Relationship Id="rId55" Type="http://schemas.openxmlformats.org/officeDocument/2006/relationships/customXml" Target="../ink/ink946.xml"/><Relationship Id="rId76" Type="http://schemas.openxmlformats.org/officeDocument/2006/relationships/image" Target="../media/image935.png"/><Relationship Id="rId97" Type="http://schemas.openxmlformats.org/officeDocument/2006/relationships/customXml" Target="../ink/ink967.xml"/><Relationship Id="rId104" Type="http://schemas.openxmlformats.org/officeDocument/2006/relationships/image" Target="../media/image9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운영체제 소개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281BA2-F2B4-43B1-93B1-3E684D883C0E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714500"/>
            <a:ext cx="8707438" cy="4533900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운영체제 서비스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,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구성 요소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사용자 인터페이스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, 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시스템 호출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자원 관리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,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자체 관리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운영체제 구조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,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가상 기계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운영체제 발전과정</a:t>
            </a: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07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운영체제 서비스</a:t>
            </a:r>
            <a:endParaRPr lang="en-US" altLang="ko-KR"/>
          </a:p>
        </p:txBody>
      </p:sp>
      <p:sp>
        <p:nvSpPr>
          <p:cNvPr id="10243" name="Rectangle 3075"/>
          <p:cNvSpPr>
            <a:spLocks noGrp="1" noChangeArrowheads="1"/>
          </p:cNvSpPr>
          <p:nvPr>
            <p:ph type="body" idx="1"/>
          </p:nvPr>
        </p:nvSpPr>
        <p:spPr>
          <a:xfrm>
            <a:off x="285750" y="1571625"/>
            <a:ext cx="8643938" cy="4929188"/>
          </a:xfrm>
          <a:noFill/>
        </p:spPr>
        <p:txBody>
          <a:bodyPr lIns="92075" tIns="46038" rIns="92075" bIns="46038"/>
          <a:lstStyle/>
          <a:p>
            <a:r>
              <a:rPr lang="ko-KR" altLang="en-US"/>
              <a:t>프로그램과 사용자들에 정해진 서비스 제공</a:t>
            </a:r>
          </a:p>
          <a:p>
            <a:pPr lvl="1"/>
            <a:r>
              <a:rPr lang="ko-KR" altLang="en-US"/>
              <a:t>프로그래머의 편리를 위한 서비스</a:t>
            </a:r>
          </a:p>
          <a:p>
            <a:pPr lvl="1"/>
            <a:r>
              <a:rPr lang="ko-KR" altLang="en-US"/>
              <a:t>자원관리 효율성을 위한 서비스</a:t>
            </a:r>
            <a:endParaRPr lang="en-US" altLang="ko-KR"/>
          </a:p>
          <a:p>
            <a:pPr lvl="1"/>
            <a:endParaRPr lang="en-US" altLang="ko-KR"/>
          </a:p>
          <a:p>
            <a:pPr>
              <a:lnSpc>
                <a:spcPct val="90000"/>
              </a:lnSpc>
            </a:pPr>
            <a:r>
              <a:rPr lang="ko-KR" altLang="en-US"/>
              <a:t>서비스 종류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프로그램 실행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입출력 작동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파일 시스템 조작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통신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오류 탐지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자원할당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자원보호</a:t>
            </a:r>
            <a:r>
              <a:rPr lang="en-US" altLang="ko-KR"/>
              <a:t>(Protection)</a:t>
            </a:r>
          </a:p>
          <a:p>
            <a:pPr lvl="1">
              <a:buFont typeface="Wingdings" panose="05000000000000000000" pitchFamily="2" charset="2"/>
              <a:buNone/>
            </a:pPr>
            <a:endParaRPr lang="ko-KR" altLang="en-US"/>
          </a:p>
          <a:p>
            <a:pPr>
              <a:buFont typeface="Wingdings" panose="05000000000000000000" pitchFamily="2" charset="2"/>
              <a:buNone/>
            </a:pPr>
            <a:endParaRPr lang="en-US" altLang="ko-KR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4FDD47-9C95-413E-AC21-B0CF81B7BBA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00899B7-E6AF-183E-02ED-17B3B559A5C7}"/>
              </a:ext>
            </a:extLst>
          </p:cNvPr>
          <p:cNvGrpSpPr/>
          <p:nvPr/>
        </p:nvGrpSpPr>
        <p:grpSpPr>
          <a:xfrm>
            <a:off x="509047" y="1329360"/>
            <a:ext cx="567360" cy="252360"/>
            <a:chOff x="509047" y="1329360"/>
            <a:chExt cx="56736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65483C2F-13ED-53A2-0377-120FA8FDA656}"/>
                    </a:ext>
                  </a:extLst>
                </p14:cNvPr>
                <p14:cNvContentPartPr/>
                <p14:nvPr/>
              </p14:nvContentPartPr>
              <p14:xfrm>
                <a:off x="509047" y="1422240"/>
                <a:ext cx="124200" cy="1263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65483C2F-13ED-53A2-0377-120FA8FDA65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407" y="1413240"/>
                  <a:ext cx="141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6D001509-197F-C860-5F7F-4B9698518354}"/>
                    </a:ext>
                  </a:extLst>
                </p14:cNvPr>
                <p14:cNvContentPartPr/>
                <p14:nvPr/>
              </p14:nvContentPartPr>
              <p14:xfrm>
                <a:off x="630727" y="1373640"/>
                <a:ext cx="111240" cy="496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6D001509-197F-C860-5F7F-4B969851835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1727" y="1365000"/>
                  <a:ext cx="128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F236276-449E-88D3-3404-BDC904DC2CCE}"/>
                    </a:ext>
                  </a:extLst>
                </p14:cNvPr>
                <p14:cNvContentPartPr/>
                <p14:nvPr/>
              </p14:nvContentPartPr>
              <p14:xfrm>
                <a:off x="654127" y="1424760"/>
                <a:ext cx="90000" cy="568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F236276-449E-88D3-3404-BDC904DC2CC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5127" y="1416120"/>
                  <a:ext cx="107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B2ECDE7-94B2-BA57-A878-8411BB9A4D77}"/>
                    </a:ext>
                  </a:extLst>
                </p14:cNvPr>
                <p14:cNvContentPartPr/>
                <p14:nvPr/>
              </p14:nvContentPartPr>
              <p14:xfrm>
                <a:off x="653767" y="1329360"/>
                <a:ext cx="105480" cy="2444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B2ECDE7-94B2-BA57-A878-8411BB9A4D7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4767" y="1320720"/>
                  <a:ext cx="1231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0E30297-216C-AC2A-DFDB-F38E9FC11B40}"/>
                    </a:ext>
                  </a:extLst>
                </p14:cNvPr>
                <p14:cNvContentPartPr/>
                <p14:nvPr/>
              </p14:nvContentPartPr>
              <p14:xfrm>
                <a:off x="784807" y="1349520"/>
                <a:ext cx="56520" cy="93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0E30297-216C-AC2A-DFDB-F38E9FC11B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5807" y="1340520"/>
                  <a:ext cx="74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5B515CEC-8B7F-C898-94A3-6E96444D1C59}"/>
                    </a:ext>
                  </a:extLst>
                </p14:cNvPr>
                <p14:cNvContentPartPr/>
                <p14:nvPr/>
              </p14:nvContentPartPr>
              <p14:xfrm>
                <a:off x="756007" y="1338360"/>
                <a:ext cx="262440" cy="1764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5B515CEC-8B7F-C898-94A3-6E96444D1C5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7007" y="1329360"/>
                  <a:ext cx="280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DB4F10B-8CA5-6F4D-BB0B-16DA71003C8D}"/>
                    </a:ext>
                  </a:extLst>
                </p14:cNvPr>
                <p14:cNvContentPartPr/>
                <p14:nvPr/>
              </p14:nvContentPartPr>
              <p14:xfrm>
                <a:off x="916927" y="1467600"/>
                <a:ext cx="159480" cy="1141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DB4F10B-8CA5-6F4D-BB0B-16DA71003C8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07927" y="1458600"/>
                  <a:ext cx="1771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DBB9EFC0-E1B4-7D6D-9B8B-AF30010376AE}"/>
                  </a:ext>
                </a:extLst>
              </p14:cNvPr>
              <p14:cNvContentPartPr/>
              <p14:nvPr/>
            </p14:nvContentPartPr>
            <p14:xfrm>
              <a:off x="514087" y="2247720"/>
              <a:ext cx="267840" cy="2314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DBB9EFC0-E1B4-7D6D-9B8B-AF30010376A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5087" y="2238720"/>
                <a:ext cx="2854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C9340132-F27B-393E-C147-C9D50B3AFF9C}"/>
                  </a:ext>
                </a:extLst>
              </p14:cNvPr>
              <p14:cNvContentPartPr/>
              <p14:nvPr/>
            </p14:nvContentPartPr>
            <p14:xfrm>
              <a:off x="606607" y="2760360"/>
              <a:ext cx="123480" cy="1468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C9340132-F27B-393E-C147-C9D50B3AFF9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97967" y="2751720"/>
                <a:ext cx="1411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0AC27877-6731-0995-FBEF-753A06056904}"/>
                  </a:ext>
                </a:extLst>
              </p14:cNvPr>
              <p14:cNvContentPartPr/>
              <p14:nvPr/>
            </p14:nvContentPartPr>
            <p14:xfrm>
              <a:off x="539647" y="2677200"/>
              <a:ext cx="226800" cy="30348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0AC27877-6731-0995-FBEF-753A0605690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31007" y="2668560"/>
                <a:ext cx="244440" cy="32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운영체제의 구성 요소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643938" cy="4929187"/>
          </a:xfrm>
          <a:noFill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ko-KR" altLang="en-US" b="1"/>
              <a:t> 기능</a:t>
            </a:r>
            <a:r>
              <a:rPr lang="en-US" altLang="ko-KR" b="1"/>
              <a:t>: </a:t>
            </a:r>
            <a:r>
              <a:rPr lang="ko-KR" altLang="en-US" b="1"/>
              <a:t>인터페이스</a:t>
            </a:r>
            <a:r>
              <a:rPr lang="en-US" altLang="ko-KR" b="1"/>
              <a:t>, </a:t>
            </a:r>
            <a:r>
              <a:rPr lang="ko-KR" altLang="en-US" b="1"/>
              <a:t>자원 관리</a:t>
            </a:r>
            <a:r>
              <a:rPr lang="en-US" altLang="ko-KR" b="1"/>
              <a:t>, </a:t>
            </a:r>
            <a:r>
              <a:rPr lang="ko-KR" altLang="en-US" b="1"/>
              <a:t>자체 관리 기능</a:t>
            </a:r>
            <a:endParaRPr lang="ko-KR" altLang="en-US"/>
          </a:p>
          <a:p>
            <a:pPr lvl="2">
              <a:lnSpc>
                <a:spcPct val="90000"/>
              </a:lnSpc>
            </a:pPr>
            <a:endParaRPr lang="en-US" altLang="ko-KR" sz="1000"/>
          </a:p>
          <a:p>
            <a:pPr lvl="1">
              <a:lnSpc>
                <a:spcPct val="90000"/>
              </a:lnSpc>
            </a:pPr>
            <a:r>
              <a:rPr lang="ko-KR" altLang="en-US"/>
              <a:t>인터페이스</a:t>
            </a:r>
            <a:endParaRPr lang="en-US" altLang="ko-KR"/>
          </a:p>
          <a:p>
            <a:pPr lvl="2">
              <a:lnSpc>
                <a:spcPct val="90000"/>
              </a:lnSpc>
            </a:pPr>
            <a:r>
              <a:rPr lang="ko-KR" altLang="en-US"/>
              <a:t>명령어 해석기 시스템</a:t>
            </a:r>
            <a:endParaRPr lang="en-US" altLang="ko-KR"/>
          </a:p>
          <a:p>
            <a:pPr lvl="2">
              <a:lnSpc>
                <a:spcPct val="90000"/>
              </a:lnSpc>
            </a:pPr>
            <a:endParaRPr lang="en-US" altLang="ko-KR" sz="1400"/>
          </a:p>
          <a:p>
            <a:pPr lvl="1">
              <a:lnSpc>
                <a:spcPct val="90000"/>
              </a:lnSpc>
            </a:pPr>
            <a:r>
              <a:rPr lang="ko-KR" altLang="en-US"/>
              <a:t>자원 관리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프로세스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메모리</a:t>
            </a:r>
            <a:r>
              <a:rPr lang="en-US" altLang="ko-KR"/>
              <a:t>, </a:t>
            </a:r>
            <a:r>
              <a:rPr lang="ko-KR" altLang="en-US"/>
              <a:t>보조 기억 장치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입출력</a:t>
            </a:r>
            <a:r>
              <a:rPr lang="en-US" altLang="ko-KR"/>
              <a:t>, </a:t>
            </a:r>
            <a:r>
              <a:rPr lang="ko-KR" altLang="en-US"/>
              <a:t>파일</a:t>
            </a:r>
            <a:r>
              <a:rPr lang="en-US" altLang="ko-KR"/>
              <a:t>, </a:t>
            </a:r>
            <a:r>
              <a:rPr lang="ko-KR" altLang="en-US"/>
              <a:t>네트워크</a:t>
            </a:r>
            <a:endParaRPr lang="en-US" altLang="ko-KR"/>
          </a:p>
          <a:p>
            <a:pPr lvl="2">
              <a:lnSpc>
                <a:spcPct val="90000"/>
              </a:lnSpc>
            </a:pPr>
            <a:endParaRPr lang="ko-KR" altLang="en-US" sz="1400"/>
          </a:p>
          <a:p>
            <a:pPr lvl="1">
              <a:lnSpc>
                <a:spcPct val="90000"/>
              </a:lnSpc>
            </a:pPr>
            <a:r>
              <a:rPr lang="ko-KR" altLang="en-US"/>
              <a:t>자체 관리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부팅 및 초기화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시스템 생성 및 튜닝</a:t>
            </a:r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5E6858-1FC2-404F-AE10-C497D901B00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1026"/>
          <p:cNvGrpSpPr>
            <a:grpSpLocks/>
          </p:cNvGrpSpPr>
          <p:nvPr/>
        </p:nvGrpSpPr>
        <p:grpSpPr bwMode="auto">
          <a:xfrm>
            <a:off x="785813" y="1428750"/>
            <a:ext cx="7543800" cy="4572000"/>
            <a:chOff x="528" y="336"/>
            <a:chExt cx="4752" cy="2880"/>
          </a:xfrm>
        </p:grpSpPr>
        <p:sp>
          <p:nvSpPr>
            <p:cNvPr id="14340" name="Rectangle 1027"/>
            <p:cNvSpPr>
              <a:spLocks noChangeArrowheads="1"/>
            </p:cNvSpPr>
            <p:nvPr/>
          </p:nvSpPr>
          <p:spPr bwMode="auto">
            <a:xfrm>
              <a:off x="1632" y="912"/>
              <a:ext cx="2496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41" name="Rectangle 1028"/>
            <p:cNvSpPr>
              <a:spLocks noChangeArrowheads="1"/>
            </p:cNvSpPr>
            <p:nvPr/>
          </p:nvSpPr>
          <p:spPr bwMode="auto">
            <a:xfrm>
              <a:off x="1632" y="2880"/>
              <a:ext cx="2496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42" name="Rectangle 1029"/>
            <p:cNvSpPr>
              <a:spLocks noChangeArrowheads="1"/>
            </p:cNvSpPr>
            <p:nvPr/>
          </p:nvSpPr>
          <p:spPr bwMode="auto">
            <a:xfrm>
              <a:off x="1632" y="1536"/>
              <a:ext cx="86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43" name="Rectangle 1030"/>
            <p:cNvSpPr>
              <a:spLocks noChangeArrowheads="1"/>
            </p:cNvSpPr>
            <p:nvPr/>
          </p:nvSpPr>
          <p:spPr bwMode="auto">
            <a:xfrm>
              <a:off x="3264" y="1536"/>
              <a:ext cx="864" cy="9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44" name="Text Box 1031"/>
            <p:cNvSpPr txBox="1">
              <a:spLocks noChangeArrowheads="1"/>
            </p:cNvSpPr>
            <p:nvPr/>
          </p:nvSpPr>
          <p:spPr bwMode="auto">
            <a:xfrm>
              <a:off x="2568" y="336"/>
              <a:ext cx="6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사용자</a:t>
              </a:r>
            </a:p>
          </p:txBody>
        </p:sp>
        <p:sp>
          <p:nvSpPr>
            <p:cNvPr id="14345" name="Line 1032"/>
            <p:cNvSpPr>
              <a:spLocks noChangeShapeType="1"/>
            </p:cNvSpPr>
            <p:nvPr/>
          </p:nvSpPr>
          <p:spPr bwMode="auto">
            <a:xfrm>
              <a:off x="1632" y="18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46" name="Line 1033"/>
            <p:cNvSpPr>
              <a:spLocks noChangeShapeType="1"/>
            </p:cNvSpPr>
            <p:nvPr/>
          </p:nvSpPr>
          <p:spPr bwMode="auto">
            <a:xfrm>
              <a:off x="1968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47" name="Line 1034"/>
            <p:cNvSpPr>
              <a:spLocks noChangeShapeType="1"/>
            </p:cNvSpPr>
            <p:nvPr/>
          </p:nvSpPr>
          <p:spPr bwMode="auto">
            <a:xfrm flipV="1">
              <a:off x="2208" y="12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48" name="Line 1035"/>
            <p:cNvSpPr>
              <a:spLocks noChangeShapeType="1"/>
            </p:cNvSpPr>
            <p:nvPr/>
          </p:nvSpPr>
          <p:spPr bwMode="auto">
            <a:xfrm>
              <a:off x="2496" y="192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49" name="Line 1036"/>
            <p:cNvSpPr>
              <a:spLocks noChangeShapeType="1"/>
            </p:cNvSpPr>
            <p:nvPr/>
          </p:nvSpPr>
          <p:spPr bwMode="auto">
            <a:xfrm flipH="1">
              <a:off x="2496" y="2160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50" name="Text Box 1037"/>
            <p:cNvSpPr txBox="1">
              <a:spLocks noChangeArrowheads="1"/>
            </p:cNvSpPr>
            <p:nvPr/>
          </p:nvSpPr>
          <p:spPr bwMode="auto">
            <a:xfrm>
              <a:off x="1824" y="158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서비스</a:t>
              </a:r>
            </a:p>
          </p:txBody>
        </p:sp>
        <p:sp>
          <p:nvSpPr>
            <p:cNvPr id="14351" name="Text Box 1038"/>
            <p:cNvSpPr txBox="1">
              <a:spLocks noChangeArrowheads="1"/>
            </p:cNvSpPr>
            <p:nvPr/>
          </p:nvSpPr>
          <p:spPr bwMode="auto">
            <a:xfrm>
              <a:off x="1824" y="1920"/>
              <a:ext cx="480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자원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관리</a:t>
              </a:r>
            </a:p>
          </p:txBody>
        </p:sp>
        <p:sp>
          <p:nvSpPr>
            <p:cNvPr id="14352" name="Text Box 1039"/>
            <p:cNvSpPr txBox="1">
              <a:spLocks noChangeArrowheads="1"/>
            </p:cNvSpPr>
            <p:nvPr/>
          </p:nvSpPr>
          <p:spPr bwMode="auto">
            <a:xfrm>
              <a:off x="3408" y="1767"/>
              <a:ext cx="576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자체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관리</a:t>
              </a:r>
            </a:p>
          </p:txBody>
        </p:sp>
        <p:sp>
          <p:nvSpPr>
            <p:cNvPr id="14353" name="Text Box 1040"/>
            <p:cNvSpPr txBox="1">
              <a:spLocks noChangeArrowheads="1"/>
            </p:cNvSpPr>
            <p:nvPr/>
          </p:nvSpPr>
          <p:spPr bwMode="auto">
            <a:xfrm>
              <a:off x="1872" y="2928"/>
              <a:ext cx="20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하드웨어</a:t>
              </a:r>
              <a:r>
                <a:rPr lang="en-US" altLang="ko-KR" sz="1400">
                  <a:latin typeface="Times New Roman" panose="02020603050405020304" pitchFamily="18" charset="0"/>
                </a:rPr>
                <a:t>, </a:t>
              </a:r>
              <a:r>
                <a:rPr lang="ko-KR" altLang="en-US" sz="1400">
                  <a:latin typeface="Times New Roman" panose="02020603050405020304" pitchFamily="18" charset="0"/>
                </a:rPr>
                <a:t>소프트웨어 자원</a:t>
              </a:r>
            </a:p>
          </p:txBody>
        </p:sp>
        <p:sp>
          <p:nvSpPr>
            <p:cNvPr id="14354" name="Text Box 1041"/>
            <p:cNvSpPr txBox="1">
              <a:spLocks noChangeArrowheads="1"/>
            </p:cNvSpPr>
            <p:nvPr/>
          </p:nvSpPr>
          <p:spPr bwMode="auto">
            <a:xfrm>
              <a:off x="2352" y="960"/>
              <a:ext cx="11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명령 해석기</a:t>
              </a:r>
            </a:p>
          </p:txBody>
        </p:sp>
        <p:sp>
          <p:nvSpPr>
            <p:cNvPr id="14355" name="Text Box 1042"/>
            <p:cNvSpPr txBox="1">
              <a:spLocks noChangeArrowheads="1"/>
            </p:cNvSpPr>
            <p:nvPr/>
          </p:nvSpPr>
          <p:spPr bwMode="auto">
            <a:xfrm>
              <a:off x="576" y="1296"/>
              <a:ext cx="10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시스템 호출</a:t>
              </a:r>
            </a:p>
          </p:txBody>
        </p:sp>
        <p:sp>
          <p:nvSpPr>
            <p:cNvPr id="14356" name="Line 1043"/>
            <p:cNvSpPr>
              <a:spLocks noChangeShapeType="1"/>
            </p:cNvSpPr>
            <p:nvPr/>
          </p:nvSpPr>
          <p:spPr bwMode="auto">
            <a:xfrm>
              <a:off x="1968" y="24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57" name="Line 1044"/>
            <p:cNvSpPr>
              <a:spLocks noChangeShapeType="1"/>
            </p:cNvSpPr>
            <p:nvPr/>
          </p:nvSpPr>
          <p:spPr bwMode="auto">
            <a:xfrm flipV="1">
              <a:off x="2208" y="24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58" name="Line 1045"/>
            <p:cNvSpPr>
              <a:spLocks noChangeShapeType="1"/>
            </p:cNvSpPr>
            <p:nvPr/>
          </p:nvSpPr>
          <p:spPr bwMode="auto">
            <a:xfrm>
              <a:off x="3600" y="24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59" name="Line 1046"/>
            <p:cNvSpPr>
              <a:spLocks noChangeShapeType="1"/>
            </p:cNvSpPr>
            <p:nvPr/>
          </p:nvSpPr>
          <p:spPr bwMode="auto">
            <a:xfrm flipV="1">
              <a:off x="3840" y="249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60" name="Line 1047"/>
            <p:cNvSpPr>
              <a:spLocks noChangeShapeType="1"/>
            </p:cNvSpPr>
            <p:nvPr/>
          </p:nvSpPr>
          <p:spPr bwMode="auto">
            <a:xfrm>
              <a:off x="2736" y="57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61" name="Line 1048"/>
            <p:cNvSpPr>
              <a:spLocks noChangeShapeType="1"/>
            </p:cNvSpPr>
            <p:nvPr/>
          </p:nvSpPr>
          <p:spPr bwMode="auto">
            <a:xfrm flipV="1">
              <a:off x="3024" y="5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4362" name="AutoShape 1049"/>
            <p:cNvSpPr>
              <a:spLocks/>
            </p:cNvSpPr>
            <p:nvPr/>
          </p:nvSpPr>
          <p:spPr bwMode="auto">
            <a:xfrm>
              <a:off x="1248" y="1536"/>
              <a:ext cx="240" cy="960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63" name="Text Box 1050"/>
            <p:cNvSpPr txBox="1">
              <a:spLocks noChangeArrowheads="1"/>
            </p:cNvSpPr>
            <p:nvPr/>
          </p:nvSpPr>
          <p:spPr bwMode="auto">
            <a:xfrm>
              <a:off x="528" y="1728"/>
              <a:ext cx="720" cy="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전통적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의미의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운영 체제</a:t>
              </a:r>
            </a:p>
          </p:txBody>
        </p:sp>
        <p:sp>
          <p:nvSpPr>
            <p:cNvPr id="14364" name="AutoShape 1051"/>
            <p:cNvSpPr>
              <a:spLocks/>
            </p:cNvSpPr>
            <p:nvPr/>
          </p:nvSpPr>
          <p:spPr bwMode="auto">
            <a:xfrm>
              <a:off x="4272" y="912"/>
              <a:ext cx="384" cy="1584"/>
            </a:xfrm>
            <a:prstGeom prst="rightBrace">
              <a:avLst>
                <a:gd name="adj1" fmla="val 3437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4365" name="Text Box 1052"/>
            <p:cNvSpPr txBox="1">
              <a:spLocks noChangeArrowheads="1"/>
            </p:cNvSpPr>
            <p:nvPr/>
          </p:nvSpPr>
          <p:spPr bwMode="auto">
            <a:xfrm>
              <a:off x="4608" y="1536"/>
              <a:ext cx="672" cy="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광범위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운영 체제</a:t>
              </a:r>
            </a:p>
          </p:txBody>
        </p:sp>
      </p:grpSp>
      <p:sp>
        <p:nvSpPr>
          <p:cNvPr id="14339" name="슬라이드 번호 개체 틀 2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DB27B0C-4A25-4DD5-9659-72EFDA115C0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7012E07-18C4-5C87-0427-A86E89927CE7}"/>
              </a:ext>
            </a:extLst>
          </p:cNvPr>
          <p:cNvGrpSpPr/>
          <p:nvPr/>
        </p:nvGrpSpPr>
        <p:grpSpPr>
          <a:xfrm>
            <a:off x="2077567" y="3895440"/>
            <a:ext cx="782640" cy="1284840"/>
            <a:chOff x="2077567" y="3895440"/>
            <a:chExt cx="782640" cy="12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01C67745-C062-AA12-E040-E013A581D04E}"/>
                    </a:ext>
                  </a:extLst>
                </p14:cNvPr>
                <p14:cNvContentPartPr/>
                <p14:nvPr/>
              </p14:nvContentPartPr>
              <p14:xfrm>
                <a:off x="2707927" y="3991200"/>
                <a:ext cx="129240" cy="799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01C67745-C062-AA12-E040-E013A581D0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98927" y="3982200"/>
                  <a:ext cx="146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8144066-B66B-297D-1DC3-5A35CE8DBE82}"/>
                    </a:ext>
                  </a:extLst>
                </p14:cNvPr>
                <p14:cNvContentPartPr/>
                <p14:nvPr/>
              </p14:nvContentPartPr>
              <p14:xfrm>
                <a:off x="2631247" y="3895440"/>
                <a:ext cx="228960" cy="2228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8144066-B66B-297D-1DC3-5A35CE8DBE8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22247" y="3886440"/>
                  <a:ext cx="2466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FDA4AC0-3A4B-96CC-DF19-EC9A5BA63688}"/>
                    </a:ext>
                  </a:extLst>
                </p14:cNvPr>
                <p14:cNvContentPartPr/>
                <p14:nvPr/>
              </p14:nvContentPartPr>
              <p14:xfrm>
                <a:off x="2661487" y="4156080"/>
                <a:ext cx="155520" cy="1202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FDA4AC0-3A4B-96CC-DF19-EC9A5BA636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52847" y="4147080"/>
                  <a:ext cx="173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60237F4-C153-B9BC-11E9-F46547B6C7CF}"/>
                    </a:ext>
                  </a:extLst>
                </p14:cNvPr>
                <p14:cNvContentPartPr/>
                <p14:nvPr/>
              </p14:nvContentPartPr>
              <p14:xfrm>
                <a:off x="2077567" y="4193880"/>
                <a:ext cx="674280" cy="9864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60237F4-C153-B9BC-11E9-F46547B6C7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68567" y="4184880"/>
                  <a:ext cx="691920" cy="10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36" name="그룹 14335">
            <a:extLst>
              <a:ext uri="{FF2B5EF4-FFF2-40B4-BE49-F238E27FC236}">
                <a16:creationId xmlns:a16="http://schemas.microsoft.com/office/drawing/2014/main" id="{265DC77B-D288-A4DD-F06F-1A3926354419}"/>
              </a:ext>
            </a:extLst>
          </p:cNvPr>
          <p:cNvGrpSpPr/>
          <p:nvPr/>
        </p:nvGrpSpPr>
        <p:grpSpPr>
          <a:xfrm>
            <a:off x="567367" y="5079840"/>
            <a:ext cx="1141920" cy="772200"/>
            <a:chOff x="567367" y="5079840"/>
            <a:chExt cx="1141920" cy="77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BF0669D-AC0D-92F7-C449-298212B70C38}"/>
                    </a:ext>
                  </a:extLst>
                </p14:cNvPr>
                <p14:cNvContentPartPr/>
                <p14:nvPr/>
              </p14:nvContentPartPr>
              <p14:xfrm>
                <a:off x="567367" y="5215200"/>
                <a:ext cx="89640" cy="124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BF0669D-AC0D-92F7-C449-298212B70C3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8367" y="5206200"/>
                  <a:ext cx="107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273CF48-E5B5-F8A1-3230-9A3006263221}"/>
                    </a:ext>
                  </a:extLst>
                </p14:cNvPr>
                <p14:cNvContentPartPr/>
                <p14:nvPr/>
              </p14:nvContentPartPr>
              <p14:xfrm>
                <a:off x="644767" y="5256960"/>
                <a:ext cx="83160" cy="90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273CF48-E5B5-F8A1-3230-9A30062632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5767" y="5248320"/>
                  <a:ext cx="100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A811C1E-0988-FCD0-5A27-7728F052E929}"/>
                    </a:ext>
                  </a:extLst>
                </p14:cNvPr>
                <p14:cNvContentPartPr/>
                <p14:nvPr/>
              </p14:nvContentPartPr>
              <p14:xfrm>
                <a:off x="622087" y="5310960"/>
                <a:ext cx="136080" cy="712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A811C1E-0988-FCD0-5A27-7728F052E9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3447" y="5302320"/>
                  <a:ext cx="153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EE5AFC6-D629-6D06-E522-02262F35B33C}"/>
                    </a:ext>
                  </a:extLst>
                </p14:cNvPr>
                <p14:cNvContentPartPr/>
                <p14:nvPr/>
              </p14:nvContentPartPr>
              <p14:xfrm>
                <a:off x="668167" y="5374680"/>
                <a:ext cx="120240" cy="109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EE5AFC6-D629-6D06-E522-02262F35B3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527" y="5365680"/>
                  <a:ext cx="1378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281F852-D3F0-145B-859A-83D3A3764308}"/>
                    </a:ext>
                  </a:extLst>
                </p14:cNvPr>
                <p14:cNvContentPartPr/>
                <p14:nvPr/>
              </p14:nvContentPartPr>
              <p14:xfrm>
                <a:off x="788407" y="5223480"/>
                <a:ext cx="96480" cy="133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281F852-D3F0-145B-859A-83D3A37643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9407" y="5214480"/>
                  <a:ext cx="114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73144A3-21EA-2872-07FE-911603EE993A}"/>
                    </a:ext>
                  </a:extLst>
                </p14:cNvPr>
                <p14:cNvContentPartPr/>
                <p14:nvPr/>
              </p14:nvContentPartPr>
              <p14:xfrm>
                <a:off x="850687" y="5366040"/>
                <a:ext cx="105480" cy="525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73144A3-21EA-2872-07FE-911603EE99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1687" y="5357400"/>
                  <a:ext cx="123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9685E28-4E1F-F1B1-7AF9-9762922257E3}"/>
                    </a:ext>
                  </a:extLst>
                </p14:cNvPr>
                <p14:cNvContentPartPr/>
                <p14:nvPr/>
              </p14:nvContentPartPr>
              <p14:xfrm>
                <a:off x="1052287" y="5188200"/>
                <a:ext cx="92880" cy="903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9685E28-4E1F-F1B1-7AF9-9762922257E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3647" y="5179200"/>
                  <a:ext cx="110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70BC39A-AF37-F65A-0623-5840B42D283B}"/>
                    </a:ext>
                  </a:extLst>
                </p14:cNvPr>
                <p14:cNvContentPartPr/>
                <p14:nvPr/>
              </p14:nvContentPartPr>
              <p14:xfrm>
                <a:off x="1077127" y="5161560"/>
                <a:ext cx="177120" cy="1800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70BC39A-AF37-F65A-0623-5840B42D283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68127" y="5152920"/>
                  <a:ext cx="1947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6BA0324-87E9-CD95-82F9-AF3945F061B4}"/>
                    </a:ext>
                  </a:extLst>
                </p14:cNvPr>
                <p14:cNvContentPartPr/>
                <p14:nvPr/>
              </p14:nvContentPartPr>
              <p14:xfrm>
                <a:off x="1265407" y="5132040"/>
                <a:ext cx="132120" cy="1270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6BA0324-87E9-CD95-82F9-AF3945F061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56407" y="5123400"/>
                  <a:ext cx="149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52690A9-D638-1966-AD6C-F56A98839EBD}"/>
                    </a:ext>
                  </a:extLst>
                </p14:cNvPr>
                <p14:cNvContentPartPr/>
                <p14:nvPr/>
              </p14:nvContentPartPr>
              <p14:xfrm>
                <a:off x="1419847" y="5079840"/>
                <a:ext cx="62640" cy="1994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52690A9-D638-1966-AD6C-F56A98839E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11207" y="5070840"/>
                  <a:ext cx="802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13D6817-A3C7-0D56-6C2C-AFB8BD676B08}"/>
                    </a:ext>
                  </a:extLst>
                </p14:cNvPr>
                <p14:cNvContentPartPr/>
                <p14:nvPr/>
              </p14:nvContentPartPr>
              <p14:xfrm>
                <a:off x="1601287" y="5210520"/>
                <a:ext cx="9360" cy="572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13D6817-A3C7-0D56-6C2C-AFB8BD676B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2287" y="5201520"/>
                  <a:ext cx="27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DAE32C7-357A-38CB-705C-0BEC994FF5C5}"/>
                    </a:ext>
                  </a:extLst>
                </p14:cNvPr>
                <p14:cNvContentPartPr/>
                <p14:nvPr/>
              </p14:nvContentPartPr>
              <p14:xfrm>
                <a:off x="762487" y="5668080"/>
                <a:ext cx="131040" cy="1335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DAE32C7-357A-38CB-705C-0BEC994FF5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3487" y="5659080"/>
                  <a:ext cx="148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8111FCD-EAB3-B79B-4BBE-E6F01137C544}"/>
                    </a:ext>
                  </a:extLst>
                </p14:cNvPr>
                <p14:cNvContentPartPr/>
                <p14:nvPr/>
              </p14:nvContentPartPr>
              <p14:xfrm>
                <a:off x="856087" y="5634600"/>
                <a:ext cx="134640" cy="1033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8111FCD-EAB3-B79B-4BBE-E6F01137C5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7447" y="5625600"/>
                  <a:ext cx="152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A3EA379-07BF-1D78-608F-CE0AD8CA23B6}"/>
                    </a:ext>
                  </a:extLst>
                </p14:cNvPr>
                <p14:cNvContentPartPr/>
                <p14:nvPr/>
              </p14:nvContentPartPr>
              <p14:xfrm>
                <a:off x="902527" y="5759160"/>
                <a:ext cx="137160" cy="928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A3EA379-07BF-1D78-608F-CE0AD8CA23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3527" y="5750520"/>
                  <a:ext cx="154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D3DE615-94C0-F091-FC4A-20E103AAEECF}"/>
                    </a:ext>
                  </a:extLst>
                </p14:cNvPr>
                <p14:cNvContentPartPr/>
                <p14:nvPr/>
              </p14:nvContentPartPr>
              <p14:xfrm>
                <a:off x="1006207" y="5605440"/>
                <a:ext cx="144000" cy="1051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D3DE615-94C0-F091-FC4A-20E103AAEEC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7207" y="5596440"/>
                  <a:ext cx="161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6BAF974-2AAA-285A-7297-0D29730D9951}"/>
                    </a:ext>
                  </a:extLst>
                </p14:cNvPr>
                <p14:cNvContentPartPr/>
                <p14:nvPr/>
              </p14:nvContentPartPr>
              <p14:xfrm>
                <a:off x="1070647" y="5617680"/>
                <a:ext cx="87840" cy="954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6BAF974-2AAA-285A-7297-0D29730D995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1647" y="5608680"/>
                  <a:ext cx="1054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CF13B80-0B2B-26F6-3A6C-8B2911F24640}"/>
                    </a:ext>
                  </a:extLst>
                </p14:cNvPr>
                <p14:cNvContentPartPr/>
                <p14:nvPr/>
              </p14:nvContentPartPr>
              <p14:xfrm>
                <a:off x="1077847" y="5688600"/>
                <a:ext cx="178200" cy="1015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CF13B80-0B2B-26F6-3A6C-8B2911F246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8847" y="5679600"/>
                  <a:ext cx="195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2C5F554-4079-910E-3A4A-4254CFFC5A5D}"/>
                    </a:ext>
                  </a:extLst>
                </p14:cNvPr>
                <p14:cNvContentPartPr/>
                <p14:nvPr/>
              </p14:nvContentPartPr>
              <p14:xfrm>
                <a:off x="1231927" y="5568360"/>
                <a:ext cx="117000" cy="928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2C5F554-4079-910E-3A4A-4254CFFC5A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22927" y="5559360"/>
                  <a:ext cx="134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355ADFE-699C-C2AC-6255-F24E389DC8BB}"/>
                    </a:ext>
                  </a:extLst>
                </p14:cNvPr>
                <p14:cNvContentPartPr/>
                <p14:nvPr/>
              </p14:nvContentPartPr>
              <p14:xfrm>
                <a:off x="1303927" y="5541360"/>
                <a:ext cx="108720" cy="7236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355ADFE-699C-C2AC-6255-F24E389DC8B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94927" y="5532720"/>
                  <a:ext cx="1263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223C774-2245-A8CE-8803-B8C817E75FFD}"/>
                    </a:ext>
                  </a:extLst>
                </p14:cNvPr>
                <p14:cNvContentPartPr/>
                <p14:nvPr/>
              </p14:nvContentPartPr>
              <p14:xfrm>
                <a:off x="1308607" y="5630640"/>
                <a:ext cx="150840" cy="529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223C774-2245-A8CE-8803-B8C817E75FF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99607" y="5622000"/>
                  <a:ext cx="1684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06BF5C4-CD43-E53E-6709-6D455DBA620F}"/>
                    </a:ext>
                  </a:extLst>
                </p14:cNvPr>
                <p14:cNvContentPartPr/>
                <p14:nvPr/>
              </p14:nvContentPartPr>
              <p14:xfrm>
                <a:off x="1465567" y="5448120"/>
                <a:ext cx="194760" cy="11664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06BF5C4-CD43-E53E-6709-6D455DBA620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56567" y="5439480"/>
                  <a:ext cx="212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E66EE389-62C8-5BB3-5E8F-CD75E5CF4B5F}"/>
                    </a:ext>
                  </a:extLst>
                </p14:cNvPr>
                <p14:cNvContentPartPr/>
                <p14:nvPr/>
              </p14:nvContentPartPr>
              <p14:xfrm>
                <a:off x="1562407" y="5564400"/>
                <a:ext cx="146880" cy="507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E66EE389-62C8-5BB3-5E8F-CD75E5CF4B5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53407" y="5555400"/>
                  <a:ext cx="16452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82" name="그룹 14381">
            <a:extLst>
              <a:ext uri="{FF2B5EF4-FFF2-40B4-BE49-F238E27FC236}">
                <a16:creationId xmlns:a16="http://schemas.microsoft.com/office/drawing/2014/main" id="{5AC4C924-8C36-DE31-400B-94D89EA00FDA}"/>
              </a:ext>
            </a:extLst>
          </p:cNvPr>
          <p:cNvGrpSpPr/>
          <p:nvPr/>
        </p:nvGrpSpPr>
        <p:grpSpPr>
          <a:xfrm>
            <a:off x="3519007" y="1735800"/>
            <a:ext cx="3509640" cy="3057840"/>
            <a:chOff x="3519007" y="1735800"/>
            <a:chExt cx="3509640" cy="30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4337" name="잉크 14336">
                  <a:extLst>
                    <a:ext uri="{FF2B5EF4-FFF2-40B4-BE49-F238E27FC236}">
                      <a16:creationId xmlns:a16="http://schemas.microsoft.com/office/drawing/2014/main" id="{576807B3-F48A-DB6F-C520-67101D7DFD92}"/>
                    </a:ext>
                  </a:extLst>
                </p14:cNvPr>
                <p14:cNvContentPartPr/>
                <p14:nvPr/>
              </p14:nvContentPartPr>
              <p14:xfrm>
                <a:off x="3519007" y="2028840"/>
                <a:ext cx="3051720" cy="2764800"/>
              </p14:xfrm>
            </p:contentPart>
          </mc:Choice>
          <mc:Fallback xmlns="">
            <p:pic>
              <p:nvPicPr>
                <p:cNvPr id="14337" name="잉크 14336">
                  <a:extLst>
                    <a:ext uri="{FF2B5EF4-FFF2-40B4-BE49-F238E27FC236}">
                      <a16:creationId xmlns:a16="http://schemas.microsoft.com/office/drawing/2014/main" id="{576807B3-F48A-DB6F-C520-67101D7DFD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10007" y="2020200"/>
                  <a:ext cx="3069360" cy="27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4366" name="잉크 14365">
                  <a:extLst>
                    <a:ext uri="{FF2B5EF4-FFF2-40B4-BE49-F238E27FC236}">
                      <a16:creationId xmlns:a16="http://schemas.microsoft.com/office/drawing/2014/main" id="{A45B89E8-E5B6-C564-5943-6657D87F6CBA}"/>
                    </a:ext>
                  </a:extLst>
                </p14:cNvPr>
                <p14:cNvContentPartPr/>
                <p14:nvPr/>
              </p14:nvContentPartPr>
              <p14:xfrm>
                <a:off x="5825887" y="1802760"/>
                <a:ext cx="242280" cy="218880"/>
              </p14:xfrm>
            </p:contentPart>
          </mc:Choice>
          <mc:Fallback xmlns="">
            <p:pic>
              <p:nvPicPr>
                <p:cNvPr id="14366" name="잉크 14365">
                  <a:extLst>
                    <a:ext uri="{FF2B5EF4-FFF2-40B4-BE49-F238E27FC236}">
                      <a16:creationId xmlns:a16="http://schemas.microsoft.com/office/drawing/2014/main" id="{A45B89E8-E5B6-C564-5943-6657D87F6C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17247" y="1794120"/>
                  <a:ext cx="259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4368" name="잉크 14367">
                  <a:extLst>
                    <a:ext uri="{FF2B5EF4-FFF2-40B4-BE49-F238E27FC236}">
                      <a16:creationId xmlns:a16="http://schemas.microsoft.com/office/drawing/2014/main" id="{ADBBAF8F-4503-33C2-73A2-BC1903BAF3B4}"/>
                    </a:ext>
                  </a:extLst>
                </p14:cNvPr>
                <p14:cNvContentPartPr/>
                <p14:nvPr/>
              </p14:nvContentPartPr>
              <p14:xfrm>
                <a:off x="6156007" y="1735800"/>
                <a:ext cx="87480" cy="75240"/>
              </p14:xfrm>
            </p:contentPart>
          </mc:Choice>
          <mc:Fallback xmlns="">
            <p:pic>
              <p:nvPicPr>
                <p:cNvPr id="14368" name="잉크 14367">
                  <a:extLst>
                    <a:ext uri="{FF2B5EF4-FFF2-40B4-BE49-F238E27FC236}">
                      <a16:creationId xmlns:a16="http://schemas.microsoft.com/office/drawing/2014/main" id="{ADBBAF8F-4503-33C2-73A2-BC1903BAF3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47367" y="1727160"/>
                  <a:ext cx="105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369" name="잉크 14368">
                  <a:extLst>
                    <a:ext uri="{FF2B5EF4-FFF2-40B4-BE49-F238E27FC236}">
                      <a16:creationId xmlns:a16="http://schemas.microsoft.com/office/drawing/2014/main" id="{7645765E-7C98-EDC1-D7E1-FC9FC6F352DA}"/>
                    </a:ext>
                  </a:extLst>
                </p14:cNvPr>
                <p14:cNvContentPartPr/>
                <p14:nvPr/>
              </p14:nvContentPartPr>
              <p14:xfrm>
                <a:off x="6193087" y="1783320"/>
                <a:ext cx="9360" cy="72000"/>
              </p14:xfrm>
            </p:contentPart>
          </mc:Choice>
          <mc:Fallback xmlns="">
            <p:pic>
              <p:nvPicPr>
                <p:cNvPr id="14369" name="잉크 14368">
                  <a:extLst>
                    <a:ext uri="{FF2B5EF4-FFF2-40B4-BE49-F238E27FC236}">
                      <a16:creationId xmlns:a16="http://schemas.microsoft.com/office/drawing/2014/main" id="{7645765E-7C98-EDC1-D7E1-FC9FC6F352D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84447" y="1774680"/>
                  <a:ext cx="2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370" name="잉크 14369">
                  <a:extLst>
                    <a:ext uri="{FF2B5EF4-FFF2-40B4-BE49-F238E27FC236}">
                      <a16:creationId xmlns:a16="http://schemas.microsoft.com/office/drawing/2014/main" id="{50992810-A8C0-FF4A-46A4-A346ED7A95F2}"/>
                    </a:ext>
                  </a:extLst>
                </p14:cNvPr>
                <p14:cNvContentPartPr/>
                <p14:nvPr/>
              </p14:nvContentPartPr>
              <p14:xfrm>
                <a:off x="6125767" y="1754160"/>
                <a:ext cx="198000" cy="146160"/>
              </p14:xfrm>
            </p:contentPart>
          </mc:Choice>
          <mc:Fallback xmlns="">
            <p:pic>
              <p:nvPicPr>
                <p:cNvPr id="14370" name="잉크 14369">
                  <a:extLst>
                    <a:ext uri="{FF2B5EF4-FFF2-40B4-BE49-F238E27FC236}">
                      <a16:creationId xmlns:a16="http://schemas.microsoft.com/office/drawing/2014/main" id="{50992810-A8C0-FF4A-46A4-A346ED7A95F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117127" y="1745520"/>
                  <a:ext cx="215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371" name="잉크 14370">
                  <a:extLst>
                    <a:ext uri="{FF2B5EF4-FFF2-40B4-BE49-F238E27FC236}">
                      <a16:creationId xmlns:a16="http://schemas.microsoft.com/office/drawing/2014/main" id="{865E5919-F17F-8C16-7448-EEC3553D9DB4}"/>
                    </a:ext>
                  </a:extLst>
                </p14:cNvPr>
                <p14:cNvContentPartPr/>
                <p14:nvPr/>
              </p14:nvContentPartPr>
              <p14:xfrm>
                <a:off x="6258967" y="1812120"/>
                <a:ext cx="92160" cy="141480"/>
              </p14:xfrm>
            </p:contentPart>
          </mc:Choice>
          <mc:Fallback xmlns="">
            <p:pic>
              <p:nvPicPr>
                <p:cNvPr id="14371" name="잉크 14370">
                  <a:extLst>
                    <a:ext uri="{FF2B5EF4-FFF2-40B4-BE49-F238E27FC236}">
                      <a16:creationId xmlns:a16="http://schemas.microsoft.com/office/drawing/2014/main" id="{865E5919-F17F-8C16-7448-EEC3553D9DB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250327" y="1803480"/>
                  <a:ext cx="109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372" name="잉크 14371">
                  <a:extLst>
                    <a:ext uri="{FF2B5EF4-FFF2-40B4-BE49-F238E27FC236}">
                      <a16:creationId xmlns:a16="http://schemas.microsoft.com/office/drawing/2014/main" id="{F6576B1A-2502-0B6C-E81E-321A7EC0FBAC}"/>
                    </a:ext>
                  </a:extLst>
                </p14:cNvPr>
                <p14:cNvContentPartPr/>
                <p14:nvPr/>
              </p14:nvContentPartPr>
              <p14:xfrm>
                <a:off x="6371287" y="1756680"/>
                <a:ext cx="59760" cy="122040"/>
              </p14:xfrm>
            </p:contentPart>
          </mc:Choice>
          <mc:Fallback xmlns="">
            <p:pic>
              <p:nvPicPr>
                <p:cNvPr id="14372" name="잉크 14371">
                  <a:extLst>
                    <a:ext uri="{FF2B5EF4-FFF2-40B4-BE49-F238E27FC236}">
                      <a16:creationId xmlns:a16="http://schemas.microsoft.com/office/drawing/2014/main" id="{F6576B1A-2502-0B6C-E81E-321A7EC0FBA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62647" y="1747680"/>
                  <a:ext cx="77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373" name="잉크 14372">
                  <a:extLst>
                    <a:ext uri="{FF2B5EF4-FFF2-40B4-BE49-F238E27FC236}">
                      <a16:creationId xmlns:a16="http://schemas.microsoft.com/office/drawing/2014/main" id="{6294668E-9380-4B1C-D88F-260137EE924C}"/>
                    </a:ext>
                  </a:extLst>
                </p14:cNvPr>
                <p14:cNvContentPartPr/>
                <p14:nvPr/>
              </p14:nvContentPartPr>
              <p14:xfrm>
                <a:off x="6377407" y="1802760"/>
                <a:ext cx="102240" cy="29520"/>
              </p14:xfrm>
            </p:contentPart>
          </mc:Choice>
          <mc:Fallback xmlns="">
            <p:pic>
              <p:nvPicPr>
                <p:cNvPr id="14373" name="잉크 14372">
                  <a:extLst>
                    <a:ext uri="{FF2B5EF4-FFF2-40B4-BE49-F238E27FC236}">
                      <a16:creationId xmlns:a16="http://schemas.microsoft.com/office/drawing/2014/main" id="{6294668E-9380-4B1C-D88F-260137EE92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68767" y="1794120"/>
                  <a:ext cx="119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374" name="잉크 14373">
                  <a:extLst>
                    <a:ext uri="{FF2B5EF4-FFF2-40B4-BE49-F238E27FC236}">
                      <a16:creationId xmlns:a16="http://schemas.microsoft.com/office/drawing/2014/main" id="{E178AF19-E22C-9329-6F41-C24BAD06456E}"/>
                    </a:ext>
                  </a:extLst>
                </p14:cNvPr>
                <p14:cNvContentPartPr/>
                <p14:nvPr/>
              </p14:nvContentPartPr>
              <p14:xfrm>
                <a:off x="6462727" y="1755240"/>
                <a:ext cx="64800" cy="179280"/>
              </p14:xfrm>
            </p:contentPart>
          </mc:Choice>
          <mc:Fallback xmlns="">
            <p:pic>
              <p:nvPicPr>
                <p:cNvPr id="14374" name="잉크 14373">
                  <a:extLst>
                    <a:ext uri="{FF2B5EF4-FFF2-40B4-BE49-F238E27FC236}">
                      <a16:creationId xmlns:a16="http://schemas.microsoft.com/office/drawing/2014/main" id="{E178AF19-E22C-9329-6F41-C24BAD06456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54087" y="1746600"/>
                  <a:ext cx="824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375" name="잉크 14374">
                  <a:extLst>
                    <a:ext uri="{FF2B5EF4-FFF2-40B4-BE49-F238E27FC236}">
                      <a16:creationId xmlns:a16="http://schemas.microsoft.com/office/drawing/2014/main" id="{AF399FB6-DB18-86AB-4F64-492A522C0194}"/>
                    </a:ext>
                  </a:extLst>
                </p14:cNvPr>
                <p14:cNvContentPartPr/>
                <p14:nvPr/>
              </p14:nvContentPartPr>
              <p14:xfrm>
                <a:off x="6449047" y="1871880"/>
                <a:ext cx="117000" cy="75960"/>
              </p14:xfrm>
            </p:contentPart>
          </mc:Choice>
          <mc:Fallback xmlns="">
            <p:pic>
              <p:nvPicPr>
                <p:cNvPr id="14375" name="잉크 14374">
                  <a:extLst>
                    <a:ext uri="{FF2B5EF4-FFF2-40B4-BE49-F238E27FC236}">
                      <a16:creationId xmlns:a16="http://schemas.microsoft.com/office/drawing/2014/main" id="{AF399FB6-DB18-86AB-4F64-492A522C019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40407" y="1863240"/>
                  <a:ext cx="134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376" name="잉크 14375">
                  <a:extLst>
                    <a:ext uri="{FF2B5EF4-FFF2-40B4-BE49-F238E27FC236}">
                      <a16:creationId xmlns:a16="http://schemas.microsoft.com/office/drawing/2014/main" id="{9B223BB0-09FF-D7C5-194E-FD1FFFE666AC}"/>
                    </a:ext>
                  </a:extLst>
                </p14:cNvPr>
                <p14:cNvContentPartPr/>
                <p14:nvPr/>
              </p14:nvContentPartPr>
              <p14:xfrm>
                <a:off x="6564247" y="1758120"/>
                <a:ext cx="68400" cy="39960"/>
              </p14:xfrm>
            </p:contentPart>
          </mc:Choice>
          <mc:Fallback xmlns="">
            <p:pic>
              <p:nvPicPr>
                <p:cNvPr id="14376" name="잉크 14375">
                  <a:extLst>
                    <a:ext uri="{FF2B5EF4-FFF2-40B4-BE49-F238E27FC236}">
                      <a16:creationId xmlns:a16="http://schemas.microsoft.com/office/drawing/2014/main" id="{9B223BB0-09FF-D7C5-194E-FD1FFFE666A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55607" y="1749120"/>
                  <a:ext cx="86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377" name="잉크 14376">
                  <a:extLst>
                    <a:ext uri="{FF2B5EF4-FFF2-40B4-BE49-F238E27FC236}">
                      <a16:creationId xmlns:a16="http://schemas.microsoft.com/office/drawing/2014/main" id="{BD2F4184-D304-B0E1-E8DE-B760FC6DF43B}"/>
                    </a:ext>
                  </a:extLst>
                </p14:cNvPr>
                <p14:cNvContentPartPr/>
                <p14:nvPr/>
              </p14:nvContentPartPr>
              <p14:xfrm>
                <a:off x="6532207" y="1822560"/>
                <a:ext cx="171360" cy="88920"/>
              </p14:xfrm>
            </p:contentPart>
          </mc:Choice>
          <mc:Fallback xmlns="">
            <p:pic>
              <p:nvPicPr>
                <p:cNvPr id="14377" name="잉크 14376">
                  <a:extLst>
                    <a:ext uri="{FF2B5EF4-FFF2-40B4-BE49-F238E27FC236}">
                      <a16:creationId xmlns:a16="http://schemas.microsoft.com/office/drawing/2014/main" id="{BD2F4184-D304-B0E1-E8DE-B760FC6DF4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523207" y="1813920"/>
                  <a:ext cx="189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378" name="잉크 14377">
                  <a:extLst>
                    <a:ext uri="{FF2B5EF4-FFF2-40B4-BE49-F238E27FC236}">
                      <a16:creationId xmlns:a16="http://schemas.microsoft.com/office/drawing/2014/main" id="{6EFAE60F-D2AE-A3E8-89DC-4CA189C3A50A}"/>
                    </a:ext>
                  </a:extLst>
                </p14:cNvPr>
                <p14:cNvContentPartPr/>
                <p14:nvPr/>
              </p14:nvContentPartPr>
              <p14:xfrm>
                <a:off x="6689167" y="1780080"/>
                <a:ext cx="36360" cy="143640"/>
              </p14:xfrm>
            </p:contentPart>
          </mc:Choice>
          <mc:Fallback xmlns="">
            <p:pic>
              <p:nvPicPr>
                <p:cNvPr id="14378" name="잉크 14377">
                  <a:extLst>
                    <a:ext uri="{FF2B5EF4-FFF2-40B4-BE49-F238E27FC236}">
                      <a16:creationId xmlns:a16="http://schemas.microsoft.com/office/drawing/2014/main" id="{6EFAE60F-D2AE-A3E8-89DC-4CA189C3A5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80527" y="1771080"/>
                  <a:ext cx="540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4379" name="잉크 14378">
                  <a:extLst>
                    <a:ext uri="{FF2B5EF4-FFF2-40B4-BE49-F238E27FC236}">
                      <a16:creationId xmlns:a16="http://schemas.microsoft.com/office/drawing/2014/main" id="{22E5D22A-2084-81B8-AC16-C88EA6849411}"/>
                    </a:ext>
                  </a:extLst>
                </p14:cNvPr>
                <p14:cNvContentPartPr/>
                <p14:nvPr/>
              </p14:nvContentPartPr>
              <p14:xfrm>
                <a:off x="6756847" y="1753800"/>
                <a:ext cx="45360" cy="14400"/>
              </p14:xfrm>
            </p:contentPart>
          </mc:Choice>
          <mc:Fallback xmlns="">
            <p:pic>
              <p:nvPicPr>
                <p:cNvPr id="14379" name="잉크 14378">
                  <a:extLst>
                    <a:ext uri="{FF2B5EF4-FFF2-40B4-BE49-F238E27FC236}">
                      <a16:creationId xmlns:a16="http://schemas.microsoft.com/office/drawing/2014/main" id="{22E5D22A-2084-81B8-AC16-C88EA684941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48207" y="1744800"/>
                  <a:ext cx="63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4380" name="잉크 14379">
                  <a:extLst>
                    <a:ext uri="{FF2B5EF4-FFF2-40B4-BE49-F238E27FC236}">
                      <a16:creationId xmlns:a16="http://schemas.microsoft.com/office/drawing/2014/main" id="{8509368D-6DD0-F7D2-7610-E501DDA4E7D7}"/>
                    </a:ext>
                  </a:extLst>
                </p14:cNvPr>
                <p14:cNvContentPartPr/>
                <p14:nvPr/>
              </p14:nvContentPartPr>
              <p14:xfrm>
                <a:off x="6748567" y="1741920"/>
                <a:ext cx="203760" cy="124560"/>
              </p14:xfrm>
            </p:contentPart>
          </mc:Choice>
          <mc:Fallback xmlns="">
            <p:pic>
              <p:nvPicPr>
                <p:cNvPr id="14380" name="잉크 14379">
                  <a:extLst>
                    <a:ext uri="{FF2B5EF4-FFF2-40B4-BE49-F238E27FC236}">
                      <a16:creationId xmlns:a16="http://schemas.microsoft.com/office/drawing/2014/main" id="{8509368D-6DD0-F7D2-7610-E501DDA4E7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39927" y="1732920"/>
                  <a:ext cx="221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381" name="잉크 14380">
                  <a:extLst>
                    <a:ext uri="{FF2B5EF4-FFF2-40B4-BE49-F238E27FC236}">
                      <a16:creationId xmlns:a16="http://schemas.microsoft.com/office/drawing/2014/main" id="{F1E2F007-6EFA-2EAA-1FF3-B2FC714D685E}"/>
                    </a:ext>
                  </a:extLst>
                </p14:cNvPr>
                <p14:cNvContentPartPr/>
                <p14:nvPr/>
              </p14:nvContentPartPr>
              <p14:xfrm>
                <a:off x="6899047" y="1788720"/>
                <a:ext cx="129600" cy="131400"/>
              </p14:xfrm>
            </p:contentPart>
          </mc:Choice>
          <mc:Fallback xmlns="">
            <p:pic>
              <p:nvPicPr>
                <p:cNvPr id="14381" name="잉크 14380">
                  <a:extLst>
                    <a:ext uri="{FF2B5EF4-FFF2-40B4-BE49-F238E27FC236}">
                      <a16:creationId xmlns:a16="http://schemas.microsoft.com/office/drawing/2014/main" id="{F1E2F007-6EFA-2EAA-1FF3-B2FC714D68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90407" y="1780080"/>
                  <a:ext cx="147240" cy="14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4383" name="잉크 14382">
                <a:extLst>
                  <a:ext uri="{FF2B5EF4-FFF2-40B4-BE49-F238E27FC236}">
                    <a16:creationId xmlns:a16="http://schemas.microsoft.com/office/drawing/2014/main" id="{1485E260-551A-B53F-359B-1327DCC9AF61}"/>
                  </a:ext>
                </a:extLst>
              </p14:cNvPr>
              <p14:cNvContentPartPr/>
              <p14:nvPr/>
            </p14:nvContentPartPr>
            <p14:xfrm>
              <a:off x="3969367" y="2717520"/>
              <a:ext cx="1227960" cy="111600"/>
            </p14:xfrm>
          </p:contentPart>
        </mc:Choice>
        <mc:Fallback xmlns="">
          <p:pic>
            <p:nvPicPr>
              <p:cNvPr id="14383" name="잉크 14382">
                <a:extLst>
                  <a:ext uri="{FF2B5EF4-FFF2-40B4-BE49-F238E27FC236}">
                    <a16:creationId xmlns:a16="http://schemas.microsoft.com/office/drawing/2014/main" id="{1485E260-551A-B53F-359B-1327DCC9AF6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960727" y="2708520"/>
                <a:ext cx="12456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4384" name="잉크 14383">
                <a:extLst>
                  <a:ext uri="{FF2B5EF4-FFF2-40B4-BE49-F238E27FC236}">
                    <a16:creationId xmlns:a16="http://schemas.microsoft.com/office/drawing/2014/main" id="{E3662354-3828-A4A7-4D52-AB4DD0CA76E4}"/>
                  </a:ext>
                </a:extLst>
              </p14:cNvPr>
              <p14:cNvContentPartPr/>
              <p14:nvPr/>
            </p14:nvContentPartPr>
            <p14:xfrm>
              <a:off x="1108087" y="3237000"/>
              <a:ext cx="1153800" cy="95040"/>
            </p14:xfrm>
          </p:contentPart>
        </mc:Choice>
        <mc:Fallback xmlns="">
          <p:pic>
            <p:nvPicPr>
              <p:cNvPr id="14384" name="잉크 14383">
                <a:extLst>
                  <a:ext uri="{FF2B5EF4-FFF2-40B4-BE49-F238E27FC236}">
                    <a16:creationId xmlns:a16="http://schemas.microsoft.com/office/drawing/2014/main" id="{E3662354-3828-A4A7-4D52-AB4DD0CA76E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99447" y="3228360"/>
                <a:ext cx="117144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06" name="그룹 14405">
            <a:extLst>
              <a:ext uri="{FF2B5EF4-FFF2-40B4-BE49-F238E27FC236}">
                <a16:creationId xmlns:a16="http://schemas.microsoft.com/office/drawing/2014/main" id="{32FCB7D6-9BAC-C4B2-A6BB-3E51220F1F6F}"/>
              </a:ext>
            </a:extLst>
          </p:cNvPr>
          <p:cNvGrpSpPr/>
          <p:nvPr/>
        </p:nvGrpSpPr>
        <p:grpSpPr>
          <a:xfrm>
            <a:off x="199635" y="6015874"/>
            <a:ext cx="515160" cy="325440"/>
            <a:chOff x="199635" y="6015874"/>
            <a:chExt cx="515160" cy="32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3A156D87-4C0D-0933-5678-CF01A59C7E44}"/>
                    </a:ext>
                  </a:extLst>
                </p14:cNvPr>
                <p14:cNvContentPartPr/>
                <p14:nvPr/>
              </p14:nvContentPartPr>
              <p14:xfrm>
                <a:off x="207195" y="6015874"/>
                <a:ext cx="67680" cy="316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3A156D87-4C0D-0933-5678-CF01A59C7E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8195" y="6007234"/>
                  <a:ext cx="85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5277F18-F96E-A4F2-0D13-3FC41EB2E386}"/>
                    </a:ext>
                  </a:extLst>
                </p14:cNvPr>
                <p14:cNvContentPartPr/>
                <p14:nvPr/>
              </p14:nvContentPartPr>
              <p14:xfrm>
                <a:off x="199635" y="6047194"/>
                <a:ext cx="73800" cy="2077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5277F18-F96E-A4F2-0D13-3FC41EB2E38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0635" y="6038554"/>
                  <a:ext cx="91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6F35065-338A-2551-7A68-5351A6AB57DB}"/>
                    </a:ext>
                  </a:extLst>
                </p14:cNvPr>
                <p14:cNvContentPartPr/>
                <p14:nvPr/>
              </p14:nvContentPartPr>
              <p14:xfrm>
                <a:off x="311235" y="6093634"/>
                <a:ext cx="125280" cy="1749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6F35065-338A-2551-7A68-5351A6AB57D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2595" y="6084634"/>
                  <a:ext cx="1429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4367" name="잉크 14366">
                  <a:extLst>
                    <a:ext uri="{FF2B5EF4-FFF2-40B4-BE49-F238E27FC236}">
                      <a16:creationId xmlns:a16="http://schemas.microsoft.com/office/drawing/2014/main" id="{FB1BBC60-2D3C-930F-E224-08CE657F6C33}"/>
                    </a:ext>
                  </a:extLst>
                </p14:cNvPr>
                <p14:cNvContentPartPr/>
                <p14:nvPr/>
              </p14:nvContentPartPr>
              <p14:xfrm>
                <a:off x="424635" y="6082834"/>
                <a:ext cx="86040" cy="101880"/>
              </p14:xfrm>
            </p:contentPart>
          </mc:Choice>
          <mc:Fallback>
            <p:pic>
              <p:nvPicPr>
                <p:cNvPr id="14367" name="잉크 14366">
                  <a:extLst>
                    <a:ext uri="{FF2B5EF4-FFF2-40B4-BE49-F238E27FC236}">
                      <a16:creationId xmlns:a16="http://schemas.microsoft.com/office/drawing/2014/main" id="{FB1BBC60-2D3C-930F-E224-08CE657F6C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5635" y="6074194"/>
                  <a:ext cx="103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4385" name="잉크 14384">
                  <a:extLst>
                    <a:ext uri="{FF2B5EF4-FFF2-40B4-BE49-F238E27FC236}">
                      <a16:creationId xmlns:a16="http://schemas.microsoft.com/office/drawing/2014/main" id="{A9CEC74B-3CB1-7166-30B5-D883376385CD}"/>
                    </a:ext>
                  </a:extLst>
                </p14:cNvPr>
                <p14:cNvContentPartPr/>
                <p14:nvPr/>
              </p14:nvContentPartPr>
              <p14:xfrm>
                <a:off x="525075" y="6067354"/>
                <a:ext cx="12600" cy="119160"/>
              </p14:xfrm>
            </p:contentPart>
          </mc:Choice>
          <mc:Fallback>
            <p:pic>
              <p:nvPicPr>
                <p:cNvPr id="14385" name="잉크 14384">
                  <a:extLst>
                    <a:ext uri="{FF2B5EF4-FFF2-40B4-BE49-F238E27FC236}">
                      <a16:creationId xmlns:a16="http://schemas.microsoft.com/office/drawing/2014/main" id="{A9CEC74B-3CB1-7166-30B5-D883376385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16435" y="6058714"/>
                  <a:ext cx="30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4386" name="잉크 14385">
                  <a:extLst>
                    <a:ext uri="{FF2B5EF4-FFF2-40B4-BE49-F238E27FC236}">
                      <a16:creationId xmlns:a16="http://schemas.microsoft.com/office/drawing/2014/main" id="{45D7DAB7-8020-F7AA-5A8B-2073A1016725}"/>
                    </a:ext>
                  </a:extLst>
                </p14:cNvPr>
                <p14:cNvContentPartPr/>
                <p14:nvPr/>
              </p14:nvContentPartPr>
              <p14:xfrm>
                <a:off x="478635" y="6101554"/>
                <a:ext cx="104040" cy="191880"/>
              </p14:xfrm>
            </p:contentPart>
          </mc:Choice>
          <mc:Fallback>
            <p:pic>
              <p:nvPicPr>
                <p:cNvPr id="14386" name="잉크 14385">
                  <a:extLst>
                    <a:ext uri="{FF2B5EF4-FFF2-40B4-BE49-F238E27FC236}">
                      <a16:creationId xmlns:a16="http://schemas.microsoft.com/office/drawing/2014/main" id="{45D7DAB7-8020-F7AA-5A8B-2073A10167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9635" y="6092914"/>
                  <a:ext cx="121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4388" name="잉크 14387">
                  <a:extLst>
                    <a:ext uri="{FF2B5EF4-FFF2-40B4-BE49-F238E27FC236}">
                      <a16:creationId xmlns:a16="http://schemas.microsoft.com/office/drawing/2014/main" id="{99F81265-7170-5D4D-A7DC-666741462EBD}"/>
                    </a:ext>
                  </a:extLst>
                </p14:cNvPr>
                <p14:cNvContentPartPr/>
                <p14:nvPr/>
              </p14:nvContentPartPr>
              <p14:xfrm>
                <a:off x="582675" y="6052594"/>
                <a:ext cx="132120" cy="288720"/>
              </p14:xfrm>
            </p:contentPart>
          </mc:Choice>
          <mc:Fallback>
            <p:pic>
              <p:nvPicPr>
                <p:cNvPr id="14388" name="잉크 14387">
                  <a:extLst>
                    <a:ext uri="{FF2B5EF4-FFF2-40B4-BE49-F238E27FC236}">
                      <a16:creationId xmlns:a16="http://schemas.microsoft.com/office/drawing/2014/main" id="{99F81265-7170-5D4D-A7DC-666741462EB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4035" y="6043954"/>
                  <a:ext cx="149760" cy="30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35" name="그룹 14434">
            <a:extLst>
              <a:ext uri="{FF2B5EF4-FFF2-40B4-BE49-F238E27FC236}">
                <a16:creationId xmlns:a16="http://schemas.microsoft.com/office/drawing/2014/main" id="{02218F6F-9A24-F388-F6B0-0ADB47E64816}"/>
              </a:ext>
            </a:extLst>
          </p:cNvPr>
          <p:cNvGrpSpPr/>
          <p:nvPr/>
        </p:nvGrpSpPr>
        <p:grpSpPr>
          <a:xfrm>
            <a:off x="847995" y="6116314"/>
            <a:ext cx="685080" cy="265680"/>
            <a:chOff x="847995" y="6116314"/>
            <a:chExt cx="685080" cy="26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4407" name="잉크 14406">
                  <a:extLst>
                    <a:ext uri="{FF2B5EF4-FFF2-40B4-BE49-F238E27FC236}">
                      <a16:creationId xmlns:a16="http://schemas.microsoft.com/office/drawing/2014/main" id="{8060D791-A156-5620-6C52-DB7480C73052}"/>
                    </a:ext>
                  </a:extLst>
                </p14:cNvPr>
                <p14:cNvContentPartPr/>
                <p14:nvPr/>
              </p14:nvContentPartPr>
              <p14:xfrm>
                <a:off x="847995" y="6121354"/>
                <a:ext cx="110160" cy="12240"/>
              </p14:xfrm>
            </p:contentPart>
          </mc:Choice>
          <mc:Fallback>
            <p:pic>
              <p:nvPicPr>
                <p:cNvPr id="14407" name="잉크 14406">
                  <a:extLst>
                    <a:ext uri="{FF2B5EF4-FFF2-40B4-BE49-F238E27FC236}">
                      <a16:creationId xmlns:a16="http://schemas.microsoft.com/office/drawing/2014/main" id="{8060D791-A156-5620-6C52-DB7480C730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8995" y="6112354"/>
                  <a:ext cx="127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4408" name="잉크 14407">
                  <a:extLst>
                    <a:ext uri="{FF2B5EF4-FFF2-40B4-BE49-F238E27FC236}">
                      <a16:creationId xmlns:a16="http://schemas.microsoft.com/office/drawing/2014/main" id="{38B21E66-CF19-6D57-96CF-3204180CB5BA}"/>
                    </a:ext>
                  </a:extLst>
                </p14:cNvPr>
                <p14:cNvContentPartPr/>
                <p14:nvPr/>
              </p14:nvContentPartPr>
              <p14:xfrm>
                <a:off x="879315" y="6149794"/>
                <a:ext cx="45360" cy="137520"/>
              </p14:xfrm>
            </p:contentPart>
          </mc:Choice>
          <mc:Fallback>
            <p:pic>
              <p:nvPicPr>
                <p:cNvPr id="14408" name="잉크 14407">
                  <a:extLst>
                    <a:ext uri="{FF2B5EF4-FFF2-40B4-BE49-F238E27FC236}">
                      <a16:creationId xmlns:a16="http://schemas.microsoft.com/office/drawing/2014/main" id="{38B21E66-CF19-6D57-96CF-3204180CB5B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0675" y="6141154"/>
                  <a:ext cx="63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4409" name="잉크 14408">
                  <a:extLst>
                    <a:ext uri="{FF2B5EF4-FFF2-40B4-BE49-F238E27FC236}">
                      <a16:creationId xmlns:a16="http://schemas.microsoft.com/office/drawing/2014/main" id="{E805FBF5-7711-11A9-284F-F66CF628877F}"/>
                    </a:ext>
                  </a:extLst>
                </p14:cNvPr>
                <p14:cNvContentPartPr/>
                <p14:nvPr/>
              </p14:nvContentPartPr>
              <p14:xfrm>
                <a:off x="873555" y="6133234"/>
                <a:ext cx="104760" cy="164160"/>
              </p14:xfrm>
            </p:contentPart>
          </mc:Choice>
          <mc:Fallback>
            <p:pic>
              <p:nvPicPr>
                <p:cNvPr id="14409" name="잉크 14408">
                  <a:extLst>
                    <a:ext uri="{FF2B5EF4-FFF2-40B4-BE49-F238E27FC236}">
                      <a16:creationId xmlns:a16="http://schemas.microsoft.com/office/drawing/2014/main" id="{E805FBF5-7711-11A9-284F-F66CF628877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4555" y="6124594"/>
                  <a:ext cx="1224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4410" name="잉크 14409">
                  <a:extLst>
                    <a:ext uri="{FF2B5EF4-FFF2-40B4-BE49-F238E27FC236}">
                      <a16:creationId xmlns:a16="http://schemas.microsoft.com/office/drawing/2014/main" id="{FB2E59A5-02F5-5B34-3742-56C7671EC5DA}"/>
                    </a:ext>
                  </a:extLst>
                </p14:cNvPr>
                <p14:cNvContentPartPr/>
                <p14:nvPr/>
              </p14:nvContentPartPr>
              <p14:xfrm>
                <a:off x="850515" y="6311074"/>
                <a:ext cx="176040" cy="39240"/>
              </p14:xfrm>
            </p:contentPart>
          </mc:Choice>
          <mc:Fallback>
            <p:pic>
              <p:nvPicPr>
                <p:cNvPr id="14410" name="잉크 14409">
                  <a:extLst>
                    <a:ext uri="{FF2B5EF4-FFF2-40B4-BE49-F238E27FC236}">
                      <a16:creationId xmlns:a16="http://schemas.microsoft.com/office/drawing/2014/main" id="{FB2E59A5-02F5-5B34-3742-56C7671EC5D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1875" y="6302434"/>
                  <a:ext cx="193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411" name="잉크 14410">
                  <a:extLst>
                    <a:ext uri="{FF2B5EF4-FFF2-40B4-BE49-F238E27FC236}">
                      <a16:creationId xmlns:a16="http://schemas.microsoft.com/office/drawing/2014/main" id="{85424D06-47D1-3DDF-798D-135D094D8CC5}"/>
                    </a:ext>
                  </a:extLst>
                </p14:cNvPr>
                <p14:cNvContentPartPr/>
                <p14:nvPr/>
              </p14:nvContentPartPr>
              <p14:xfrm>
                <a:off x="1004235" y="6140434"/>
                <a:ext cx="196560" cy="196920"/>
              </p14:xfrm>
            </p:contentPart>
          </mc:Choice>
          <mc:Fallback>
            <p:pic>
              <p:nvPicPr>
                <p:cNvPr id="14411" name="잉크 14410">
                  <a:extLst>
                    <a:ext uri="{FF2B5EF4-FFF2-40B4-BE49-F238E27FC236}">
                      <a16:creationId xmlns:a16="http://schemas.microsoft.com/office/drawing/2014/main" id="{85424D06-47D1-3DDF-798D-135D094D8CC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95595" y="6131794"/>
                  <a:ext cx="2142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412" name="잉크 14411">
                  <a:extLst>
                    <a:ext uri="{FF2B5EF4-FFF2-40B4-BE49-F238E27FC236}">
                      <a16:creationId xmlns:a16="http://schemas.microsoft.com/office/drawing/2014/main" id="{625D7B6A-2820-9D9D-FC0C-812C48889351}"/>
                    </a:ext>
                  </a:extLst>
                </p14:cNvPr>
                <p14:cNvContentPartPr/>
                <p14:nvPr/>
              </p14:nvContentPartPr>
              <p14:xfrm>
                <a:off x="1163355" y="6116314"/>
                <a:ext cx="79200" cy="191880"/>
              </p14:xfrm>
            </p:contentPart>
          </mc:Choice>
          <mc:Fallback>
            <p:pic>
              <p:nvPicPr>
                <p:cNvPr id="14412" name="잉크 14411">
                  <a:extLst>
                    <a:ext uri="{FF2B5EF4-FFF2-40B4-BE49-F238E27FC236}">
                      <a16:creationId xmlns:a16="http://schemas.microsoft.com/office/drawing/2014/main" id="{625D7B6A-2820-9D9D-FC0C-812C4888935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54355" y="6107314"/>
                  <a:ext cx="968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413" name="잉크 14412">
                  <a:extLst>
                    <a:ext uri="{FF2B5EF4-FFF2-40B4-BE49-F238E27FC236}">
                      <a16:creationId xmlns:a16="http://schemas.microsoft.com/office/drawing/2014/main" id="{F07154CF-8AD6-44B7-7257-4F4E30651CB3}"/>
                    </a:ext>
                  </a:extLst>
                </p14:cNvPr>
                <p14:cNvContentPartPr/>
                <p14:nvPr/>
              </p14:nvContentPartPr>
              <p14:xfrm>
                <a:off x="1203315" y="6215674"/>
                <a:ext cx="69840" cy="76320"/>
              </p14:xfrm>
            </p:contentPart>
          </mc:Choice>
          <mc:Fallback>
            <p:pic>
              <p:nvPicPr>
                <p:cNvPr id="14413" name="잉크 14412">
                  <a:extLst>
                    <a:ext uri="{FF2B5EF4-FFF2-40B4-BE49-F238E27FC236}">
                      <a16:creationId xmlns:a16="http://schemas.microsoft.com/office/drawing/2014/main" id="{F07154CF-8AD6-44B7-7257-4F4E30651CB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94675" y="6206674"/>
                  <a:ext cx="87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414" name="잉크 14413">
                  <a:extLst>
                    <a:ext uri="{FF2B5EF4-FFF2-40B4-BE49-F238E27FC236}">
                      <a16:creationId xmlns:a16="http://schemas.microsoft.com/office/drawing/2014/main" id="{3EE70442-31AE-A339-F75E-6E234D1C16FA}"/>
                    </a:ext>
                  </a:extLst>
                </p14:cNvPr>
                <p14:cNvContentPartPr/>
                <p14:nvPr/>
              </p14:nvContentPartPr>
              <p14:xfrm>
                <a:off x="1228515" y="6184714"/>
                <a:ext cx="95040" cy="197280"/>
              </p14:xfrm>
            </p:contentPart>
          </mc:Choice>
          <mc:Fallback>
            <p:pic>
              <p:nvPicPr>
                <p:cNvPr id="14414" name="잉크 14413">
                  <a:extLst>
                    <a:ext uri="{FF2B5EF4-FFF2-40B4-BE49-F238E27FC236}">
                      <a16:creationId xmlns:a16="http://schemas.microsoft.com/office/drawing/2014/main" id="{3EE70442-31AE-A339-F75E-6E234D1C16F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219875" y="6176074"/>
                  <a:ext cx="112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415" name="잉크 14414">
                  <a:extLst>
                    <a:ext uri="{FF2B5EF4-FFF2-40B4-BE49-F238E27FC236}">
                      <a16:creationId xmlns:a16="http://schemas.microsoft.com/office/drawing/2014/main" id="{2679E540-1924-45EF-847E-8ED435FB8800}"/>
                    </a:ext>
                  </a:extLst>
                </p14:cNvPr>
                <p14:cNvContentPartPr/>
                <p14:nvPr/>
              </p14:nvContentPartPr>
              <p14:xfrm>
                <a:off x="1366395" y="6159874"/>
                <a:ext cx="123840" cy="137160"/>
              </p14:xfrm>
            </p:contentPart>
          </mc:Choice>
          <mc:Fallback>
            <p:pic>
              <p:nvPicPr>
                <p:cNvPr id="14415" name="잉크 14414">
                  <a:extLst>
                    <a:ext uri="{FF2B5EF4-FFF2-40B4-BE49-F238E27FC236}">
                      <a16:creationId xmlns:a16="http://schemas.microsoft.com/office/drawing/2014/main" id="{2679E540-1924-45EF-847E-8ED435FB880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357755" y="6151234"/>
                  <a:ext cx="1414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416" name="잉크 14415">
                  <a:extLst>
                    <a:ext uri="{FF2B5EF4-FFF2-40B4-BE49-F238E27FC236}">
                      <a16:creationId xmlns:a16="http://schemas.microsoft.com/office/drawing/2014/main" id="{1FD4E7AF-724B-0150-1E7B-EF96258AD253}"/>
                    </a:ext>
                  </a:extLst>
                </p14:cNvPr>
                <p14:cNvContentPartPr/>
                <p14:nvPr/>
              </p14:nvContentPartPr>
              <p14:xfrm>
                <a:off x="1377555" y="6317554"/>
                <a:ext cx="155520" cy="6120"/>
              </p14:xfrm>
            </p:contentPart>
          </mc:Choice>
          <mc:Fallback>
            <p:pic>
              <p:nvPicPr>
                <p:cNvPr id="14416" name="잉크 14415">
                  <a:extLst>
                    <a:ext uri="{FF2B5EF4-FFF2-40B4-BE49-F238E27FC236}">
                      <a16:creationId xmlns:a16="http://schemas.microsoft.com/office/drawing/2014/main" id="{1FD4E7AF-724B-0150-1E7B-EF96258AD2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68915" y="6308554"/>
                  <a:ext cx="17316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434" name="그룹 14433">
            <a:extLst>
              <a:ext uri="{FF2B5EF4-FFF2-40B4-BE49-F238E27FC236}">
                <a16:creationId xmlns:a16="http://schemas.microsoft.com/office/drawing/2014/main" id="{CA90F9B1-9917-8EFF-54A1-0A8D4D2D58C0}"/>
              </a:ext>
            </a:extLst>
          </p:cNvPr>
          <p:cNvGrpSpPr/>
          <p:nvPr/>
        </p:nvGrpSpPr>
        <p:grpSpPr>
          <a:xfrm>
            <a:off x="827115" y="6462634"/>
            <a:ext cx="1812240" cy="373680"/>
            <a:chOff x="827115" y="6462634"/>
            <a:chExt cx="181224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417" name="잉크 14416">
                  <a:extLst>
                    <a:ext uri="{FF2B5EF4-FFF2-40B4-BE49-F238E27FC236}">
                      <a16:creationId xmlns:a16="http://schemas.microsoft.com/office/drawing/2014/main" id="{7F4818EB-BF20-0458-DB61-7ADF34C51672}"/>
                    </a:ext>
                  </a:extLst>
                </p14:cNvPr>
                <p14:cNvContentPartPr/>
                <p14:nvPr/>
              </p14:nvContentPartPr>
              <p14:xfrm>
                <a:off x="827115" y="6462634"/>
                <a:ext cx="228600" cy="248040"/>
              </p14:xfrm>
            </p:contentPart>
          </mc:Choice>
          <mc:Fallback>
            <p:pic>
              <p:nvPicPr>
                <p:cNvPr id="14417" name="잉크 14416">
                  <a:extLst>
                    <a:ext uri="{FF2B5EF4-FFF2-40B4-BE49-F238E27FC236}">
                      <a16:creationId xmlns:a16="http://schemas.microsoft.com/office/drawing/2014/main" id="{7F4818EB-BF20-0458-DB61-7ADF34C5167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8115" y="6453994"/>
                  <a:ext cx="2462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418" name="잉크 14417">
                  <a:extLst>
                    <a:ext uri="{FF2B5EF4-FFF2-40B4-BE49-F238E27FC236}">
                      <a16:creationId xmlns:a16="http://schemas.microsoft.com/office/drawing/2014/main" id="{6D4F33A8-908A-75CB-1B71-54C65DE77D86}"/>
                    </a:ext>
                  </a:extLst>
                </p14:cNvPr>
                <p14:cNvContentPartPr/>
                <p14:nvPr/>
              </p14:nvContentPartPr>
              <p14:xfrm>
                <a:off x="1005315" y="6618514"/>
                <a:ext cx="114840" cy="154800"/>
              </p14:xfrm>
            </p:contentPart>
          </mc:Choice>
          <mc:Fallback>
            <p:pic>
              <p:nvPicPr>
                <p:cNvPr id="14418" name="잉크 14417">
                  <a:extLst>
                    <a:ext uri="{FF2B5EF4-FFF2-40B4-BE49-F238E27FC236}">
                      <a16:creationId xmlns:a16="http://schemas.microsoft.com/office/drawing/2014/main" id="{6D4F33A8-908A-75CB-1B71-54C65DE77D8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6675" y="6609874"/>
                  <a:ext cx="132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419" name="잉크 14418">
                  <a:extLst>
                    <a:ext uri="{FF2B5EF4-FFF2-40B4-BE49-F238E27FC236}">
                      <a16:creationId xmlns:a16="http://schemas.microsoft.com/office/drawing/2014/main" id="{4DCFFCF1-146C-D97E-8499-43CF613B945C}"/>
                    </a:ext>
                  </a:extLst>
                </p14:cNvPr>
                <p14:cNvContentPartPr/>
                <p14:nvPr/>
              </p14:nvContentPartPr>
              <p14:xfrm>
                <a:off x="1235715" y="6595834"/>
                <a:ext cx="96840" cy="152280"/>
              </p14:xfrm>
            </p:contentPart>
          </mc:Choice>
          <mc:Fallback>
            <p:pic>
              <p:nvPicPr>
                <p:cNvPr id="14419" name="잉크 14418">
                  <a:extLst>
                    <a:ext uri="{FF2B5EF4-FFF2-40B4-BE49-F238E27FC236}">
                      <a16:creationId xmlns:a16="http://schemas.microsoft.com/office/drawing/2014/main" id="{4DCFFCF1-146C-D97E-8499-43CF613B945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27075" y="6586834"/>
                  <a:ext cx="114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420" name="잉크 14419">
                  <a:extLst>
                    <a:ext uri="{FF2B5EF4-FFF2-40B4-BE49-F238E27FC236}">
                      <a16:creationId xmlns:a16="http://schemas.microsoft.com/office/drawing/2014/main" id="{9EF6854A-6399-8F9A-415A-00AFCBCE7B5E}"/>
                    </a:ext>
                  </a:extLst>
                </p14:cNvPr>
                <p14:cNvContentPartPr/>
                <p14:nvPr/>
              </p14:nvContentPartPr>
              <p14:xfrm>
                <a:off x="1368555" y="6562714"/>
                <a:ext cx="59400" cy="161280"/>
              </p14:xfrm>
            </p:contentPart>
          </mc:Choice>
          <mc:Fallback>
            <p:pic>
              <p:nvPicPr>
                <p:cNvPr id="14420" name="잉크 14419">
                  <a:extLst>
                    <a:ext uri="{FF2B5EF4-FFF2-40B4-BE49-F238E27FC236}">
                      <a16:creationId xmlns:a16="http://schemas.microsoft.com/office/drawing/2014/main" id="{9EF6854A-6399-8F9A-415A-00AFCBCE7B5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59555" y="6553714"/>
                  <a:ext cx="77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421" name="잉크 14420">
                  <a:extLst>
                    <a:ext uri="{FF2B5EF4-FFF2-40B4-BE49-F238E27FC236}">
                      <a16:creationId xmlns:a16="http://schemas.microsoft.com/office/drawing/2014/main" id="{0FE06072-9E2E-38BA-BCD3-891D74EB953C}"/>
                    </a:ext>
                  </a:extLst>
                </p14:cNvPr>
                <p14:cNvContentPartPr/>
                <p14:nvPr/>
              </p14:nvContentPartPr>
              <p14:xfrm>
                <a:off x="1403115" y="6568834"/>
                <a:ext cx="128520" cy="87480"/>
              </p14:xfrm>
            </p:contentPart>
          </mc:Choice>
          <mc:Fallback>
            <p:pic>
              <p:nvPicPr>
                <p:cNvPr id="14421" name="잉크 14420">
                  <a:extLst>
                    <a:ext uri="{FF2B5EF4-FFF2-40B4-BE49-F238E27FC236}">
                      <a16:creationId xmlns:a16="http://schemas.microsoft.com/office/drawing/2014/main" id="{0FE06072-9E2E-38BA-BCD3-891D74EB953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394115" y="6560194"/>
                  <a:ext cx="1461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422" name="잉크 14421">
                  <a:extLst>
                    <a:ext uri="{FF2B5EF4-FFF2-40B4-BE49-F238E27FC236}">
                      <a16:creationId xmlns:a16="http://schemas.microsoft.com/office/drawing/2014/main" id="{C3A016E0-3BCF-37F6-A5D1-25E854F0A017}"/>
                    </a:ext>
                  </a:extLst>
                </p14:cNvPr>
                <p14:cNvContentPartPr/>
                <p14:nvPr/>
              </p14:nvContentPartPr>
              <p14:xfrm>
                <a:off x="1438755" y="6677194"/>
                <a:ext cx="170640" cy="149040"/>
              </p14:xfrm>
            </p:contentPart>
          </mc:Choice>
          <mc:Fallback>
            <p:pic>
              <p:nvPicPr>
                <p:cNvPr id="14422" name="잉크 14421">
                  <a:extLst>
                    <a:ext uri="{FF2B5EF4-FFF2-40B4-BE49-F238E27FC236}">
                      <a16:creationId xmlns:a16="http://schemas.microsoft.com/office/drawing/2014/main" id="{C3A016E0-3BCF-37F6-A5D1-25E854F0A01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29755" y="6668194"/>
                  <a:ext cx="1882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423" name="잉크 14422">
                  <a:extLst>
                    <a:ext uri="{FF2B5EF4-FFF2-40B4-BE49-F238E27FC236}">
                      <a16:creationId xmlns:a16="http://schemas.microsoft.com/office/drawing/2014/main" id="{954F9167-F4A6-0B14-FBB0-107B3C34C740}"/>
                    </a:ext>
                  </a:extLst>
                </p14:cNvPr>
                <p14:cNvContentPartPr/>
                <p14:nvPr/>
              </p14:nvContentPartPr>
              <p14:xfrm>
                <a:off x="1659075" y="6579994"/>
                <a:ext cx="134280" cy="26280"/>
              </p14:xfrm>
            </p:contentPart>
          </mc:Choice>
          <mc:Fallback>
            <p:pic>
              <p:nvPicPr>
                <p:cNvPr id="14423" name="잉크 14422">
                  <a:extLst>
                    <a:ext uri="{FF2B5EF4-FFF2-40B4-BE49-F238E27FC236}">
                      <a16:creationId xmlns:a16="http://schemas.microsoft.com/office/drawing/2014/main" id="{954F9167-F4A6-0B14-FBB0-107B3C34C74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50075" y="6570994"/>
                  <a:ext cx="151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424" name="잉크 14423">
                  <a:extLst>
                    <a:ext uri="{FF2B5EF4-FFF2-40B4-BE49-F238E27FC236}">
                      <a16:creationId xmlns:a16="http://schemas.microsoft.com/office/drawing/2014/main" id="{E88A26F7-CD6E-40DA-3613-0A4B04BA66C6}"/>
                    </a:ext>
                  </a:extLst>
                </p14:cNvPr>
                <p14:cNvContentPartPr/>
                <p14:nvPr/>
              </p14:nvContentPartPr>
              <p14:xfrm>
                <a:off x="1737915" y="6587194"/>
                <a:ext cx="64080" cy="113400"/>
              </p14:xfrm>
            </p:contentPart>
          </mc:Choice>
          <mc:Fallback>
            <p:pic>
              <p:nvPicPr>
                <p:cNvPr id="14424" name="잉크 14423">
                  <a:extLst>
                    <a:ext uri="{FF2B5EF4-FFF2-40B4-BE49-F238E27FC236}">
                      <a16:creationId xmlns:a16="http://schemas.microsoft.com/office/drawing/2014/main" id="{E88A26F7-CD6E-40DA-3613-0A4B04BA66C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29275" y="6578554"/>
                  <a:ext cx="81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425" name="잉크 14424">
                  <a:extLst>
                    <a:ext uri="{FF2B5EF4-FFF2-40B4-BE49-F238E27FC236}">
                      <a16:creationId xmlns:a16="http://schemas.microsoft.com/office/drawing/2014/main" id="{07BA9960-5D1A-0B43-E8C0-5A76A335FA4E}"/>
                    </a:ext>
                  </a:extLst>
                </p14:cNvPr>
                <p14:cNvContentPartPr/>
                <p14:nvPr/>
              </p14:nvContentPartPr>
              <p14:xfrm>
                <a:off x="1707315" y="6661354"/>
                <a:ext cx="163080" cy="108360"/>
              </p14:xfrm>
            </p:contentPart>
          </mc:Choice>
          <mc:Fallback>
            <p:pic>
              <p:nvPicPr>
                <p:cNvPr id="14425" name="잉크 14424">
                  <a:extLst>
                    <a:ext uri="{FF2B5EF4-FFF2-40B4-BE49-F238E27FC236}">
                      <a16:creationId xmlns:a16="http://schemas.microsoft.com/office/drawing/2014/main" id="{07BA9960-5D1A-0B43-E8C0-5A76A335FA4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98315" y="6652714"/>
                  <a:ext cx="180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426" name="잉크 14425">
                  <a:extLst>
                    <a:ext uri="{FF2B5EF4-FFF2-40B4-BE49-F238E27FC236}">
                      <a16:creationId xmlns:a16="http://schemas.microsoft.com/office/drawing/2014/main" id="{D45C3F4C-B687-45CF-4490-6781BC67A63D}"/>
                    </a:ext>
                  </a:extLst>
                </p14:cNvPr>
                <p14:cNvContentPartPr/>
                <p14:nvPr/>
              </p14:nvContentPartPr>
              <p14:xfrm>
                <a:off x="1865715" y="6614554"/>
                <a:ext cx="199080" cy="162720"/>
              </p14:xfrm>
            </p:contentPart>
          </mc:Choice>
          <mc:Fallback>
            <p:pic>
              <p:nvPicPr>
                <p:cNvPr id="14426" name="잉크 14425">
                  <a:extLst>
                    <a:ext uri="{FF2B5EF4-FFF2-40B4-BE49-F238E27FC236}">
                      <a16:creationId xmlns:a16="http://schemas.microsoft.com/office/drawing/2014/main" id="{D45C3F4C-B687-45CF-4490-6781BC67A6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57075" y="6605554"/>
                  <a:ext cx="216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427" name="잉크 14426">
                  <a:extLst>
                    <a:ext uri="{FF2B5EF4-FFF2-40B4-BE49-F238E27FC236}">
                      <a16:creationId xmlns:a16="http://schemas.microsoft.com/office/drawing/2014/main" id="{CC602CA1-F57D-EF0F-77F5-8C7C058846B0}"/>
                    </a:ext>
                  </a:extLst>
                </p14:cNvPr>
                <p14:cNvContentPartPr/>
                <p14:nvPr/>
              </p14:nvContentPartPr>
              <p14:xfrm>
                <a:off x="2058315" y="6610594"/>
                <a:ext cx="108000" cy="95760"/>
              </p14:xfrm>
            </p:contentPart>
          </mc:Choice>
          <mc:Fallback>
            <p:pic>
              <p:nvPicPr>
                <p:cNvPr id="14427" name="잉크 14426">
                  <a:extLst>
                    <a:ext uri="{FF2B5EF4-FFF2-40B4-BE49-F238E27FC236}">
                      <a16:creationId xmlns:a16="http://schemas.microsoft.com/office/drawing/2014/main" id="{CC602CA1-F57D-EF0F-77F5-8C7C058846B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049675" y="6601594"/>
                  <a:ext cx="125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428" name="잉크 14427">
                  <a:extLst>
                    <a:ext uri="{FF2B5EF4-FFF2-40B4-BE49-F238E27FC236}">
                      <a16:creationId xmlns:a16="http://schemas.microsoft.com/office/drawing/2014/main" id="{35F91B18-A008-F3DC-9176-E799ED1F7CD7}"/>
                    </a:ext>
                  </a:extLst>
                </p14:cNvPr>
                <p14:cNvContentPartPr/>
                <p14:nvPr/>
              </p14:nvContentPartPr>
              <p14:xfrm>
                <a:off x="2098635" y="6702394"/>
                <a:ext cx="132480" cy="27720"/>
              </p14:xfrm>
            </p:contentPart>
          </mc:Choice>
          <mc:Fallback>
            <p:pic>
              <p:nvPicPr>
                <p:cNvPr id="14428" name="잉크 14427">
                  <a:extLst>
                    <a:ext uri="{FF2B5EF4-FFF2-40B4-BE49-F238E27FC236}">
                      <a16:creationId xmlns:a16="http://schemas.microsoft.com/office/drawing/2014/main" id="{35F91B18-A008-F3DC-9176-E799ED1F7C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089995" y="6693754"/>
                  <a:ext cx="150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429" name="잉크 14428">
                  <a:extLst>
                    <a:ext uri="{FF2B5EF4-FFF2-40B4-BE49-F238E27FC236}">
                      <a16:creationId xmlns:a16="http://schemas.microsoft.com/office/drawing/2014/main" id="{DCE86536-6383-6539-30FF-F384B3EE4457}"/>
                    </a:ext>
                  </a:extLst>
                </p14:cNvPr>
                <p14:cNvContentPartPr/>
                <p14:nvPr/>
              </p14:nvContentPartPr>
              <p14:xfrm>
                <a:off x="2194035" y="6605914"/>
                <a:ext cx="141840" cy="137880"/>
              </p14:xfrm>
            </p:contentPart>
          </mc:Choice>
          <mc:Fallback>
            <p:pic>
              <p:nvPicPr>
                <p:cNvPr id="14429" name="잉크 14428">
                  <a:extLst>
                    <a:ext uri="{FF2B5EF4-FFF2-40B4-BE49-F238E27FC236}">
                      <a16:creationId xmlns:a16="http://schemas.microsoft.com/office/drawing/2014/main" id="{DCE86536-6383-6539-30FF-F384B3EE445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85035" y="6597274"/>
                  <a:ext cx="1594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430" name="잉크 14429">
                  <a:extLst>
                    <a:ext uri="{FF2B5EF4-FFF2-40B4-BE49-F238E27FC236}">
                      <a16:creationId xmlns:a16="http://schemas.microsoft.com/office/drawing/2014/main" id="{2E7E3C51-15BE-D60B-5919-120EFD906CBA}"/>
                    </a:ext>
                  </a:extLst>
                </p14:cNvPr>
                <p14:cNvContentPartPr/>
                <p14:nvPr/>
              </p14:nvContentPartPr>
              <p14:xfrm>
                <a:off x="2348835" y="6591154"/>
                <a:ext cx="65160" cy="182880"/>
              </p14:xfrm>
            </p:contentPart>
          </mc:Choice>
          <mc:Fallback>
            <p:pic>
              <p:nvPicPr>
                <p:cNvPr id="14430" name="잉크 14429">
                  <a:extLst>
                    <a:ext uri="{FF2B5EF4-FFF2-40B4-BE49-F238E27FC236}">
                      <a16:creationId xmlns:a16="http://schemas.microsoft.com/office/drawing/2014/main" id="{2E7E3C51-15BE-D60B-5919-120EFD906CB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39835" y="6582154"/>
                  <a:ext cx="82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431" name="잉크 14430">
                  <a:extLst>
                    <a:ext uri="{FF2B5EF4-FFF2-40B4-BE49-F238E27FC236}">
                      <a16:creationId xmlns:a16="http://schemas.microsoft.com/office/drawing/2014/main" id="{4085ACB8-15AA-62B5-E71F-27489221586B}"/>
                    </a:ext>
                  </a:extLst>
                </p14:cNvPr>
                <p14:cNvContentPartPr/>
                <p14:nvPr/>
              </p14:nvContentPartPr>
              <p14:xfrm>
                <a:off x="2453955" y="6612394"/>
                <a:ext cx="18360" cy="110160"/>
              </p14:xfrm>
            </p:contentPart>
          </mc:Choice>
          <mc:Fallback>
            <p:pic>
              <p:nvPicPr>
                <p:cNvPr id="14431" name="잉크 14430">
                  <a:extLst>
                    <a:ext uri="{FF2B5EF4-FFF2-40B4-BE49-F238E27FC236}">
                      <a16:creationId xmlns:a16="http://schemas.microsoft.com/office/drawing/2014/main" id="{4085ACB8-15AA-62B5-E71F-27489221586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445315" y="6603754"/>
                  <a:ext cx="360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432" name="잉크 14431">
                  <a:extLst>
                    <a:ext uri="{FF2B5EF4-FFF2-40B4-BE49-F238E27FC236}">
                      <a16:creationId xmlns:a16="http://schemas.microsoft.com/office/drawing/2014/main" id="{20B3D46A-BEBE-353A-E725-ECB578732902}"/>
                    </a:ext>
                  </a:extLst>
                </p14:cNvPr>
                <p14:cNvContentPartPr/>
                <p14:nvPr/>
              </p14:nvContentPartPr>
              <p14:xfrm>
                <a:off x="2474115" y="6554434"/>
                <a:ext cx="137520" cy="158400"/>
              </p14:xfrm>
            </p:contentPart>
          </mc:Choice>
          <mc:Fallback>
            <p:pic>
              <p:nvPicPr>
                <p:cNvPr id="14432" name="잉크 14431">
                  <a:extLst>
                    <a:ext uri="{FF2B5EF4-FFF2-40B4-BE49-F238E27FC236}">
                      <a16:creationId xmlns:a16="http://schemas.microsoft.com/office/drawing/2014/main" id="{20B3D46A-BEBE-353A-E725-ECB57873290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465475" y="6545434"/>
                  <a:ext cx="155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433" name="잉크 14432">
                  <a:extLst>
                    <a:ext uri="{FF2B5EF4-FFF2-40B4-BE49-F238E27FC236}">
                      <a16:creationId xmlns:a16="http://schemas.microsoft.com/office/drawing/2014/main" id="{1FFCB77A-D40C-552C-C856-EB418842C91C}"/>
                    </a:ext>
                  </a:extLst>
                </p14:cNvPr>
                <p14:cNvContentPartPr/>
                <p14:nvPr/>
              </p14:nvContentPartPr>
              <p14:xfrm>
                <a:off x="2523795" y="6748474"/>
                <a:ext cx="115560" cy="87840"/>
              </p14:xfrm>
            </p:contentPart>
          </mc:Choice>
          <mc:Fallback>
            <p:pic>
              <p:nvPicPr>
                <p:cNvPr id="14433" name="잉크 14432">
                  <a:extLst>
                    <a:ext uri="{FF2B5EF4-FFF2-40B4-BE49-F238E27FC236}">
                      <a16:creationId xmlns:a16="http://schemas.microsoft.com/office/drawing/2014/main" id="{1FFCB77A-D40C-552C-C856-EB418842C91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14795" y="6739474"/>
                  <a:ext cx="133200" cy="105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사용자 인터페이스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 사용자와 운영체제 사이의 인터페이스</a:t>
            </a:r>
            <a:endParaRPr lang="en-US" altLang="ko-KR"/>
          </a:p>
          <a:p>
            <a:pPr lvl="1"/>
            <a:r>
              <a:rPr lang="ko-KR" altLang="en-US"/>
              <a:t> 주로 화면을 통해 운영체제에 명령을 내림</a:t>
            </a:r>
          </a:p>
          <a:p>
            <a:pPr lvl="1">
              <a:buFont typeface="Wingdings" panose="05000000000000000000" pitchFamily="2" charset="2"/>
              <a:buNone/>
            </a:pPr>
            <a:endParaRPr lang="ko-KR" altLang="en-US"/>
          </a:p>
          <a:p>
            <a:r>
              <a:rPr lang="ko-KR" altLang="en-US"/>
              <a:t> 제어 명령을 읽고 해석하는 프로그램</a:t>
            </a:r>
          </a:p>
          <a:p>
            <a:pPr lvl="1"/>
            <a:r>
              <a:rPr lang="ko-KR" altLang="en-US"/>
              <a:t>제어 카드 번역기</a:t>
            </a:r>
            <a:r>
              <a:rPr lang="en-US" altLang="ko-KR"/>
              <a:t>(control-card interpreter)</a:t>
            </a:r>
          </a:p>
          <a:p>
            <a:pPr lvl="1"/>
            <a:r>
              <a:rPr lang="ko-KR" altLang="en-US"/>
              <a:t>명령 라인 해석기</a:t>
            </a:r>
            <a:r>
              <a:rPr lang="en-US" altLang="ko-KR"/>
              <a:t>(command-line interpreter): Shell</a:t>
            </a:r>
          </a:p>
          <a:p>
            <a:pPr lvl="1"/>
            <a:r>
              <a:rPr lang="en-US" altLang="ko-KR"/>
              <a:t>Graphical user interface (GUI): Macintosh, Windows</a:t>
            </a:r>
          </a:p>
          <a:p>
            <a:pPr lvl="1"/>
            <a:endParaRPr lang="en-US" altLang="ko-KR"/>
          </a:p>
          <a:p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3F372C-43D9-48FC-BB57-F011CD64390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3293E57-263D-83F9-C4B9-C9FFA6DD3BE5}"/>
              </a:ext>
            </a:extLst>
          </p:cNvPr>
          <p:cNvGrpSpPr/>
          <p:nvPr/>
        </p:nvGrpSpPr>
        <p:grpSpPr>
          <a:xfrm>
            <a:off x="4609087" y="139200"/>
            <a:ext cx="1466280" cy="325800"/>
            <a:chOff x="4609087" y="139200"/>
            <a:chExt cx="146628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C287E110-AFD7-FEDD-4259-51EDC6F776A0}"/>
                    </a:ext>
                  </a:extLst>
                </p14:cNvPr>
                <p14:cNvContentPartPr/>
                <p14:nvPr/>
              </p14:nvContentPartPr>
              <p14:xfrm>
                <a:off x="4609087" y="201120"/>
                <a:ext cx="72000" cy="97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C287E110-AFD7-FEDD-4259-51EDC6F776A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00087" y="192120"/>
                  <a:ext cx="896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3D92BD5F-FD4F-A86D-AF67-CCF62373EEEA}"/>
                    </a:ext>
                  </a:extLst>
                </p14:cNvPr>
                <p14:cNvContentPartPr/>
                <p14:nvPr/>
              </p14:nvContentPartPr>
              <p14:xfrm>
                <a:off x="4618807" y="253680"/>
                <a:ext cx="34200" cy="2084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3D92BD5F-FD4F-A86D-AF67-CCF62373EEE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10167" y="245040"/>
                  <a:ext cx="51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B20F1F09-68F6-5800-8F3E-6B21FE676667}"/>
                    </a:ext>
                  </a:extLst>
                </p14:cNvPr>
                <p14:cNvContentPartPr/>
                <p14:nvPr/>
              </p14:nvContentPartPr>
              <p14:xfrm>
                <a:off x="4683247" y="309840"/>
                <a:ext cx="207720" cy="1436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B20F1F09-68F6-5800-8F3E-6B21FE6766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74607" y="301200"/>
                  <a:ext cx="2253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A336D0D-77E6-5736-1B3F-0C8D677C6DC0}"/>
                    </a:ext>
                  </a:extLst>
                </p14:cNvPr>
                <p14:cNvContentPartPr/>
                <p14:nvPr/>
              </p14:nvContentPartPr>
              <p14:xfrm>
                <a:off x="4841647" y="253680"/>
                <a:ext cx="39960" cy="2113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A336D0D-77E6-5736-1B3F-0C8D677C6DC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32647" y="245040"/>
                  <a:ext cx="57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D5BBEB3D-65E8-12A7-510C-86DD05CE1CE4}"/>
                    </a:ext>
                  </a:extLst>
                </p14:cNvPr>
                <p14:cNvContentPartPr/>
                <p14:nvPr/>
              </p14:nvContentPartPr>
              <p14:xfrm>
                <a:off x="4894207" y="276720"/>
                <a:ext cx="286200" cy="1828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D5BBEB3D-65E8-12A7-510C-86DD05CE1C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85567" y="267720"/>
                  <a:ext cx="303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547F6A1-790A-9684-B479-6CC19511E314}"/>
                    </a:ext>
                  </a:extLst>
                </p14:cNvPr>
                <p14:cNvContentPartPr/>
                <p14:nvPr/>
              </p14:nvContentPartPr>
              <p14:xfrm>
                <a:off x="5221087" y="339360"/>
                <a:ext cx="146160" cy="108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547F6A1-790A-9684-B479-6CC19511E3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12447" y="330360"/>
                  <a:ext cx="163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2A9B824-12A2-14DB-AB86-015594011AC2}"/>
                    </a:ext>
                  </a:extLst>
                </p14:cNvPr>
                <p14:cNvContentPartPr/>
                <p14:nvPr/>
              </p14:nvContentPartPr>
              <p14:xfrm>
                <a:off x="5550487" y="139200"/>
                <a:ext cx="75240" cy="3045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2A9B824-12A2-14DB-AB86-015594011A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41487" y="130200"/>
                  <a:ext cx="92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FB64810-6982-7919-6E9F-9371B240BD3D}"/>
                    </a:ext>
                  </a:extLst>
                </p14:cNvPr>
                <p14:cNvContentPartPr/>
                <p14:nvPr/>
              </p14:nvContentPartPr>
              <p14:xfrm>
                <a:off x="5459407" y="317760"/>
                <a:ext cx="194040" cy="23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FB64810-6982-7919-6E9F-9371B240BD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50407" y="309120"/>
                  <a:ext cx="211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2731A4E-55FA-1B82-46DF-98424397011C}"/>
                    </a:ext>
                  </a:extLst>
                </p14:cNvPr>
                <p14:cNvContentPartPr/>
                <p14:nvPr/>
              </p14:nvContentPartPr>
              <p14:xfrm>
                <a:off x="5667487" y="292200"/>
                <a:ext cx="151200" cy="1339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2731A4E-55FA-1B82-46DF-9842439701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58847" y="283560"/>
                  <a:ext cx="168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4725A95-988E-8D88-8E4B-B19278D8602B}"/>
                    </a:ext>
                  </a:extLst>
                </p14:cNvPr>
                <p14:cNvContentPartPr/>
                <p14:nvPr/>
              </p14:nvContentPartPr>
              <p14:xfrm>
                <a:off x="5825167" y="288960"/>
                <a:ext cx="250200" cy="1389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4725A95-988E-8D88-8E4B-B19278D860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16527" y="279960"/>
                  <a:ext cx="267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A950457-5C78-793A-E72D-0B00E295AC4E}"/>
                    </a:ext>
                  </a:extLst>
                </p14:cNvPr>
                <p14:cNvContentPartPr/>
                <p14:nvPr/>
              </p14:nvContentPartPr>
              <p14:xfrm>
                <a:off x="5717887" y="301200"/>
                <a:ext cx="33120" cy="27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A950457-5C78-793A-E72D-0B00E295AC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09247" y="292200"/>
                  <a:ext cx="507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DE06667-928F-C592-AFD1-F573381ACEEE}"/>
              </a:ext>
            </a:extLst>
          </p:cNvPr>
          <p:cNvGrpSpPr/>
          <p:nvPr/>
        </p:nvGrpSpPr>
        <p:grpSpPr>
          <a:xfrm>
            <a:off x="86767" y="4150320"/>
            <a:ext cx="649800" cy="191160"/>
            <a:chOff x="86767" y="4150320"/>
            <a:chExt cx="649800" cy="1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15F742FC-81F3-61D6-B185-0F2011DD06C9}"/>
                    </a:ext>
                  </a:extLst>
                </p14:cNvPr>
                <p14:cNvContentPartPr/>
                <p14:nvPr/>
              </p14:nvContentPartPr>
              <p14:xfrm>
                <a:off x="86767" y="4178760"/>
                <a:ext cx="97560" cy="1627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15F742FC-81F3-61D6-B185-0F2011DD06C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127" y="4170120"/>
                  <a:ext cx="115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637069F-FD14-1B2F-83E8-4B61A9A62C82}"/>
                    </a:ext>
                  </a:extLst>
                </p14:cNvPr>
                <p14:cNvContentPartPr/>
                <p14:nvPr/>
              </p14:nvContentPartPr>
              <p14:xfrm>
                <a:off x="243367" y="4192080"/>
                <a:ext cx="27360" cy="1486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637069F-FD14-1B2F-83E8-4B61A9A62C8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4367" y="4183080"/>
                  <a:ext cx="45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2251C79-1E95-31EE-DF11-D5A7F3611393}"/>
                    </a:ext>
                  </a:extLst>
                </p14:cNvPr>
                <p14:cNvContentPartPr/>
                <p14:nvPr/>
              </p14:nvContentPartPr>
              <p14:xfrm>
                <a:off x="307807" y="4155000"/>
                <a:ext cx="91800" cy="7488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2251C79-1E95-31EE-DF11-D5A7F36113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8807" y="4146360"/>
                  <a:ext cx="109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A3CF9564-D1E8-C564-905B-CD4B143E2433}"/>
                    </a:ext>
                  </a:extLst>
                </p14:cNvPr>
                <p14:cNvContentPartPr/>
                <p14:nvPr/>
              </p14:nvContentPartPr>
              <p14:xfrm>
                <a:off x="319327" y="4261200"/>
                <a:ext cx="101160" cy="46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A3CF9564-D1E8-C564-905B-CD4B143E24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0687" y="4252200"/>
                  <a:ext cx="118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8AFA8F6-31CF-8891-9C0B-D63163ED2353}"/>
                    </a:ext>
                  </a:extLst>
                </p14:cNvPr>
                <p14:cNvContentPartPr/>
                <p14:nvPr/>
              </p14:nvContentPartPr>
              <p14:xfrm>
                <a:off x="360367" y="4289280"/>
                <a:ext cx="153000" cy="514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8AFA8F6-31CF-8891-9C0B-D63163ED235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1727" y="4280280"/>
                  <a:ext cx="1706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DFF3A3F-D4AD-53A0-42F8-6B237C21FAFB}"/>
                    </a:ext>
                  </a:extLst>
                </p14:cNvPr>
                <p14:cNvContentPartPr/>
                <p14:nvPr/>
              </p14:nvContentPartPr>
              <p14:xfrm>
                <a:off x="547927" y="4150320"/>
                <a:ext cx="15840" cy="1584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DFF3A3F-D4AD-53A0-42F8-6B237C21FAF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8927" y="4141680"/>
                  <a:ext cx="334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F9E31AD-6EA0-8E62-19CF-A2A35182BA90}"/>
                    </a:ext>
                  </a:extLst>
                </p14:cNvPr>
                <p14:cNvContentPartPr/>
                <p14:nvPr/>
              </p14:nvContentPartPr>
              <p14:xfrm>
                <a:off x="568807" y="4174080"/>
                <a:ext cx="85680" cy="604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F9E31AD-6EA0-8E62-19CF-A2A35182BA9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0167" y="4165080"/>
                  <a:ext cx="103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C250A59-2B25-9E09-51F7-8D5DDC60B3FB}"/>
                    </a:ext>
                  </a:extLst>
                </p14:cNvPr>
                <p14:cNvContentPartPr/>
                <p14:nvPr/>
              </p14:nvContentPartPr>
              <p14:xfrm>
                <a:off x="561967" y="4275240"/>
                <a:ext cx="174600" cy="378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C250A59-2B25-9E09-51F7-8D5DDC60B3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3327" y="4266600"/>
                  <a:ext cx="192240" cy="55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572500" cy="1143000"/>
          </a:xfrm>
        </p:spPr>
        <p:txBody>
          <a:bodyPr/>
          <a:lstStyle/>
          <a:p>
            <a:r>
              <a:rPr lang="ko-KR" altLang="en-US"/>
              <a:t>시스템 호출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357313"/>
            <a:ext cx="8643938" cy="4929187"/>
          </a:xfrm>
        </p:spPr>
        <p:txBody>
          <a:bodyPr/>
          <a:lstStyle/>
          <a:p>
            <a:r>
              <a:rPr lang="ko-KR" altLang="en-US"/>
              <a:t> 프로세스와 운영체제 간의 인터페이스</a:t>
            </a:r>
            <a:r>
              <a:rPr lang="en-US" altLang="ko-KR"/>
              <a:t>(API)</a:t>
            </a:r>
          </a:p>
          <a:p>
            <a:r>
              <a:rPr lang="ko-KR" altLang="en-US"/>
              <a:t> 호출 방법</a:t>
            </a:r>
          </a:p>
          <a:p>
            <a:pPr lvl="1"/>
            <a:r>
              <a:rPr lang="ko-KR" altLang="en-US" sz="2000"/>
              <a:t>프로그램에서 명령 또는 서브 루틴의 호출 형태로 실행</a:t>
            </a:r>
          </a:p>
          <a:p>
            <a:pPr lvl="1"/>
            <a:r>
              <a:rPr lang="ko-KR" altLang="en-US" sz="2000"/>
              <a:t>시스템에서 명령 해석기를 통해 대화 형태로 호출</a:t>
            </a:r>
          </a:p>
          <a:p>
            <a:pPr lvl="1"/>
            <a:endParaRPr lang="ko-KR" altLang="en-US"/>
          </a:p>
          <a:p>
            <a:pPr lvl="1"/>
            <a:endParaRPr lang="ko-KR" altLang="en-US"/>
          </a:p>
          <a:p>
            <a:endParaRPr lang="en-US" altLang="ko-KR"/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520CB7-6FCB-4BF6-A346-08ADB60A77E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" t="9819" r="969" b="10077"/>
          <a:stretch>
            <a:fillRect/>
          </a:stretch>
        </p:blipFill>
        <p:spPr bwMode="auto">
          <a:xfrm>
            <a:off x="357188" y="3571875"/>
            <a:ext cx="4673600" cy="28575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7" t="552" r="17184" b="552"/>
          <a:stretch>
            <a:fillRect/>
          </a:stretch>
        </p:blipFill>
        <p:spPr bwMode="auto">
          <a:xfrm>
            <a:off x="5572125" y="3214688"/>
            <a:ext cx="3143250" cy="35417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36DA297-9B9E-CCB7-730D-57249A4B075C}"/>
                  </a:ext>
                </a:extLst>
              </p14:cNvPr>
              <p14:cNvContentPartPr/>
              <p14:nvPr/>
            </p14:nvContentPartPr>
            <p14:xfrm>
              <a:off x="7037287" y="1156920"/>
              <a:ext cx="189000" cy="2451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36DA297-9B9E-CCB7-730D-57249A4B07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8287" y="1148280"/>
                <a:ext cx="206640" cy="26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96" name="그룹 16395">
            <a:extLst>
              <a:ext uri="{FF2B5EF4-FFF2-40B4-BE49-F238E27FC236}">
                <a16:creationId xmlns:a16="http://schemas.microsoft.com/office/drawing/2014/main" id="{9E59ADE6-7316-C6D5-9134-E2EAE9EA5332}"/>
              </a:ext>
            </a:extLst>
          </p:cNvPr>
          <p:cNvGrpSpPr/>
          <p:nvPr/>
        </p:nvGrpSpPr>
        <p:grpSpPr>
          <a:xfrm>
            <a:off x="6032527" y="175920"/>
            <a:ext cx="1938600" cy="269640"/>
            <a:chOff x="6032527" y="175920"/>
            <a:chExt cx="19386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B1DCC37-5181-246C-B2D4-BE5CCDDD2C95}"/>
                    </a:ext>
                  </a:extLst>
                </p14:cNvPr>
                <p14:cNvContentPartPr/>
                <p14:nvPr/>
              </p14:nvContentPartPr>
              <p14:xfrm>
                <a:off x="6210367" y="195720"/>
                <a:ext cx="112680" cy="2415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B1DCC37-5181-246C-B2D4-BE5CCDDD2C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01367" y="186720"/>
                  <a:ext cx="1303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3C110419-8DBA-0852-02F1-7F79480F56A3}"/>
                    </a:ext>
                  </a:extLst>
                </p14:cNvPr>
                <p14:cNvContentPartPr/>
                <p14:nvPr/>
              </p14:nvContentPartPr>
              <p14:xfrm>
                <a:off x="6319447" y="299400"/>
                <a:ext cx="155520" cy="1191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3C110419-8DBA-0852-02F1-7F79480F56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10447" y="290400"/>
                  <a:ext cx="173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BF1473A-752B-51D3-9693-930561F3D01C}"/>
                    </a:ext>
                  </a:extLst>
                </p14:cNvPr>
                <p14:cNvContentPartPr/>
                <p14:nvPr/>
              </p14:nvContentPartPr>
              <p14:xfrm>
                <a:off x="6476767" y="226680"/>
                <a:ext cx="112320" cy="1872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BF1473A-752B-51D3-9693-930561F3D01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68127" y="218040"/>
                  <a:ext cx="129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BFF23F3-B398-8214-1A83-E86F3C0C3844}"/>
                    </a:ext>
                  </a:extLst>
                </p14:cNvPr>
                <p14:cNvContentPartPr/>
                <p14:nvPr/>
              </p14:nvContentPartPr>
              <p14:xfrm>
                <a:off x="6593767" y="314160"/>
                <a:ext cx="107640" cy="1054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BFF23F3-B398-8214-1A83-E86F3C0C38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84767" y="305160"/>
                  <a:ext cx="1252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FD6CFF0-2D81-17AB-57C3-38AD100F5091}"/>
                    </a:ext>
                  </a:extLst>
                </p14:cNvPr>
                <p14:cNvContentPartPr/>
                <p14:nvPr/>
              </p14:nvContentPartPr>
              <p14:xfrm>
                <a:off x="6814447" y="381480"/>
                <a:ext cx="20880" cy="640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FD6CFF0-2D81-17AB-57C3-38AD100F509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05447" y="372480"/>
                  <a:ext cx="38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844D4DE-7FC3-019D-07F1-826E3ECC2935}"/>
                    </a:ext>
                  </a:extLst>
                </p14:cNvPr>
                <p14:cNvContentPartPr/>
                <p14:nvPr/>
              </p14:nvContentPartPr>
              <p14:xfrm>
                <a:off x="6915247" y="305160"/>
                <a:ext cx="171360" cy="1047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844D4DE-7FC3-019D-07F1-826E3ECC293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06247" y="296160"/>
                  <a:ext cx="189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24302ED-030E-18BB-C72C-59F09196C0AC}"/>
                    </a:ext>
                  </a:extLst>
                </p14:cNvPr>
                <p14:cNvContentPartPr/>
                <p14:nvPr/>
              </p14:nvContentPartPr>
              <p14:xfrm>
                <a:off x="7123327" y="304800"/>
                <a:ext cx="98280" cy="1044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24302ED-030E-18BB-C72C-59F09196C0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14687" y="295800"/>
                  <a:ext cx="115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CF43592-4968-77D6-E1B6-0A2EDE9E8D70}"/>
                    </a:ext>
                  </a:extLst>
                </p14:cNvPr>
                <p14:cNvContentPartPr/>
                <p14:nvPr/>
              </p14:nvContentPartPr>
              <p14:xfrm>
                <a:off x="7232767" y="299400"/>
                <a:ext cx="116280" cy="1076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CF43592-4968-77D6-E1B6-0A2EDE9E8D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23767" y="290400"/>
                  <a:ext cx="1339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1009C21-E4ED-5D31-4C73-CA09EC7529E4}"/>
                    </a:ext>
                  </a:extLst>
                </p14:cNvPr>
                <p14:cNvContentPartPr/>
                <p14:nvPr/>
              </p14:nvContentPartPr>
              <p14:xfrm>
                <a:off x="7380367" y="264840"/>
                <a:ext cx="37800" cy="1332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1009C21-E4ED-5D31-4C73-CA09EC7529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71367" y="255840"/>
                  <a:ext cx="55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ABDBA04-EB00-7C75-A271-6F762F3EBA7E}"/>
                    </a:ext>
                  </a:extLst>
                </p14:cNvPr>
                <p14:cNvContentPartPr/>
                <p14:nvPr/>
              </p14:nvContentPartPr>
              <p14:xfrm>
                <a:off x="7435087" y="215160"/>
                <a:ext cx="84960" cy="1918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ABDBA04-EB00-7C75-A271-6F762F3EBA7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26087" y="206160"/>
                  <a:ext cx="102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EA3B829-40EB-5991-3B59-A440A394FBE4}"/>
                    </a:ext>
                  </a:extLst>
                </p14:cNvPr>
                <p14:cNvContentPartPr/>
                <p14:nvPr/>
              </p14:nvContentPartPr>
              <p14:xfrm>
                <a:off x="7594207" y="175920"/>
                <a:ext cx="66600" cy="1033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EA3B829-40EB-5991-3B59-A440A394FB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585567" y="166920"/>
                  <a:ext cx="84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3089087-AC9F-75F1-B0F2-0154AE2F0F1E}"/>
                    </a:ext>
                  </a:extLst>
                </p14:cNvPr>
                <p14:cNvContentPartPr/>
                <p14:nvPr/>
              </p14:nvContentPartPr>
              <p14:xfrm>
                <a:off x="6032527" y="260880"/>
                <a:ext cx="32040" cy="910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3089087-AC9F-75F1-B0F2-0154AE2F0F1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23887" y="251880"/>
                  <a:ext cx="49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8973450-1282-9E03-5F94-A6FE41349428}"/>
                    </a:ext>
                  </a:extLst>
                </p14:cNvPr>
                <p14:cNvContentPartPr/>
                <p14:nvPr/>
              </p14:nvContentPartPr>
              <p14:xfrm>
                <a:off x="6076807" y="234240"/>
                <a:ext cx="31320" cy="1069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8973450-1282-9E03-5F94-A6FE413494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067807" y="225600"/>
                  <a:ext cx="48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C88FAE1-1AD7-D81A-6280-65EE723A4757}"/>
                    </a:ext>
                  </a:extLst>
                </p14:cNvPr>
                <p14:cNvContentPartPr/>
                <p14:nvPr/>
              </p14:nvContentPartPr>
              <p14:xfrm>
                <a:off x="7740007" y="288960"/>
                <a:ext cx="102960" cy="109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C88FAE1-1AD7-D81A-6280-65EE723A475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31367" y="280320"/>
                  <a:ext cx="120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0C5C220-3161-3C1C-118A-16695DA18386}"/>
                    </a:ext>
                  </a:extLst>
                </p14:cNvPr>
                <p14:cNvContentPartPr/>
                <p14:nvPr/>
              </p14:nvContentPartPr>
              <p14:xfrm>
                <a:off x="7868167" y="267000"/>
                <a:ext cx="102960" cy="1605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0C5C220-3161-3C1C-118A-16695DA183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59167" y="258360"/>
                  <a:ext cx="12060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95" name="그룹 16394">
            <a:extLst>
              <a:ext uri="{FF2B5EF4-FFF2-40B4-BE49-F238E27FC236}">
                <a16:creationId xmlns:a16="http://schemas.microsoft.com/office/drawing/2014/main" id="{063DF73F-C873-80A5-AA38-9C3BB1B0B42F}"/>
              </a:ext>
            </a:extLst>
          </p:cNvPr>
          <p:cNvGrpSpPr/>
          <p:nvPr/>
        </p:nvGrpSpPr>
        <p:grpSpPr>
          <a:xfrm>
            <a:off x="6344647" y="599640"/>
            <a:ext cx="820800" cy="235080"/>
            <a:chOff x="6344647" y="599640"/>
            <a:chExt cx="8208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939CAD9-5352-5ADF-09A0-F7A0152B4E5C}"/>
                    </a:ext>
                  </a:extLst>
                </p14:cNvPr>
                <p14:cNvContentPartPr/>
                <p14:nvPr/>
              </p14:nvContentPartPr>
              <p14:xfrm>
                <a:off x="6344647" y="622320"/>
                <a:ext cx="25920" cy="964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939CAD9-5352-5ADF-09A0-F7A0152B4E5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36007" y="613320"/>
                  <a:ext cx="43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E0A11C2-A537-057B-0950-4E34030C7D92}"/>
                    </a:ext>
                  </a:extLst>
                </p14:cNvPr>
                <p14:cNvContentPartPr/>
                <p14:nvPr/>
              </p14:nvContentPartPr>
              <p14:xfrm>
                <a:off x="6351847" y="599640"/>
                <a:ext cx="97920" cy="853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E0A11C2-A537-057B-0950-4E34030C7D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43207" y="590640"/>
                  <a:ext cx="115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F329BF9-37CC-3D29-A507-29E78552C2F4}"/>
                    </a:ext>
                  </a:extLst>
                </p14:cNvPr>
                <p14:cNvContentPartPr/>
                <p14:nvPr/>
              </p14:nvContentPartPr>
              <p14:xfrm>
                <a:off x="6388567" y="687840"/>
                <a:ext cx="67680" cy="1134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F329BF9-37CC-3D29-A507-29E78552C2F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79567" y="679200"/>
                  <a:ext cx="85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AD1CE0B-C973-6A29-FE59-ECA431ACF274}"/>
                    </a:ext>
                  </a:extLst>
                </p14:cNvPr>
                <p14:cNvContentPartPr/>
                <p14:nvPr/>
              </p14:nvContentPartPr>
              <p14:xfrm>
                <a:off x="6346447" y="801600"/>
                <a:ext cx="173160" cy="331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AD1CE0B-C973-6A29-FE59-ECA431ACF2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37447" y="792600"/>
                  <a:ext cx="190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4A8B3C1-DBA8-547C-8D24-B50FECCAB683}"/>
                    </a:ext>
                  </a:extLst>
                </p14:cNvPr>
                <p14:cNvContentPartPr/>
                <p14:nvPr/>
              </p14:nvContentPartPr>
              <p14:xfrm>
                <a:off x="6515647" y="620880"/>
                <a:ext cx="159840" cy="1620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4A8B3C1-DBA8-547C-8D24-B50FECCAB6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06647" y="612240"/>
                  <a:ext cx="177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1F392EE-7B88-7E5C-BB1E-1DE7523EB338}"/>
                    </a:ext>
                  </a:extLst>
                </p14:cNvPr>
                <p14:cNvContentPartPr/>
                <p14:nvPr/>
              </p14:nvContentPartPr>
              <p14:xfrm>
                <a:off x="6685567" y="621600"/>
                <a:ext cx="117000" cy="1584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1F392EE-7B88-7E5C-BB1E-1DE7523EB3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76567" y="612960"/>
                  <a:ext cx="134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7C1201F-36E3-7F62-8056-9D68BE8BCA90}"/>
                    </a:ext>
                  </a:extLst>
                </p14:cNvPr>
                <p14:cNvContentPartPr/>
                <p14:nvPr/>
              </p14:nvContentPartPr>
              <p14:xfrm>
                <a:off x="6714727" y="686760"/>
                <a:ext cx="161280" cy="583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7C1201F-36E3-7F62-8056-9D68BE8BCA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06087" y="677760"/>
                  <a:ext cx="178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DDA53D4-7979-87BB-81F1-45D1B5D3A3B7}"/>
                    </a:ext>
                  </a:extLst>
                </p14:cNvPr>
                <p14:cNvContentPartPr/>
                <p14:nvPr/>
              </p14:nvContentPartPr>
              <p14:xfrm>
                <a:off x="6883567" y="619440"/>
                <a:ext cx="47880" cy="1515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DDA53D4-7979-87BB-81F1-45D1B5D3A3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74567" y="610440"/>
                  <a:ext cx="65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52A4202-944B-19BF-D6F9-B0C531AAE562}"/>
                    </a:ext>
                  </a:extLst>
                </p14:cNvPr>
                <p14:cNvContentPartPr/>
                <p14:nvPr/>
              </p14:nvContentPartPr>
              <p14:xfrm>
                <a:off x="6952327" y="637080"/>
                <a:ext cx="157320" cy="1429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52A4202-944B-19BF-D6F9-B0C531AAE5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43327" y="628080"/>
                  <a:ext cx="174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C175910-A4C6-DF56-8DCE-5CAADA596D75}"/>
                    </a:ext>
                  </a:extLst>
                </p14:cNvPr>
                <p14:cNvContentPartPr/>
                <p14:nvPr/>
              </p14:nvContentPartPr>
              <p14:xfrm>
                <a:off x="7132687" y="622320"/>
                <a:ext cx="32760" cy="1378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C175910-A4C6-DF56-8DCE-5CAADA596D7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23687" y="613320"/>
                  <a:ext cx="5040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94" name="그룹 16393">
            <a:extLst>
              <a:ext uri="{FF2B5EF4-FFF2-40B4-BE49-F238E27FC236}">
                <a16:creationId xmlns:a16="http://schemas.microsoft.com/office/drawing/2014/main" id="{EAE6CE82-E831-659C-EDF5-07C1B4AA78FF}"/>
              </a:ext>
            </a:extLst>
          </p:cNvPr>
          <p:cNvGrpSpPr/>
          <p:nvPr/>
        </p:nvGrpSpPr>
        <p:grpSpPr>
          <a:xfrm>
            <a:off x="7335007" y="584880"/>
            <a:ext cx="749880" cy="239760"/>
            <a:chOff x="7335007" y="584880"/>
            <a:chExt cx="74988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91A8D12-3ABD-F61E-3B58-AC38C65970AC}"/>
                    </a:ext>
                  </a:extLst>
                </p14:cNvPr>
                <p14:cNvContentPartPr/>
                <p14:nvPr/>
              </p14:nvContentPartPr>
              <p14:xfrm>
                <a:off x="7335007" y="615480"/>
                <a:ext cx="101520" cy="1508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91A8D12-3ABD-F61E-3B58-AC38C65970A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26007" y="606480"/>
                  <a:ext cx="119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515960D-00A7-AD35-0162-1459515C7D00}"/>
                    </a:ext>
                  </a:extLst>
                </p14:cNvPr>
                <p14:cNvContentPartPr/>
                <p14:nvPr/>
              </p14:nvContentPartPr>
              <p14:xfrm>
                <a:off x="7421767" y="614760"/>
                <a:ext cx="84240" cy="1335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515960D-00A7-AD35-0162-1459515C7D0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13127" y="605760"/>
                  <a:ext cx="1018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3376581-3029-089A-0DC3-B2470B53FCC0}"/>
                    </a:ext>
                  </a:extLst>
                </p14:cNvPr>
                <p14:cNvContentPartPr/>
                <p14:nvPr/>
              </p14:nvContentPartPr>
              <p14:xfrm>
                <a:off x="7352287" y="779280"/>
                <a:ext cx="182880" cy="453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3376581-3029-089A-0DC3-B2470B53FC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43287" y="770640"/>
                  <a:ext cx="200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8EA6BB0-7FFB-2C30-5708-0A614DE11AB5}"/>
                    </a:ext>
                  </a:extLst>
                </p14:cNvPr>
                <p14:cNvContentPartPr/>
                <p14:nvPr/>
              </p14:nvContentPartPr>
              <p14:xfrm>
                <a:off x="7547767" y="591000"/>
                <a:ext cx="118080" cy="648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8EA6BB0-7FFB-2C30-5708-0A614DE11AB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39127" y="582360"/>
                  <a:ext cx="135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6384" name="잉크 16383">
                  <a:extLst>
                    <a:ext uri="{FF2B5EF4-FFF2-40B4-BE49-F238E27FC236}">
                      <a16:creationId xmlns:a16="http://schemas.microsoft.com/office/drawing/2014/main" id="{C4EBF8B4-54D5-EC20-5B20-C4A12A80081B}"/>
                    </a:ext>
                  </a:extLst>
                </p14:cNvPr>
                <p14:cNvContentPartPr/>
                <p14:nvPr/>
              </p14:nvContentPartPr>
              <p14:xfrm>
                <a:off x="7569007" y="674160"/>
                <a:ext cx="146520" cy="130680"/>
              </p14:xfrm>
            </p:contentPart>
          </mc:Choice>
          <mc:Fallback xmlns="">
            <p:pic>
              <p:nvPicPr>
                <p:cNvPr id="16384" name="잉크 16383">
                  <a:extLst>
                    <a:ext uri="{FF2B5EF4-FFF2-40B4-BE49-F238E27FC236}">
                      <a16:creationId xmlns:a16="http://schemas.microsoft.com/office/drawing/2014/main" id="{C4EBF8B4-54D5-EC20-5B20-C4A12A8008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60367" y="665520"/>
                  <a:ext cx="164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385" name="잉크 16384">
                  <a:extLst>
                    <a:ext uri="{FF2B5EF4-FFF2-40B4-BE49-F238E27FC236}">
                      <a16:creationId xmlns:a16="http://schemas.microsoft.com/office/drawing/2014/main" id="{C66374CF-AC9D-2BF6-A88D-4A3F0934AB63}"/>
                    </a:ext>
                  </a:extLst>
                </p14:cNvPr>
                <p14:cNvContentPartPr/>
                <p14:nvPr/>
              </p14:nvContentPartPr>
              <p14:xfrm>
                <a:off x="7808767" y="600720"/>
                <a:ext cx="83880" cy="113040"/>
              </p14:xfrm>
            </p:contentPart>
          </mc:Choice>
          <mc:Fallback xmlns="">
            <p:pic>
              <p:nvPicPr>
                <p:cNvPr id="16385" name="잉크 16384">
                  <a:extLst>
                    <a:ext uri="{FF2B5EF4-FFF2-40B4-BE49-F238E27FC236}">
                      <a16:creationId xmlns:a16="http://schemas.microsoft.com/office/drawing/2014/main" id="{C66374CF-AC9D-2BF6-A88D-4A3F0934AB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99767" y="592080"/>
                  <a:ext cx="101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6391" name="잉크 16390">
                  <a:extLst>
                    <a:ext uri="{FF2B5EF4-FFF2-40B4-BE49-F238E27FC236}">
                      <a16:creationId xmlns:a16="http://schemas.microsoft.com/office/drawing/2014/main" id="{EC09F56C-D4D0-8527-DB2A-75ED2EDCE990}"/>
                    </a:ext>
                  </a:extLst>
                </p14:cNvPr>
                <p14:cNvContentPartPr/>
                <p14:nvPr/>
              </p14:nvContentPartPr>
              <p14:xfrm>
                <a:off x="7898407" y="584880"/>
                <a:ext cx="94680" cy="155160"/>
              </p14:xfrm>
            </p:contentPart>
          </mc:Choice>
          <mc:Fallback xmlns="">
            <p:pic>
              <p:nvPicPr>
                <p:cNvPr id="16391" name="잉크 16390">
                  <a:extLst>
                    <a:ext uri="{FF2B5EF4-FFF2-40B4-BE49-F238E27FC236}">
                      <a16:creationId xmlns:a16="http://schemas.microsoft.com/office/drawing/2014/main" id="{EC09F56C-D4D0-8527-DB2A-75ED2EDCE99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89407" y="575880"/>
                  <a:ext cx="1123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392" name="잉크 16391">
                  <a:extLst>
                    <a:ext uri="{FF2B5EF4-FFF2-40B4-BE49-F238E27FC236}">
                      <a16:creationId xmlns:a16="http://schemas.microsoft.com/office/drawing/2014/main" id="{7B87E387-80DE-0060-5A49-17CC7EC9DF79}"/>
                    </a:ext>
                  </a:extLst>
                </p14:cNvPr>
                <p14:cNvContentPartPr/>
                <p14:nvPr/>
              </p14:nvContentPartPr>
              <p14:xfrm>
                <a:off x="7902007" y="729600"/>
                <a:ext cx="64080" cy="89280"/>
              </p14:xfrm>
            </p:contentPart>
          </mc:Choice>
          <mc:Fallback xmlns="">
            <p:pic>
              <p:nvPicPr>
                <p:cNvPr id="16392" name="잉크 16391">
                  <a:extLst>
                    <a:ext uri="{FF2B5EF4-FFF2-40B4-BE49-F238E27FC236}">
                      <a16:creationId xmlns:a16="http://schemas.microsoft.com/office/drawing/2014/main" id="{7B87E387-80DE-0060-5A49-17CC7EC9DF7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93007" y="720600"/>
                  <a:ext cx="817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6393" name="잉크 16392">
                  <a:extLst>
                    <a:ext uri="{FF2B5EF4-FFF2-40B4-BE49-F238E27FC236}">
                      <a16:creationId xmlns:a16="http://schemas.microsoft.com/office/drawing/2014/main" id="{5E8BFA77-A61A-8337-9EA1-A3CB3B8F8092}"/>
                    </a:ext>
                  </a:extLst>
                </p14:cNvPr>
                <p14:cNvContentPartPr/>
                <p14:nvPr/>
              </p14:nvContentPartPr>
              <p14:xfrm>
                <a:off x="7945207" y="741840"/>
                <a:ext cx="139680" cy="56160"/>
              </p14:xfrm>
            </p:contentPart>
          </mc:Choice>
          <mc:Fallback xmlns="">
            <p:pic>
              <p:nvPicPr>
                <p:cNvPr id="16393" name="잉크 16392">
                  <a:extLst>
                    <a:ext uri="{FF2B5EF4-FFF2-40B4-BE49-F238E27FC236}">
                      <a16:creationId xmlns:a16="http://schemas.microsoft.com/office/drawing/2014/main" id="{5E8BFA77-A61A-8337-9EA1-A3CB3B8F809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36207" y="732840"/>
                  <a:ext cx="15732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15" name="그룹 16414">
            <a:extLst>
              <a:ext uri="{FF2B5EF4-FFF2-40B4-BE49-F238E27FC236}">
                <a16:creationId xmlns:a16="http://schemas.microsoft.com/office/drawing/2014/main" id="{BEC3C0B0-6378-F628-11B1-96CD2CCFC09C}"/>
              </a:ext>
            </a:extLst>
          </p:cNvPr>
          <p:cNvGrpSpPr/>
          <p:nvPr/>
        </p:nvGrpSpPr>
        <p:grpSpPr>
          <a:xfrm>
            <a:off x="6613207" y="1828680"/>
            <a:ext cx="1494000" cy="479880"/>
            <a:chOff x="6613207" y="1828680"/>
            <a:chExt cx="149400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6397" name="잉크 16396">
                  <a:extLst>
                    <a:ext uri="{FF2B5EF4-FFF2-40B4-BE49-F238E27FC236}">
                      <a16:creationId xmlns:a16="http://schemas.microsoft.com/office/drawing/2014/main" id="{7E84C19B-8425-FE0B-7641-868F2B6C38FA}"/>
                    </a:ext>
                  </a:extLst>
                </p14:cNvPr>
                <p14:cNvContentPartPr/>
                <p14:nvPr/>
              </p14:nvContentPartPr>
              <p14:xfrm>
                <a:off x="7374247" y="1828680"/>
                <a:ext cx="172800" cy="161280"/>
              </p14:xfrm>
            </p:contentPart>
          </mc:Choice>
          <mc:Fallback xmlns="">
            <p:pic>
              <p:nvPicPr>
                <p:cNvPr id="16397" name="잉크 16396">
                  <a:extLst>
                    <a:ext uri="{FF2B5EF4-FFF2-40B4-BE49-F238E27FC236}">
                      <a16:creationId xmlns:a16="http://schemas.microsoft.com/office/drawing/2014/main" id="{7E84C19B-8425-FE0B-7641-868F2B6C38F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5247" y="1820040"/>
                  <a:ext cx="190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6398" name="잉크 16397">
                  <a:extLst>
                    <a:ext uri="{FF2B5EF4-FFF2-40B4-BE49-F238E27FC236}">
                      <a16:creationId xmlns:a16="http://schemas.microsoft.com/office/drawing/2014/main" id="{4F13A477-F371-02D4-43E3-17E9F57B9C08}"/>
                    </a:ext>
                  </a:extLst>
                </p14:cNvPr>
                <p14:cNvContentPartPr/>
                <p14:nvPr/>
              </p14:nvContentPartPr>
              <p14:xfrm>
                <a:off x="6617527" y="2043600"/>
                <a:ext cx="99720" cy="21960"/>
              </p14:xfrm>
            </p:contentPart>
          </mc:Choice>
          <mc:Fallback xmlns="">
            <p:pic>
              <p:nvPicPr>
                <p:cNvPr id="16398" name="잉크 16397">
                  <a:extLst>
                    <a:ext uri="{FF2B5EF4-FFF2-40B4-BE49-F238E27FC236}">
                      <a16:creationId xmlns:a16="http://schemas.microsoft.com/office/drawing/2014/main" id="{4F13A477-F371-02D4-43E3-17E9F57B9C0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08887" y="2034600"/>
                  <a:ext cx="117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399" name="잉크 16398">
                  <a:extLst>
                    <a:ext uri="{FF2B5EF4-FFF2-40B4-BE49-F238E27FC236}">
                      <a16:creationId xmlns:a16="http://schemas.microsoft.com/office/drawing/2014/main" id="{281CF466-921F-9DAB-40CA-453D04F0A47E}"/>
                    </a:ext>
                  </a:extLst>
                </p14:cNvPr>
                <p14:cNvContentPartPr/>
                <p14:nvPr/>
              </p14:nvContentPartPr>
              <p14:xfrm>
                <a:off x="6613207" y="2087520"/>
                <a:ext cx="106920" cy="13320"/>
              </p14:xfrm>
            </p:contentPart>
          </mc:Choice>
          <mc:Fallback xmlns="">
            <p:pic>
              <p:nvPicPr>
                <p:cNvPr id="16399" name="잉크 16398">
                  <a:extLst>
                    <a:ext uri="{FF2B5EF4-FFF2-40B4-BE49-F238E27FC236}">
                      <a16:creationId xmlns:a16="http://schemas.microsoft.com/office/drawing/2014/main" id="{281CF466-921F-9DAB-40CA-453D04F0A4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04567" y="2078880"/>
                  <a:ext cx="1245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6400" name="잉크 16399">
                  <a:extLst>
                    <a:ext uri="{FF2B5EF4-FFF2-40B4-BE49-F238E27FC236}">
                      <a16:creationId xmlns:a16="http://schemas.microsoft.com/office/drawing/2014/main" id="{AB767596-352F-FC49-03D9-BA9FC25A4988}"/>
                    </a:ext>
                  </a:extLst>
                </p14:cNvPr>
                <p14:cNvContentPartPr/>
                <p14:nvPr/>
              </p14:nvContentPartPr>
              <p14:xfrm>
                <a:off x="6638767" y="2078880"/>
                <a:ext cx="137520" cy="150120"/>
              </p14:xfrm>
            </p:contentPart>
          </mc:Choice>
          <mc:Fallback xmlns="">
            <p:pic>
              <p:nvPicPr>
                <p:cNvPr id="16400" name="잉크 16399">
                  <a:extLst>
                    <a:ext uri="{FF2B5EF4-FFF2-40B4-BE49-F238E27FC236}">
                      <a16:creationId xmlns:a16="http://schemas.microsoft.com/office/drawing/2014/main" id="{AB767596-352F-FC49-03D9-BA9FC25A49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29767" y="2069880"/>
                  <a:ext cx="155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6401" name="잉크 16400">
                  <a:extLst>
                    <a:ext uri="{FF2B5EF4-FFF2-40B4-BE49-F238E27FC236}">
                      <a16:creationId xmlns:a16="http://schemas.microsoft.com/office/drawing/2014/main" id="{2A45E96A-51F2-6A76-F148-5AD2541BDA91}"/>
                    </a:ext>
                  </a:extLst>
                </p14:cNvPr>
                <p14:cNvContentPartPr/>
                <p14:nvPr/>
              </p14:nvContentPartPr>
              <p14:xfrm>
                <a:off x="6753607" y="2129280"/>
                <a:ext cx="110160" cy="26280"/>
              </p14:xfrm>
            </p:contentPart>
          </mc:Choice>
          <mc:Fallback xmlns="">
            <p:pic>
              <p:nvPicPr>
                <p:cNvPr id="16401" name="잉크 16400">
                  <a:extLst>
                    <a:ext uri="{FF2B5EF4-FFF2-40B4-BE49-F238E27FC236}">
                      <a16:creationId xmlns:a16="http://schemas.microsoft.com/office/drawing/2014/main" id="{2A45E96A-51F2-6A76-F148-5AD2541BDA9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44967" y="2120280"/>
                  <a:ext cx="127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402" name="잉크 16401">
                  <a:extLst>
                    <a:ext uri="{FF2B5EF4-FFF2-40B4-BE49-F238E27FC236}">
                      <a16:creationId xmlns:a16="http://schemas.microsoft.com/office/drawing/2014/main" id="{09B9F16A-C252-1E71-0160-C10360027601}"/>
                    </a:ext>
                  </a:extLst>
                </p14:cNvPr>
                <p14:cNvContentPartPr/>
                <p14:nvPr/>
              </p14:nvContentPartPr>
              <p14:xfrm>
                <a:off x="6822367" y="2075280"/>
                <a:ext cx="153360" cy="154800"/>
              </p14:xfrm>
            </p:contentPart>
          </mc:Choice>
          <mc:Fallback xmlns="">
            <p:pic>
              <p:nvPicPr>
                <p:cNvPr id="16402" name="잉크 16401">
                  <a:extLst>
                    <a:ext uri="{FF2B5EF4-FFF2-40B4-BE49-F238E27FC236}">
                      <a16:creationId xmlns:a16="http://schemas.microsoft.com/office/drawing/2014/main" id="{09B9F16A-C252-1E71-0160-C103600276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13367" y="2066640"/>
                  <a:ext cx="171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403" name="잉크 16402">
                  <a:extLst>
                    <a:ext uri="{FF2B5EF4-FFF2-40B4-BE49-F238E27FC236}">
                      <a16:creationId xmlns:a16="http://schemas.microsoft.com/office/drawing/2014/main" id="{17CEDB7F-247C-A62F-B6FA-7FEA5CAE8B95}"/>
                    </a:ext>
                  </a:extLst>
                </p14:cNvPr>
                <p14:cNvContentPartPr/>
                <p14:nvPr/>
              </p14:nvContentPartPr>
              <p14:xfrm>
                <a:off x="6998047" y="2089680"/>
                <a:ext cx="63000" cy="45720"/>
              </p14:xfrm>
            </p:contentPart>
          </mc:Choice>
          <mc:Fallback xmlns="">
            <p:pic>
              <p:nvPicPr>
                <p:cNvPr id="16403" name="잉크 16402">
                  <a:extLst>
                    <a:ext uri="{FF2B5EF4-FFF2-40B4-BE49-F238E27FC236}">
                      <a16:creationId xmlns:a16="http://schemas.microsoft.com/office/drawing/2014/main" id="{17CEDB7F-247C-A62F-B6FA-7FEA5CAE8B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89407" y="2080680"/>
                  <a:ext cx="806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6404" name="잉크 16403">
                  <a:extLst>
                    <a:ext uri="{FF2B5EF4-FFF2-40B4-BE49-F238E27FC236}">
                      <a16:creationId xmlns:a16="http://schemas.microsoft.com/office/drawing/2014/main" id="{A3613E81-28F7-771B-A2FB-2AC85BCA90CE}"/>
                    </a:ext>
                  </a:extLst>
                </p14:cNvPr>
                <p14:cNvContentPartPr/>
                <p14:nvPr/>
              </p14:nvContentPartPr>
              <p14:xfrm>
                <a:off x="6944767" y="2154840"/>
                <a:ext cx="248760" cy="131400"/>
              </p14:xfrm>
            </p:contentPart>
          </mc:Choice>
          <mc:Fallback xmlns="">
            <p:pic>
              <p:nvPicPr>
                <p:cNvPr id="16404" name="잉크 16403">
                  <a:extLst>
                    <a:ext uri="{FF2B5EF4-FFF2-40B4-BE49-F238E27FC236}">
                      <a16:creationId xmlns:a16="http://schemas.microsoft.com/office/drawing/2014/main" id="{A3613E81-28F7-771B-A2FB-2AC85BCA90C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36127" y="2145840"/>
                  <a:ext cx="2664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6405" name="잉크 16404">
                  <a:extLst>
                    <a:ext uri="{FF2B5EF4-FFF2-40B4-BE49-F238E27FC236}">
                      <a16:creationId xmlns:a16="http://schemas.microsoft.com/office/drawing/2014/main" id="{DCA66530-63A9-85E8-AF99-90D5FC012C89}"/>
                    </a:ext>
                  </a:extLst>
                </p14:cNvPr>
                <p14:cNvContentPartPr/>
                <p14:nvPr/>
              </p14:nvContentPartPr>
              <p14:xfrm>
                <a:off x="7178047" y="2130360"/>
                <a:ext cx="95400" cy="130680"/>
              </p14:xfrm>
            </p:contentPart>
          </mc:Choice>
          <mc:Fallback xmlns="">
            <p:pic>
              <p:nvPicPr>
                <p:cNvPr id="16405" name="잉크 16404">
                  <a:extLst>
                    <a:ext uri="{FF2B5EF4-FFF2-40B4-BE49-F238E27FC236}">
                      <a16:creationId xmlns:a16="http://schemas.microsoft.com/office/drawing/2014/main" id="{DCA66530-63A9-85E8-AF99-90D5FC012C8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69407" y="2121360"/>
                  <a:ext cx="113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6406" name="잉크 16405">
                  <a:extLst>
                    <a:ext uri="{FF2B5EF4-FFF2-40B4-BE49-F238E27FC236}">
                      <a16:creationId xmlns:a16="http://schemas.microsoft.com/office/drawing/2014/main" id="{AB432E57-DF56-C99A-CD18-7E7284A2340B}"/>
                    </a:ext>
                  </a:extLst>
                </p14:cNvPr>
                <p14:cNvContentPartPr/>
                <p14:nvPr/>
              </p14:nvContentPartPr>
              <p14:xfrm>
                <a:off x="7281367" y="2170320"/>
                <a:ext cx="79920" cy="70560"/>
              </p14:xfrm>
            </p:contentPart>
          </mc:Choice>
          <mc:Fallback xmlns="">
            <p:pic>
              <p:nvPicPr>
                <p:cNvPr id="16406" name="잉크 16405">
                  <a:extLst>
                    <a:ext uri="{FF2B5EF4-FFF2-40B4-BE49-F238E27FC236}">
                      <a16:creationId xmlns:a16="http://schemas.microsoft.com/office/drawing/2014/main" id="{AB432E57-DF56-C99A-CD18-7E7284A2340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72367" y="2161680"/>
                  <a:ext cx="97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6407" name="잉크 16406">
                  <a:extLst>
                    <a:ext uri="{FF2B5EF4-FFF2-40B4-BE49-F238E27FC236}">
                      <a16:creationId xmlns:a16="http://schemas.microsoft.com/office/drawing/2014/main" id="{76CA948E-71AB-DD36-32CD-A5E832C59A13}"/>
                    </a:ext>
                  </a:extLst>
                </p14:cNvPr>
                <p14:cNvContentPartPr/>
                <p14:nvPr/>
              </p14:nvContentPartPr>
              <p14:xfrm>
                <a:off x="7341487" y="2112000"/>
                <a:ext cx="140760" cy="151200"/>
              </p14:xfrm>
            </p:contentPart>
          </mc:Choice>
          <mc:Fallback xmlns="">
            <p:pic>
              <p:nvPicPr>
                <p:cNvPr id="16407" name="잉크 16406">
                  <a:extLst>
                    <a:ext uri="{FF2B5EF4-FFF2-40B4-BE49-F238E27FC236}">
                      <a16:creationId xmlns:a16="http://schemas.microsoft.com/office/drawing/2014/main" id="{76CA948E-71AB-DD36-32CD-A5E832C59A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32847" y="2103360"/>
                  <a:ext cx="158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408" name="잉크 16407">
                  <a:extLst>
                    <a:ext uri="{FF2B5EF4-FFF2-40B4-BE49-F238E27FC236}">
                      <a16:creationId xmlns:a16="http://schemas.microsoft.com/office/drawing/2014/main" id="{EC451A4F-D273-D56E-2CC0-0230F35ABD6C}"/>
                    </a:ext>
                  </a:extLst>
                </p14:cNvPr>
                <p14:cNvContentPartPr/>
                <p14:nvPr/>
              </p14:nvContentPartPr>
              <p14:xfrm>
                <a:off x="7630567" y="2091480"/>
                <a:ext cx="132840" cy="138600"/>
              </p14:xfrm>
            </p:contentPart>
          </mc:Choice>
          <mc:Fallback xmlns="">
            <p:pic>
              <p:nvPicPr>
                <p:cNvPr id="16408" name="잉크 16407">
                  <a:extLst>
                    <a:ext uri="{FF2B5EF4-FFF2-40B4-BE49-F238E27FC236}">
                      <a16:creationId xmlns:a16="http://schemas.microsoft.com/office/drawing/2014/main" id="{EC451A4F-D273-D56E-2CC0-0230F35ABD6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21567" y="2082480"/>
                  <a:ext cx="150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6409" name="잉크 16408">
                  <a:extLst>
                    <a:ext uri="{FF2B5EF4-FFF2-40B4-BE49-F238E27FC236}">
                      <a16:creationId xmlns:a16="http://schemas.microsoft.com/office/drawing/2014/main" id="{8A88FC4C-4940-D80C-CEEA-DAF9A1E75D80}"/>
                    </a:ext>
                  </a:extLst>
                </p14:cNvPr>
                <p14:cNvContentPartPr/>
                <p14:nvPr/>
              </p14:nvContentPartPr>
              <p14:xfrm>
                <a:off x="7719127" y="2095080"/>
                <a:ext cx="100440" cy="133200"/>
              </p14:xfrm>
            </p:contentPart>
          </mc:Choice>
          <mc:Fallback xmlns="">
            <p:pic>
              <p:nvPicPr>
                <p:cNvPr id="16409" name="잉크 16408">
                  <a:extLst>
                    <a:ext uri="{FF2B5EF4-FFF2-40B4-BE49-F238E27FC236}">
                      <a16:creationId xmlns:a16="http://schemas.microsoft.com/office/drawing/2014/main" id="{8A88FC4C-4940-D80C-CEEA-DAF9A1E75D8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10127" y="2086440"/>
                  <a:ext cx="118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6410" name="잉크 16409">
                  <a:extLst>
                    <a:ext uri="{FF2B5EF4-FFF2-40B4-BE49-F238E27FC236}">
                      <a16:creationId xmlns:a16="http://schemas.microsoft.com/office/drawing/2014/main" id="{AE53BD6F-8479-31DF-31C0-40BFFBBBE7CF}"/>
                    </a:ext>
                  </a:extLst>
                </p14:cNvPr>
                <p14:cNvContentPartPr/>
                <p14:nvPr/>
              </p14:nvContentPartPr>
              <p14:xfrm>
                <a:off x="7845847" y="2090400"/>
                <a:ext cx="30960" cy="127080"/>
              </p14:xfrm>
            </p:contentPart>
          </mc:Choice>
          <mc:Fallback xmlns="">
            <p:pic>
              <p:nvPicPr>
                <p:cNvPr id="16410" name="잉크 16409">
                  <a:extLst>
                    <a:ext uri="{FF2B5EF4-FFF2-40B4-BE49-F238E27FC236}">
                      <a16:creationId xmlns:a16="http://schemas.microsoft.com/office/drawing/2014/main" id="{AE53BD6F-8479-31DF-31C0-40BFFBBBE7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36847" y="2081760"/>
                  <a:ext cx="48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6411" name="잉크 16410">
                  <a:extLst>
                    <a:ext uri="{FF2B5EF4-FFF2-40B4-BE49-F238E27FC236}">
                      <a16:creationId xmlns:a16="http://schemas.microsoft.com/office/drawing/2014/main" id="{06F4A7C8-CA73-8D4F-1598-04D502BB5002}"/>
                    </a:ext>
                  </a:extLst>
                </p14:cNvPr>
                <p14:cNvContentPartPr/>
                <p14:nvPr/>
              </p14:nvContentPartPr>
              <p14:xfrm>
                <a:off x="7900207" y="2121000"/>
                <a:ext cx="202320" cy="82800"/>
              </p14:xfrm>
            </p:contentPart>
          </mc:Choice>
          <mc:Fallback xmlns="">
            <p:pic>
              <p:nvPicPr>
                <p:cNvPr id="16411" name="잉크 16410">
                  <a:extLst>
                    <a:ext uri="{FF2B5EF4-FFF2-40B4-BE49-F238E27FC236}">
                      <a16:creationId xmlns:a16="http://schemas.microsoft.com/office/drawing/2014/main" id="{06F4A7C8-CA73-8D4F-1598-04D502BB500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91567" y="2112000"/>
                  <a:ext cx="219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6412" name="잉크 16411">
                  <a:extLst>
                    <a:ext uri="{FF2B5EF4-FFF2-40B4-BE49-F238E27FC236}">
                      <a16:creationId xmlns:a16="http://schemas.microsoft.com/office/drawing/2014/main" id="{3F82287C-78AE-A9CE-8184-90C24D380F97}"/>
                    </a:ext>
                  </a:extLst>
                </p14:cNvPr>
                <p14:cNvContentPartPr/>
                <p14:nvPr/>
              </p14:nvContentPartPr>
              <p14:xfrm>
                <a:off x="8078407" y="2044680"/>
                <a:ext cx="28800" cy="263880"/>
              </p14:xfrm>
            </p:contentPart>
          </mc:Choice>
          <mc:Fallback xmlns="">
            <p:pic>
              <p:nvPicPr>
                <p:cNvPr id="16412" name="잉크 16411">
                  <a:extLst>
                    <a:ext uri="{FF2B5EF4-FFF2-40B4-BE49-F238E27FC236}">
                      <a16:creationId xmlns:a16="http://schemas.microsoft.com/office/drawing/2014/main" id="{3F82287C-78AE-A9CE-8184-90C24D380F9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69407" y="2036040"/>
                  <a:ext cx="46440" cy="28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413" name="잉크 16412">
                <a:extLst>
                  <a:ext uri="{FF2B5EF4-FFF2-40B4-BE49-F238E27FC236}">
                    <a16:creationId xmlns:a16="http://schemas.microsoft.com/office/drawing/2014/main" id="{2B7CEFAC-02BE-C3CE-57AB-78A8583F2E94}"/>
                  </a:ext>
                </a:extLst>
              </p14:cNvPr>
              <p14:cNvContentPartPr/>
              <p14:nvPr/>
            </p14:nvContentPartPr>
            <p14:xfrm>
              <a:off x="2862007" y="1151520"/>
              <a:ext cx="3315960" cy="92160"/>
            </p14:xfrm>
          </p:contentPart>
        </mc:Choice>
        <mc:Fallback xmlns="">
          <p:pic>
            <p:nvPicPr>
              <p:cNvPr id="16413" name="잉크 16412">
                <a:extLst>
                  <a:ext uri="{FF2B5EF4-FFF2-40B4-BE49-F238E27FC236}">
                    <a16:creationId xmlns:a16="http://schemas.microsoft.com/office/drawing/2014/main" id="{2B7CEFAC-02BE-C3CE-57AB-78A8583F2E9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853007" y="1142880"/>
                <a:ext cx="3333600" cy="109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929687" cy="46434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 부트스트래핑 </a:t>
            </a:r>
            <a:r>
              <a:rPr lang="en-US" altLang="ko-KR"/>
              <a:t>(</a:t>
            </a:r>
            <a:r>
              <a:rPr lang="ko-KR" altLang="en-US"/>
              <a:t>부팅</a:t>
            </a:r>
            <a:r>
              <a:rPr lang="en-US" altLang="ko-KR"/>
              <a:t>)</a:t>
            </a:r>
            <a:endParaRPr lang="ko-KR" altLang="en-US"/>
          </a:p>
          <a:p>
            <a:pPr lvl="2">
              <a:lnSpc>
                <a:spcPct val="90000"/>
              </a:lnSpc>
            </a:pPr>
            <a:endParaRPr lang="en-US" altLang="ko-KR" sz="800"/>
          </a:p>
          <a:p>
            <a:pPr lvl="1">
              <a:lnSpc>
                <a:spcPct val="90000"/>
              </a:lnSpc>
            </a:pPr>
            <a:r>
              <a:rPr lang="ko-KR" altLang="en-US"/>
              <a:t>운영 체제에서 자기 자신을 적재하는 과정</a:t>
            </a:r>
            <a:endParaRPr lang="en-US" altLang="ko-KR"/>
          </a:p>
          <a:p>
            <a:pPr lvl="2">
              <a:lnSpc>
                <a:spcPct val="90000"/>
              </a:lnSpc>
            </a:pPr>
            <a:endParaRPr lang="ko-KR" altLang="en-US" sz="1200"/>
          </a:p>
          <a:p>
            <a:pPr lvl="1">
              <a:lnSpc>
                <a:spcPct val="90000"/>
              </a:lnSpc>
            </a:pPr>
            <a:r>
              <a:rPr lang="ko-KR" altLang="en-US"/>
              <a:t>부트스트랩 로더 </a:t>
            </a:r>
            <a:r>
              <a:rPr lang="en-US" altLang="ko-KR"/>
              <a:t>(Bootstrap Loader)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전원 입력시 </a:t>
            </a:r>
            <a:r>
              <a:rPr lang="en-US" altLang="ko-KR"/>
              <a:t>ROM</a:t>
            </a:r>
            <a:r>
              <a:rPr lang="ko-KR" altLang="en-US"/>
              <a:t>에 있는 작은 로더가 실행</a:t>
            </a:r>
            <a:endParaRPr lang="en-US" altLang="ko-KR"/>
          </a:p>
          <a:p>
            <a:pPr lvl="2">
              <a:lnSpc>
                <a:spcPct val="90000"/>
              </a:lnSpc>
            </a:pPr>
            <a:r>
              <a:rPr lang="ko-KR" altLang="en-US"/>
              <a:t>로더는 디스크에 있는 부트스트랩 로더를 메모리에 적재하고 실행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운영 체제를 적재하고 초기화시킴</a:t>
            </a:r>
            <a:endParaRPr lang="en-US" altLang="ko-KR"/>
          </a:p>
          <a:p>
            <a:pPr lvl="2">
              <a:lnSpc>
                <a:spcPct val="90000"/>
              </a:lnSpc>
            </a:pPr>
            <a:endParaRPr lang="ko-KR" altLang="en-US" sz="1200"/>
          </a:p>
          <a:p>
            <a:pPr lvl="1">
              <a:lnSpc>
                <a:spcPct val="90000"/>
              </a:lnSpc>
            </a:pPr>
            <a:r>
              <a:rPr lang="ko-KR" altLang="en-US"/>
              <a:t>운영 체제의 초기화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시스템 장치의 초기화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명령 해석기 등을 적재하여 실행</a:t>
            </a:r>
          </a:p>
        </p:txBody>
      </p:sp>
      <p:sp>
        <p:nvSpPr>
          <p:cNvPr id="1741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00AA5E-2100-4793-ACF9-22E1A013291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17412" name="Rectangle 409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자체 관리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96861B8-D3C6-66D8-5D8A-0B41CE2DC335}"/>
                  </a:ext>
                </a:extLst>
              </p14:cNvPr>
              <p14:cNvContentPartPr/>
              <p14:nvPr/>
            </p14:nvContentPartPr>
            <p14:xfrm>
              <a:off x="2740327" y="3218640"/>
              <a:ext cx="763200" cy="3668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96861B8-D3C6-66D8-5D8A-0B41CE2DC3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1327" y="3209640"/>
                <a:ext cx="78084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D3CAACE0-5F7A-33FD-C4F4-BB6C11407A9A}"/>
              </a:ext>
            </a:extLst>
          </p:cNvPr>
          <p:cNvGrpSpPr/>
          <p:nvPr/>
        </p:nvGrpSpPr>
        <p:grpSpPr>
          <a:xfrm>
            <a:off x="6390367" y="3261480"/>
            <a:ext cx="1806840" cy="245160"/>
            <a:chOff x="6390367" y="3261480"/>
            <a:chExt cx="180684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0243D81-2FAC-B3D2-8F59-710B465AD032}"/>
                    </a:ext>
                  </a:extLst>
                </p14:cNvPr>
                <p14:cNvContentPartPr/>
                <p14:nvPr/>
              </p14:nvContentPartPr>
              <p14:xfrm>
                <a:off x="6390367" y="3268680"/>
                <a:ext cx="94320" cy="1054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0243D81-2FAC-B3D2-8F59-710B465AD03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81367" y="3260040"/>
                  <a:ext cx="111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5B01BAE4-CEE4-D5F4-8192-72130198C257}"/>
                    </a:ext>
                  </a:extLst>
                </p14:cNvPr>
                <p14:cNvContentPartPr/>
                <p14:nvPr/>
              </p14:nvContentPartPr>
              <p14:xfrm>
                <a:off x="6460567" y="3275880"/>
                <a:ext cx="82440" cy="914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5B01BAE4-CEE4-D5F4-8192-72130198C2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51567" y="3267240"/>
                  <a:ext cx="100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F5C58C5-0A29-1C90-4D72-296B66F511D0}"/>
                    </a:ext>
                  </a:extLst>
                </p14:cNvPr>
                <p14:cNvContentPartPr/>
                <p14:nvPr/>
              </p14:nvContentPartPr>
              <p14:xfrm>
                <a:off x="6434647" y="3382080"/>
                <a:ext cx="128160" cy="889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F5C58C5-0A29-1C90-4D72-296B66F511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25647" y="3373080"/>
                  <a:ext cx="145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E3D68CA-A03C-51C3-046F-20FC96D66EDA}"/>
                    </a:ext>
                  </a:extLst>
                </p14:cNvPr>
                <p14:cNvContentPartPr/>
                <p14:nvPr/>
              </p14:nvContentPartPr>
              <p14:xfrm>
                <a:off x="6582967" y="3317280"/>
                <a:ext cx="109080" cy="907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E3D68CA-A03C-51C3-046F-20FC96D66E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74327" y="3308640"/>
                  <a:ext cx="126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C3DF082-7A40-4277-C140-9BDD4CE08749}"/>
                    </a:ext>
                  </a:extLst>
                </p14:cNvPr>
                <p14:cNvContentPartPr/>
                <p14:nvPr/>
              </p14:nvContentPartPr>
              <p14:xfrm>
                <a:off x="6697447" y="3285600"/>
                <a:ext cx="70920" cy="155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C3DF082-7A40-4277-C140-9BDD4CE0874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88807" y="3276960"/>
                  <a:ext cx="88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EBAE80A-6047-33A7-073E-946132D1955D}"/>
                    </a:ext>
                  </a:extLst>
                </p14:cNvPr>
                <p14:cNvContentPartPr/>
                <p14:nvPr/>
              </p14:nvContentPartPr>
              <p14:xfrm>
                <a:off x="6761527" y="3307560"/>
                <a:ext cx="28800" cy="1094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EBAE80A-6047-33A7-073E-946132D1955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52887" y="3298920"/>
                  <a:ext cx="46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20DFE73-E2CD-65FE-46E9-DB6DD3552E3C}"/>
                    </a:ext>
                  </a:extLst>
                </p14:cNvPr>
                <p14:cNvContentPartPr/>
                <p14:nvPr/>
              </p14:nvContentPartPr>
              <p14:xfrm>
                <a:off x="6915247" y="3282720"/>
                <a:ext cx="111960" cy="1458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20DFE73-E2CD-65FE-46E9-DB6DD3552E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06247" y="3274080"/>
                  <a:ext cx="129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368EEB6-87FD-0036-82AC-14BD03C9FC63}"/>
                    </a:ext>
                  </a:extLst>
                </p14:cNvPr>
                <p14:cNvContentPartPr/>
                <p14:nvPr/>
              </p14:nvContentPartPr>
              <p14:xfrm>
                <a:off x="7047007" y="3294600"/>
                <a:ext cx="23760" cy="1648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368EEB6-87FD-0036-82AC-14BD03C9FC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38367" y="3285600"/>
                  <a:ext cx="41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EC5FA58-DE04-2A01-8A25-7D787694F82E}"/>
                    </a:ext>
                  </a:extLst>
                </p14:cNvPr>
                <p14:cNvContentPartPr/>
                <p14:nvPr/>
              </p14:nvContentPartPr>
              <p14:xfrm>
                <a:off x="7103527" y="3297840"/>
                <a:ext cx="65520" cy="597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EC5FA58-DE04-2A01-8A25-7D787694F8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94527" y="3289200"/>
                  <a:ext cx="83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6C67B25-6B15-A3B1-8FB5-6822B02B2C5D}"/>
                    </a:ext>
                  </a:extLst>
                </p14:cNvPr>
                <p14:cNvContentPartPr/>
                <p14:nvPr/>
              </p14:nvContentPartPr>
              <p14:xfrm>
                <a:off x="7065367" y="3338880"/>
                <a:ext cx="197640" cy="1677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6C67B25-6B15-A3B1-8FB5-6822B02B2C5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56367" y="3330240"/>
                  <a:ext cx="215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7F809A2-18B4-33B5-B520-A099A6895558}"/>
                    </a:ext>
                  </a:extLst>
                </p14:cNvPr>
                <p14:cNvContentPartPr/>
                <p14:nvPr/>
              </p14:nvContentPartPr>
              <p14:xfrm>
                <a:off x="7287487" y="3326640"/>
                <a:ext cx="125280" cy="1123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7F809A2-18B4-33B5-B520-A099A68955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78487" y="3317640"/>
                  <a:ext cx="142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2908825-B0A9-5162-B6E3-25565DC04425}"/>
                    </a:ext>
                  </a:extLst>
                </p14:cNvPr>
                <p14:cNvContentPartPr/>
                <p14:nvPr/>
              </p14:nvContentPartPr>
              <p14:xfrm>
                <a:off x="7413127" y="3316920"/>
                <a:ext cx="74160" cy="1411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2908825-B0A9-5162-B6E3-25565DC044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04487" y="3307920"/>
                  <a:ext cx="91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1FCBF176-275D-03BF-0D92-E892BA1FBB30}"/>
                    </a:ext>
                  </a:extLst>
                </p14:cNvPr>
                <p14:cNvContentPartPr/>
                <p14:nvPr/>
              </p14:nvContentPartPr>
              <p14:xfrm>
                <a:off x="7482247" y="3289560"/>
                <a:ext cx="61560" cy="964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1FCBF176-275D-03BF-0D92-E892BA1FBB3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3247" y="3280560"/>
                  <a:ext cx="79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8B32B84-1824-6926-DB7F-0F83A987481B}"/>
                    </a:ext>
                  </a:extLst>
                </p14:cNvPr>
                <p14:cNvContentPartPr/>
                <p14:nvPr/>
              </p14:nvContentPartPr>
              <p14:xfrm>
                <a:off x="7475407" y="3373080"/>
                <a:ext cx="68760" cy="342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8B32B84-1824-6926-DB7F-0F83A987481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66407" y="3364080"/>
                  <a:ext cx="864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829169F-A1CA-00F6-FD31-2089AFE09390}"/>
                    </a:ext>
                  </a:extLst>
                </p14:cNvPr>
                <p14:cNvContentPartPr/>
                <p14:nvPr/>
              </p14:nvContentPartPr>
              <p14:xfrm>
                <a:off x="7539487" y="3301080"/>
                <a:ext cx="92880" cy="1566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829169F-A1CA-00F6-FD31-2089AFE0939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30847" y="3292080"/>
                  <a:ext cx="1105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7C18F79-B94E-CB85-6058-B07E6C339C61}"/>
                    </a:ext>
                  </a:extLst>
                </p14:cNvPr>
                <p14:cNvContentPartPr/>
                <p14:nvPr/>
              </p14:nvContentPartPr>
              <p14:xfrm>
                <a:off x="7501687" y="3429240"/>
                <a:ext cx="153720" cy="6012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7C18F79-B94E-CB85-6058-B07E6C339C6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93047" y="3420240"/>
                  <a:ext cx="171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D807858-E32B-3560-8AB5-7481EBC2FBCF}"/>
                    </a:ext>
                  </a:extLst>
                </p14:cNvPr>
                <p14:cNvContentPartPr/>
                <p14:nvPr/>
              </p14:nvContentPartPr>
              <p14:xfrm>
                <a:off x="7751527" y="3306840"/>
                <a:ext cx="84600" cy="748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D807858-E32B-3560-8AB5-7481EBC2FB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42527" y="3297840"/>
                  <a:ext cx="102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E63FD7E-E6B1-CE24-931B-66341F994E1A}"/>
                    </a:ext>
                  </a:extLst>
                </p14:cNvPr>
                <p14:cNvContentPartPr/>
                <p14:nvPr/>
              </p14:nvContentPartPr>
              <p14:xfrm>
                <a:off x="7876447" y="3267600"/>
                <a:ext cx="75240" cy="1443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E63FD7E-E6B1-CE24-931B-66341F994E1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67807" y="3258600"/>
                  <a:ext cx="92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0624C80-CDD8-A4B9-E83C-B910F4432A4C}"/>
                    </a:ext>
                  </a:extLst>
                </p14:cNvPr>
                <p14:cNvContentPartPr/>
                <p14:nvPr/>
              </p14:nvContentPartPr>
              <p14:xfrm>
                <a:off x="7822447" y="3387480"/>
                <a:ext cx="125640" cy="730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0624C80-CDD8-A4B9-E83C-B910F4432A4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13447" y="3378840"/>
                  <a:ext cx="143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9B7253A-03FF-8C7B-5FBA-954D9F489BEE}"/>
                    </a:ext>
                  </a:extLst>
                </p14:cNvPr>
                <p14:cNvContentPartPr/>
                <p14:nvPr/>
              </p14:nvContentPartPr>
              <p14:xfrm>
                <a:off x="8008567" y="3261480"/>
                <a:ext cx="83880" cy="1188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9B7253A-03FF-8C7B-5FBA-954D9F489BE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99567" y="3252840"/>
                  <a:ext cx="10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CE346D5-4CB6-0B37-0968-68AB3C85010D}"/>
                    </a:ext>
                  </a:extLst>
                </p14:cNvPr>
                <p14:cNvContentPartPr/>
                <p14:nvPr/>
              </p14:nvContentPartPr>
              <p14:xfrm>
                <a:off x="7970767" y="3378840"/>
                <a:ext cx="183960" cy="115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CE346D5-4CB6-0B37-0968-68AB3C8501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61767" y="3370200"/>
                  <a:ext cx="201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445AC34-1390-EA18-A6D1-67DD6A9BB52B}"/>
                    </a:ext>
                  </a:extLst>
                </p14:cNvPr>
                <p14:cNvContentPartPr/>
                <p14:nvPr/>
              </p14:nvContentPartPr>
              <p14:xfrm>
                <a:off x="8060047" y="3272640"/>
                <a:ext cx="111960" cy="2160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445AC34-1390-EA18-A6D1-67DD6A9BB52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51047" y="3264000"/>
                  <a:ext cx="129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187CC36-07AD-CF4C-9C9A-BFEFF2EBF964}"/>
                    </a:ext>
                  </a:extLst>
                </p14:cNvPr>
                <p14:cNvContentPartPr/>
                <p14:nvPr/>
              </p14:nvContentPartPr>
              <p14:xfrm>
                <a:off x="8061127" y="3418800"/>
                <a:ext cx="136080" cy="698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187CC36-07AD-CF4C-9C9A-BFEFF2EBF9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52487" y="3410160"/>
                  <a:ext cx="153720" cy="8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76901F85-7DF9-40BD-01EC-E22C91574514}"/>
                  </a:ext>
                </a:extLst>
              </p14:cNvPr>
              <p14:cNvContentPartPr/>
              <p14:nvPr/>
            </p14:nvContentPartPr>
            <p14:xfrm>
              <a:off x="1342807" y="4243920"/>
              <a:ext cx="3947760" cy="5184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76901F85-7DF9-40BD-01EC-E22C9157451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33807" y="4235280"/>
                <a:ext cx="39654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D952244C-6D35-2FBA-CD98-23E9504F1708}"/>
                  </a:ext>
                </a:extLst>
              </p14:cNvPr>
              <p14:cNvContentPartPr/>
              <p14:nvPr/>
            </p14:nvContentPartPr>
            <p14:xfrm>
              <a:off x="10231207" y="4155720"/>
              <a:ext cx="23040" cy="612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D952244C-6D35-2FBA-CD98-23E9504F170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222567" y="4147080"/>
                <a:ext cx="40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CB1AB943-11BE-34E0-2E24-486AB04216B9}"/>
                  </a:ext>
                </a:extLst>
              </p14:cNvPr>
              <p14:cNvContentPartPr/>
              <p14:nvPr/>
            </p14:nvContentPartPr>
            <p14:xfrm>
              <a:off x="1357567" y="5173080"/>
              <a:ext cx="2534040" cy="442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CB1AB943-11BE-34E0-2E24-486AB04216B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348927" y="5164080"/>
                <a:ext cx="25516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B14BA0DC-843D-949C-E55F-F636D5E40394}"/>
                  </a:ext>
                </a:extLst>
              </p14:cNvPr>
              <p14:cNvContentPartPr/>
              <p14:nvPr/>
            </p14:nvContentPartPr>
            <p14:xfrm>
              <a:off x="988207" y="2735520"/>
              <a:ext cx="2417400" cy="5169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B14BA0DC-843D-949C-E55F-F636D5E4039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79207" y="2726880"/>
                <a:ext cx="2435040" cy="53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05DC32-4CDD-4194-8899-A2820069273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8435" name="그룹 5"/>
          <p:cNvGrpSpPr>
            <a:grpSpLocks/>
          </p:cNvGrpSpPr>
          <p:nvPr/>
        </p:nvGrpSpPr>
        <p:grpSpPr bwMode="auto">
          <a:xfrm>
            <a:off x="1357313" y="1785938"/>
            <a:ext cx="6786562" cy="4643437"/>
            <a:chOff x="1905000" y="3048000"/>
            <a:chExt cx="5029200" cy="3114500"/>
          </a:xfrm>
        </p:grpSpPr>
        <p:pic>
          <p:nvPicPr>
            <p:cNvPr id="18436" name="Picture 4" descr="C:\Documents and Settings\Hanami\바탕 화면\운영체제\(강의교안)_그림파일_1장-13장\ch02_운영체제 소개\ch02-16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121"/>
            <a:stretch>
              <a:fillRect/>
            </a:stretch>
          </p:blipFill>
          <p:spPr bwMode="auto">
            <a:xfrm>
              <a:off x="1905000" y="3048000"/>
              <a:ext cx="5029200" cy="28410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3901386" y="5934636"/>
              <a:ext cx="1361120" cy="227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1400" b="1" dirty="0" err="1">
                  <a:latin typeface="+mn-ea"/>
                  <a:ea typeface="+mn-ea"/>
                </a:rPr>
                <a:t>부트스트래핑</a:t>
              </a:r>
              <a:r>
                <a:rPr lang="ko-KR" altLang="en-US" sz="1400" b="1" dirty="0">
                  <a:latin typeface="+mn-ea"/>
                  <a:ea typeface="+mn-ea"/>
                </a:rPr>
                <a:t> 과정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12875"/>
            <a:ext cx="8715375" cy="4873625"/>
          </a:xfrm>
          <a:noFill/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ko-KR" altLang="en-US"/>
              <a:t> 시스템 생성과 튜닝</a:t>
            </a:r>
            <a:endParaRPr lang="en-US" altLang="ko-KR"/>
          </a:p>
          <a:p>
            <a:pPr lvl="1">
              <a:lnSpc>
                <a:spcPct val="120000"/>
              </a:lnSpc>
            </a:pPr>
            <a:r>
              <a:rPr lang="ko-KR" altLang="en-US" sz="2200"/>
              <a:t>운영 체제는 다양한 주변 장치 및 기계에서 운용되도록 설계</a:t>
            </a:r>
            <a:endParaRPr lang="en-US" altLang="ko-KR" sz="2200"/>
          </a:p>
          <a:p>
            <a:pPr lvl="1">
              <a:lnSpc>
                <a:spcPct val="120000"/>
              </a:lnSpc>
            </a:pPr>
            <a:r>
              <a:rPr lang="ko-KR" altLang="en-US" sz="2200"/>
              <a:t>사용자가 운영 체제를 자신의 사정에 맞도록 구성할 수 있는 기능 필요</a:t>
            </a:r>
          </a:p>
          <a:p>
            <a:pPr lvl="1">
              <a:lnSpc>
                <a:spcPct val="120000"/>
              </a:lnSpc>
            </a:pPr>
            <a:r>
              <a:rPr lang="ko-KR" altLang="en-US" sz="2200"/>
              <a:t>화면을 통한 대화의 형태로 운영 체제의 모듈과 매개 변수 설정</a:t>
            </a:r>
          </a:p>
          <a:p>
            <a:pPr lvl="1">
              <a:lnSpc>
                <a:spcPct val="120000"/>
              </a:lnSpc>
            </a:pPr>
            <a:r>
              <a:rPr lang="ko-KR" altLang="en-US" sz="2200"/>
              <a:t>하드웨어적인 정보</a:t>
            </a:r>
          </a:p>
          <a:p>
            <a:pPr lvl="2">
              <a:lnSpc>
                <a:spcPct val="120000"/>
              </a:lnSpc>
            </a:pPr>
            <a:r>
              <a:rPr lang="ko-KR" altLang="en-US"/>
              <a:t>시스템 구성 요소들과 이들의 특성 및 수량 등</a:t>
            </a:r>
          </a:p>
          <a:p>
            <a:pPr lvl="1">
              <a:lnSpc>
                <a:spcPct val="120000"/>
              </a:lnSpc>
            </a:pPr>
            <a:r>
              <a:rPr lang="ko-KR" altLang="en-US" sz="2200"/>
              <a:t>소프트웨어적인 정보</a:t>
            </a:r>
          </a:p>
          <a:p>
            <a:pPr lvl="2">
              <a:lnSpc>
                <a:spcPct val="120000"/>
              </a:lnSpc>
            </a:pPr>
            <a:r>
              <a:rPr lang="ko-KR" altLang="en-US"/>
              <a:t>시스템 버퍼</a:t>
            </a:r>
            <a:r>
              <a:rPr lang="en-US" altLang="ko-KR"/>
              <a:t>, TCB </a:t>
            </a:r>
            <a:r>
              <a:rPr lang="ko-KR" altLang="en-US"/>
              <a:t>의 개수 등</a:t>
            </a:r>
          </a:p>
        </p:txBody>
      </p:sp>
      <p:sp>
        <p:nvSpPr>
          <p:cNvPr id="1945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7376FA-B33C-4198-AC00-A609B17E607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F792924-071A-2F98-2D95-D3ED3D5FD465}"/>
                  </a:ext>
                </a:extLst>
              </p14:cNvPr>
              <p14:cNvContentPartPr/>
              <p14:nvPr/>
            </p14:nvContentPartPr>
            <p14:xfrm>
              <a:off x="-1578233" y="2699160"/>
              <a:ext cx="66600" cy="640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F792924-071A-2F98-2D95-D3ED3D5FD4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87233" y="2690520"/>
                <a:ext cx="84240" cy="81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700213"/>
            <a:ext cx="8643938" cy="45862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/>
              <a:t> 단순 구조</a:t>
            </a:r>
            <a:endParaRPr lang="en-US" altLang="ko-KR"/>
          </a:p>
          <a:p>
            <a:pPr lvl="1">
              <a:lnSpc>
                <a:spcPct val="120000"/>
              </a:lnSpc>
            </a:pPr>
            <a:r>
              <a:rPr lang="ko-KR" altLang="en-US"/>
              <a:t>잘 정의되지 않은 구조</a:t>
            </a:r>
            <a:r>
              <a:rPr lang="en-US" altLang="ko-KR"/>
              <a:t>: </a:t>
            </a:r>
            <a:r>
              <a:rPr lang="ko-KR" altLang="en-US"/>
              <a:t>모듈로 분할되지 않음</a:t>
            </a:r>
            <a:endParaRPr lang="en-US" altLang="ko-KR"/>
          </a:p>
          <a:p>
            <a:pPr lvl="1">
              <a:lnSpc>
                <a:spcPct val="120000"/>
              </a:lnSpc>
            </a:pPr>
            <a:r>
              <a:rPr lang="ko-KR" altLang="en-US"/>
              <a:t>작고 간단하며 시스템 기능이 제한</a:t>
            </a:r>
            <a:endParaRPr lang="en-US" altLang="ko-KR"/>
          </a:p>
          <a:p>
            <a:pPr lvl="1">
              <a:lnSpc>
                <a:spcPct val="120000"/>
              </a:lnSpc>
            </a:pPr>
            <a:r>
              <a:rPr lang="ko-KR" altLang="en-US"/>
              <a:t>수행효율은 높으나</a:t>
            </a:r>
            <a:r>
              <a:rPr lang="en-US" altLang="ko-KR"/>
              <a:t>, </a:t>
            </a:r>
            <a:r>
              <a:rPr lang="ko-KR" altLang="en-US"/>
              <a:t>기능 추가 및 유지 보수가 어려움</a:t>
            </a:r>
            <a:endParaRPr lang="en-US" altLang="ko-KR"/>
          </a:p>
          <a:p>
            <a:pPr lvl="1">
              <a:lnSpc>
                <a:spcPct val="120000"/>
              </a:lnSpc>
            </a:pPr>
            <a:r>
              <a:rPr lang="en-US" altLang="ko-KR"/>
              <a:t>MS-DOS, </a:t>
            </a:r>
            <a:r>
              <a:rPr lang="ko-KR" altLang="en-US"/>
              <a:t>초기의 </a:t>
            </a:r>
            <a:r>
              <a:rPr lang="en-US" altLang="ko-KR"/>
              <a:t>Unix</a:t>
            </a:r>
          </a:p>
          <a:p>
            <a:pPr lvl="1">
              <a:lnSpc>
                <a:spcPct val="120000"/>
              </a:lnSpc>
            </a:pPr>
            <a:endParaRPr lang="en-US" altLang="ko-KR"/>
          </a:p>
        </p:txBody>
      </p:sp>
      <p:sp>
        <p:nvSpPr>
          <p:cNvPr id="2150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8F16B2E-997D-4238-ABF5-8E9E7851DE1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2150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운영체제 구조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DD0E732-58E2-700A-435E-113B7F790414}"/>
                  </a:ext>
                </a:extLst>
              </p14:cNvPr>
              <p14:cNvContentPartPr/>
              <p14:nvPr/>
            </p14:nvContentPartPr>
            <p14:xfrm>
              <a:off x="1069567" y="4253280"/>
              <a:ext cx="227520" cy="4485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DD0E732-58E2-700A-435E-113B7F79041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0927" y="4244280"/>
                <a:ext cx="245160" cy="4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6C8CF0A4-B9D9-C96F-17F5-6473085B3FFE}"/>
              </a:ext>
            </a:extLst>
          </p:cNvPr>
          <p:cNvGrpSpPr/>
          <p:nvPr/>
        </p:nvGrpSpPr>
        <p:grpSpPr>
          <a:xfrm>
            <a:off x="713887" y="4794360"/>
            <a:ext cx="871200" cy="318960"/>
            <a:chOff x="713887" y="4794360"/>
            <a:chExt cx="871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035BFBD-0255-3900-7AD4-0EB7C144A2C0}"/>
                    </a:ext>
                  </a:extLst>
                </p14:cNvPr>
                <p14:cNvContentPartPr/>
                <p14:nvPr/>
              </p14:nvContentPartPr>
              <p14:xfrm>
                <a:off x="713887" y="4794360"/>
                <a:ext cx="102960" cy="2008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035BFBD-0255-3900-7AD4-0EB7C144A2C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4887" y="4785720"/>
                  <a:ext cx="120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E37DF7E-5D77-B6B1-6755-A8C8C9B56D72}"/>
                    </a:ext>
                  </a:extLst>
                </p14:cNvPr>
                <p14:cNvContentPartPr/>
                <p14:nvPr/>
              </p14:nvContentPartPr>
              <p14:xfrm>
                <a:off x="730087" y="4899840"/>
                <a:ext cx="90360" cy="334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E37DF7E-5D77-B6B1-6755-A8C8C9B56D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087" y="4890840"/>
                  <a:ext cx="108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7240E3F-D15B-EC01-C2BD-3ECAF2027204}"/>
                    </a:ext>
                  </a:extLst>
                </p14:cNvPr>
                <p14:cNvContentPartPr/>
                <p14:nvPr/>
              </p14:nvContentPartPr>
              <p14:xfrm>
                <a:off x="850327" y="4811280"/>
                <a:ext cx="8280" cy="1411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7240E3F-D15B-EC01-C2BD-3ECAF20272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1687" y="4802640"/>
                  <a:ext cx="259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B09BBD7-9886-5094-4CF3-546F505C2715}"/>
                    </a:ext>
                  </a:extLst>
                </p14:cNvPr>
                <p14:cNvContentPartPr/>
                <p14:nvPr/>
              </p14:nvContentPartPr>
              <p14:xfrm>
                <a:off x="799927" y="5016480"/>
                <a:ext cx="162720" cy="968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B09BBD7-9886-5094-4CF3-546F505C27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1287" y="5007840"/>
                  <a:ext cx="180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A649A32-416C-2916-FE51-ADDC149CAEEB}"/>
                    </a:ext>
                  </a:extLst>
                </p14:cNvPr>
                <p14:cNvContentPartPr/>
                <p14:nvPr/>
              </p14:nvContentPartPr>
              <p14:xfrm>
                <a:off x="963727" y="4894800"/>
                <a:ext cx="178920" cy="1454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A649A32-416C-2916-FE51-ADDC149CAE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4727" y="4885800"/>
                  <a:ext cx="196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D182559-0405-FA85-4F49-986C74B43221}"/>
                    </a:ext>
                  </a:extLst>
                </p14:cNvPr>
                <p14:cNvContentPartPr/>
                <p14:nvPr/>
              </p14:nvContentPartPr>
              <p14:xfrm>
                <a:off x="1149127" y="4879320"/>
                <a:ext cx="26280" cy="1317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D182559-0405-FA85-4F49-986C74B432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0127" y="4870320"/>
                  <a:ext cx="43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A77102D-3C8D-4C46-F68E-6336F8933E87}"/>
                    </a:ext>
                  </a:extLst>
                </p14:cNvPr>
                <p14:cNvContentPartPr/>
                <p14:nvPr/>
              </p14:nvContentPartPr>
              <p14:xfrm>
                <a:off x="1200967" y="4832520"/>
                <a:ext cx="165240" cy="1944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A77102D-3C8D-4C46-F68E-6336F8933E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91967" y="4823520"/>
                  <a:ext cx="182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C8C1F46-0637-8845-B8F1-251C44FF04E6}"/>
                    </a:ext>
                  </a:extLst>
                </p14:cNvPr>
                <p14:cNvContentPartPr/>
                <p14:nvPr/>
              </p14:nvContentPartPr>
              <p14:xfrm>
                <a:off x="1424527" y="4828200"/>
                <a:ext cx="36720" cy="496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C8C1F46-0637-8845-B8F1-251C44FF04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15527" y="4819560"/>
                  <a:ext cx="543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9256A59-D23F-DB8F-ECE1-D85E5CF9930A}"/>
                    </a:ext>
                  </a:extLst>
                </p14:cNvPr>
                <p14:cNvContentPartPr/>
                <p14:nvPr/>
              </p14:nvContentPartPr>
              <p14:xfrm>
                <a:off x="1385287" y="4882920"/>
                <a:ext cx="199800" cy="1278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9256A59-D23F-DB8F-ECE1-D85E5CF993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76287" y="4873920"/>
                  <a:ext cx="21744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8FC8B9E6-EBE2-139F-DFB2-FC678CF67088}"/>
                  </a:ext>
                </a:extLst>
              </p14:cNvPr>
              <p14:cNvContentPartPr/>
              <p14:nvPr/>
            </p14:nvContentPartPr>
            <p14:xfrm>
              <a:off x="3840847" y="3759720"/>
              <a:ext cx="4623480" cy="5004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8FC8B9E6-EBE2-139F-DFB2-FC678CF6708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832207" y="3750720"/>
                <a:ext cx="464112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10" name="그룹 21509">
            <a:extLst>
              <a:ext uri="{FF2B5EF4-FFF2-40B4-BE49-F238E27FC236}">
                <a16:creationId xmlns:a16="http://schemas.microsoft.com/office/drawing/2014/main" id="{D5B7AA22-1279-8CC4-A108-ACDE996F6482}"/>
              </a:ext>
            </a:extLst>
          </p:cNvPr>
          <p:cNvGrpSpPr/>
          <p:nvPr/>
        </p:nvGrpSpPr>
        <p:grpSpPr>
          <a:xfrm>
            <a:off x="7348327" y="2366160"/>
            <a:ext cx="792000" cy="249120"/>
            <a:chOff x="7348327" y="2366160"/>
            <a:chExt cx="79200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2E96632-B7CB-4B37-0122-9166C10D4BB0}"/>
                    </a:ext>
                  </a:extLst>
                </p14:cNvPr>
                <p14:cNvContentPartPr/>
                <p14:nvPr/>
              </p14:nvContentPartPr>
              <p14:xfrm>
                <a:off x="7348327" y="2487480"/>
                <a:ext cx="192240" cy="1278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2E96632-B7CB-4B37-0122-9166C10D4B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39687" y="2478480"/>
                  <a:ext cx="20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19413D6-B196-55C6-4AE2-D8BDF70DCBDF}"/>
                    </a:ext>
                  </a:extLst>
                </p14:cNvPr>
                <p14:cNvContentPartPr/>
                <p14:nvPr/>
              </p14:nvContentPartPr>
              <p14:xfrm>
                <a:off x="7628767" y="2367600"/>
                <a:ext cx="84240" cy="370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19413D6-B196-55C6-4AE2-D8BDF70DCBD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619767" y="2358600"/>
                  <a:ext cx="101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9A43033-C9EF-5FDC-FED4-7FF15D9D9E56}"/>
                    </a:ext>
                  </a:extLst>
                </p14:cNvPr>
                <p14:cNvContentPartPr/>
                <p14:nvPr/>
              </p14:nvContentPartPr>
              <p14:xfrm>
                <a:off x="7620487" y="2423400"/>
                <a:ext cx="101520" cy="990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9A43033-C9EF-5FDC-FED4-7FF15D9D9E5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11487" y="2414400"/>
                  <a:ext cx="1191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C750A78-6C9F-790E-9987-05009E16EF05}"/>
                    </a:ext>
                  </a:extLst>
                </p14:cNvPr>
                <p14:cNvContentPartPr/>
                <p14:nvPr/>
              </p14:nvContentPartPr>
              <p14:xfrm>
                <a:off x="7760167" y="2366160"/>
                <a:ext cx="81000" cy="1245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C750A78-6C9F-790E-9987-05009E16EF0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51527" y="2357520"/>
                  <a:ext cx="98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D18D089-7010-C715-8686-B1666B57B1BC}"/>
                    </a:ext>
                  </a:extLst>
                </p14:cNvPr>
                <p14:cNvContentPartPr/>
                <p14:nvPr/>
              </p14:nvContentPartPr>
              <p14:xfrm>
                <a:off x="7735327" y="2524200"/>
                <a:ext cx="115560" cy="712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D18D089-7010-C715-8686-B1666B57B1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26687" y="2515200"/>
                  <a:ext cx="133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0DEE140-FC7B-AEBF-8239-7F0513C794DD}"/>
                    </a:ext>
                  </a:extLst>
                </p14:cNvPr>
                <p14:cNvContentPartPr/>
                <p14:nvPr/>
              </p14:nvContentPartPr>
              <p14:xfrm>
                <a:off x="7871767" y="2393880"/>
                <a:ext cx="77400" cy="1137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0DEE140-FC7B-AEBF-8239-7F0513C794D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63127" y="2385240"/>
                  <a:ext cx="95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F048AEC-BA9A-C17C-9B6E-0E225EFFA1D2}"/>
                    </a:ext>
                  </a:extLst>
                </p14:cNvPr>
                <p14:cNvContentPartPr/>
                <p14:nvPr/>
              </p14:nvContentPartPr>
              <p14:xfrm>
                <a:off x="7821367" y="2508000"/>
                <a:ext cx="136800" cy="925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F048AEC-BA9A-C17C-9B6E-0E225EFFA1D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12727" y="2499360"/>
                  <a:ext cx="154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2654B31-78E4-FDB7-E8AB-160A85FEE0F0}"/>
                    </a:ext>
                  </a:extLst>
                </p14:cNvPr>
                <p14:cNvContentPartPr/>
                <p14:nvPr/>
              </p14:nvContentPartPr>
              <p14:xfrm>
                <a:off x="7983367" y="2403600"/>
                <a:ext cx="156960" cy="1728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2654B31-78E4-FDB7-E8AB-160A85FEE0F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74367" y="2394960"/>
                  <a:ext cx="174600" cy="19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09" name="그룹 21508">
            <a:extLst>
              <a:ext uri="{FF2B5EF4-FFF2-40B4-BE49-F238E27FC236}">
                <a16:creationId xmlns:a16="http://schemas.microsoft.com/office/drawing/2014/main" id="{EF560760-8DE9-3816-7B5F-753896EDEBAB}"/>
              </a:ext>
            </a:extLst>
          </p:cNvPr>
          <p:cNvGrpSpPr/>
          <p:nvPr/>
        </p:nvGrpSpPr>
        <p:grpSpPr>
          <a:xfrm>
            <a:off x="7591327" y="2740920"/>
            <a:ext cx="1214280" cy="221040"/>
            <a:chOff x="7591327" y="2740920"/>
            <a:chExt cx="12142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0A6DBA0-6708-B29A-DD5A-6C6D14E621B2}"/>
                    </a:ext>
                  </a:extLst>
                </p14:cNvPr>
                <p14:cNvContentPartPr/>
                <p14:nvPr/>
              </p14:nvContentPartPr>
              <p14:xfrm>
                <a:off x="7591327" y="2765760"/>
                <a:ext cx="82440" cy="820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0A6DBA0-6708-B29A-DD5A-6C6D14E621B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82687" y="2756760"/>
                  <a:ext cx="100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9B6817C-9343-5018-4547-53E8345CA80C}"/>
                    </a:ext>
                  </a:extLst>
                </p14:cNvPr>
                <p14:cNvContentPartPr/>
                <p14:nvPr/>
              </p14:nvContentPartPr>
              <p14:xfrm>
                <a:off x="7722727" y="2741280"/>
                <a:ext cx="84600" cy="1306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9B6817C-9343-5018-4547-53E8345CA8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13727" y="2732640"/>
                  <a:ext cx="102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39D3585-B9D2-E86A-BF08-488CFF1E2F0C}"/>
                    </a:ext>
                  </a:extLst>
                </p14:cNvPr>
                <p14:cNvContentPartPr/>
                <p14:nvPr/>
              </p14:nvContentPartPr>
              <p14:xfrm>
                <a:off x="7640287" y="2886000"/>
                <a:ext cx="125280" cy="687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39D3585-B9D2-E86A-BF08-488CFF1E2F0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31287" y="2877360"/>
                  <a:ext cx="142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C97EC2C-8B6A-3890-A25B-84C6FD5F9CCB}"/>
                    </a:ext>
                  </a:extLst>
                </p14:cNvPr>
                <p14:cNvContentPartPr/>
                <p14:nvPr/>
              </p14:nvContentPartPr>
              <p14:xfrm>
                <a:off x="7854127" y="2785920"/>
                <a:ext cx="224280" cy="1393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C97EC2C-8B6A-3890-A25B-84C6FD5F9CC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45487" y="2777280"/>
                  <a:ext cx="241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017F76D-3BB8-6A56-900D-C1A3AF5EA9BF}"/>
                    </a:ext>
                  </a:extLst>
                </p14:cNvPr>
                <p14:cNvContentPartPr/>
                <p14:nvPr/>
              </p14:nvContentPartPr>
              <p14:xfrm>
                <a:off x="8058247" y="2784120"/>
                <a:ext cx="37440" cy="1666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017F76D-3BB8-6A56-900D-C1A3AF5EA9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49247" y="2775480"/>
                  <a:ext cx="55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FD910BF-DDF8-D02E-BA7D-D254FCCA9765}"/>
                    </a:ext>
                  </a:extLst>
                </p14:cNvPr>
                <p14:cNvContentPartPr/>
                <p14:nvPr/>
              </p14:nvContentPartPr>
              <p14:xfrm>
                <a:off x="8105767" y="2783040"/>
                <a:ext cx="168840" cy="12096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FD910BF-DDF8-D02E-BA7D-D254FCCA97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97127" y="2774040"/>
                  <a:ext cx="186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01764C6-A9FF-D3A4-E95E-58B00B6E09C6}"/>
                    </a:ext>
                  </a:extLst>
                </p14:cNvPr>
                <p14:cNvContentPartPr/>
                <p14:nvPr/>
              </p14:nvContentPartPr>
              <p14:xfrm>
                <a:off x="8401687" y="2767200"/>
                <a:ext cx="57600" cy="716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01764C6-A9FF-D3A4-E95E-58B00B6E09C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92687" y="2758200"/>
                  <a:ext cx="752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B9A5FB1-7C66-7280-A076-C0C3F752CC4C}"/>
                    </a:ext>
                  </a:extLst>
                </p14:cNvPr>
                <p14:cNvContentPartPr/>
                <p14:nvPr/>
              </p14:nvContentPartPr>
              <p14:xfrm>
                <a:off x="8533447" y="2740920"/>
                <a:ext cx="16920" cy="1411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B9A5FB1-7C66-7280-A076-C0C3F752CC4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24447" y="2731920"/>
                  <a:ext cx="34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2B37736-6A82-4E2A-45FF-2E6638F90990}"/>
                    </a:ext>
                  </a:extLst>
                </p14:cNvPr>
                <p14:cNvContentPartPr/>
                <p14:nvPr/>
              </p14:nvContentPartPr>
              <p14:xfrm>
                <a:off x="8401687" y="2881320"/>
                <a:ext cx="185400" cy="759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2B37736-6A82-4E2A-45FF-2E6638F909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2687" y="2872680"/>
                  <a:ext cx="203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A75E25E-2E67-8D17-E152-34E31C08434C}"/>
                    </a:ext>
                  </a:extLst>
                </p14:cNvPr>
                <p14:cNvContentPartPr/>
                <p14:nvPr/>
              </p14:nvContentPartPr>
              <p14:xfrm>
                <a:off x="8644687" y="2773680"/>
                <a:ext cx="63720" cy="417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A75E25E-2E67-8D17-E152-34E31C0843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36047" y="2765040"/>
                  <a:ext cx="81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1504" name="잉크 21503">
                  <a:extLst>
                    <a:ext uri="{FF2B5EF4-FFF2-40B4-BE49-F238E27FC236}">
                      <a16:creationId xmlns:a16="http://schemas.microsoft.com/office/drawing/2014/main" id="{1D1730F3-AF3A-C75D-270B-790E99B13549}"/>
                    </a:ext>
                  </a:extLst>
                </p14:cNvPr>
                <p14:cNvContentPartPr/>
                <p14:nvPr/>
              </p14:nvContentPartPr>
              <p14:xfrm>
                <a:off x="8586007" y="2845320"/>
                <a:ext cx="173880" cy="106920"/>
              </p14:xfrm>
            </p:contentPart>
          </mc:Choice>
          <mc:Fallback xmlns="">
            <p:pic>
              <p:nvPicPr>
                <p:cNvPr id="21504" name="잉크 21503">
                  <a:extLst>
                    <a:ext uri="{FF2B5EF4-FFF2-40B4-BE49-F238E27FC236}">
                      <a16:creationId xmlns:a16="http://schemas.microsoft.com/office/drawing/2014/main" id="{1D1730F3-AF3A-C75D-270B-790E99B135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77007" y="2836320"/>
                  <a:ext cx="191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1505" name="잉크 21504">
                  <a:extLst>
                    <a:ext uri="{FF2B5EF4-FFF2-40B4-BE49-F238E27FC236}">
                      <a16:creationId xmlns:a16="http://schemas.microsoft.com/office/drawing/2014/main" id="{59F8287F-9E97-57B5-C992-0E6B7DE056FF}"/>
                    </a:ext>
                  </a:extLst>
                </p14:cNvPr>
                <p14:cNvContentPartPr/>
                <p14:nvPr/>
              </p14:nvContentPartPr>
              <p14:xfrm>
                <a:off x="8639647" y="2917680"/>
                <a:ext cx="165960" cy="44280"/>
              </p14:xfrm>
            </p:contentPart>
          </mc:Choice>
          <mc:Fallback xmlns="">
            <p:pic>
              <p:nvPicPr>
                <p:cNvPr id="21505" name="잉크 21504">
                  <a:extLst>
                    <a:ext uri="{FF2B5EF4-FFF2-40B4-BE49-F238E27FC236}">
                      <a16:creationId xmlns:a16="http://schemas.microsoft.com/office/drawing/2014/main" id="{59F8287F-9E97-57B5-C992-0E6B7DE056F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31007" y="2909040"/>
                  <a:ext cx="18360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18" name="그룹 21517">
            <a:extLst>
              <a:ext uri="{FF2B5EF4-FFF2-40B4-BE49-F238E27FC236}">
                <a16:creationId xmlns:a16="http://schemas.microsoft.com/office/drawing/2014/main" id="{9BB88E0B-4655-E3D9-B946-CC631C3DE10F}"/>
              </a:ext>
            </a:extLst>
          </p:cNvPr>
          <p:cNvGrpSpPr/>
          <p:nvPr/>
        </p:nvGrpSpPr>
        <p:grpSpPr>
          <a:xfrm>
            <a:off x="386287" y="332520"/>
            <a:ext cx="1324440" cy="301320"/>
            <a:chOff x="386287" y="332520"/>
            <a:chExt cx="132444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1511" name="잉크 21510">
                  <a:extLst>
                    <a:ext uri="{FF2B5EF4-FFF2-40B4-BE49-F238E27FC236}">
                      <a16:creationId xmlns:a16="http://schemas.microsoft.com/office/drawing/2014/main" id="{44932BF0-8BED-65CF-CEFB-89453BDD21B1}"/>
                    </a:ext>
                  </a:extLst>
                </p14:cNvPr>
                <p14:cNvContentPartPr/>
                <p14:nvPr/>
              </p14:nvContentPartPr>
              <p14:xfrm>
                <a:off x="386287" y="386160"/>
                <a:ext cx="42480" cy="178920"/>
              </p14:xfrm>
            </p:contentPart>
          </mc:Choice>
          <mc:Fallback xmlns="">
            <p:pic>
              <p:nvPicPr>
                <p:cNvPr id="21511" name="잉크 21510">
                  <a:extLst>
                    <a:ext uri="{FF2B5EF4-FFF2-40B4-BE49-F238E27FC236}">
                      <a16:creationId xmlns:a16="http://schemas.microsoft.com/office/drawing/2014/main" id="{44932BF0-8BED-65CF-CEFB-89453BDD21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7287" y="377160"/>
                  <a:ext cx="60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1512" name="잉크 21511">
                  <a:extLst>
                    <a:ext uri="{FF2B5EF4-FFF2-40B4-BE49-F238E27FC236}">
                      <a16:creationId xmlns:a16="http://schemas.microsoft.com/office/drawing/2014/main" id="{0755B549-4949-254B-10E7-E071B7CE8EDB}"/>
                    </a:ext>
                  </a:extLst>
                </p14:cNvPr>
                <p14:cNvContentPartPr/>
                <p14:nvPr/>
              </p14:nvContentPartPr>
              <p14:xfrm>
                <a:off x="389887" y="349800"/>
                <a:ext cx="177120" cy="264240"/>
              </p14:xfrm>
            </p:contentPart>
          </mc:Choice>
          <mc:Fallback xmlns="">
            <p:pic>
              <p:nvPicPr>
                <p:cNvPr id="21512" name="잉크 21511">
                  <a:extLst>
                    <a:ext uri="{FF2B5EF4-FFF2-40B4-BE49-F238E27FC236}">
                      <a16:creationId xmlns:a16="http://schemas.microsoft.com/office/drawing/2014/main" id="{0755B549-4949-254B-10E7-E071B7CE8E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0887" y="340800"/>
                  <a:ext cx="194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1513" name="잉크 21512">
                  <a:extLst>
                    <a:ext uri="{FF2B5EF4-FFF2-40B4-BE49-F238E27FC236}">
                      <a16:creationId xmlns:a16="http://schemas.microsoft.com/office/drawing/2014/main" id="{B9D828B8-F3FF-0117-C180-C2454DD7A6FE}"/>
                    </a:ext>
                  </a:extLst>
                </p14:cNvPr>
                <p14:cNvContentPartPr/>
                <p14:nvPr/>
              </p14:nvContentPartPr>
              <p14:xfrm>
                <a:off x="646567" y="397680"/>
                <a:ext cx="145800" cy="189720"/>
              </p14:xfrm>
            </p:contentPart>
          </mc:Choice>
          <mc:Fallback xmlns="">
            <p:pic>
              <p:nvPicPr>
                <p:cNvPr id="21513" name="잉크 21512">
                  <a:extLst>
                    <a:ext uri="{FF2B5EF4-FFF2-40B4-BE49-F238E27FC236}">
                      <a16:creationId xmlns:a16="http://schemas.microsoft.com/office/drawing/2014/main" id="{B9D828B8-F3FF-0117-C180-C2454DD7A6F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7927" y="388680"/>
                  <a:ext cx="1634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1514" name="잉크 21513">
                  <a:extLst>
                    <a:ext uri="{FF2B5EF4-FFF2-40B4-BE49-F238E27FC236}">
                      <a16:creationId xmlns:a16="http://schemas.microsoft.com/office/drawing/2014/main" id="{63B00943-CB1D-236A-0941-1BC34E9609D3}"/>
                    </a:ext>
                  </a:extLst>
                </p14:cNvPr>
                <p14:cNvContentPartPr/>
                <p14:nvPr/>
              </p14:nvContentPartPr>
              <p14:xfrm>
                <a:off x="873727" y="448080"/>
                <a:ext cx="241200" cy="122040"/>
              </p14:xfrm>
            </p:contentPart>
          </mc:Choice>
          <mc:Fallback xmlns="">
            <p:pic>
              <p:nvPicPr>
                <p:cNvPr id="21514" name="잉크 21513">
                  <a:extLst>
                    <a:ext uri="{FF2B5EF4-FFF2-40B4-BE49-F238E27FC236}">
                      <a16:creationId xmlns:a16="http://schemas.microsoft.com/office/drawing/2014/main" id="{63B00943-CB1D-236A-0941-1BC34E9609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5087" y="439440"/>
                  <a:ext cx="258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1515" name="잉크 21514">
                  <a:extLst>
                    <a:ext uri="{FF2B5EF4-FFF2-40B4-BE49-F238E27FC236}">
                      <a16:creationId xmlns:a16="http://schemas.microsoft.com/office/drawing/2014/main" id="{4C962A0F-23D0-FA7C-FDEC-8151798D5566}"/>
                    </a:ext>
                  </a:extLst>
                </p14:cNvPr>
                <p14:cNvContentPartPr/>
                <p14:nvPr/>
              </p14:nvContentPartPr>
              <p14:xfrm>
                <a:off x="1166767" y="332520"/>
                <a:ext cx="171360" cy="279360"/>
              </p14:xfrm>
            </p:contentPart>
          </mc:Choice>
          <mc:Fallback xmlns="">
            <p:pic>
              <p:nvPicPr>
                <p:cNvPr id="21515" name="잉크 21514">
                  <a:extLst>
                    <a:ext uri="{FF2B5EF4-FFF2-40B4-BE49-F238E27FC236}">
                      <a16:creationId xmlns:a16="http://schemas.microsoft.com/office/drawing/2014/main" id="{4C962A0F-23D0-FA7C-FDEC-8151798D55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8127" y="323520"/>
                  <a:ext cx="189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1516" name="잉크 21515">
                  <a:extLst>
                    <a:ext uri="{FF2B5EF4-FFF2-40B4-BE49-F238E27FC236}">
                      <a16:creationId xmlns:a16="http://schemas.microsoft.com/office/drawing/2014/main" id="{2E19FED8-C12C-C76F-AEA0-8BE3E5BF682E}"/>
                    </a:ext>
                  </a:extLst>
                </p14:cNvPr>
                <p14:cNvContentPartPr/>
                <p14:nvPr/>
              </p14:nvContentPartPr>
              <p14:xfrm>
                <a:off x="1389967" y="346200"/>
                <a:ext cx="151920" cy="237240"/>
              </p14:xfrm>
            </p:contentPart>
          </mc:Choice>
          <mc:Fallback xmlns="">
            <p:pic>
              <p:nvPicPr>
                <p:cNvPr id="21516" name="잉크 21515">
                  <a:extLst>
                    <a:ext uri="{FF2B5EF4-FFF2-40B4-BE49-F238E27FC236}">
                      <a16:creationId xmlns:a16="http://schemas.microsoft.com/office/drawing/2014/main" id="{2E19FED8-C12C-C76F-AEA0-8BE3E5BF682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81327" y="337560"/>
                  <a:ext cx="169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1517" name="잉크 21516">
                  <a:extLst>
                    <a:ext uri="{FF2B5EF4-FFF2-40B4-BE49-F238E27FC236}">
                      <a16:creationId xmlns:a16="http://schemas.microsoft.com/office/drawing/2014/main" id="{A2905E25-278B-EB60-4682-C45217F59B32}"/>
                    </a:ext>
                  </a:extLst>
                </p14:cNvPr>
                <p14:cNvContentPartPr/>
                <p14:nvPr/>
              </p14:nvContentPartPr>
              <p14:xfrm>
                <a:off x="1606327" y="440520"/>
                <a:ext cx="104400" cy="193320"/>
              </p14:xfrm>
            </p:contentPart>
          </mc:Choice>
          <mc:Fallback xmlns="">
            <p:pic>
              <p:nvPicPr>
                <p:cNvPr id="21517" name="잉크 21516">
                  <a:extLst>
                    <a:ext uri="{FF2B5EF4-FFF2-40B4-BE49-F238E27FC236}">
                      <a16:creationId xmlns:a16="http://schemas.microsoft.com/office/drawing/2014/main" id="{A2905E25-278B-EB60-4682-C45217F59B3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97687" y="431880"/>
                  <a:ext cx="122040" cy="21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981075"/>
            <a:ext cx="8643938" cy="5305425"/>
          </a:xfrm>
          <a:noFill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ko-KR" altLang="en-US"/>
              <a:t> 계층 구조</a:t>
            </a:r>
            <a:endParaRPr lang="en-US" altLang="ko-KR"/>
          </a:p>
          <a:p>
            <a:pPr lvl="1"/>
            <a:r>
              <a:rPr lang="ko-KR" altLang="en-US"/>
              <a:t>모듈성 </a:t>
            </a:r>
            <a:r>
              <a:rPr lang="en-US" altLang="ko-KR"/>
              <a:t>(MODULARITY)</a:t>
            </a:r>
          </a:p>
          <a:p>
            <a:pPr lvl="2"/>
            <a:r>
              <a:rPr lang="ko-KR" altLang="en-US"/>
              <a:t>하나의 프로그램을 서로 영향을 받지 않는 부분들로 분리</a:t>
            </a:r>
            <a:endParaRPr lang="en-US" altLang="ko-KR"/>
          </a:p>
          <a:p>
            <a:pPr lvl="2"/>
            <a:r>
              <a:rPr lang="ko-KR" altLang="en-US"/>
              <a:t>시스템 오류 제거</a:t>
            </a:r>
            <a:r>
              <a:rPr lang="en-US" altLang="ko-KR"/>
              <a:t>(debugging)/</a:t>
            </a:r>
            <a:r>
              <a:rPr lang="ko-KR" altLang="en-US"/>
              <a:t>검증</a:t>
            </a:r>
            <a:r>
              <a:rPr lang="en-US" altLang="ko-KR"/>
              <a:t>(verification) </a:t>
            </a:r>
            <a:r>
              <a:rPr lang="ko-KR" altLang="en-US"/>
              <a:t>용이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계층 </a:t>
            </a:r>
            <a:r>
              <a:rPr lang="en-US" altLang="ko-KR"/>
              <a:t>(Layer) </a:t>
            </a:r>
            <a:r>
              <a:rPr lang="ko-KR" altLang="en-US"/>
              <a:t>기법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운영 체제를 여러 계층</a:t>
            </a:r>
            <a:r>
              <a:rPr lang="en-US" altLang="ko-KR"/>
              <a:t>(</a:t>
            </a:r>
            <a:r>
              <a:rPr lang="ko-KR" altLang="en-US"/>
              <a:t>또는 수준</a:t>
            </a:r>
            <a:r>
              <a:rPr lang="en-US" altLang="ko-KR"/>
              <a:t>)</a:t>
            </a:r>
            <a:r>
              <a:rPr lang="ko-KR" altLang="en-US"/>
              <a:t>으로 나눔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각 계층은 자기보다 낮은 계층 위에 만드는 기법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각 계층은 하위 계층에서 제공되는 기능과 서비스만을 사용</a:t>
            </a:r>
            <a:endParaRPr lang="en-US" altLang="ko-KR"/>
          </a:p>
          <a:p>
            <a:pPr lvl="1"/>
            <a:r>
              <a:rPr lang="en-US" altLang="ko-KR" sz="2000"/>
              <a:t>THE (Technische Hogeschool Eindhoven), Venus </a:t>
            </a:r>
            <a:r>
              <a:rPr lang="ko-KR" altLang="en-US" sz="2000"/>
              <a:t>시스템</a:t>
            </a:r>
            <a:r>
              <a:rPr lang="en-US" altLang="ko-KR" sz="2000"/>
              <a:t>, OS/2</a:t>
            </a:r>
          </a:p>
          <a:p>
            <a:pPr lvl="1"/>
            <a:endParaRPr lang="en-US" altLang="ko-KR" sz="2000"/>
          </a:p>
          <a:p>
            <a:pPr lvl="1">
              <a:lnSpc>
                <a:spcPct val="90000"/>
              </a:lnSpc>
            </a:pPr>
            <a:r>
              <a:rPr lang="ko-KR" altLang="en-US"/>
              <a:t>계층 구조 어려움</a:t>
            </a:r>
          </a:p>
          <a:p>
            <a:pPr lvl="2">
              <a:lnSpc>
                <a:spcPct val="90000"/>
              </a:lnSpc>
            </a:pPr>
            <a:r>
              <a:rPr lang="ko-KR" altLang="en-US" sz="1800"/>
              <a:t>계층의 정의 또는 결정</a:t>
            </a:r>
          </a:p>
          <a:p>
            <a:pPr lvl="2">
              <a:lnSpc>
                <a:spcPct val="90000"/>
              </a:lnSpc>
            </a:pPr>
            <a:r>
              <a:rPr lang="ko-KR" altLang="en-US" sz="1800"/>
              <a:t>계층 정의에 위배되는 경우가 자주 발생</a:t>
            </a:r>
            <a:endParaRPr lang="en-US" altLang="ko-KR" sz="1800"/>
          </a:p>
          <a:p>
            <a:pPr lvl="1"/>
            <a:endParaRPr lang="en-US" altLang="ko-KR" sz="2000"/>
          </a:p>
          <a:p>
            <a:pPr lvl="2">
              <a:lnSpc>
                <a:spcPct val="90000"/>
              </a:lnSpc>
            </a:pPr>
            <a:endParaRPr lang="ko-KR" altLang="en-US"/>
          </a:p>
          <a:p>
            <a:pPr lvl="2">
              <a:lnSpc>
                <a:spcPct val="90000"/>
              </a:lnSpc>
            </a:pPr>
            <a:endParaRPr lang="en-US" altLang="ko-KR"/>
          </a:p>
        </p:txBody>
      </p:sp>
      <p:sp>
        <p:nvSpPr>
          <p:cNvPr id="2253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1865ED-4384-440A-A350-0176EAE9B63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2532" name="Picture 4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" t="10806" r="1018" b="10806"/>
          <a:stretch>
            <a:fillRect/>
          </a:stretch>
        </p:blipFill>
        <p:spPr bwMode="auto">
          <a:xfrm>
            <a:off x="5613400" y="4797425"/>
            <a:ext cx="3316288" cy="198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85875"/>
            <a:ext cx="8750300" cy="5000625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마이크로커널</a:t>
            </a:r>
            <a:r>
              <a:rPr lang="ko-KR" altLang="en-US" dirty="0">
                <a:latin typeface="+mn-ea"/>
              </a:rPr>
              <a:t> 구조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200" dirty="0" err="1">
                <a:latin typeface="+mn-ea"/>
              </a:rPr>
              <a:t>커널로부터</a:t>
            </a:r>
            <a:r>
              <a:rPr lang="ko-KR" altLang="en-US" sz="2200" dirty="0">
                <a:latin typeface="+mn-ea"/>
              </a:rPr>
              <a:t> 많은 기능을 제거하고  “사용자” 공간으로 이전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200" dirty="0" err="1">
                <a:latin typeface="+mn-ea"/>
              </a:rPr>
              <a:t>커널은</a:t>
            </a:r>
            <a:r>
              <a:rPr lang="ko-KR" altLang="en-US" sz="2200" dirty="0">
                <a:latin typeface="+mn-ea"/>
              </a:rPr>
              <a:t> 최소한의 프로세스 및 메모리 관리와 통신 기능을 담당</a:t>
            </a:r>
            <a:endParaRPr lang="en-US" altLang="ko-KR" sz="22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200" dirty="0">
                <a:latin typeface="+mn-ea"/>
              </a:rPr>
              <a:t>장점</a:t>
            </a:r>
          </a:p>
          <a:p>
            <a:pPr lvl="2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운영 체제 확장의 용이성</a:t>
            </a:r>
          </a:p>
          <a:p>
            <a:pPr lvl="2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운영 체제를 새로운 하드웨어로 </a:t>
            </a:r>
            <a:r>
              <a:rPr lang="ko-KR" altLang="en-US" dirty="0" err="1">
                <a:latin typeface="+mn-ea"/>
              </a:rPr>
              <a:t>포팅하기</a:t>
            </a:r>
            <a:r>
              <a:rPr lang="ko-KR" altLang="en-US" dirty="0">
                <a:latin typeface="+mn-ea"/>
              </a:rPr>
              <a:t> 쉬움</a:t>
            </a:r>
            <a:endParaRPr lang="en-US" altLang="ko-KR" dirty="0">
              <a:latin typeface="+mn-ea"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en-US" dirty="0">
                <a:latin typeface="+mn-ea"/>
              </a:rPr>
              <a:t>보안과 신뢰성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200" dirty="0">
                <a:latin typeface="+mn-ea"/>
              </a:rPr>
              <a:t>예</a:t>
            </a:r>
            <a:r>
              <a:rPr lang="en-US" altLang="ko-KR" sz="2200" dirty="0">
                <a:latin typeface="+mn-ea"/>
              </a:rPr>
              <a:t>: Mach, QNX, Windows NT</a:t>
            </a:r>
          </a:p>
        </p:txBody>
      </p:sp>
      <p:sp>
        <p:nvSpPr>
          <p:cNvPr id="2457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45965F-B9DF-455F-85AC-185E38FBCDF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35B371D-DA10-11C8-2C48-7D30B4336013}"/>
              </a:ext>
            </a:extLst>
          </p:cNvPr>
          <p:cNvGrpSpPr/>
          <p:nvPr/>
        </p:nvGrpSpPr>
        <p:grpSpPr>
          <a:xfrm>
            <a:off x="376927" y="994920"/>
            <a:ext cx="404640" cy="301680"/>
            <a:chOff x="376927" y="994920"/>
            <a:chExt cx="40464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CC0A1A49-8A6E-3F47-002F-2490B7FBB8F2}"/>
                    </a:ext>
                  </a:extLst>
                </p14:cNvPr>
                <p14:cNvContentPartPr/>
                <p14:nvPr/>
              </p14:nvContentPartPr>
              <p14:xfrm>
                <a:off x="376927" y="994920"/>
                <a:ext cx="141120" cy="22932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CC0A1A49-8A6E-3F47-002F-2490B7FBB8F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7927" y="986280"/>
                  <a:ext cx="158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DD62B2A-D76D-377C-C8E7-6C2BB6EB7577}"/>
                    </a:ext>
                  </a:extLst>
                </p14:cNvPr>
                <p14:cNvContentPartPr/>
                <p14:nvPr/>
              </p14:nvContentPartPr>
              <p14:xfrm>
                <a:off x="556927" y="1038120"/>
                <a:ext cx="124200" cy="1746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DD62B2A-D76D-377C-C8E7-6C2BB6EB75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8287" y="1029480"/>
                  <a:ext cx="1418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0AC62BAA-9CD3-BD9B-845E-CEAC3F2EC89D}"/>
                    </a:ext>
                  </a:extLst>
                </p14:cNvPr>
                <p14:cNvContentPartPr/>
                <p14:nvPr/>
              </p14:nvContentPartPr>
              <p14:xfrm>
                <a:off x="711727" y="1119480"/>
                <a:ext cx="69840" cy="1771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0AC62BAA-9CD3-BD9B-845E-CEAC3F2EC89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2727" y="1110840"/>
                  <a:ext cx="87480" cy="194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 descr="C:\Documents and Settings\Hanami\바탕 화면\운영체제\(강의교안)_그림파일_1장-13장\ch02_운영체제 소개\ch02-25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4"/>
          <a:stretch>
            <a:fillRect/>
          </a:stretch>
        </p:blipFill>
        <p:spPr bwMode="auto">
          <a:xfrm>
            <a:off x="285750" y="2428875"/>
            <a:ext cx="8631238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D2E2F1-56F1-4E7B-BD9F-E8933981CD6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51D30E-E1ED-B1B7-C047-090DEB25B22D}"/>
              </a:ext>
            </a:extLst>
          </p:cNvPr>
          <p:cNvGrpSpPr/>
          <p:nvPr/>
        </p:nvGrpSpPr>
        <p:grpSpPr>
          <a:xfrm>
            <a:off x="2280967" y="3336000"/>
            <a:ext cx="1959840" cy="2016720"/>
            <a:chOff x="2280967" y="3336000"/>
            <a:chExt cx="1959840" cy="20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8653992A-C621-0721-7B2C-CD0F0C1E89F3}"/>
                    </a:ext>
                  </a:extLst>
                </p14:cNvPr>
                <p14:cNvContentPartPr/>
                <p14:nvPr/>
              </p14:nvContentPartPr>
              <p14:xfrm>
                <a:off x="2280967" y="4620840"/>
                <a:ext cx="861480" cy="73188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8653992A-C621-0721-7B2C-CD0F0C1E89F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72327" y="4611840"/>
                  <a:ext cx="87912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9FBCD8A-346C-C583-93DC-303775915987}"/>
                    </a:ext>
                  </a:extLst>
                </p14:cNvPr>
                <p14:cNvContentPartPr/>
                <p14:nvPr/>
              </p14:nvContentPartPr>
              <p14:xfrm>
                <a:off x="3098527" y="4464240"/>
                <a:ext cx="965160" cy="8787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9FBCD8A-346C-C583-93DC-30377591598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89887" y="4455600"/>
                  <a:ext cx="982800" cy="89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A36F3DE-A9EB-6B71-6368-BF60558B72B0}"/>
                    </a:ext>
                  </a:extLst>
                </p14:cNvPr>
                <p14:cNvContentPartPr/>
                <p14:nvPr/>
              </p14:nvContentPartPr>
              <p14:xfrm>
                <a:off x="2957767" y="3418080"/>
                <a:ext cx="824400" cy="13014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A36F3DE-A9EB-6B71-6368-BF60558B72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48767" y="3409440"/>
                  <a:ext cx="842040" cy="13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C59EE3F-1C09-A43E-FA25-4AC861E7E173}"/>
                    </a:ext>
                  </a:extLst>
                </p14:cNvPr>
                <p14:cNvContentPartPr/>
                <p14:nvPr/>
              </p14:nvContentPartPr>
              <p14:xfrm>
                <a:off x="3911767" y="3336000"/>
                <a:ext cx="329040" cy="12117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C59EE3F-1C09-A43E-FA25-4AC861E7E17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02767" y="3327360"/>
                  <a:ext cx="346680" cy="12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2" name="그룹 25621">
            <a:extLst>
              <a:ext uri="{FF2B5EF4-FFF2-40B4-BE49-F238E27FC236}">
                <a16:creationId xmlns:a16="http://schemas.microsoft.com/office/drawing/2014/main" id="{230085F1-F301-604C-755C-148BBF1912E7}"/>
              </a:ext>
            </a:extLst>
          </p:cNvPr>
          <p:cNvGrpSpPr/>
          <p:nvPr/>
        </p:nvGrpSpPr>
        <p:grpSpPr>
          <a:xfrm>
            <a:off x="271087" y="5240400"/>
            <a:ext cx="1079640" cy="906840"/>
            <a:chOff x="271087" y="5240400"/>
            <a:chExt cx="1079640" cy="90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484C029-C6FA-2218-862F-4E9FD2DB6D16}"/>
                    </a:ext>
                  </a:extLst>
                </p14:cNvPr>
                <p14:cNvContentPartPr/>
                <p14:nvPr/>
              </p14:nvContentPartPr>
              <p14:xfrm>
                <a:off x="271087" y="5240400"/>
                <a:ext cx="176040" cy="6602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484C029-C6FA-2218-862F-4E9FD2DB6D1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2087" y="5231400"/>
                  <a:ext cx="19368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7CB9E85-2F25-0680-84FA-2B25AC705ED1}"/>
                    </a:ext>
                  </a:extLst>
                </p14:cNvPr>
                <p14:cNvContentPartPr/>
                <p14:nvPr/>
              </p14:nvContentPartPr>
              <p14:xfrm>
                <a:off x="501847" y="5813520"/>
                <a:ext cx="89640" cy="979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7CB9E85-2F25-0680-84FA-2B25AC705ED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2847" y="5804880"/>
                  <a:ext cx="107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384E185-508B-5064-29D9-A0969E3C78FF}"/>
                    </a:ext>
                  </a:extLst>
                </p14:cNvPr>
                <p14:cNvContentPartPr/>
                <p14:nvPr/>
              </p14:nvContentPartPr>
              <p14:xfrm>
                <a:off x="475927" y="5925840"/>
                <a:ext cx="154080" cy="1364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384E185-508B-5064-29D9-A0969E3C78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7287" y="5916840"/>
                  <a:ext cx="171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ABC8BB2-9FE6-B676-BBD4-1AD65EA2EC01}"/>
                    </a:ext>
                  </a:extLst>
                </p14:cNvPr>
                <p14:cNvContentPartPr/>
                <p14:nvPr/>
              </p14:nvContentPartPr>
              <p14:xfrm>
                <a:off x="660607" y="5865360"/>
                <a:ext cx="17280" cy="16092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ABC8BB2-9FE6-B676-BBD4-1AD65EA2EC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1607" y="5856720"/>
                  <a:ext cx="34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87FB8F1-288C-CA6A-4B9C-245B3401471B}"/>
                    </a:ext>
                  </a:extLst>
                </p14:cNvPr>
                <p14:cNvContentPartPr/>
                <p14:nvPr/>
              </p14:nvContentPartPr>
              <p14:xfrm>
                <a:off x="614167" y="5988480"/>
                <a:ext cx="96120" cy="1256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87FB8F1-288C-CA6A-4B9C-245B3401471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5167" y="5979480"/>
                  <a:ext cx="113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ED4F37F-B314-92CB-AF9D-E1BD84EFAE2B}"/>
                    </a:ext>
                  </a:extLst>
                </p14:cNvPr>
                <p14:cNvContentPartPr/>
                <p14:nvPr/>
              </p14:nvContentPartPr>
              <p14:xfrm>
                <a:off x="716767" y="5847360"/>
                <a:ext cx="186120" cy="2188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ED4F37F-B314-92CB-AF9D-E1BD84EFAE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7767" y="5838360"/>
                  <a:ext cx="2037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C79FA35C-58F1-B88A-F40A-60CBA4DB6928}"/>
                    </a:ext>
                  </a:extLst>
                </p14:cNvPr>
                <p14:cNvContentPartPr/>
                <p14:nvPr/>
              </p14:nvContentPartPr>
              <p14:xfrm>
                <a:off x="921967" y="5863920"/>
                <a:ext cx="97560" cy="921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C79FA35C-58F1-B88A-F40A-60CBA4DB692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3327" y="5854920"/>
                  <a:ext cx="115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C0BC9AE-9EFC-22F9-E20C-AE4F28746E35}"/>
                    </a:ext>
                  </a:extLst>
                </p14:cNvPr>
                <p14:cNvContentPartPr/>
                <p14:nvPr/>
              </p14:nvContentPartPr>
              <p14:xfrm>
                <a:off x="914767" y="5960400"/>
                <a:ext cx="160920" cy="1868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C0BC9AE-9EFC-22F9-E20C-AE4F28746E3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06127" y="5951760"/>
                  <a:ext cx="1785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2FC0955-11E5-23A4-4446-3C1ED2E69012}"/>
                    </a:ext>
                  </a:extLst>
                </p14:cNvPr>
                <p14:cNvContentPartPr/>
                <p14:nvPr/>
              </p14:nvContentPartPr>
              <p14:xfrm>
                <a:off x="1175047" y="6065160"/>
                <a:ext cx="16920" cy="68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2FC0955-11E5-23A4-4446-3C1ED2E6901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66047" y="6056520"/>
                  <a:ext cx="34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1838B65-B9A2-C28F-2F26-2CAC877067AF}"/>
                    </a:ext>
                  </a:extLst>
                </p14:cNvPr>
                <p14:cNvContentPartPr/>
                <p14:nvPr/>
              </p14:nvContentPartPr>
              <p14:xfrm>
                <a:off x="1244167" y="6048240"/>
                <a:ext cx="106560" cy="133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1838B65-B9A2-C28F-2F26-2CAC877067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5167" y="6039240"/>
                  <a:ext cx="1242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1" name="그룹 25620">
            <a:extLst>
              <a:ext uri="{FF2B5EF4-FFF2-40B4-BE49-F238E27FC236}">
                <a16:creationId xmlns:a16="http://schemas.microsoft.com/office/drawing/2014/main" id="{9E8F3303-0E3B-0143-B4AF-9A29CA8957AF}"/>
              </a:ext>
            </a:extLst>
          </p:cNvPr>
          <p:cNvGrpSpPr/>
          <p:nvPr/>
        </p:nvGrpSpPr>
        <p:grpSpPr>
          <a:xfrm>
            <a:off x="1533607" y="5782200"/>
            <a:ext cx="3025440" cy="293040"/>
            <a:chOff x="1533607" y="5782200"/>
            <a:chExt cx="30254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F718DDB-91F0-FB22-05DA-00A0AA925FD2}"/>
                    </a:ext>
                  </a:extLst>
                </p14:cNvPr>
                <p14:cNvContentPartPr/>
                <p14:nvPr/>
              </p14:nvContentPartPr>
              <p14:xfrm>
                <a:off x="1533607" y="5874000"/>
                <a:ext cx="25560" cy="1749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F718DDB-91F0-FB22-05DA-00A0AA925FD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24607" y="5865360"/>
                  <a:ext cx="43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F4DCEE5-0AEC-B9ED-1815-FF2BB8F23F57}"/>
                    </a:ext>
                  </a:extLst>
                </p14:cNvPr>
                <p14:cNvContentPartPr/>
                <p14:nvPr/>
              </p14:nvContentPartPr>
              <p14:xfrm>
                <a:off x="1538287" y="5893800"/>
                <a:ext cx="88920" cy="1267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F4DCEE5-0AEC-B9ED-1815-FF2BB8F23F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29287" y="5884800"/>
                  <a:ext cx="1065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C1B00C7-4BD1-A4AA-6CA8-D6378990DE50}"/>
                    </a:ext>
                  </a:extLst>
                </p14:cNvPr>
                <p14:cNvContentPartPr/>
                <p14:nvPr/>
              </p14:nvContentPartPr>
              <p14:xfrm>
                <a:off x="1542247" y="5899200"/>
                <a:ext cx="169560" cy="1533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C1B00C7-4BD1-A4AA-6CA8-D6378990DE5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33607" y="5890560"/>
                  <a:ext cx="187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DE88096-28DC-D946-B3EE-4DF797DC33D9}"/>
                    </a:ext>
                  </a:extLst>
                </p14:cNvPr>
                <p14:cNvContentPartPr/>
                <p14:nvPr/>
              </p14:nvContentPartPr>
              <p14:xfrm>
                <a:off x="1730887" y="5892000"/>
                <a:ext cx="116280" cy="1612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DE88096-28DC-D946-B3EE-4DF797DC33D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22247" y="5883000"/>
                  <a:ext cx="133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37960FD-8F19-377F-5B45-5D9809F58B0F}"/>
                    </a:ext>
                  </a:extLst>
                </p14:cNvPr>
                <p14:cNvContentPartPr/>
                <p14:nvPr/>
              </p14:nvContentPartPr>
              <p14:xfrm>
                <a:off x="1858327" y="5895960"/>
                <a:ext cx="63360" cy="1170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37960FD-8F19-377F-5B45-5D9809F58B0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849327" y="5886960"/>
                  <a:ext cx="81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F24AC8B-28A4-A98C-0D12-020FE9AEE4CC}"/>
                    </a:ext>
                  </a:extLst>
                </p14:cNvPr>
                <p14:cNvContentPartPr/>
                <p14:nvPr/>
              </p14:nvContentPartPr>
              <p14:xfrm>
                <a:off x="1927807" y="5864640"/>
                <a:ext cx="95040" cy="1706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F24AC8B-28A4-A98C-0D12-020FE9AEE4C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919167" y="5856000"/>
                  <a:ext cx="112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71132ED5-9538-A36E-B389-EDD05D22C37A}"/>
                    </a:ext>
                  </a:extLst>
                </p14:cNvPr>
                <p14:cNvContentPartPr/>
                <p14:nvPr/>
              </p14:nvContentPartPr>
              <p14:xfrm>
                <a:off x="1960567" y="5882280"/>
                <a:ext cx="186120" cy="15660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71132ED5-9538-A36E-B389-EDD05D22C37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51927" y="5873640"/>
                  <a:ext cx="203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C2E5324-55CC-D10E-47E8-2F9048278433}"/>
                    </a:ext>
                  </a:extLst>
                </p14:cNvPr>
                <p14:cNvContentPartPr/>
                <p14:nvPr/>
              </p14:nvContentPartPr>
              <p14:xfrm>
                <a:off x="2123647" y="5969040"/>
                <a:ext cx="72000" cy="104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C2E5324-55CC-D10E-47E8-2F904827843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14647" y="5960400"/>
                  <a:ext cx="89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8265EDA7-7008-BB8C-F03D-4AF7C03D7E33}"/>
                    </a:ext>
                  </a:extLst>
                </p14:cNvPr>
                <p14:cNvContentPartPr/>
                <p14:nvPr/>
              </p14:nvContentPartPr>
              <p14:xfrm>
                <a:off x="2199247" y="5899920"/>
                <a:ext cx="203400" cy="17532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8265EDA7-7008-BB8C-F03D-4AF7C03D7E3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90247" y="5890920"/>
                  <a:ext cx="2210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0432E19-694E-B787-2313-187236B0DC86}"/>
                    </a:ext>
                  </a:extLst>
                </p14:cNvPr>
                <p14:cNvContentPartPr/>
                <p14:nvPr/>
              </p14:nvContentPartPr>
              <p14:xfrm>
                <a:off x="2370607" y="5954280"/>
                <a:ext cx="69480" cy="180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0432E19-694E-B787-2313-187236B0DC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61967" y="5945640"/>
                  <a:ext cx="87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D0F7BEE-1FF6-AC6B-13A1-81FD1A2F537E}"/>
                    </a:ext>
                  </a:extLst>
                </p14:cNvPr>
                <p14:cNvContentPartPr/>
                <p14:nvPr/>
              </p14:nvContentPartPr>
              <p14:xfrm>
                <a:off x="2526127" y="5876520"/>
                <a:ext cx="248040" cy="1720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D0F7BEE-1FF6-AC6B-13A1-81FD1A2F53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17487" y="5867520"/>
                  <a:ext cx="265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5600" name="잉크 25599">
                  <a:extLst>
                    <a:ext uri="{FF2B5EF4-FFF2-40B4-BE49-F238E27FC236}">
                      <a16:creationId xmlns:a16="http://schemas.microsoft.com/office/drawing/2014/main" id="{41F2468C-DBDE-70D2-6695-BE3900710635}"/>
                    </a:ext>
                  </a:extLst>
                </p14:cNvPr>
                <p14:cNvContentPartPr/>
                <p14:nvPr/>
              </p14:nvContentPartPr>
              <p14:xfrm>
                <a:off x="2919247" y="5854200"/>
                <a:ext cx="32040" cy="182520"/>
              </p14:xfrm>
            </p:contentPart>
          </mc:Choice>
          <mc:Fallback xmlns="">
            <p:pic>
              <p:nvPicPr>
                <p:cNvPr id="25600" name="잉크 25599">
                  <a:extLst>
                    <a:ext uri="{FF2B5EF4-FFF2-40B4-BE49-F238E27FC236}">
                      <a16:creationId xmlns:a16="http://schemas.microsoft.com/office/drawing/2014/main" id="{41F2468C-DBDE-70D2-6695-BE390071063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910247" y="5845560"/>
                  <a:ext cx="496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5601" name="잉크 25600">
                  <a:extLst>
                    <a:ext uri="{FF2B5EF4-FFF2-40B4-BE49-F238E27FC236}">
                      <a16:creationId xmlns:a16="http://schemas.microsoft.com/office/drawing/2014/main" id="{AA9055C6-E89B-A9DF-6884-BC64C4A02952}"/>
                    </a:ext>
                  </a:extLst>
                </p14:cNvPr>
                <p14:cNvContentPartPr/>
                <p14:nvPr/>
              </p14:nvContentPartPr>
              <p14:xfrm>
                <a:off x="2919247" y="5883000"/>
                <a:ext cx="129240" cy="168480"/>
              </p14:xfrm>
            </p:contentPart>
          </mc:Choice>
          <mc:Fallback xmlns="">
            <p:pic>
              <p:nvPicPr>
                <p:cNvPr id="25601" name="잉크 25600">
                  <a:extLst>
                    <a:ext uri="{FF2B5EF4-FFF2-40B4-BE49-F238E27FC236}">
                      <a16:creationId xmlns:a16="http://schemas.microsoft.com/office/drawing/2014/main" id="{AA9055C6-E89B-A9DF-6884-BC64C4A0295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910247" y="5874000"/>
                  <a:ext cx="146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5604" name="잉크 25603">
                  <a:extLst>
                    <a:ext uri="{FF2B5EF4-FFF2-40B4-BE49-F238E27FC236}">
                      <a16:creationId xmlns:a16="http://schemas.microsoft.com/office/drawing/2014/main" id="{3A19F509-0C2D-74A8-BEE4-72D0B7803859}"/>
                    </a:ext>
                  </a:extLst>
                </p14:cNvPr>
                <p14:cNvContentPartPr/>
                <p14:nvPr/>
              </p14:nvContentPartPr>
              <p14:xfrm>
                <a:off x="3033007" y="5919360"/>
                <a:ext cx="95400" cy="19800"/>
              </p14:xfrm>
            </p:contentPart>
          </mc:Choice>
          <mc:Fallback xmlns="">
            <p:pic>
              <p:nvPicPr>
                <p:cNvPr id="25604" name="잉크 25603">
                  <a:extLst>
                    <a:ext uri="{FF2B5EF4-FFF2-40B4-BE49-F238E27FC236}">
                      <a16:creationId xmlns:a16="http://schemas.microsoft.com/office/drawing/2014/main" id="{3A19F509-0C2D-74A8-BEE4-72D0B780385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024007" y="5910360"/>
                  <a:ext cx="11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5605" name="잉크 25604">
                  <a:extLst>
                    <a:ext uri="{FF2B5EF4-FFF2-40B4-BE49-F238E27FC236}">
                      <a16:creationId xmlns:a16="http://schemas.microsoft.com/office/drawing/2014/main" id="{1C119668-37CB-306F-C3A7-7237558CFB98}"/>
                    </a:ext>
                  </a:extLst>
                </p14:cNvPr>
                <p14:cNvContentPartPr/>
                <p14:nvPr/>
              </p14:nvContentPartPr>
              <p14:xfrm>
                <a:off x="3110767" y="5841240"/>
                <a:ext cx="111600" cy="151920"/>
              </p14:xfrm>
            </p:contentPart>
          </mc:Choice>
          <mc:Fallback xmlns="">
            <p:pic>
              <p:nvPicPr>
                <p:cNvPr id="25605" name="잉크 25604">
                  <a:extLst>
                    <a:ext uri="{FF2B5EF4-FFF2-40B4-BE49-F238E27FC236}">
                      <a16:creationId xmlns:a16="http://schemas.microsoft.com/office/drawing/2014/main" id="{1C119668-37CB-306F-C3A7-7237558CFB9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102127" y="5832600"/>
                  <a:ext cx="1292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5606" name="잉크 25605">
                  <a:extLst>
                    <a:ext uri="{FF2B5EF4-FFF2-40B4-BE49-F238E27FC236}">
                      <a16:creationId xmlns:a16="http://schemas.microsoft.com/office/drawing/2014/main" id="{EB24589B-FC54-78FB-5988-A724105F156B}"/>
                    </a:ext>
                  </a:extLst>
                </p14:cNvPr>
                <p14:cNvContentPartPr/>
                <p14:nvPr/>
              </p14:nvContentPartPr>
              <p14:xfrm>
                <a:off x="3068647" y="5941680"/>
                <a:ext cx="182160" cy="122040"/>
              </p14:xfrm>
            </p:contentPart>
          </mc:Choice>
          <mc:Fallback xmlns="">
            <p:pic>
              <p:nvPicPr>
                <p:cNvPr id="25606" name="잉크 25605">
                  <a:extLst>
                    <a:ext uri="{FF2B5EF4-FFF2-40B4-BE49-F238E27FC236}">
                      <a16:creationId xmlns:a16="http://schemas.microsoft.com/office/drawing/2014/main" id="{EB24589B-FC54-78FB-5988-A724105F156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059647" y="5932680"/>
                  <a:ext cx="199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5607" name="잉크 25606">
                  <a:extLst>
                    <a:ext uri="{FF2B5EF4-FFF2-40B4-BE49-F238E27FC236}">
                      <a16:creationId xmlns:a16="http://schemas.microsoft.com/office/drawing/2014/main" id="{0659C227-521F-A177-18C0-BEC76706C8ED}"/>
                    </a:ext>
                  </a:extLst>
                </p14:cNvPr>
                <p14:cNvContentPartPr/>
                <p14:nvPr/>
              </p14:nvContentPartPr>
              <p14:xfrm>
                <a:off x="3241447" y="5874000"/>
                <a:ext cx="154440" cy="125640"/>
              </p14:xfrm>
            </p:contentPart>
          </mc:Choice>
          <mc:Fallback xmlns="">
            <p:pic>
              <p:nvPicPr>
                <p:cNvPr id="25607" name="잉크 25606">
                  <a:extLst>
                    <a:ext uri="{FF2B5EF4-FFF2-40B4-BE49-F238E27FC236}">
                      <a16:creationId xmlns:a16="http://schemas.microsoft.com/office/drawing/2014/main" id="{0659C227-521F-A177-18C0-BEC76706C8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232447" y="5865360"/>
                  <a:ext cx="1720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5608" name="잉크 25607">
                  <a:extLst>
                    <a:ext uri="{FF2B5EF4-FFF2-40B4-BE49-F238E27FC236}">
                      <a16:creationId xmlns:a16="http://schemas.microsoft.com/office/drawing/2014/main" id="{55B0BEEA-123E-D952-0746-64035B1AF413}"/>
                    </a:ext>
                  </a:extLst>
                </p14:cNvPr>
                <p14:cNvContentPartPr/>
                <p14:nvPr/>
              </p14:nvContentPartPr>
              <p14:xfrm>
                <a:off x="3402007" y="5894160"/>
                <a:ext cx="73440" cy="174240"/>
              </p14:xfrm>
            </p:contentPart>
          </mc:Choice>
          <mc:Fallback xmlns="">
            <p:pic>
              <p:nvPicPr>
                <p:cNvPr id="25608" name="잉크 25607">
                  <a:extLst>
                    <a:ext uri="{FF2B5EF4-FFF2-40B4-BE49-F238E27FC236}">
                      <a16:creationId xmlns:a16="http://schemas.microsoft.com/office/drawing/2014/main" id="{55B0BEEA-123E-D952-0746-64035B1AF41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93007" y="5885160"/>
                  <a:ext cx="910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5609" name="잉크 25608">
                  <a:extLst>
                    <a:ext uri="{FF2B5EF4-FFF2-40B4-BE49-F238E27FC236}">
                      <a16:creationId xmlns:a16="http://schemas.microsoft.com/office/drawing/2014/main" id="{95CD58CA-00A7-3D83-AF25-0107008E7724}"/>
                    </a:ext>
                  </a:extLst>
                </p14:cNvPr>
                <p14:cNvContentPartPr/>
                <p14:nvPr/>
              </p14:nvContentPartPr>
              <p14:xfrm>
                <a:off x="3561847" y="5808480"/>
                <a:ext cx="118080" cy="11520"/>
              </p14:xfrm>
            </p:contentPart>
          </mc:Choice>
          <mc:Fallback xmlns="">
            <p:pic>
              <p:nvPicPr>
                <p:cNvPr id="25609" name="잉크 25608">
                  <a:extLst>
                    <a:ext uri="{FF2B5EF4-FFF2-40B4-BE49-F238E27FC236}">
                      <a16:creationId xmlns:a16="http://schemas.microsoft.com/office/drawing/2014/main" id="{95CD58CA-00A7-3D83-AF25-0107008E772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553207" y="5799840"/>
                  <a:ext cx="135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5610" name="잉크 25609">
                  <a:extLst>
                    <a:ext uri="{FF2B5EF4-FFF2-40B4-BE49-F238E27FC236}">
                      <a16:creationId xmlns:a16="http://schemas.microsoft.com/office/drawing/2014/main" id="{91873342-2F61-B820-938E-5E5CF039532B}"/>
                    </a:ext>
                  </a:extLst>
                </p14:cNvPr>
                <p14:cNvContentPartPr/>
                <p14:nvPr/>
              </p14:nvContentPartPr>
              <p14:xfrm>
                <a:off x="3584887" y="5841240"/>
                <a:ext cx="37800" cy="94320"/>
              </p14:xfrm>
            </p:contentPart>
          </mc:Choice>
          <mc:Fallback xmlns="">
            <p:pic>
              <p:nvPicPr>
                <p:cNvPr id="25610" name="잉크 25609">
                  <a:extLst>
                    <a:ext uri="{FF2B5EF4-FFF2-40B4-BE49-F238E27FC236}">
                      <a16:creationId xmlns:a16="http://schemas.microsoft.com/office/drawing/2014/main" id="{91873342-2F61-B820-938E-5E5CF039532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75887" y="5832600"/>
                  <a:ext cx="55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5611" name="잉크 25610">
                  <a:extLst>
                    <a:ext uri="{FF2B5EF4-FFF2-40B4-BE49-F238E27FC236}">
                      <a16:creationId xmlns:a16="http://schemas.microsoft.com/office/drawing/2014/main" id="{51A40D97-770B-B8F5-6A04-3C8E21DE1423}"/>
                    </a:ext>
                  </a:extLst>
                </p14:cNvPr>
                <p14:cNvContentPartPr/>
                <p14:nvPr/>
              </p14:nvContentPartPr>
              <p14:xfrm>
                <a:off x="3542407" y="5857800"/>
                <a:ext cx="199800" cy="133200"/>
              </p14:xfrm>
            </p:contentPart>
          </mc:Choice>
          <mc:Fallback xmlns="">
            <p:pic>
              <p:nvPicPr>
                <p:cNvPr id="25611" name="잉크 25610">
                  <a:extLst>
                    <a:ext uri="{FF2B5EF4-FFF2-40B4-BE49-F238E27FC236}">
                      <a16:creationId xmlns:a16="http://schemas.microsoft.com/office/drawing/2014/main" id="{51A40D97-770B-B8F5-6A04-3C8E21DE142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533407" y="5848800"/>
                  <a:ext cx="217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5612" name="잉크 25611">
                  <a:extLst>
                    <a:ext uri="{FF2B5EF4-FFF2-40B4-BE49-F238E27FC236}">
                      <a16:creationId xmlns:a16="http://schemas.microsoft.com/office/drawing/2014/main" id="{FD2196A0-C2AB-373F-BF5F-C7651B82F5DB}"/>
                    </a:ext>
                  </a:extLst>
                </p14:cNvPr>
                <p14:cNvContentPartPr/>
                <p14:nvPr/>
              </p14:nvContentPartPr>
              <p14:xfrm>
                <a:off x="3655807" y="5825400"/>
                <a:ext cx="97920" cy="122760"/>
              </p14:xfrm>
            </p:contentPart>
          </mc:Choice>
          <mc:Fallback xmlns="">
            <p:pic>
              <p:nvPicPr>
                <p:cNvPr id="25612" name="잉크 25611">
                  <a:extLst>
                    <a:ext uri="{FF2B5EF4-FFF2-40B4-BE49-F238E27FC236}">
                      <a16:creationId xmlns:a16="http://schemas.microsoft.com/office/drawing/2014/main" id="{FD2196A0-C2AB-373F-BF5F-C7651B82F5D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47167" y="5816760"/>
                  <a:ext cx="115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5613" name="잉크 25612">
                  <a:extLst>
                    <a:ext uri="{FF2B5EF4-FFF2-40B4-BE49-F238E27FC236}">
                      <a16:creationId xmlns:a16="http://schemas.microsoft.com/office/drawing/2014/main" id="{43C25C85-7C81-4489-B4DD-E2E842127B38}"/>
                    </a:ext>
                  </a:extLst>
                </p14:cNvPr>
                <p14:cNvContentPartPr/>
                <p14:nvPr/>
              </p14:nvContentPartPr>
              <p14:xfrm>
                <a:off x="3640327" y="5853120"/>
                <a:ext cx="267480" cy="177840"/>
              </p14:xfrm>
            </p:contentPart>
          </mc:Choice>
          <mc:Fallback xmlns="">
            <p:pic>
              <p:nvPicPr>
                <p:cNvPr id="25613" name="잉크 25612">
                  <a:extLst>
                    <a:ext uri="{FF2B5EF4-FFF2-40B4-BE49-F238E27FC236}">
                      <a16:creationId xmlns:a16="http://schemas.microsoft.com/office/drawing/2014/main" id="{43C25C85-7C81-4489-B4DD-E2E842127B3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631687" y="5844480"/>
                  <a:ext cx="285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5614" name="잉크 25613">
                  <a:extLst>
                    <a:ext uri="{FF2B5EF4-FFF2-40B4-BE49-F238E27FC236}">
                      <a16:creationId xmlns:a16="http://schemas.microsoft.com/office/drawing/2014/main" id="{BC65A8D3-B63C-28BA-C9DC-4699F3BE7D01}"/>
                    </a:ext>
                  </a:extLst>
                </p14:cNvPr>
                <p14:cNvContentPartPr/>
                <p14:nvPr/>
              </p14:nvContentPartPr>
              <p14:xfrm>
                <a:off x="3798007" y="5864640"/>
                <a:ext cx="193320" cy="187200"/>
              </p14:xfrm>
            </p:contentPart>
          </mc:Choice>
          <mc:Fallback xmlns="">
            <p:pic>
              <p:nvPicPr>
                <p:cNvPr id="25614" name="잉크 25613">
                  <a:extLst>
                    <a:ext uri="{FF2B5EF4-FFF2-40B4-BE49-F238E27FC236}">
                      <a16:creationId xmlns:a16="http://schemas.microsoft.com/office/drawing/2014/main" id="{BC65A8D3-B63C-28BA-C9DC-4699F3BE7D0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789367" y="5856000"/>
                  <a:ext cx="210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5615" name="잉크 25614">
                  <a:extLst>
                    <a:ext uri="{FF2B5EF4-FFF2-40B4-BE49-F238E27FC236}">
                      <a16:creationId xmlns:a16="http://schemas.microsoft.com/office/drawing/2014/main" id="{0AC0605A-E009-65F9-167D-39197864AB1E}"/>
                    </a:ext>
                  </a:extLst>
                </p14:cNvPr>
                <p14:cNvContentPartPr/>
                <p14:nvPr/>
              </p14:nvContentPartPr>
              <p14:xfrm>
                <a:off x="4133887" y="5782200"/>
                <a:ext cx="91440" cy="101880"/>
              </p14:xfrm>
            </p:contentPart>
          </mc:Choice>
          <mc:Fallback xmlns="">
            <p:pic>
              <p:nvPicPr>
                <p:cNvPr id="25615" name="잉크 25614">
                  <a:extLst>
                    <a:ext uri="{FF2B5EF4-FFF2-40B4-BE49-F238E27FC236}">
                      <a16:creationId xmlns:a16="http://schemas.microsoft.com/office/drawing/2014/main" id="{0AC0605A-E009-65F9-167D-39197864AB1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124887" y="5773200"/>
                  <a:ext cx="109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5616" name="잉크 25615">
                  <a:extLst>
                    <a:ext uri="{FF2B5EF4-FFF2-40B4-BE49-F238E27FC236}">
                      <a16:creationId xmlns:a16="http://schemas.microsoft.com/office/drawing/2014/main" id="{22CE9868-F1E6-325F-0171-EC4EAC9DF0F0}"/>
                    </a:ext>
                  </a:extLst>
                </p14:cNvPr>
                <p14:cNvContentPartPr/>
                <p14:nvPr/>
              </p14:nvContentPartPr>
              <p14:xfrm>
                <a:off x="4108687" y="5912160"/>
                <a:ext cx="154080" cy="150480"/>
              </p14:xfrm>
            </p:contentPart>
          </mc:Choice>
          <mc:Fallback xmlns="">
            <p:pic>
              <p:nvPicPr>
                <p:cNvPr id="25616" name="잉크 25615">
                  <a:extLst>
                    <a:ext uri="{FF2B5EF4-FFF2-40B4-BE49-F238E27FC236}">
                      <a16:creationId xmlns:a16="http://schemas.microsoft.com/office/drawing/2014/main" id="{22CE9868-F1E6-325F-0171-EC4EAC9DF0F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099687" y="5903520"/>
                  <a:ext cx="171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5617" name="잉크 25616">
                  <a:extLst>
                    <a:ext uri="{FF2B5EF4-FFF2-40B4-BE49-F238E27FC236}">
                      <a16:creationId xmlns:a16="http://schemas.microsoft.com/office/drawing/2014/main" id="{A8FA0365-E1BC-C5E0-43EF-7BB7FFEC816A}"/>
                    </a:ext>
                  </a:extLst>
                </p14:cNvPr>
                <p14:cNvContentPartPr/>
                <p14:nvPr/>
              </p14:nvContentPartPr>
              <p14:xfrm>
                <a:off x="4271407" y="5839440"/>
                <a:ext cx="101880" cy="191520"/>
              </p14:xfrm>
            </p:contentPart>
          </mc:Choice>
          <mc:Fallback xmlns="">
            <p:pic>
              <p:nvPicPr>
                <p:cNvPr id="25617" name="잉크 25616">
                  <a:extLst>
                    <a:ext uri="{FF2B5EF4-FFF2-40B4-BE49-F238E27FC236}">
                      <a16:creationId xmlns:a16="http://schemas.microsoft.com/office/drawing/2014/main" id="{A8FA0365-E1BC-C5E0-43EF-7BB7FFEC816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262407" y="5830800"/>
                  <a:ext cx="119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5618" name="잉크 25617">
                  <a:extLst>
                    <a:ext uri="{FF2B5EF4-FFF2-40B4-BE49-F238E27FC236}">
                      <a16:creationId xmlns:a16="http://schemas.microsoft.com/office/drawing/2014/main" id="{8FDF1351-6729-9D93-4BA1-09E3FB524E3D}"/>
                    </a:ext>
                  </a:extLst>
                </p14:cNvPr>
                <p14:cNvContentPartPr/>
                <p14:nvPr/>
              </p14:nvContentPartPr>
              <p14:xfrm>
                <a:off x="4293727" y="5891640"/>
                <a:ext cx="149040" cy="127440"/>
              </p14:xfrm>
            </p:contentPart>
          </mc:Choice>
          <mc:Fallback xmlns="">
            <p:pic>
              <p:nvPicPr>
                <p:cNvPr id="25618" name="잉크 25617">
                  <a:extLst>
                    <a:ext uri="{FF2B5EF4-FFF2-40B4-BE49-F238E27FC236}">
                      <a16:creationId xmlns:a16="http://schemas.microsoft.com/office/drawing/2014/main" id="{8FDF1351-6729-9D93-4BA1-09E3FB524E3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84727" y="5882640"/>
                  <a:ext cx="166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5619" name="잉크 25618">
                  <a:extLst>
                    <a:ext uri="{FF2B5EF4-FFF2-40B4-BE49-F238E27FC236}">
                      <a16:creationId xmlns:a16="http://schemas.microsoft.com/office/drawing/2014/main" id="{D432AF01-6305-3A00-4172-DED8E19A955B}"/>
                    </a:ext>
                  </a:extLst>
                </p14:cNvPr>
                <p14:cNvContentPartPr/>
                <p14:nvPr/>
              </p14:nvContentPartPr>
              <p14:xfrm>
                <a:off x="4457527" y="5831880"/>
                <a:ext cx="25920" cy="162360"/>
              </p14:xfrm>
            </p:contentPart>
          </mc:Choice>
          <mc:Fallback xmlns="">
            <p:pic>
              <p:nvPicPr>
                <p:cNvPr id="25619" name="잉크 25618">
                  <a:extLst>
                    <a:ext uri="{FF2B5EF4-FFF2-40B4-BE49-F238E27FC236}">
                      <a16:creationId xmlns:a16="http://schemas.microsoft.com/office/drawing/2014/main" id="{D432AF01-6305-3A00-4172-DED8E19A955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48887" y="5823240"/>
                  <a:ext cx="43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5620" name="잉크 25619">
                  <a:extLst>
                    <a:ext uri="{FF2B5EF4-FFF2-40B4-BE49-F238E27FC236}">
                      <a16:creationId xmlns:a16="http://schemas.microsoft.com/office/drawing/2014/main" id="{04AB9E9A-0278-0215-917C-9BABA7BA236E}"/>
                    </a:ext>
                  </a:extLst>
                </p14:cNvPr>
                <p14:cNvContentPartPr/>
                <p14:nvPr/>
              </p14:nvContentPartPr>
              <p14:xfrm>
                <a:off x="4472647" y="5862120"/>
                <a:ext cx="86400" cy="165240"/>
              </p14:xfrm>
            </p:contentPart>
          </mc:Choice>
          <mc:Fallback xmlns="">
            <p:pic>
              <p:nvPicPr>
                <p:cNvPr id="25620" name="잉크 25619">
                  <a:extLst>
                    <a:ext uri="{FF2B5EF4-FFF2-40B4-BE49-F238E27FC236}">
                      <a16:creationId xmlns:a16="http://schemas.microsoft.com/office/drawing/2014/main" id="{04AB9E9A-0278-0215-917C-9BABA7BA236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464007" y="5853120"/>
                  <a:ext cx="104040" cy="182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285875"/>
            <a:ext cx="8715375" cy="1495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 가상 기계</a:t>
            </a:r>
            <a:r>
              <a:rPr lang="en-US" altLang="ko-KR"/>
              <a:t>(Virtual Machine)</a:t>
            </a:r>
            <a:r>
              <a:rPr lang="ko-KR" altLang="en-US"/>
              <a:t> 개념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하드웨어와 운영 체제 커널을 모두 하드웨어처럼 취급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각 프로세스는 실제 컴퓨터의 사본을 제공함으로써 마치 실제 컴퓨터를 사용하는 것 같은 환경 제공</a:t>
            </a:r>
            <a:endParaRPr lang="en-US" altLang="ko-KR" sz="2000"/>
          </a:p>
          <a:p>
            <a:pPr lvl="1">
              <a:lnSpc>
                <a:spcPct val="90000"/>
              </a:lnSpc>
            </a:pPr>
            <a:endParaRPr lang="en-US" altLang="ko-KR"/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14B3CB-7020-48CE-8126-AE4544D2E63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" t="5818" r="1018" b="11987"/>
          <a:stretch>
            <a:fillRect/>
          </a:stretch>
        </p:blipFill>
        <p:spPr bwMode="auto">
          <a:xfrm>
            <a:off x="1908175" y="3051175"/>
            <a:ext cx="5337175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1622425" y="6356350"/>
            <a:ext cx="2006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50000"/>
              </a:spcBef>
              <a:buClrTx/>
              <a:buFontTx/>
              <a:buNone/>
            </a:pPr>
            <a:r>
              <a:rPr kumimoji="0" lang="en-US" altLang="ko-KR" sz="1600">
                <a:latin typeface="Helvetica" panose="020B0604020202020204" pitchFamily="34" charset="0"/>
              </a:rPr>
              <a:t>Non-virtual Machine</a:t>
            </a:r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5337175" y="6356350"/>
            <a:ext cx="1593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50000"/>
              </a:spcBef>
              <a:buClrTx/>
              <a:buFontTx/>
              <a:buNone/>
            </a:pPr>
            <a:r>
              <a:rPr kumimoji="0" lang="en-US" altLang="ko-KR" sz="1600">
                <a:latin typeface="Helvetica" panose="020B0604020202020204" pitchFamily="34" charset="0"/>
              </a:rPr>
              <a:t>Virtual Machine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BC3BB7-AAE2-6335-11A8-B5D727E511B8}"/>
              </a:ext>
            </a:extLst>
          </p:cNvPr>
          <p:cNvGrpSpPr/>
          <p:nvPr/>
        </p:nvGrpSpPr>
        <p:grpSpPr>
          <a:xfrm>
            <a:off x="490327" y="818160"/>
            <a:ext cx="1452600" cy="400320"/>
            <a:chOff x="490327" y="818160"/>
            <a:chExt cx="145260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D5957E60-44DA-8B97-E04C-41905EB651AB}"/>
                    </a:ext>
                  </a:extLst>
                </p14:cNvPr>
                <p14:cNvContentPartPr/>
                <p14:nvPr/>
              </p14:nvContentPartPr>
              <p14:xfrm>
                <a:off x="490327" y="1027680"/>
                <a:ext cx="227880" cy="1713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D5957E60-44DA-8B97-E04C-41905EB651A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1687" y="1018680"/>
                  <a:ext cx="245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B14136AA-A14A-C4A8-E577-8E1129FE4D36}"/>
                    </a:ext>
                  </a:extLst>
                </p14:cNvPr>
                <p14:cNvContentPartPr/>
                <p14:nvPr/>
              </p14:nvContentPartPr>
              <p14:xfrm>
                <a:off x="713167" y="1022280"/>
                <a:ext cx="84960" cy="1962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B14136AA-A14A-C4A8-E577-8E1129FE4D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04167" y="1013640"/>
                  <a:ext cx="102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6F249493-895F-1EDA-46FF-0DB216DCF441}"/>
                    </a:ext>
                  </a:extLst>
                </p14:cNvPr>
                <p14:cNvContentPartPr/>
                <p14:nvPr/>
              </p14:nvContentPartPr>
              <p14:xfrm>
                <a:off x="787687" y="991320"/>
                <a:ext cx="64080" cy="1612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6F249493-895F-1EDA-46FF-0DB216DCF4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9047" y="982680"/>
                  <a:ext cx="81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6FEDF31-507E-3D96-B675-10AAB286C84B}"/>
                    </a:ext>
                  </a:extLst>
                </p14:cNvPr>
                <p14:cNvContentPartPr/>
                <p14:nvPr/>
              </p14:nvContentPartPr>
              <p14:xfrm>
                <a:off x="855727" y="973680"/>
                <a:ext cx="163440" cy="2026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6FEDF31-507E-3D96-B675-10AAB286C8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6727" y="965040"/>
                  <a:ext cx="1810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3E1B938-2744-8F41-EEAF-F74112DB9B98}"/>
                    </a:ext>
                  </a:extLst>
                </p14:cNvPr>
                <p14:cNvContentPartPr/>
                <p14:nvPr/>
              </p14:nvContentPartPr>
              <p14:xfrm>
                <a:off x="1002247" y="1051080"/>
                <a:ext cx="74160" cy="79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3E1B938-2744-8F41-EEAF-F74112DB9B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3247" y="1042440"/>
                  <a:ext cx="91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8469504-DEF0-C5A4-3AB2-B0E30473E7D6}"/>
                    </a:ext>
                  </a:extLst>
                </p14:cNvPr>
                <p14:cNvContentPartPr/>
                <p14:nvPr/>
              </p14:nvContentPartPr>
              <p14:xfrm>
                <a:off x="1213567" y="911760"/>
                <a:ext cx="190080" cy="658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8469504-DEF0-C5A4-3AB2-B0E30473E7D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04927" y="902760"/>
                  <a:ext cx="207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3D71357-C0BF-C023-CCAB-8E2F1228EB91}"/>
                    </a:ext>
                  </a:extLst>
                </p14:cNvPr>
                <p14:cNvContentPartPr/>
                <p14:nvPr/>
              </p14:nvContentPartPr>
              <p14:xfrm>
                <a:off x="1325167" y="926880"/>
                <a:ext cx="90000" cy="216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3D71357-C0BF-C023-CCAB-8E2F1228EB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6527" y="918240"/>
                  <a:ext cx="1076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78CD195-5AEC-A0ED-31A6-E53AABEB4E70}"/>
                    </a:ext>
                  </a:extLst>
                </p14:cNvPr>
                <p14:cNvContentPartPr/>
                <p14:nvPr/>
              </p14:nvContentPartPr>
              <p14:xfrm>
                <a:off x="1464487" y="896640"/>
                <a:ext cx="129960" cy="177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78CD195-5AEC-A0ED-31A6-E53AABEB4E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55487" y="888000"/>
                  <a:ext cx="147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941F4A2-CBAD-ED21-1E5C-83F4AB595F56}"/>
                    </a:ext>
                  </a:extLst>
                </p14:cNvPr>
                <p14:cNvContentPartPr/>
                <p14:nvPr/>
              </p14:nvContentPartPr>
              <p14:xfrm>
                <a:off x="1607407" y="818160"/>
                <a:ext cx="335520" cy="2527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941F4A2-CBAD-ED21-1E5C-83F4AB595F5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8407" y="809160"/>
                  <a:ext cx="353160" cy="27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6DB1FB5-5524-B05D-2DA4-36DDCC7F839F}"/>
                  </a:ext>
                </a:extLst>
              </p14:cNvPr>
              <p14:cNvContentPartPr/>
              <p14:nvPr/>
            </p14:nvContentPartPr>
            <p14:xfrm>
              <a:off x="4641847" y="5069040"/>
              <a:ext cx="2776320" cy="47340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6DB1FB5-5524-B05D-2DA4-36DDCC7F839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33207" y="5060040"/>
                <a:ext cx="2793960" cy="4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357313"/>
            <a:ext cx="8929687" cy="49291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/>
              <a:t> </a:t>
            </a:r>
            <a:r>
              <a:rPr lang="ko-KR" altLang="en-US"/>
              <a:t>자바 가상 기계 </a:t>
            </a:r>
            <a:r>
              <a:rPr lang="en-US" altLang="ko-KR"/>
              <a:t>(Java Virtual Machine)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컴파일된 자바 프로그램</a:t>
            </a:r>
          </a:p>
          <a:p>
            <a:pPr lvl="2">
              <a:lnSpc>
                <a:spcPct val="90000"/>
              </a:lnSpc>
            </a:pPr>
            <a:r>
              <a:rPr lang="ko-KR" altLang="en-US"/>
              <a:t>자바 가상 기계</a:t>
            </a:r>
            <a:r>
              <a:rPr lang="en-US" altLang="ko-KR"/>
              <a:t>(JVM)</a:t>
            </a:r>
            <a:r>
              <a:rPr lang="ko-KR" altLang="en-US"/>
              <a:t>에서 수행되는</a:t>
            </a:r>
            <a:r>
              <a:rPr lang="en-US" altLang="ko-KR"/>
              <a:t>,</a:t>
            </a:r>
            <a:r>
              <a:rPr lang="ko-KR" altLang="en-US"/>
              <a:t> 플랫폼에 무관한 바이트코드들</a:t>
            </a:r>
          </a:p>
        </p:txBody>
      </p:sp>
      <p:sp>
        <p:nvSpPr>
          <p:cNvPr id="2765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F94557-AE6E-44A3-8DE2-DD22CE60DAF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33" t="2538" r="29695" b="1881"/>
          <a:stretch>
            <a:fillRect/>
          </a:stretch>
        </p:blipFill>
        <p:spPr bwMode="auto">
          <a:xfrm>
            <a:off x="3643313" y="2935288"/>
            <a:ext cx="2000250" cy="350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E3ACF4A-88FD-68EB-5D84-F2F1029B7052}"/>
                  </a:ext>
                </a:extLst>
              </p14:cNvPr>
              <p14:cNvContentPartPr/>
              <p14:nvPr/>
            </p14:nvContentPartPr>
            <p14:xfrm>
              <a:off x="5474527" y="2555160"/>
              <a:ext cx="3556440" cy="421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E3ACF4A-88FD-68EB-5D84-F2F1029B70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5527" y="2546520"/>
                <a:ext cx="3574080" cy="5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357313"/>
            <a:ext cx="8715375" cy="4929187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ko-KR" dirty="0">
                <a:latin typeface="+mn-ea"/>
              </a:rPr>
              <a:t> 1950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운영체제의 시작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latin typeface="+mn-ea"/>
              </a:rPr>
              <a:t> 1960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운영체제 기능의 확장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latin typeface="+mn-ea"/>
              </a:rPr>
              <a:t> 1970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: Unix</a:t>
            </a:r>
            <a:r>
              <a:rPr lang="ko-KR" altLang="en-US" dirty="0">
                <a:latin typeface="+mn-ea"/>
              </a:rPr>
              <a:t>의 개발</a:t>
            </a:r>
          </a:p>
          <a:p>
            <a:pPr>
              <a:lnSpc>
                <a:spcPct val="120000"/>
              </a:lnSpc>
              <a:defRPr/>
            </a:pPr>
            <a:r>
              <a:rPr lang="en-US" altLang="ko-KR" dirty="0">
                <a:latin typeface="+mn-ea"/>
              </a:rPr>
              <a:t> 1980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개인용 컴퓨터를 위한 운영체제의 발전</a:t>
            </a:r>
            <a:endParaRPr lang="ko-KR" altLang="en-US" sz="1800" dirty="0"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2000" dirty="0">
                <a:latin typeface="+mn-ea"/>
              </a:rPr>
              <a:t>DOS, </a:t>
            </a:r>
            <a:r>
              <a:rPr lang="ko-KR" altLang="en-US" sz="2000" dirty="0">
                <a:latin typeface="+mn-ea"/>
              </a:rPr>
              <a:t>매킨토시</a:t>
            </a:r>
            <a:r>
              <a:rPr lang="en-US" altLang="ko-KR" sz="2000" dirty="0">
                <a:latin typeface="+mn-ea"/>
              </a:rPr>
              <a:t>, </a:t>
            </a:r>
            <a:r>
              <a:rPr lang="en-US" altLang="ko-KR" sz="2000" b="1" dirty="0">
                <a:latin typeface="+mn-ea"/>
                <a:cs typeface="Times New Roman" pitchFamily="18" charset="0"/>
              </a:rPr>
              <a:t>GUI</a:t>
            </a:r>
            <a:r>
              <a:rPr lang="en-US" altLang="ko-KR" sz="2000" dirty="0">
                <a:latin typeface="+mn-ea"/>
              </a:rPr>
              <a:t>(</a:t>
            </a:r>
            <a:r>
              <a:rPr lang="en-US" altLang="ko-KR" sz="2000" b="1" dirty="0">
                <a:latin typeface="+mn-ea"/>
              </a:rPr>
              <a:t>Graphical User Interface</a:t>
            </a:r>
            <a:r>
              <a:rPr lang="en-US" altLang="ko-KR" sz="2000" dirty="0">
                <a:latin typeface="+mn-ea"/>
              </a:rPr>
              <a:t>) 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dirty="0">
                <a:latin typeface="+mn-ea"/>
              </a:rPr>
              <a:t> 1990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운영체제의 안정화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sz="2000" dirty="0">
                <a:latin typeface="+mn-ea"/>
              </a:rPr>
              <a:t>MS </a:t>
            </a:r>
            <a:r>
              <a:rPr lang="ko-KR" altLang="en-US" sz="2000" dirty="0">
                <a:latin typeface="+mn-ea"/>
              </a:rPr>
              <a:t>윈도우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b="1" dirty="0" err="1">
                <a:latin typeface="+mn-ea"/>
              </a:rPr>
              <a:t>리눅스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가상 머신</a:t>
            </a:r>
            <a:r>
              <a:rPr lang="en-US" altLang="ko-KR" sz="2000" dirty="0">
                <a:latin typeface="+mn-ea"/>
              </a:rPr>
              <a:t>(Virtual Machine), </a:t>
            </a:r>
            <a:r>
              <a:rPr lang="ko-KR" altLang="en-US" sz="2000" dirty="0">
                <a:latin typeface="+mn-ea"/>
              </a:rPr>
              <a:t>분산 처리 </a:t>
            </a:r>
            <a:r>
              <a:rPr lang="en-US" altLang="ko-KR" sz="2000" dirty="0">
                <a:latin typeface="+mn-ea"/>
              </a:rPr>
              <a:t>OS</a:t>
            </a:r>
            <a:endParaRPr lang="en-US" altLang="ko-KR" sz="1800" dirty="0">
              <a:latin typeface="+mn-ea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lang="en-US" altLang="ko-KR" dirty="0">
                <a:latin typeface="+mn-ea"/>
              </a:rPr>
              <a:t> 2000</a:t>
            </a:r>
            <a:r>
              <a:rPr lang="ko-KR" altLang="en-US" dirty="0">
                <a:latin typeface="+mn-ea"/>
              </a:rPr>
              <a:t>년대 이후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운영체제의 새로운 도전</a:t>
            </a:r>
          </a:p>
          <a:p>
            <a:pPr lvl="1">
              <a:lnSpc>
                <a:spcPct val="120000"/>
              </a:lnSpc>
              <a:spcAft>
                <a:spcPts val="300"/>
              </a:spcAft>
              <a:defRPr/>
            </a:pPr>
            <a:r>
              <a:rPr lang="ko-KR" altLang="en-US" sz="2000" dirty="0" err="1">
                <a:latin typeface="+mn-ea"/>
              </a:rPr>
              <a:t>모바일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OS </a:t>
            </a:r>
            <a:r>
              <a:rPr lang="ko-KR" altLang="en-US" sz="2000" dirty="0">
                <a:latin typeface="+mn-ea"/>
              </a:rPr>
              <a:t>시장 확대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춘추 전국 시대의 </a:t>
            </a:r>
            <a:r>
              <a:rPr lang="en-US" altLang="ko-KR" sz="2000" dirty="0">
                <a:latin typeface="+mn-ea"/>
              </a:rPr>
              <a:t>OS </a:t>
            </a:r>
            <a:r>
              <a:rPr lang="ko-KR" altLang="en-US" sz="2000" dirty="0">
                <a:latin typeface="+mn-ea"/>
              </a:rPr>
              <a:t>시장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4313" y="285750"/>
            <a:ext cx="8786812" cy="1143000"/>
          </a:xfrm>
          <a:prstGeom prst="rect">
            <a:avLst/>
          </a:prstGeom>
          <a:noFill/>
        </p:spPr>
        <p:txBody>
          <a:bodyPr lIns="92075" tIns="46038" rIns="92075" bIns="46038"/>
          <a:lstStyle/>
          <a:p>
            <a:pPr algn="ctr" latinLnBrk="1">
              <a:lnSpc>
                <a:spcPct val="85000"/>
              </a:lnSpc>
              <a:defRPr/>
            </a:pPr>
            <a:r>
              <a:rPr lang="en-US" altLang="ko-KR" sz="4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5. </a:t>
            </a:r>
            <a:r>
              <a:rPr lang="ko-KR" altLang="en-US" sz="44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운영체제 발전 과정</a:t>
            </a:r>
            <a:endParaRPr lang="ko-KR" altLang="en-US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676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CC5C16-8DE9-4ED4-B76F-03F0D37D887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8674" name="그룹 28673">
            <a:extLst>
              <a:ext uri="{FF2B5EF4-FFF2-40B4-BE49-F238E27FC236}">
                <a16:creationId xmlns:a16="http://schemas.microsoft.com/office/drawing/2014/main" id="{EF3F46D8-B8F5-3D5B-C9FE-91C565262315}"/>
              </a:ext>
            </a:extLst>
          </p:cNvPr>
          <p:cNvGrpSpPr/>
          <p:nvPr/>
        </p:nvGrpSpPr>
        <p:grpSpPr>
          <a:xfrm>
            <a:off x="118087" y="169800"/>
            <a:ext cx="703800" cy="418680"/>
            <a:chOff x="118087" y="169800"/>
            <a:chExt cx="70380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D8CA272-BA70-CA92-F409-AAE00C694108}"/>
                    </a:ext>
                  </a:extLst>
                </p14:cNvPr>
                <p14:cNvContentPartPr/>
                <p14:nvPr/>
              </p14:nvContentPartPr>
              <p14:xfrm>
                <a:off x="141847" y="210840"/>
                <a:ext cx="10440" cy="799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D8CA272-BA70-CA92-F409-AAE00C69410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3207" y="202200"/>
                  <a:ext cx="2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4E38761-6203-5417-81AA-5703A6415395}"/>
                    </a:ext>
                  </a:extLst>
                </p14:cNvPr>
                <p14:cNvContentPartPr/>
                <p14:nvPr/>
              </p14:nvContentPartPr>
              <p14:xfrm>
                <a:off x="118087" y="169800"/>
                <a:ext cx="157680" cy="1119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4E38761-6203-5417-81AA-5703A64153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087" y="160800"/>
                  <a:ext cx="1753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576686F-71AC-A3DF-1699-7DC632351637}"/>
                    </a:ext>
                  </a:extLst>
                </p14:cNvPr>
                <p14:cNvContentPartPr/>
                <p14:nvPr/>
              </p14:nvContentPartPr>
              <p14:xfrm>
                <a:off x="140047" y="267720"/>
                <a:ext cx="146160" cy="957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576686F-71AC-A3DF-1699-7DC6323516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07" y="259080"/>
                  <a:ext cx="1638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B8BCB83-5B6A-6E23-E019-E2855FDCCAD4}"/>
                    </a:ext>
                  </a:extLst>
                </p14:cNvPr>
                <p14:cNvContentPartPr/>
                <p14:nvPr/>
              </p14:nvContentPartPr>
              <p14:xfrm>
                <a:off x="118087" y="371040"/>
                <a:ext cx="172800" cy="511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B8BCB83-5B6A-6E23-E019-E2855FDCCA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087" y="362400"/>
                  <a:ext cx="190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1DC6DAD-9B41-CA92-0000-F318C35EA578}"/>
                    </a:ext>
                  </a:extLst>
                </p14:cNvPr>
                <p14:cNvContentPartPr/>
                <p14:nvPr/>
              </p14:nvContentPartPr>
              <p14:xfrm>
                <a:off x="151207" y="443400"/>
                <a:ext cx="159840" cy="1450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1DC6DAD-9B41-CA92-0000-F318C35EA5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567" y="434400"/>
                  <a:ext cx="177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9474FDE-97AA-6C40-3E51-5146478CB0EA}"/>
                    </a:ext>
                  </a:extLst>
                </p14:cNvPr>
                <p14:cNvContentPartPr/>
                <p14:nvPr/>
              </p14:nvContentPartPr>
              <p14:xfrm>
                <a:off x="317167" y="290400"/>
                <a:ext cx="153720" cy="1760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9474FDE-97AA-6C40-3E51-5146478CB0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8167" y="281400"/>
                  <a:ext cx="171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4E21FE3-8618-A807-5D0E-27AC3ED54F38}"/>
                    </a:ext>
                  </a:extLst>
                </p14:cNvPr>
                <p14:cNvContentPartPr/>
                <p14:nvPr/>
              </p14:nvContentPartPr>
              <p14:xfrm>
                <a:off x="514447" y="284280"/>
                <a:ext cx="103320" cy="2023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4E21FE3-8618-A807-5D0E-27AC3ED54F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5807" y="275280"/>
                  <a:ext cx="120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5263CCC-7403-375C-5538-63C55EC699CE}"/>
                    </a:ext>
                  </a:extLst>
                </p14:cNvPr>
                <p14:cNvContentPartPr/>
                <p14:nvPr/>
              </p14:nvContentPartPr>
              <p14:xfrm>
                <a:off x="621727" y="240720"/>
                <a:ext cx="118800" cy="2178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5263CCC-7403-375C-5538-63C55EC699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3087" y="232080"/>
                  <a:ext cx="1364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FA05386-390D-6F08-6DC6-BDD465AFEF00}"/>
                    </a:ext>
                  </a:extLst>
                </p14:cNvPr>
                <p14:cNvContentPartPr/>
                <p14:nvPr/>
              </p14:nvContentPartPr>
              <p14:xfrm>
                <a:off x="624247" y="460680"/>
                <a:ext cx="197640" cy="529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FA05386-390D-6F08-6DC6-BDD465AFEF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15247" y="451680"/>
                  <a:ext cx="21528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73" name="그룹 28672">
            <a:extLst>
              <a:ext uri="{FF2B5EF4-FFF2-40B4-BE49-F238E27FC236}">
                <a16:creationId xmlns:a16="http://schemas.microsoft.com/office/drawing/2014/main" id="{D2428E9B-8E0F-4D73-8F3E-054462E354CA}"/>
              </a:ext>
            </a:extLst>
          </p:cNvPr>
          <p:cNvGrpSpPr/>
          <p:nvPr/>
        </p:nvGrpSpPr>
        <p:grpSpPr>
          <a:xfrm>
            <a:off x="986407" y="188160"/>
            <a:ext cx="283680" cy="358560"/>
            <a:chOff x="986407" y="188160"/>
            <a:chExt cx="2836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D3CB451-6DC4-3825-F661-F38D75B2167E}"/>
                    </a:ext>
                  </a:extLst>
                </p14:cNvPr>
                <p14:cNvContentPartPr/>
                <p14:nvPr/>
              </p14:nvContentPartPr>
              <p14:xfrm>
                <a:off x="994327" y="210480"/>
                <a:ext cx="124920" cy="1648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D3CB451-6DC4-3825-F661-F38D75B216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5687" y="201480"/>
                  <a:ext cx="142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6892971-40ED-55DA-A83E-A2E343039F84}"/>
                    </a:ext>
                  </a:extLst>
                </p14:cNvPr>
                <p14:cNvContentPartPr/>
                <p14:nvPr/>
              </p14:nvContentPartPr>
              <p14:xfrm>
                <a:off x="986407" y="345840"/>
                <a:ext cx="214920" cy="777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6892971-40ED-55DA-A83E-A2E343039F8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7407" y="336840"/>
                  <a:ext cx="232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0366C29-C551-2DCD-C1C2-1E4D2DE1B5ED}"/>
                    </a:ext>
                  </a:extLst>
                </p14:cNvPr>
                <p14:cNvContentPartPr/>
                <p14:nvPr/>
              </p14:nvContentPartPr>
              <p14:xfrm>
                <a:off x="1087567" y="188160"/>
                <a:ext cx="127080" cy="3477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0366C29-C551-2DCD-C1C2-1E4D2DE1B5E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8927" y="179160"/>
                  <a:ext cx="144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A85B3B7-D261-9168-095E-60EA8F12E77E}"/>
                    </a:ext>
                  </a:extLst>
                </p14:cNvPr>
                <p14:cNvContentPartPr/>
                <p14:nvPr/>
              </p14:nvContentPartPr>
              <p14:xfrm>
                <a:off x="1071367" y="436200"/>
                <a:ext cx="181800" cy="514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A85B3B7-D261-9168-095E-60EA8F12E7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62367" y="427200"/>
                  <a:ext cx="199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672" name="잉크 28671">
                  <a:extLst>
                    <a:ext uri="{FF2B5EF4-FFF2-40B4-BE49-F238E27FC236}">
                      <a16:creationId xmlns:a16="http://schemas.microsoft.com/office/drawing/2014/main" id="{65AE5073-2A1F-7BC1-1B73-29FDE296403F}"/>
                    </a:ext>
                  </a:extLst>
                </p14:cNvPr>
                <p14:cNvContentPartPr/>
                <p14:nvPr/>
              </p14:nvContentPartPr>
              <p14:xfrm>
                <a:off x="1110247" y="478320"/>
                <a:ext cx="159840" cy="68400"/>
              </p14:xfrm>
            </p:contentPart>
          </mc:Choice>
          <mc:Fallback xmlns="">
            <p:pic>
              <p:nvPicPr>
                <p:cNvPr id="28672" name="잉크 28671">
                  <a:extLst>
                    <a:ext uri="{FF2B5EF4-FFF2-40B4-BE49-F238E27FC236}">
                      <a16:creationId xmlns:a16="http://schemas.microsoft.com/office/drawing/2014/main" id="{65AE5073-2A1F-7BC1-1B73-29FDE296403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01247" y="469320"/>
                  <a:ext cx="177480" cy="8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8675" name="잉크 28674">
                <a:extLst>
                  <a:ext uri="{FF2B5EF4-FFF2-40B4-BE49-F238E27FC236}">
                    <a16:creationId xmlns:a16="http://schemas.microsoft.com/office/drawing/2014/main" id="{396520F7-2BF2-A899-F59B-EC08E6EDBFE5}"/>
                  </a:ext>
                </a:extLst>
              </p14:cNvPr>
              <p14:cNvContentPartPr/>
              <p14:nvPr/>
            </p14:nvContentPartPr>
            <p14:xfrm>
              <a:off x="6527887" y="5208000"/>
              <a:ext cx="1713960" cy="32760"/>
            </p14:xfrm>
          </p:contentPart>
        </mc:Choice>
        <mc:Fallback xmlns="">
          <p:pic>
            <p:nvPicPr>
              <p:cNvPr id="28675" name="잉크 28674">
                <a:extLst>
                  <a:ext uri="{FF2B5EF4-FFF2-40B4-BE49-F238E27FC236}">
                    <a16:creationId xmlns:a16="http://schemas.microsoft.com/office/drawing/2014/main" id="{396520F7-2BF2-A899-F59B-EC08E6EDBFE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19247" y="5199000"/>
                <a:ext cx="173160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88" name="그룹 28687">
            <a:extLst>
              <a:ext uri="{FF2B5EF4-FFF2-40B4-BE49-F238E27FC236}">
                <a16:creationId xmlns:a16="http://schemas.microsoft.com/office/drawing/2014/main" id="{B6D4E18A-F5D0-EB13-89D4-6E7155ECC737}"/>
              </a:ext>
            </a:extLst>
          </p:cNvPr>
          <p:cNvGrpSpPr/>
          <p:nvPr/>
        </p:nvGrpSpPr>
        <p:grpSpPr>
          <a:xfrm>
            <a:off x="6609967" y="4520760"/>
            <a:ext cx="1120320" cy="326880"/>
            <a:chOff x="6609967" y="4520760"/>
            <a:chExt cx="112032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677" name="잉크 28676">
                  <a:extLst>
                    <a:ext uri="{FF2B5EF4-FFF2-40B4-BE49-F238E27FC236}">
                      <a16:creationId xmlns:a16="http://schemas.microsoft.com/office/drawing/2014/main" id="{DF921668-E78F-EA56-10FC-F83425579530}"/>
                    </a:ext>
                  </a:extLst>
                </p14:cNvPr>
                <p14:cNvContentPartPr/>
                <p14:nvPr/>
              </p14:nvContentPartPr>
              <p14:xfrm>
                <a:off x="6621487" y="4520760"/>
                <a:ext cx="145080" cy="149760"/>
              </p14:xfrm>
            </p:contentPart>
          </mc:Choice>
          <mc:Fallback xmlns="">
            <p:pic>
              <p:nvPicPr>
                <p:cNvPr id="28677" name="잉크 28676">
                  <a:extLst>
                    <a:ext uri="{FF2B5EF4-FFF2-40B4-BE49-F238E27FC236}">
                      <a16:creationId xmlns:a16="http://schemas.microsoft.com/office/drawing/2014/main" id="{DF921668-E78F-EA56-10FC-F834255795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12487" y="4512120"/>
                  <a:ext cx="162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678" name="잉크 28677">
                  <a:extLst>
                    <a:ext uri="{FF2B5EF4-FFF2-40B4-BE49-F238E27FC236}">
                      <a16:creationId xmlns:a16="http://schemas.microsoft.com/office/drawing/2014/main" id="{0D033822-1D8F-9B3F-09EE-F89C918AF83B}"/>
                    </a:ext>
                  </a:extLst>
                </p14:cNvPr>
                <p14:cNvContentPartPr/>
                <p14:nvPr/>
              </p14:nvContentPartPr>
              <p14:xfrm>
                <a:off x="6645607" y="4623360"/>
                <a:ext cx="133920" cy="28800"/>
              </p14:xfrm>
            </p:contentPart>
          </mc:Choice>
          <mc:Fallback xmlns="">
            <p:pic>
              <p:nvPicPr>
                <p:cNvPr id="28678" name="잉크 28677">
                  <a:extLst>
                    <a:ext uri="{FF2B5EF4-FFF2-40B4-BE49-F238E27FC236}">
                      <a16:creationId xmlns:a16="http://schemas.microsoft.com/office/drawing/2014/main" id="{0D033822-1D8F-9B3F-09EE-F89C918AF83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636967" y="4614720"/>
                  <a:ext cx="151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679" name="잉크 28678">
                  <a:extLst>
                    <a:ext uri="{FF2B5EF4-FFF2-40B4-BE49-F238E27FC236}">
                      <a16:creationId xmlns:a16="http://schemas.microsoft.com/office/drawing/2014/main" id="{0DAC87A1-2923-8EC2-DA51-B179D7493A63}"/>
                    </a:ext>
                  </a:extLst>
                </p14:cNvPr>
                <p14:cNvContentPartPr/>
                <p14:nvPr/>
              </p14:nvContentPartPr>
              <p14:xfrm>
                <a:off x="6609967" y="4687080"/>
                <a:ext cx="169200" cy="46800"/>
              </p14:xfrm>
            </p:contentPart>
          </mc:Choice>
          <mc:Fallback xmlns="">
            <p:pic>
              <p:nvPicPr>
                <p:cNvPr id="28679" name="잉크 28678">
                  <a:extLst>
                    <a:ext uri="{FF2B5EF4-FFF2-40B4-BE49-F238E27FC236}">
                      <a16:creationId xmlns:a16="http://schemas.microsoft.com/office/drawing/2014/main" id="{0DAC87A1-2923-8EC2-DA51-B179D7493A6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01327" y="4678080"/>
                  <a:ext cx="186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680" name="잉크 28679">
                  <a:extLst>
                    <a:ext uri="{FF2B5EF4-FFF2-40B4-BE49-F238E27FC236}">
                      <a16:creationId xmlns:a16="http://schemas.microsoft.com/office/drawing/2014/main" id="{59D95437-71FB-04EC-2AB8-E7D49F05145A}"/>
                    </a:ext>
                  </a:extLst>
                </p14:cNvPr>
                <p14:cNvContentPartPr/>
                <p14:nvPr/>
              </p14:nvContentPartPr>
              <p14:xfrm>
                <a:off x="6634447" y="4728480"/>
                <a:ext cx="203040" cy="119160"/>
              </p14:xfrm>
            </p:contentPart>
          </mc:Choice>
          <mc:Fallback xmlns="">
            <p:pic>
              <p:nvPicPr>
                <p:cNvPr id="28680" name="잉크 28679">
                  <a:extLst>
                    <a:ext uri="{FF2B5EF4-FFF2-40B4-BE49-F238E27FC236}">
                      <a16:creationId xmlns:a16="http://schemas.microsoft.com/office/drawing/2014/main" id="{59D95437-71FB-04EC-2AB8-E7D49F0514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25807" y="4719480"/>
                  <a:ext cx="220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681" name="잉크 28680">
                  <a:extLst>
                    <a:ext uri="{FF2B5EF4-FFF2-40B4-BE49-F238E27FC236}">
                      <a16:creationId xmlns:a16="http://schemas.microsoft.com/office/drawing/2014/main" id="{9BE364FB-1238-9808-0315-0DD0AB70AA52}"/>
                    </a:ext>
                  </a:extLst>
                </p14:cNvPr>
                <p14:cNvContentPartPr/>
                <p14:nvPr/>
              </p14:nvContentPartPr>
              <p14:xfrm>
                <a:off x="6834967" y="4558920"/>
                <a:ext cx="208800" cy="180360"/>
              </p14:xfrm>
            </p:contentPart>
          </mc:Choice>
          <mc:Fallback xmlns="">
            <p:pic>
              <p:nvPicPr>
                <p:cNvPr id="28681" name="잉크 28680">
                  <a:extLst>
                    <a:ext uri="{FF2B5EF4-FFF2-40B4-BE49-F238E27FC236}">
                      <a16:creationId xmlns:a16="http://schemas.microsoft.com/office/drawing/2014/main" id="{9BE364FB-1238-9808-0315-0DD0AB70AA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25967" y="4550280"/>
                  <a:ext cx="2264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682" name="잉크 28681">
                  <a:extLst>
                    <a:ext uri="{FF2B5EF4-FFF2-40B4-BE49-F238E27FC236}">
                      <a16:creationId xmlns:a16="http://schemas.microsoft.com/office/drawing/2014/main" id="{DDDF3540-88A2-BB52-2FF1-22F6E59D730E}"/>
                    </a:ext>
                  </a:extLst>
                </p14:cNvPr>
                <p14:cNvContentPartPr/>
                <p14:nvPr/>
              </p14:nvContentPartPr>
              <p14:xfrm>
                <a:off x="6877447" y="4745400"/>
                <a:ext cx="177840" cy="57240"/>
              </p14:xfrm>
            </p:contentPart>
          </mc:Choice>
          <mc:Fallback xmlns="">
            <p:pic>
              <p:nvPicPr>
                <p:cNvPr id="28682" name="잉크 28681">
                  <a:extLst>
                    <a:ext uri="{FF2B5EF4-FFF2-40B4-BE49-F238E27FC236}">
                      <a16:creationId xmlns:a16="http://schemas.microsoft.com/office/drawing/2014/main" id="{DDDF3540-88A2-BB52-2FF1-22F6E59D73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68807" y="4736760"/>
                  <a:ext cx="195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683" name="잉크 28682">
                  <a:extLst>
                    <a:ext uri="{FF2B5EF4-FFF2-40B4-BE49-F238E27FC236}">
                      <a16:creationId xmlns:a16="http://schemas.microsoft.com/office/drawing/2014/main" id="{36BDBF94-348E-84DA-A97A-202136ECBE4D}"/>
                    </a:ext>
                  </a:extLst>
                </p14:cNvPr>
                <p14:cNvContentPartPr/>
                <p14:nvPr/>
              </p14:nvContentPartPr>
              <p14:xfrm>
                <a:off x="7116847" y="4574040"/>
                <a:ext cx="175680" cy="179640"/>
              </p14:xfrm>
            </p:contentPart>
          </mc:Choice>
          <mc:Fallback xmlns="">
            <p:pic>
              <p:nvPicPr>
                <p:cNvPr id="28683" name="잉크 28682">
                  <a:extLst>
                    <a:ext uri="{FF2B5EF4-FFF2-40B4-BE49-F238E27FC236}">
                      <a16:creationId xmlns:a16="http://schemas.microsoft.com/office/drawing/2014/main" id="{36BDBF94-348E-84DA-A97A-202136ECBE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07847" y="4565400"/>
                  <a:ext cx="193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684" name="잉크 28683">
                  <a:extLst>
                    <a:ext uri="{FF2B5EF4-FFF2-40B4-BE49-F238E27FC236}">
                      <a16:creationId xmlns:a16="http://schemas.microsoft.com/office/drawing/2014/main" id="{F8534B53-9452-9071-1DCA-F023AF273C62}"/>
                    </a:ext>
                  </a:extLst>
                </p14:cNvPr>
                <p14:cNvContentPartPr/>
                <p14:nvPr/>
              </p14:nvContentPartPr>
              <p14:xfrm>
                <a:off x="7245367" y="4598160"/>
                <a:ext cx="135720" cy="174960"/>
              </p14:xfrm>
            </p:contentPart>
          </mc:Choice>
          <mc:Fallback xmlns="">
            <p:pic>
              <p:nvPicPr>
                <p:cNvPr id="28684" name="잉크 28683">
                  <a:extLst>
                    <a:ext uri="{FF2B5EF4-FFF2-40B4-BE49-F238E27FC236}">
                      <a16:creationId xmlns:a16="http://schemas.microsoft.com/office/drawing/2014/main" id="{F8534B53-9452-9071-1DCA-F023AF273C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36727" y="4589520"/>
                  <a:ext cx="153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685" name="잉크 28684">
                  <a:extLst>
                    <a:ext uri="{FF2B5EF4-FFF2-40B4-BE49-F238E27FC236}">
                      <a16:creationId xmlns:a16="http://schemas.microsoft.com/office/drawing/2014/main" id="{4ECFA611-EABD-E00E-8517-C70F9934DF05}"/>
                    </a:ext>
                  </a:extLst>
                </p14:cNvPr>
                <p14:cNvContentPartPr/>
                <p14:nvPr/>
              </p14:nvContentPartPr>
              <p14:xfrm>
                <a:off x="7407367" y="4592760"/>
                <a:ext cx="34200" cy="180000"/>
              </p14:xfrm>
            </p:contentPart>
          </mc:Choice>
          <mc:Fallback xmlns="">
            <p:pic>
              <p:nvPicPr>
                <p:cNvPr id="28685" name="잉크 28684">
                  <a:extLst>
                    <a:ext uri="{FF2B5EF4-FFF2-40B4-BE49-F238E27FC236}">
                      <a16:creationId xmlns:a16="http://schemas.microsoft.com/office/drawing/2014/main" id="{4ECFA611-EABD-E00E-8517-C70F9934DF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98727" y="4584120"/>
                  <a:ext cx="518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686" name="잉크 28685">
                  <a:extLst>
                    <a:ext uri="{FF2B5EF4-FFF2-40B4-BE49-F238E27FC236}">
                      <a16:creationId xmlns:a16="http://schemas.microsoft.com/office/drawing/2014/main" id="{D88A5424-2017-ED68-E578-B7AF1BC8FCBE}"/>
                    </a:ext>
                  </a:extLst>
                </p14:cNvPr>
                <p14:cNvContentPartPr/>
                <p14:nvPr/>
              </p14:nvContentPartPr>
              <p14:xfrm>
                <a:off x="7461367" y="4575480"/>
                <a:ext cx="167040" cy="173880"/>
              </p14:xfrm>
            </p:contentPart>
          </mc:Choice>
          <mc:Fallback xmlns="">
            <p:pic>
              <p:nvPicPr>
                <p:cNvPr id="28686" name="잉크 28685">
                  <a:extLst>
                    <a:ext uri="{FF2B5EF4-FFF2-40B4-BE49-F238E27FC236}">
                      <a16:creationId xmlns:a16="http://schemas.microsoft.com/office/drawing/2014/main" id="{D88A5424-2017-ED68-E578-B7AF1BC8FC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52367" y="4566840"/>
                  <a:ext cx="184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687" name="잉크 28686">
                  <a:extLst>
                    <a:ext uri="{FF2B5EF4-FFF2-40B4-BE49-F238E27FC236}">
                      <a16:creationId xmlns:a16="http://schemas.microsoft.com/office/drawing/2014/main" id="{5674DCFD-4970-A44C-E4DD-3241955B691D}"/>
                    </a:ext>
                  </a:extLst>
                </p14:cNvPr>
                <p14:cNvContentPartPr/>
                <p14:nvPr/>
              </p14:nvContentPartPr>
              <p14:xfrm>
                <a:off x="7498087" y="4725960"/>
                <a:ext cx="232200" cy="74880"/>
              </p14:xfrm>
            </p:contentPart>
          </mc:Choice>
          <mc:Fallback xmlns="">
            <p:pic>
              <p:nvPicPr>
                <p:cNvPr id="28687" name="잉크 28686">
                  <a:extLst>
                    <a:ext uri="{FF2B5EF4-FFF2-40B4-BE49-F238E27FC236}">
                      <a16:creationId xmlns:a16="http://schemas.microsoft.com/office/drawing/2014/main" id="{5674DCFD-4970-A44C-E4DD-3241955B69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89087" y="4716960"/>
                  <a:ext cx="249840" cy="9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267" name="그룹 181266">
            <a:extLst>
              <a:ext uri="{FF2B5EF4-FFF2-40B4-BE49-F238E27FC236}">
                <a16:creationId xmlns:a16="http://schemas.microsoft.com/office/drawing/2014/main" id="{8408E02B-CB68-4CB7-8205-6E1868053AE0}"/>
              </a:ext>
            </a:extLst>
          </p:cNvPr>
          <p:cNvGrpSpPr/>
          <p:nvPr/>
        </p:nvGrpSpPr>
        <p:grpSpPr>
          <a:xfrm>
            <a:off x="798127" y="6441720"/>
            <a:ext cx="1484640" cy="281160"/>
            <a:chOff x="798127" y="6441720"/>
            <a:chExt cx="148464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689" name="잉크 28688">
                  <a:extLst>
                    <a:ext uri="{FF2B5EF4-FFF2-40B4-BE49-F238E27FC236}">
                      <a16:creationId xmlns:a16="http://schemas.microsoft.com/office/drawing/2014/main" id="{7835C72C-573C-D086-EC20-481A981563B6}"/>
                    </a:ext>
                  </a:extLst>
                </p14:cNvPr>
                <p14:cNvContentPartPr/>
                <p14:nvPr/>
              </p14:nvContentPartPr>
              <p14:xfrm>
                <a:off x="849607" y="6441720"/>
                <a:ext cx="54720" cy="151920"/>
              </p14:xfrm>
            </p:contentPart>
          </mc:Choice>
          <mc:Fallback xmlns="">
            <p:pic>
              <p:nvPicPr>
                <p:cNvPr id="28689" name="잉크 28688">
                  <a:extLst>
                    <a:ext uri="{FF2B5EF4-FFF2-40B4-BE49-F238E27FC236}">
                      <a16:creationId xmlns:a16="http://schemas.microsoft.com/office/drawing/2014/main" id="{7835C72C-573C-D086-EC20-481A981563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967" y="6433080"/>
                  <a:ext cx="72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690" name="잉크 28689">
                  <a:extLst>
                    <a:ext uri="{FF2B5EF4-FFF2-40B4-BE49-F238E27FC236}">
                      <a16:creationId xmlns:a16="http://schemas.microsoft.com/office/drawing/2014/main" id="{18177FD5-9E6F-67FE-C7E7-D308EDDB0378}"/>
                    </a:ext>
                  </a:extLst>
                </p14:cNvPr>
                <p14:cNvContentPartPr/>
                <p14:nvPr/>
              </p14:nvContentPartPr>
              <p14:xfrm>
                <a:off x="883807" y="6468360"/>
                <a:ext cx="69480" cy="81360"/>
              </p14:xfrm>
            </p:contentPart>
          </mc:Choice>
          <mc:Fallback xmlns="">
            <p:pic>
              <p:nvPicPr>
                <p:cNvPr id="28690" name="잉크 28689">
                  <a:extLst>
                    <a:ext uri="{FF2B5EF4-FFF2-40B4-BE49-F238E27FC236}">
                      <a16:creationId xmlns:a16="http://schemas.microsoft.com/office/drawing/2014/main" id="{18177FD5-9E6F-67FE-C7E7-D308EDDB03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4807" y="6459360"/>
                  <a:ext cx="87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691" name="잉크 28690">
                  <a:extLst>
                    <a:ext uri="{FF2B5EF4-FFF2-40B4-BE49-F238E27FC236}">
                      <a16:creationId xmlns:a16="http://schemas.microsoft.com/office/drawing/2014/main" id="{03625206-3603-8867-565F-A165D6027958}"/>
                    </a:ext>
                  </a:extLst>
                </p14:cNvPr>
                <p14:cNvContentPartPr/>
                <p14:nvPr/>
              </p14:nvContentPartPr>
              <p14:xfrm>
                <a:off x="798127" y="6597240"/>
                <a:ext cx="206640" cy="47160"/>
              </p14:xfrm>
            </p:contentPart>
          </mc:Choice>
          <mc:Fallback xmlns="">
            <p:pic>
              <p:nvPicPr>
                <p:cNvPr id="28691" name="잉크 28690">
                  <a:extLst>
                    <a:ext uri="{FF2B5EF4-FFF2-40B4-BE49-F238E27FC236}">
                      <a16:creationId xmlns:a16="http://schemas.microsoft.com/office/drawing/2014/main" id="{03625206-3603-8867-565F-A165D60279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9487" y="6588240"/>
                  <a:ext cx="224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8692" name="잉크 28691">
                  <a:extLst>
                    <a:ext uri="{FF2B5EF4-FFF2-40B4-BE49-F238E27FC236}">
                      <a16:creationId xmlns:a16="http://schemas.microsoft.com/office/drawing/2014/main" id="{C530B3A9-0A38-6A9A-24DC-C627F725621B}"/>
                    </a:ext>
                  </a:extLst>
                </p14:cNvPr>
                <p14:cNvContentPartPr/>
                <p14:nvPr/>
              </p14:nvContentPartPr>
              <p14:xfrm>
                <a:off x="1000807" y="6475560"/>
                <a:ext cx="135000" cy="182160"/>
              </p14:xfrm>
            </p:contentPart>
          </mc:Choice>
          <mc:Fallback xmlns="">
            <p:pic>
              <p:nvPicPr>
                <p:cNvPr id="28692" name="잉크 28691">
                  <a:extLst>
                    <a:ext uri="{FF2B5EF4-FFF2-40B4-BE49-F238E27FC236}">
                      <a16:creationId xmlns:a16="http://schemas.microsoft.com/office/drawing/2014/main" id="{C530B3A9-0A38-6A9A-24DC-C627F725621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2167" y="6466560"/>
                  <a:ext cx="1526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8693" name="잉크 28692">
                  <a:extLst>
                    <a:ext uri="{FF2B5EF4-FFF2-40B4-BE49-F238E27FC236}">
                      <a16:creationId xmlns:a16="http://schemas.microsoft.com/office/drawing/2014/main" id="{DFA13BE6-FB42-B0CB-1535-B96ED993EC64}"/>
                    </a:ext>
                  </a:extLst>
                </p14:cNvPr>
                <p14:cNvContentPartPr/>
                <p14:nvPr/>
              </p14:nvContentPartPr>
              <p14:xfrm>
                <a:off x="1154527" y="6519120"/>
                <a:ext cx="32040" cy="138600"/>
              </p14:xfrm>
            </p:contentPart>
          </mc:Choice>
          <mc:Fallback xmlns="">
            <p:pic>
              <p:nvPicPr>
                <p:cNvPr id="28693" name="잉크 28692">
                  <a:extLst>
                    <a:ext uri="{FF2B5EF4-FFF2-40B4-BE49-F238E27FC236}">
                      <a16:creationId xmlns:a16="http://schemas.microsoft.com/office/drawing/2014/main" id="{DFA13BE6-FB42-B0CB-1535-B96ED993EC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45527" y="6510480"/>
                  <a:ext cx="49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8694" name="잉크 28693">
                  <a:extLst>
                    <a:ext uri="{FF2B5EF4-FFF2-40B4-BE49-F238E27FC236}">
                      <a16:creationId xmlns:a16="http://schemas.microsoft.com/office/drawing/2014/main" id="{E27148F6-22B7-A6C8-535A-5E9F08C3342C}"/>
                    </a:ext>
                  </a:extLst>
                </p14:cNvPr>
                <p14:cNvContentPartPr/>
                <p14:nvPr/>
              </p14:nvContentPartPr>
              <p14:xfrm>
                <a:off x="1200247" y="6477360"/>
                <a:ext cx="157320" cy="144000"/>
              </p14:xfrm>
            </p:contentPart>
          </mc:Choice>
          <mc:Fallback xmlns="">
            <p:pic>
              <p:nvPicPr>
                <p:cNvPr id="28694" name="잉크 28693">
                  <a:extLst>
                    <a:ext uri="{FF2B5EF4-FFF2-40B4-BE49-F238E27FC236}">
                      <a16:creationId xmlns:a16="http://schemas.microsoft.com/office/drawing/2014/main" id="{E27148F6-22B7-A6C8-535A-5E9F08C3342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91247" y="6468360"/>
                  <a:ext cx="1749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8695" name="잉크 28694">
                  <a:extLst>
                    <a:ext uri="{FF2B5EF4-FFF2-40B4-BE49-F238E27FC236}">
                      <a16:creationId xmlns:a16="http://schemas.microsoft.com/office/drawing/2014/main" id="{7997FA27-18B5-F9F8-3327-ACD80F8A0670}"/>
                    </a:ext>
                  </a:extLst>
                </p14:cNvPr>
                <p14:cNvContentPartPr/>
                <p14:nvPr/>
              </p14:nvContentPartPr>
              <p14:xfrm>
                <a:off x="1218247" y="6652680"/>
                <a:ext cx="186120" cy="52920"/>
              </p14:xfrm>
            </p:contentPart>
          </mc:Choice>
          <mc:Fallback xmlns="">
            <p:pic>
              <p:nvPicPr>
                <p:cNvPr id="28695" name="잉크 28694">
                  <a:extLst>
                    <a:ext uri="{FF2B5EF4-FFF2-40B4-BE49-F238E27FC236}">
                      <a16:creationId xmlns:a16="http://schemas.microsoft.com/office/drawing/2014/main" id="{7997FA27-18B5-F9F8-3327-ACD80F8A067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09607" y="6644040"/>
                  <a:ext cx="203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8696" name="잉크 28695">
                  <a:extLst>
                    <a:ext uri="{FF2B5EF4-FFF2-40B4-BE49-F238E27FC236}">
                      <a16:creationId xmlns:a16="http://schemas.microsoft.com/office/drawing/2014/main" id="{FBF050A3-582A-0A1C-EBD2-8115A3CA6C00}"/>
                    </a:ext>
                  </a:extLst>
                </p14:cNvPr>
                <p14:cNvContentPartPr/>
                <p14:nvPr/>
              </p14:nvContentPartPr>
              <p14:xfrm>
                <a:off x="1461607" y="6462600"/>
                <a:ext cx="168480" cy="114480"/>
              </p14:xfrm>
            </p:contentPart>
          </mc:Choice>
          <mc:Fallback xmlns="">
            <p:pic>
              <p:nvPicPr>
                <p:cNvPr id="28696" name="잉크 28695">
                  <a:extLst>
                    <a:ext uri="{FF2B5EF4-FFF2-40B4-BE49-F238E27FC236}">
                      <a16:creationId xmlns:a16="http://schemas.microsoft.com/office/drawing/2014/main" id="{FBF050A3-582A-0A1C-EBD2-8115A3CA6C0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52607" y="6453600"/>
                  <a:ext cx="1861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8697" name="잉크 28696">
                  <a:extLst>
                    <a:ext uri="{FF2B5EF4-FFF2-40B4-BE49-F238E27FC236}">
                      <a16:creationId xmlns:a16="http://schemas.microsoft.com/office/drawing/2014/main" id="{D6002805-1E4B-132C-415D-8048C36631B8}"/>
                    </a:ext>
                  </a:extLst>
                </p14:cNvPr>
                <p14:cNvContentPartPr/>
                <p14:nvPr/>
              </p14:nvContentPartPr>
              <p14:xfrm>
                <a:off x="1629007" y="6454320"/>
                <a:ext cx="71280" cy="139320"/>
              </p14:xfrm>
            </p:contentPart>
          </mc:Choice>
          <mc:Fallback xmlns="">
            <p:pic>
              <p:nvPicPr>
                <p:cNvPr id="28697" name="잉크 28696">
                  <a:extLst>
                    <a:ext uri="{FF2B5EF4-FFF2-40B4-BE49-F238E27FC236}">
                      <a16:creationId xmlns:a16="http://schemas.microsoft.com/office/drawing/2014/main" id="{D6002805-1E4B-132C-415D-8048C36631B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20367" y="6445680"/>
                  <a:ext cx="88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8698" name="잉크 28697">
                  <a:extLst>
                    <a:ext uri="{FF2B5EF4-FFF2-40B4-BE49-F238E27FC236}">
                      <a16:creationId xmlns:a16="http://schemas.microsoft.com/office/drawing/2014/main" id="{AF9A1106-416D-1C7F-71F5-70FD49FB1922}"/>
                    </a:ext>
                  </a:extLst>
                </p14:cNvPr>
                <p14:cNvContentPartPr/>
                <p14:nvPr/>
              </p14:nvContentPartPr>
              <p14:xfrm>
                <a:off x="1550167" y="6569520"/>
                <a:ext cx="162000" cy="153360"/>
              </p14:xfrm>
            </p:contentPart>
          </mc:Choice>
          <mc:Fallback xmlns="">
            <p:pic>
              <p:nvPicPr>
                <p:cNvPr id="28698" name="잉크 28697">
                  <a:extLst>
                    <a:ext uri="{FF2B5EF4-FFF2-40B4-BE49-F238E27FC236}">
                      <a16:creationId xmlns:a16="http://schemas.microsoft.com/office/drawing/2014/main" id="{AF9A1106-416D-1C7F-71F5-70FD49FB19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541167" y="6560880"/>
                  <a:ext cx="179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8699" name="잉크 28698">
                  <a:extLst>
                    <a:ext uri="{FF2B5EF4-FFF2-40B4-BE49-F238E27FC236}">
                      <a16:creationId xmlns:a16="http://schemas.microsoft.com/office/drawing/2014/main" id="{5D2CAEAA-1531-C5D0-EACA-8AB5B3AE7C38}"/>
                    </a:ext>
                  </a:extLst>
                </p14:cNvPr>
                <p14:cNvContentPartPr/>
                <p14:nvPr/>
              </p14:nvContentPartPr>
              <p14:xfrm>
                <a:off x="1721527" y="6506880"/>
                <a:ext cx="181800" cy="150480"/>
              </p14:xfrm>
            </p:contentPart>
          </mc:Choice>
          <mc:Fallback xmlns="">
            <p:pic>
              <p:nvPicPr>
                <p:cNvPr id="28699" name="잉크 28698">
                  <a:extLst>
                    <a:ext uri="{FF2B5EF4-FFF2-40B4-BE49-F238E27FC236}">
                      <a16:creationId xmlns:a16="http://schemas.microsoft.com/office/drawing/2014/main" id="{5D2CAEAA-1531-C5D0-EACA-8AB5B3AE7C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12887" y="6498240"/>
                  <a:ext cx="1994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8700" name="잉크 28699">
                  <a:extLst>
                    <a:ext uri="{FF2B5EF4-FFF2-40B4-BE49-F238E27FC236}">
                      <a16:creationId xmlns:a16="http://schemas.microsoft.com/office/drawing/2014/main" id="{9DF9DA8B-5B98-A552-1F38-C273A344FA90}"/>
                    </a:ext>
                  </a:extLst>
                </p14:cNvPr>
                <p14:cNvContentPartPr/>
                <p14:nvPr/>
              </p14:nvContentPartPr>
              <p14:xfrm>
                <a:off x="2002327" y="6570960"/>
                <a:ext cx="241920" cy="36720"/>
              </p14:xfrm>
            </p:contentPart>
          </mc:Choice>
          <mc:Fallback xmlns="">
            <p:pic>
              <p:nvPicPr>
                <p:cNvPr id="28700" name="잉크 28699">
                  <a:extLst>
                    <a:ext uri="{FF2B5EF4-FFF2-40B4-BE49-F238E27FC236}">
                      <a16:creationId xmlns:a16="http://schemas.microsoft.com/office/drawing/2014/main" id="{9DF9DA8B-5B98-A552-1F38-C273A344FA9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93687" y="6561960"/>
                  <a:ext cx="259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8701" name="잉크 28700">
                  <a:extLst>
                    <a:ext uri="{FF2B5EF4-FFF2-40B4-BE49-F238E27FC236}">
                      <a16:creationId xmlns:a16="http://schemas.microsoft.com/office/drawing/2014/main" id="{7DA8DA5E-741C-0E56-540A-5C3381A6EBB7}"/>
                    </a:ext>
                  </a:extLst>
                </p14:cNvPr>
                <p14:cNvContentPartPr/>
                <p14:nvPr/>
              </p14:nvContentPartPr>
              <p14:xfrm>
                <a:off x="2140567" y="6517320"/>
                <a:ext cx="142200" cy="128160"/>
              </p14:xfrm>
            </p:contentPart>
          </mc:Choice>
          <mc:Fallback xmlns="">
            <p:pic>
              <p:nvPicPr>
                <p:cNvPr id="28701" name="잉크 28700">
                  <a:extLst>
                    <a:ext uri="{FF2B5EF4-FFF2-40B4-BE49-F238E27FC236}">
                      <a16:creationId xmlns:a16="http://schemas.microsoft.com/office/drawing/2014/main" id="{7DA8DA5E-741C-0E56-540A-5C3381A6EBB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31567" y="6508680"/>
                  <a:ext cx="1598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266" name="그룹 181265">
            <a:extLst>
              <a:ext uri="{FF2B5EF4-FFF2-40B4-BE49-F238E27FC236}">
                <a16:creationId xmlns:a16="http://schemas.microsoft.com/office/drawing/2014/main" id="{04AE96F7-E9B7-04C4-AAB9-70F09BA19D18}"/>
              </a:ext>
            </a:extLst>
          </p:cNvPr>
          <p:cNvGrpSpPr/>
          <p:nvPr/>
        </p:nvGrpSpPr>
        <p:grpSpPr>
          <a:xfrm>
            <a:off x="2484367" y="6422640"/>
            <a:ext cx="929520" cy="257760"/>
            <a:chOff x="2484367" y="6422640"/>
            <a:chExt cx="92952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8702" name="잉크 28701">
                  <a:extLst>
                    <a:ext uri="{FF2B5EF4-FFF2-40B4-BE49-F238E27FC236}">
                      <a16:creationId xmlns:a16="http://schemas.microsoft.com/office/drawing/2014/main" id="{347C3783-9116-068C-1BCD-15F7B9D0F275}"/>
                    </a:ext>
                  </a:extLst>
                </p14:cNvPr>
                <p14:cNvContentPartPr/>
                <p14:nvPr/>
              </p14:nvContentPartPr>
              <p14:xfrm>
                <a:off x="2517847" y="6447840"/>
                <a:ext cx="106560" cy="81000"/>
              </p14:xfrm>
            </p:contentPart>
          </mc:Choice>
          <mc:Fallback xmlns="">
            <p:pic>
              <p:nvPicPr>
                <p:cNvPr id="28702" name="잉크 28701">
                  <a:extLst>
                    <a:ext uri="{FF2B5EF4-FFF2-40B4-BE49-F238E27FC236}">
                      <a16:creationId xmlns:a16="http://schemas.microsoft.com/office/drawing/2014/main" id="{347C3783-9116-068C-1BCD-15F7B9D0F27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08847" y="6439200"/>
                  <a:ext cx="124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8703" name="잉크 28702">
                  <a:extLst>
                    <a:ext uri="{FF2B5EF4-FFF2-40B4-BE49-F238E27FC236}">
                      <a16:creationId xmlns:a16="http://schemas.microsoft.com/office/drawing/2014/main" id="{1EC30DA1-5AA5-EDED-86E6-58D9E2F16E95}"/>
                    </a:ext>
                  </a:extLst>
                </p14:cNvPr>
                <p14:cNvContentPartPr/>
                <p14:nvPr/>
              </p14:nvContentPartPr>
              <p14:xfrm>
                <a:off x="2484367" y="6534960"/>
                <a:ext cx="177480" cy="145440"/>
              </p14:xfrm>
            </p:contentPart>
          </mc:Choice>
          <mc:Fallback xmlns="">
            <p:pic>
              <p:nvPicPr>
                <p:cNvPr id="28703" name="잉크 28702">
                  <a:extLst>
                    <a:ext uri="{FF2B5EF4-FFF2-40B4-BE49-F238E27FC236}">
                      <a16:creationId xmlns:a16="http://schemas.microsoft.com/office/drawing/2014/main" id="{1EC30DA1-5AA5-EDED-86E6-58D9E2F16E9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75727" y="6526320"/>
                  <a:ext cx="195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81248" name="잉크 181247">
                  <a:extLst>
                    <a:ext uri="{FF2B5EF4-FFF2-40B4-BE49-F238E27FC236}">
                      <a16:creationId xmlns:a16="http://schemas.microsoft.com/office/drawing/2014/main" id="{1EA55174-04CB-2DDC-4A7F-B88A2BF87489}"/>
                    </a:ext>
                  </a:extLst>
                </p14:cNvPr>
                <p14:cNvContentPartPr/>
                <p14:nvPr/>
              </p14:nvContentPartPr>
              <p14:xfrm>
                <a:off x="2679847" y="6471600"/>
                <a:ext cx="180720" cy="128520"/>
              </p14:xfrm>
            </p:contentPart>
          </mc:Choice>
          <mc:Fallback xmlns="">
            <p:pic>
              <p:nvPicPr>
                <p:cNvPr id="181248" name="잉크 181247">
                  <a:extLst>
                    <a:ext uri="{FF2B5EF4-FFF2-40B4-BE49-F238E27FC236}">
                      <a16:creationId xmlns:a16="http://schemas.microsoft.com/office/drawing/2014/main" id="{1EA55174-04CB-2DDC-4A7F-B88A2BF874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70847" y="6462960"/>
                  <a:ext cx="198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81249" name="잉크 181248">
                  <a:extLst>
                    <a:ext uri="{FF2B5EF4-FFF2-40B4-BE49-F238E27FC236}">
                      <a16:creationId xmlns:a16="http://schemas.microsoft.com/office/drawing/2014/main" id="{038F4332-1524-6BDF-C5A6-4302543166BA}"/>
                    </a:ext>
                  </a:extLst>
                </p14:cNvPr>
                <p14:cNvContentPartPr/>
                <p14:nvPr/>
              </p14:nvContentPartPr>
              <p14:xfrm>
                <a:off x="2748247" y="6446040"/>
                <a:ext cx="150840" cy="131040"/>
              </p14:xfrm>
            </p:contentPart>
          </mc:Choice>
          <mc:Fallback xmlns="">
            <p:pic>
              <p:nvPicPr>
                <p:cNvPr id="181249" name="잉크 181248">
                  <a:extLst>
                    <a:ext uri="{FF2B5EF4-FFF2-40B4-BE49-F238E27FC236}">
                      <a16:creationId xmlns:a16="http://schemas.microsoft.com/office/drawing/2014/main" id="{038F4332-1524-6BDF-C5A6-4302543166B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39607" y="6437040"/>
                  <a:ext cx="1684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81251" name="잉크 181250">
                  <a:extLst>
                    <a:ext uri="{FF2B5EF4-FFF2-40B4-BE49-F238E27FC236}">
                      <a16:creationId xmlns:a16="http://schemas.microsoft.com/office/drawing/2014/main" id="{CB7A0D8C-4767-76B6-F0FB-F2AD2D039E51}"/>
                    </a:ext>
                  </a:extLst>
                </p14:cNvPr>
                <p14:cNvContentPartPr/>
                <p14:nvPr/>
              </p14:nvContentPartPr>
              <p14:xfrm>
                <a:off x="2779207" y="6422640"/>
                <a:ext cx="231840" cy="252360"/>
              </p14:xfrm>
            </p:contentPart>
          </mc:Choice>
          <mc:Fallback xmlns="">
            <p:pic>
              <p:nvPicPr>
                <p:cNvPr id="181251" name="잉크 181250">
                  <a:extLst>
                    <a:ext uri="{FF2B5EF4-FFF2-40B4-BE49-F238E27FC236}">
                      <a16:creationId xmlns:a16="http://schemas.microsoft.com/office/drawing/2014/main" id="{CB7A0D8C-4767-76B6-F0FB-F2AD2D039E5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70207" y="6413640"/>
                  <a:ext cx="2494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81252" name="잉크 181251">
                  <a:extLst>
                    <a:ext uri="{FF2B5EF4-FFF2-40B4-BE49-F238E27FC236}">
                      <a16:creationId xmlns:a16="http://schemas.microsoft.com/office/drawing/2014/main" id="{C725A011-C7FA-74A0-441E-E6D6D47A2921}"/>
                    </a:ext>
                  </a:extLst>
                </p14:cNvPr>
                <p14:cNvContentPartPr/>
                <p14:nvPr/>
              </p14:nvContentPartPr>
              <p14:xfrm>
                <a:off x="2918527" y="6500760"/>
                <a:ext cx="143640" cy="132120"/>
              </p14:xfrm>
            </p:contentPart>
          </mc:Choice>
          <mc:Fallback xmlns="">
            <p:pic>
              <p:nvPicPr>
                <p:cNvPr id="181252" name="잉크 181251">
                  <a:extLst>
                    <a:ext uri="{FF2B5EF4-FFF2-40B4-BE49-F238E27FC236}">
                      <a16:creationId xmlns:a16="http://schemas.microsoft.com/office/drawing/2014/main" id="{C725A011-C7FA-74A0-441E-E6D6D47A292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09887" y="6491760"/>
                  <a:ext cx="161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1253" name="잉크 181252">
                  <a:extLst>
                    <a:ext uri="{FF2B5EF4-FFF2-40B4-BE49-F238E27FC236}">
                      <a16:creationId xmlns:a16="http://schemas.microsoft.com/office/drawing/2014/main" id="{F2855940-DB37-06EA-319E-FB67DD8231D8}"/>
                    </a:ext>
                  </a:extLst>
                </p14:cNvPr>
                <p14:cNvContentPartPr/>
                <p14:nvPr/>
              </p14:nvContentPartPr>
              <p14:xfrm>
                <a:off x="3025087" y="6516240"/>
                <a:ext cx="105120" cy="133920"/>
              </p14:xfrm>
            </p:contentPart>
          </mc:Choice>
          <mc:Fallback xmlns="">
            <p:pic>
              <p:nvPicPr>
                <p:cNvPr id="181253" name="잉크 181252">
                  <a:extLst>
                    <a:ext uri="{FF2B5EF4-FFF2-40B4-BE49-F238E27FC236}">
                      <a16:creationId xmlns:a16="http://schemas.microsoft.com/office/drawing/2014/main" id="{F2855940-DB37-06EA-319E-FB67DD8231D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16447" y="6507240"/>
                  <a:ext cx="1227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1254" name="잉크 181253">
                  <a:extLst>
                    <a:ext uri="{FF2B5EF4-FFF2-40B4-BE49-F238E27FC236}">
                      <a16:creationId xmlns:a16="http://schemas.microsoft.com/office/drawing/2014/main" id="{60F4056E-2305-7832-9234-BAA6FE2C98C4}"/>
                    </a:ext>
                  </a:extLst>
                </p14:cNvPr>
                <p14:cNvContentPartPr/>
                <p14:nvPr/>
              </p14:nvContentPartPr>
              <p14:xfrm>
                <a:off x="3156127" y="6515880"/>
                <a:ext cx="33480" cy="140400"/>
              </p14:xfrm>
            </p:contentPart>
          </mc:Choice>
          <mc:Fallback xmlns="">
            <p:pic>
              <p:nvPicPr>
                <p:cNvPr id="181254" name="잉크 181253">
                  <a:extLst>
                    <a:ext uri="{FF2B5EF4-FFF2-40B4-BE49-F238E27FC236}">
                      <a16:creationId xmlns:a16="http://schemas.microsoft.com/office/drawing/2014/main" id="{60F4056E-2305-7832-9234-BAA6FE2C98C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47127" y="6506880"/>
                  <a:ext cx="511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1255" name="잉크 181254">
                  <a:extLst>
                    <a:ext uri="{FF2B5EF4-FFF2-40B4-BE49-F238E27FC236}">
                      <a16:creationId xmlns:a16="http://schemas.microsoft.com/office/drawing/2014/main" id="{802A2041-92C7-37F3-903A-EA0B8044C669}"/>
                    </a:ext>
                  </a:extLst>
                </p14:cNvPr>
                <p14:cNvContentPartPr/>
                <p14:nvPr/>
              </p14:nvContentPartPr>
              <p14:xfrm>
                <a:off x="3210487" y="6478080"/>
                <a:ext cx="155160" cy="173520"/>
              </p14:xfrm>
            </p:contentPart>
          </mc:Choice>
          <mc:Fallback xmlns="">
            <p:pic>
              <p:nvPicPr>
                <p:cNvPr id="181255" name="잉크 181254">
                  <a:extLst>
                    <a:ext uri="{FF2B5EF4-FFF2-40B4-BE49-F238E27FC236}">
                      <a16:creationId xmlns:a16="http://schemas.microsoft.com/office/drawing/2014/main" id="{802A2041-92C7-37F3-903A-EA0B8044C6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01487" y="6469440"/>
                  <a:ext cx="172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81256" name="잉크 181255">
                  <a:extLst>
                    <a:ext uri="{FF2B5EF4-FFF2-40B4-BE49-F238E27FC236}">
                      <a16:creationId xmlns:a16="http://schemas.microsoft.com/office/drawing/2014/main" id="{0AE75091-3326-E807-F5DE-79DB91C9233D}"/>
                    </a:ext>
                  </a:extLst>
                </p14:cNvPr>
                <p14:cNvContentPartPr/>
                <p14:nvPr/>
              </p14:nvContentPartPr>
              <p14:xfrm>
                <a:off x="3403087" y="6484560"/>
                <a:ext cx="10800" cy="164160"/>
              </p14:xfrm>
            </p:contentPart>
          </mc:Choice>
          <mc:Fallback xmlns="">
            <p:pic>
              <p:nvPicPr>
                <p:cNvPr id="181256" name="잉크 181255">
                  <a:extLst>
                    <a:ext uri="{FF2B5EF4-FFF2-40B4-BE49-F238E27FC236}">
                      <a16:creationId xmlns:a16="http://schemas.microsoft.com/office/drawing/2014/main" id="{0AE75091-3326-E807-F5DE-79DB91C9233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94447" y="6475920"/>
                  <a:ext cx="28440" cy="18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278" name="그룹 181277">
            <a:extLst>
              <a:ext uri="{FF2B5EF4-FFF2-40B4-BE49-F238E27FC236}">
                <a16:creationId xmlns:a16="http://schemas.microsoft.com/office/drawing/2014/main" id="{E5B51271-370F-146A-D008-AC99305E303F}"/>
              </a:ext>
            </a:extLst>
          </p:cNvPr>
          <p:cNvGrpSpPr/>
          <p:nvPr/>
        </p:nvGrpSpPr>
        <p:grpSpPr>
          <a:xfrm>
            <a:off x="3621607" y="6432360"/>
            <a:ext cx="1800360" cy="268560"/>
            <a:chOff x="3621607" y="6432360"/>
            <a:chExt cx="180036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1257" name="잉크 181256">
                  <a:extLst>
                    <a:ext uri="{FF2B5EF4-FFF2-40B4-BE49-F238E27FC236}">
                      <a16:creationId xmlns:a16="http://schemas.microsoft.com/office/drawing/2014/main" id="{A690E4DC-A859-3037-0328-8BDF4467A3A2}"/>
                    </a:ext>
                  </a:extLst>
                </p14:cNvPr>
                <p14:cNvContentPartPr/>
                <p14:nvPr/>
              </p14:nvContentPartPr>
              <p14:xfrm>
                <a:off x="3631687" y="6452160"/>
                <a:ext cx="139320" cy="123840"/>
              </p14:xfrm>
            </p:contentPart>
          </mc:Choice>
          <mc:Fallback xmlns="">
            <p:pic>
              <p:nvPicPr>
                <p:cNvPr id="181257" name="잉크 181256">
                  <a:extLst>
                    <a:ext uri="{FF2B5EF4-FFF2-40B4-BE49-F238E27FC236}">
                      <a16:creationId xmlns:a16="http://schemas.microsoft.com/office/drawing/2014/main" id="{A690E4DC-A859-3037-0328-8BDF4467A3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622687" y="6443520"/>
                  <a:ext cx="156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1258" name="잉크 181257">
                  <a:extLst>
                    <a:ext uri="{FF2B5EF4-FFF2-40B4-BE49-F238E27FC236}">
                      <a16:creationId xmlns:a16="http://schemas.microsoft.com/office/drawing/2014/main" id="{E797AD29-EDAA-6291-2114-7BAF30F9A7C4}"/>
                    </a:ext>
                  </a:extLst>
                </p14:cNvPr>
                <p14:cNvContentPartPr/>
                <p14:nvPr/>
              </p14:nvContentPartPr>
              <p14:xfrm>
                <a:off x="3621607" y="6434880"/>
                <a:ext cx="247680" cy="244440"/>
              </p14:xfrm>
            </p:contentPart>
          </mc:Choice>
          <mc:Fallback xmlns="">
            <p:pic>
              <p:nvPicPr>
                <p:cNvPr id="181258" name="잉크 181257">
                  <a:extLst>
                    <a:ext uri="{FF2B5EF4-FFF2-40B4-BE49-F238E27FC236}">
                      <a16:creationId xmlns:a16="http://schemas.microsoft.com/office/drawing/2014/main" id="{E797AD29-EDAA-6291-2114-7BAF30F9A7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2967" y="6425880"/>
                  <a:ext cx="2653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1259" name="잉크 181258">
                  <a:extLst>
                    <a:ext uri="{FF2B5EF4-FFF2-40B4-BE49-F238E27FC236}">
                      <a16:creationId xmlns:a16="http://schemas.microsoft.com/office/drawing/2014/main" id="{B271A110-9D13-6EA3-02B6-0BDF06FC82BA}"/>
                    </a:ext>
                  </a:extLst>
                </p14:cNvPr>
                <p14:cNvContentPartPr/>
                <p14:nvPr/>
              </p14:nvContentPartPr>
              <p14:xfrm>
                <a:off x="3773887" y="6520200"/>
                <a:ext cx="264960" cy="131760"/>
              </p14:xfrm>
            </p:contentPart>
          </mc:Choice>
          <mc:Fallback xmlns="">
            <p:pic>
              <p:nvPicPr>
                <p:cNvPr id="181259" name="잉크 181258">
                  <a:extLst>
                    <a:ext uri="{FF2B5EF4-FFF2-40B4-BE49-F238E27FC236}">
                      <a16:creationId xmlns:a16="http://schemas.microsoft.com/office/drawing/2014/main" id="{B271A110-9D13-6EA3-02B6-0BDF06FC82B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65247" y="6511200"/>
                  <a:ext cx="2826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81260" name="잉크 181259">
                  <a:extLst>
                    <a:ext uri="{FF2B5EF4-FFF2-40B4-BE49-F238E27FC236}">
                      <a16:creationId xmlns:a16="http://schemas.microsoft.com/office/drawing/2014/main" id="{8716BF88-FA26-DC91-F917-B35B0C5519D2}"/>
                    </a:ext>
                  </a:extLst>
                </p14:cNvPr>
                <p14:cNvContentPartPr/>
                <p14:nvPr/>
              </p14:nvContentPartPr>
              <p14:xfrm>
                <a:off x="4004287" y="6487440"/>
                <a:ext cx="20880" cy="123840"/>
              </p14:xfrm>
            </p:contentPart>
          </mc:Choice>
          <mc:Fallback xmlns="">
            <p:pic>
              <p:nvPicPr>
                <p:cNvPr id="181260" name="잉크 181259">
                  <a:extLst>
                    <a:ext uri="{FF2B5EF4-FFF2-40B4-BE49-F238E27FC236}">
                      <a16:creationId xmlns:a16="http://schemas.microsoft.com/office/drawing/2014/main" id="{8716BF88-FA26-DC91-F917-B35B0C5519D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95647" y="6478800"/>
                  <a:ext cx="38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81261" name="잉크 181260">
                  <a:extLst>
                    <a:ext uri="{FF2B5EF4-FFF2-40B4-BE49-F238E27FC236}">
                      <a16:creationId xmlns:a16="http://schemas.microsoft.com/office/drawing/2014/main" id="{6410894B-955B-114D-47F4-F6EFB35FCAC6}"/>
                    </a:ext>
                  </a:extLst>
                </p14:cNvPr>
                <p14:cNvContentPartPr/>
                <p14:nvPr/>
              </p14:nvContentPartPr>
              <p14:xfrm>
                <a:off x="3938407" y="6432360"/>
                <a:ext cx="186840" cy="265680"/>
              </p14:xfrm>
            </p:contentPart>
          </mc:Choice>
          <mc:Fallback xmlns="">
            <p:pic>
              <p:nvPicPr>
                <p:cNvPr id="181261" name="잉크 181260">
                  <a:extLst>
                    <a:ext uri="{FF2B5EF4-FFF2-40B4-BE49-F238E27FC236}">
                      <a16:creationId xmlns:a16="http://schemas.microsoft.com/office/drawing/2014/main" id="{6410894B-955B-114D-47F4-F6EFB35FCAC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29407" y="6423720"/>
                  <a:ext cx="204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81262" name="잉크 181261">
                  <a:extLst>
                    <a:ext uri="{FF2B5EF4-FFF2-40B4-BE49-F238E27FC236}">
                      <a16:creationId xmlns:a16="http://schemas.microsoft.com/office/drawing/2014/main" id="{E2290E64-8354-3E5A-11C6-55F301706FE1}"/>
                    </a:ext>
                  </a:extLst>
                </p14:cNvPr>
                <p14:cNvContentPartPr/>
                <p14:nvPr/>
              </p14:nvContentPartPr>
              <p14:xfrm>
                <a:off x="4019407" y="6495360"/>
                <a:ext cx="140400" cy="118800"/>
              </p14:xfrm>
            </p:contentPart>
          </mc:Choice>
          <mc:Fallback xmlns="">
            <p:pic>
              <p:nvPicPr>
                <p:cNvPr id="181262" name="잉크 181261">
                  <a:extLst>
                    <a:ext uri="{FF2B5EF4-FFF2-40B4-BE49-F238E27FC236}">
                      <a16:creationId xmlns:a16="http://schemas.microsoft.com/office/drawing/2014/main" id="{E2290E64-8354-3E5A-11C6-55F301706F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10767" y="6486360"/>
                  <a:ext cx="158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81263" name="잉크 181262">
                  <a:extLst>
                    <a:ext uri="{FF2B5EF4-FFF2-40B4-BE49-F238E27FC236}">
                      <a16:creationId xmlns:a16="http://schemas.microsoft.com/office/drawing/2014/main" id="{5DF5A2A6-0100-303F-1ED0-F84C16BFE60D}"/>
                    </a:ext>
                  </a:extLst>
                </p14:cNvPr>
                <p14:cNvContentPartPr/>
                <p14:nvPr/>
              </p14:nvContentPartPr>
              <p14:xfrm>
                <a:off x="4068367" y="6580680"/>
                <a:ext cx="178920" cy="113400"/>
              </p14:xfrm>
            </p:contentPart>
          </mc:Choice>
          <mc:Fallback xmlns="">
            <p:pic>
              <p:nvPicPr>
                <p:cNvPr id="181263" name="잉크 181262">
                  <a:extLst>
                    <a:ext uri="{FF2B5EF4-FFF2-40B4-BE49-F238E27FC236}">
                      <a16:creationId xmlns:a16="http://schemas.microsoft.com/office/drawing/2014/main" id="{5DF5A2A6-0100-303F-1ED0-F84C16BFE6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59367" y="6572040"/>
                  <a:ext cx="196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81264" name="잉크 181263">
                  <a:extLst>
                    <a:ext uri="{FF2B5EF4-FFF2-40B4-BE49-F238E27FC236}">
                      <a16:creationId xmlns:a16="http://schemas.microsoft.com/office/drawing/2014/main" id="{5D7A5126-8926-7A98-C4DD-C04ECC064AD3}"/>
                    </a:ext>
                  </a:extLst>
                </p14:cNvPr>
                <p14:cNvContentPartPr/>
                <p14:nvPr/>
              </p14:nvContentPartPr>
              <p14:xfrm>
                <a:off x="4214527" y="6534600"/>
                <a:ext cx="190800" cy="166320"/>
              </p14:xfrm>
            </p:contentPart>
          </mc:Choice>
          <mc:Fallback xmlns="">
            <p:pic>
              <p:nvPicPr>
                <p:cNvPr id="181264" name="잉크 181263">
                  <a:extLst>
                    <a:ext uri="{FF2B5EF4-FFF2-40B4-BE49-F238E27FC236}">
                      <a16:creationId xmlns:a16="http://schemas.microsoft.com/office/drawing/2014/main" id="{5D7A5126-8926-7A98-C4DD-C04ECC064AD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05887" y="6525600"/>
                  <a:ext cx="208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81268" name="잉크 181267">
                  <a:extLst>
                    <a:ext uri="{FF2B5EF4-FFF2-40B4-BE49-F238E27FC236}">
                      <a16:creationId xmlns:a16="http://schemas.microsoft.com/office/drawing/2014/main" id="{E3EB2DA3-50F2-1EBA-90C9-C50FEB904CB1}"/>
                    </a:ext>
                  </a:extLst>
                </p14:cNvPr>
                <p14:cNvContentPartPr/>
                <p14:nvPr/>
              </p14:nvContentPartPr>
              <p14:xfrm>
                <a:off x="4549327" y="6530640"/>
                <a:ext cx="199440" cy="150120"/>
              </p14:xfrm>
            </p:contentPart>
          </mc:Choice>
          <mc:Fallback xmlns="">
            <p:pic>
              <p:nvPicPr>
                <p:cNvPr id="181268" name="잉크 181267">
                  <a:extLst>
                    <a:ext uri="{FF2B5EF4-FFF2-40B4-BE49-F238E27FC236}">
                      <a16:creationId xmlns:a16="http://schemas.microsoft.com/office/drawing/2014/main" id="{E3EB2DA3-50F2-1EBA-90C9-C50FEB904C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40687" y="6522000"/>
                  <a:ext cx="217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81269" name="잉크 181268">
                  <a:extLst>
                    <a:ext uri="{FF2B5EF4-FFF2-40B4-BE49-F238E27FC236}">
                      <a16:creationId xmlns:a16="http://schemas.microsoft.com/office/drawing/2014/main" id="{8DC81558-5FF3-CD02-7128-AFEE40408B5D}"/>
                    </a:ext>
                  </a:extLst>
                </p14:cNvPr>
                <p14:cNvContentPartPr/>
                <p14:nvPr/>
              </p14:nvContentPartPr>
              <p14:xfrm>
                <a:off x="4737607" y="6523800"/>
                <a:ext cx="83160" cy="143280"/>
              </p14:xfrm>
            </p:contentPart>
          </mc:Choice>
          <mc:Fallback xmlns="">
            <p:pic>
              <p:nvPicPr>
                <p:cNvPr id="181269" name="잉크 181268">
                  <a:extLst>
                    <a:ext uri="{FF2B5EF4-FFF2-40B4-BE49-F238E27FC236}">
                      <a16:creationId xmlns:a16="http://schemas.microsoft.com/office/drawing/2014/main" id="{8DC81558-5FF3-CD02-7128-AFEE40408B5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28967" y="6515160"/>
                  <a:ext cx="1008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81270" name="잉크 181269">
                  <a:extLst>
                    <a:ext uri="{FF2B5EF4-FFF2-40B4-BE49-F238E27FC236}">
                      <a16:creationId xmlns:a16="http://schemas.microsoft.com/office/drawing/2014/main" id="{823BB114-68D5-1D50-3532-E876F07201EE}"/>
                    </a:ext>
                  </a:extLst>
                </p14:cNvPr>
                <p14:cNvContentPartPr/>
                <p14:nvPr/>
              </p14:nvContentPartPr>
              <p14:xfrm>
                <a:off x="4801687" y="6486000"/>
                <a:ext cx="159120" cy="150120"/>
              </p14:xfrm>
            </p:contentPart>
          </mc:Choice>
          <mc:Fallback xmlns="">
            <p:pic>
              <p:nvPicPr>
                <p:cNvPr id="181270" name="잉크 181269">
                  <a:extLst>
                    <a:ext uri="{FF2B5EF4-FFF2-40B4-BE49-F238E27FC236}">
                      <a16:creationId xmlns:a16="http://schemas.microsoft.com/office/drawing/2014/main" id="{823BB114-68D5-1D50-3532-E876F07201E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93047" y="6477000"/>
                  <a:ext cx="176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81271" name="잉크 181270">
                  <a:extLst>
                    <a:ext uri="{FF2B5EF4-FFF2-40B4-BE49-F238E27FC236}">
                      <a16:creationId xmlns:a16="http://schemas.microsoft.com/office/drawing/2014/main" id="{29A35A6C-298A-B985-E3AB-17CF5B12F5EE}"/>
                    </a:ext>
                  </a:extLst>
                </p14:cNvPr>
                <p14:cNvContentPartPr/>
                <p14:nvPr/>
              </p14:nvContentPartPr>
              <p14:xfrm>
                <a:off x="4939567" y="6503640"/>
                <a:ext cx="114120" cy="83880"/>
              </p14:xfrm>
            </p:contentPart>
          </mc:Choice>
          <mc:Fallback xmlns="">
            <p:pic>
              <p:nvPicPr>
                <p:cNvPr id="181271" name="잉크 181270">
                  <a:extLst>
                    <a:ext uri="{FF2B5EF4-FFF2-40B4-BE49-F238E27FC236}">
                      <a16:creationId xmlns:a16="http://schemas.microsoft.com/office/drawing/2014/main" id="{29A35A6C-298A-B985-E3AB-17CF5B12F5E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30567" y="6494640"/>
                  <a:ext cx="131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81272" name="잉크 181271">
                  <a:extLst>
                    <a:ext uri="{FF2B5EF4-FFF2-40B4-BE49-F238E27FC236}">
                      <a16:creationId xmlns:a16="http://schemas.microsoft.com/office/drawing/2014/main" id="{B63A653F-197D-6461-27CB-27C03965AD97}"/>
                    </a:ext>
                  </a:extLst>
                </p14:cNvPr>
                <p14:cNvContentPartPr/>
                <p14:nvPr/>
              </p14:nvContentPartPr>
              <p14:xfrm>
                <a:off x="4918327" y="6614160"/>
                <a:ext cx="119520" cy="60480"/>
              </p14:xfrm>
            </p:contentPart>
          </mc:Choice>
          <mc:Fallback xmlns="">
            <p:pic>
              <p:nvPicPr>
                <p:cNvPr id="181272" name="잉크 181271">
                  <a:extLst>
                    <a:ext uri="{FF2B5EF4-FFF2-40B4-BE49-F238E27FC236}">
                      <a16:creationId xmlns:a16="http://schemas.microsoft.com/office/drawing/2014/main" id="{B63A653F-197D-6461-27CB-27C03965AD9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09327" y="6605160"/>
                  <a:ext cx="137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81273" name="잉크 181272">
                  <a:extLst>
                    <a:ext uri="{FF2B5EF4-FFF2-40B4-BE49-F238E27FC236}">
                      <a16:creationId xmlns:a16="http://schemas.microsoft.com/office/drawing/2014/main" id="{8E83360D-9E59-C161-6E3D-EA0BD55B9A42}"/>
                    </a:ext>
                  </a:extLst>
                </p14:cNvPr>
                <p14:cNvContentPartPr/>
                <p14:nvPr/>
              </p14:nvContentPartPr>
              <p14:xfrm>
                <a:off x="5057647" y="6454320"/>
                <a:ext cx="135000" cy="78120"/>
              </p14:xfrm>
            </p:contentPart>
          </mc:Choice>
          <mc:Fallback xmlns="">
            <p:pic>
              <p:nvPicPr>
                <p:cNvPr id="181273" name="잉크 181272">
                  <a:extLst>
                    <a:ext uri="{FF2B5EF4-FFF2-40B4-BE49-F238E27FC236}">
                      <a16:creationId xmlns:a16="http://schemas.microsoft.com/office/drawing/2014/main" id="{8E83360D-9E59-C161-6E3D-EA0BD55B9A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49007" y="6445320"/>
                  <a:ext cx="152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81274" name="잉크 181273">
                  <a:extLst>
                    <a:ext uri="{FF2B5EF4-FFF2-40B4-BE49-F238E27FC236}">
                      <a16:creationId xmlns:a16="http://schemas.microsoft.com/office/drawing/2014/main" id="{CE1906FF-696D-0DA5-D237-FEB3ACED92E9}"/>
                    </a:ext>
                  </a:extLst>
                </p14:cNvPr>
                <p14:cNvContentPartPr/>
                <p14:nvPr/>
              </p14:nvContentPartPr>
              <p14:xfrm>
                <a:off x="5087527" y="6555480"/>
                <a:ext cx="100080" cy="115920"/>
              </p14:xfrm>
            </p:contentPart>
          </mc:Choice>
          <mc:Fallback xmlns="">
            <p:pic>
              <p:nvPicPr>
                <p:cNvPr id="181274" name="잉크 181273">
                  <a:extLst>
                    <a:ext uri="{FF2B5EF4-FFF2-40B4-BE49-F238E27FC236}">
                      <a16:creationId xmlns:a16="http://schemas.microsoft.com/office/drawing/2014/main" id="{CE1906FF-696D-0DA5-D237-FEB3ACED92E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78887" y="6546480"/>
                  <a:ext cx="117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81275" name="잉크 181274">
                  <a:extLst>
                    <a:ext uri="{FF2B5EF4-FFF2-40B4-BE49-F238E27FC236}">
                      <a16:creationId xmlns:a16="http://schemas.microsoft.com/office/drawing/2014/main" id="{B3F0F1C0-B793-380B-8290-6534DF9163DA}"/>
                    </a:ext>
                  </a:extLst>
                </p14:cNvPr>
                <p14:cNvContentPartPr/>
                <p14:nvPr/>
              </p14:nvContentPartPr>
              <p14:xfrm>
                <a:off x="5059087" y="6491760"/>
                <a:ext cx="247320" cy="180000"/>
              </p14:xfrm>
            </p:contentPart>
          </mc:Choice>
          <mc:Fallback xmlns="">
            <p:pic>
              <p:nvPicPr>
                <p:cNvPr id="181275" name="잉크 181274">
                  <a:extLst>
                    <a:ext uri="{FF2B5EF4-FFF2-40B4-BE49-F238E27FC236}">
                      <a16:creationId xmlns:a16="http://schemas.microsoft.com/office/drawing/2014/main" id="{B3F0F1C0-B793-380B-8290-6534DF9163D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50447" y="6482760"/>
                  <a:ext cx="264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81276" name="잉크 181275">
                  <a:extLst>
                    <a:ext uri="{FF2B5EF4-FFF2-40B4-BE49-F238E27FC236}">
                      <a16:creationId xmlns:a16="http://schemas.microsoft.com/office/drawing/2014/main" id="{6659BDD9-2CE6-A12D-DA87-4FF2EC817E93}"/>
                    </a:ext>
                  </a:extLst>
                </p14:cNvPr>
                <p14:cNvContentPartPr/>
                <p14:nvPr/>
              </p14:nvContentPartPr>
              <p14:xfrm>
                <a:off x="5291647" y="6493920"/>
                <a:ext cx="130320" cy="51840"/>
              </p14:xfrm>
            </p:contentPart>
          </mc:Choice>
          <mc:Fallback xmlns="">
            <p:pic>
              <p:nvPicPr>
                <p:cNvPr id="181276" name="잉크 181275">
                  <a:extLst>
                    <a:ext uri="{FF2B5EF4-FFF2-40B4-BE49-F238E27FC236}">
                      <a16:creationId xmlns:a16="http://schemas.microsoft.com/office/drawing/2014/main" id="{6659BDD9-2CE6-A12D-DA87-4FF2EC817E9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82647" y="6485280"/>
                  <a:ext cx="147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81277" name="잉크 181276">
                  <a:extLst>
                    <a:ext uri="{FF2B5EF4-FFF2-40B4-BE49-F238E27FC236}">
                      <a16:creationId xmlns:a16="http://schemas.microsoft.com/office/drawing/2014/main" id="{527E3F1E-9350-69B9-AD8D-F70B0EE6D55A}"/>
                    </a:ext>
                  </a:extLst>
                </p14:cNvPr>
                <p14:cNvContentPartPr/>
                <p14:nvPr/>
              </p14:nvContentPartPr>
              <p14:xfrm>
                <a:off x="4917247" y="6634680"/>
                <a:ext cx="54000" cy="40680"/>
              </p14:xfrm>
            </p:contentPart>
          </mc:Choice>
          <mc:Fallback xmlns="">
            <p:pic>
              <p:nvPicPr>
                <p:cNvPr id="181277" name="잉크 181276">
                  <a:extLst>
                    <a:ext uri="{FF2B5EF4-FFF2-40B4-BE49-F238E27FC236}">
                      <a16:creationId xmlns:a16="http://schemas.microsoft.com/office/drawing/2014/main" id="{527E3F1E-9350-69B9-AD8D-F70B0EE6D55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08247" y="6625680"/>
                  <a:ext cx="7164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289" name="그룹 181288">
            <a:extLst>
              <a:ext uri="{FF2B5EF4-FFF2-40B4-BE49-F238E27FC236}">
                <a16:creationId xmlns:a16="http://schemas.microsoft.com/office/drawing/2014/main" id="{4516C4BD-B0C2-983A-E1D5-60BEC8F2FD11}"/>
              </a:ext>
            </a:extLst>
          </p:cNvPr>
          <p:cNvGrpSpPr/>
          <p:nvPr/>
        </p:nvGrpSpPr>
        <p:grpSpPr>
          <a:xfrm>
            <a:off x="7170847" y="5572320"/>
            <a:ext cx="1329840" cy="376560"/>
            <a:chOff x="7170847" y="5572320"/>
            <a:chExt cx="1329840" cy="37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81279" name="잉크 181278">
                  <a:extLst>
                    <a:ext uri="{FF2B5EF4-FFF2-40B4-BE49-F238E27FC236}">
                      <a16:creationId xmlns:a16="http://schemas.microsoft.com/office/drawing/2014/main" id="{7847FA50-BC15-47B5-E212-74C0686DA25A}"/>
                    </a:ext>
                  </a:extLst>
                </p14:cNvPr>
                <p14:cNvContentPartPr/>
                <p14:nvPr/>
              </p14:nvContentPartPr>
              <p14:xfrm>
                <a:off x="7170847" y="5691120"/>
                <a:ext cx="254520" cy="156960"/>
              </p14:xfrm>
            </p:contentPart>
          </mc:Choice>
          <mc:Fallback xmlns="">
            <p:pic>
              <p:nvPicPr>
                <p:cNvPr id="181279" name="잉크 181278">
                  <a:extLst>
                    <a:ext uri="{FF2B5EF4-FFF2-40B4-BE49-F238E27FC236}">
                      <a16:creationId xmlns:a16="http://schemas.microsoft.com/office/drawing/2014/main" id="{7847FA50-BC15-47B5-E212-74C0686DA25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62207" y="5682120"/>
                  <a:ext cx="2721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81280" name="잉크 181279">
                  <a:extLst>
                    <a:ext uri="{FF2B5EF4-FFF2-40B4-BE49-F238E27FC236}">
                      <a16:creationId xmlns:a16="http://schemas.microsoft.com/office/drawing/2014/main" id="{31703E54-9ABF-CA22-D30A-36DBC16E8FD1}"/>
                    </a:ext>
                  </a:extLst>
                </p14:cNvPr>
                <p14:cNvContentPartPr/>
                <p14:nvPr/>
              </p14:nvContentPartPr>
              <p14:xfrm>
                <a:off x="7610407" y="5598600"/>
                <a:ext cx="130320" cy="117000"/>
              </p14:xfrm>
            </p:contentPart>
          </mc:Choice>
          <mc:Fallback xmlns="">
            <p:pic>
              <p:nvPicPr>
                <p:cNvPr id="181280" name="잉크 181279">
                  <a:extLst>
                    <a:ext uri="{FF2B5EF4-FFF2-40B4-BE49-F238E27FC236}">
                      <a16:creationId xmlns:a16="http://schemas.microsoft.com/office/drawing/2014/main" id="{31703E54-9ABF-CA22-D30A-36DBC16E8FD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01767" y="5589600"/>
                  <a:ext cx="147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81281" name="잉크 181280">
                  <a:extLst>
                    <a:ext uri="{FF2B5EF4-FFF2-40B4-BE49-F238E27FC236}">
                      <a16:creationId xmlns:a16="http://schemas.microsoft.com/office/drawing/2014/main" id="{1207BF91-4301-1691-C6C6-8CE9341F00A1}"/>
                    </a:ext>
                  </a:extLst>
                </p14:cNvPr>
                <p14:cNvContentPartPr/>
                <p14:nvPr/>
              </p14:nvContentPartPr>
              <p14:xfrm>
                <a:off x="7786807" y="5572320"/>
                <a:ext cx="32760" cy="176040"/>
              </p14:xfrm>
            </p:contentPart>
          </mc:Choice>
          <mc:Fallback xmlns="">
            <p:pic>
              <p:nvPicPr>
                <p:cNvPr id="181281" name="잉크 181280">
                  <a:extLst>
                    <a:ext uri="{FF2B5EF4-FFF2-40B4-BE49-F238E27FC236}">
                      <a16:creationId xmlns:a16="http://schemas.microsoft.com/office/drawing/2014/main" id="{1207BF91-4301-1691-C6C6-8CE9341F00A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78167" y="5563680"/>
                  <a:ext cx="50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81282" name="잉크 181281">
                  <a:extLst>
                    <a:ext uri="{FF2B5EF4-FFF2-40B4-BE49-F238E27FC236}">
                      <a16:creationId xmlns:a16="http://schemas.microsoft.com/office/drawing/2014/main" id="{5041DE0B-3434-7EE2-7073-B22158CAC328}"/>
                    </a:ext>
                  </a:extLst>
                </p14:cNvPr>
                <p14:cNvContentPartPr/>
                <p14:nvPr/>
              </p14:nvContentPartPr>
              <p14:xfrm>
                <a:off x="7662607" y="5735400"/>
                <a:ext cx="234000" cy="115560"/>
              </p14:xfrm>
            </p:contentPart>
          </mc:Choice>
          <mc:Fallback xmlns="">
            <p:pic>
              <p:nvPicPr>
                <p:cNvPr id="181282" name="잉크 181281">
                  <a:extLst>
                    <a:ext uri="{FF2B5EF4-FFF2-40B4-BE49-F238E27FC236}">
                      <a16:creationId xmlns:a16="http://schemas.microsoft.com/office/drawing/2014/main" id="{5041DE0B-3434-7EE2-7073-B22158CAC32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653967" y="5726400"/>
                  <a:ext cx="251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81283" name="잉크 181282">
                  <a:extLst>
                    <a:ext uri="{FF2B5EF4-FFF2-40B4-BE49-F238E27FC236}">
                      <a16:creationId xmlns:a16="http://schemas.microsoft.com/office/drawing/2014/main" id="{375E320B-9A23-777D-1FDF-FE1E728B0F8C}"/>
                    </a:ext>
                  </a:extLst>
                </p14:cNvPr>
                <p14:cNvContentPartPr/>
                <p14:nvPr/>
              </p14:nvContentPartPr>
              <p14:xfrm>
                <a:off x="7861327" y="5610480"/>
                <a:ext cx="127800" cy="161640"/>
              </p14:xfrm>
            </p:contentPart>
          </mc:Choice>
          <mc:Fallback xmlns="">
            <p:pic>
              <p:nvPicPr>
                <p:cNvPr id="181283" name="잉크 181282">
                  <a:extLst>
                    <a:ext uri="{FF2B5EF4-FFF2-40B4-BE49-F238E27FC236}">
                      <a16:creationId xmlns:a16="http://schemas.microsoft.com/office/drawing/2014/main" id="{375E320B-9A23-777D-1FDF-FE1E728B0F8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52327" y="5601480"/>
                  <a:ext cx="1454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81284" name="잉크 181283">
                  <a:extLst>
                    <a:ext uri="{FF2B5EF4-FFF2-40B4-BE49-F238E27FC236}">
                      <a16:creationId xmlns:a16="http://schemas.microsoft.com/office/drawing/2014/main" id="{E2F7AEA5-9A20-DA2E-0351-A5B73FCFB802}"/>
                    </a:ext>
                  </a:extLst>
                </p14:cNvPr>
                <p14:cNvContentPartPr/>
                <p14:nvPr/>
              </p14:nvContentPartPr>
              <p14:xfrm>
                <a:off x="7890847" y="5664480"/>
                <a:ext cx="97200" cy="30960"/>
              </p14:xfrm>
            </p:contentPart>
          </mc:Choice>
          <mc:Fallback xmlns="">
            <p:pic>
              <p:nvPicPr>
                <p:cNvPr id="181284" name="잉크 181283">
                  <a:extLst>
                    <a:ext uri="{FF2B5EF4-FFF2-40B4-BE49-F238E27FC236}">
                      <a16:creationId xmlns:a16="http://schemas.microsoft.com/office/drawing/2014/main" id="{E2F7AEA5-9A20-DA2E-0351-A5B73FCFB80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82207" y="5655480"/>
                  <a:ext cx="114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81285" name="잉크 181284">
                  <a:extLst>
                    <a:ext uri="{FF2B5EF4-FFF2-40B4-BE49-F238E27FC236}">
                      <a16:creationId xmlns:a16="http://schemas.microsoft.com/office/drawing/2014/main" id="{C411F384-A741-C566-1EBF-2CC10A32665E}"/>
                    </a:ext>
                  </a:extLst>
                </p14:cNvPr>
                <p14:cNvContentPartPr/>
                <p14:nvPr/>
              </p14:nvContentPartPr>
              <p14:xfrm>
                <a:off x="8001367" y="5634600"/>
                <a:ext cx="118440" cy="140760"/>
              </p14:xfrm>
            </p:contentPart>
          </mc:Choice>
          <mc:Fallback xmlns="">
            <p:pic>
              <p:nvPicPr>
                <p:cNvPr id="181285" name="잉크 181284">
                  <a:extLst>
                    <a:ext uri="{FF2B5EF4-FFF2-40B4-BE49-F238E27FC236}">
                      <a16:creationId xmlns:a16="http://schemas.microsoft.com/office/drawing/2014/main" id="{C411F384-A741-C566-1EBF-2CC10A32665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92367" y="5625600"/>
                  <a:ext cx="136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81286" name="잉크 181285">
                  <a:extLst>
                    <a:ext uri="{FF2B5EF4-FFF2-40B4-BE49-F238E27FC236}">
                      <a16:creationId xmlns:a16="http://schemas.microsoft.com/office/drawing/2014/main" id="{088A2B0A-BFDC-3251-88B0-81DDB0315958}"/>
                    </a:ext>
                  </a:extLst>
                </p14:cNvPr>
                <p14:cNvContentPartPr/>
                <p14:nvPr/>
              </p14:nvContentPartPr>
              <p14:xfrm>
                <a:off x="8156527" y="5609760"/>
                <a:ext cx="157320" cy="162360"/>
              </p14:xfrm>
            </p:contentPart>
          </mc:Choice>
          <mc:Fallback xmlns="">
            <p:pic>
              <p:nvPicPr>
                <p:cNvPr id="181286" name="잉크 181285">
                  <a:extLst>
                    <a:ext uri="{FF2B5EF4-FFF2-40B4-BE49-F238E27FC236}">
                      <a16:creationId xmlns:a16="http://schemas.microsoft.com/office/drawing/2014/main" id="{088A2B0A-BFDC-3251-88B0-81DDB031595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47887" y="5601120"/>
                  <a:ext cx="174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81287" name="잉크 181286">
                  <a:extLst>
                    <a:ext uri="{FF2B5EF4-FFF2-40B4-BE49-F238E27FC236}">
                      <a16:creationId xmlns:a16="http://schemas.microsoft.com/office/drawing/2014/main" id="{F1581470-32F7-13B4-184D-F3EF64004102}"/>
                    </a:ext>
                  </a:extLst>
                </p14:cNvPr>
                <p14:cNvContentPartPr/>
                <p14:nvPr/>
              </p14:nvContentPartPr>
              <p14:xfrm>
                <a:off x="8273527" y="5602920"/>
                <a:ext cx="120240" cy="299520"/>
              </p14:xfrm>
            </p:contentPart>
          </mc:Choice>
          <mc:Fallback xmlns="">
            <p:pic>
              <p:nvPicPr>
                <p:cNvPr id="181287" name="잉크 181286">
                  <a:extLst>
                    <a:ext uri="{FF2B5EF4-FFF2-40B4-BE49-F238E27FC236}">
                      <a16:creationId xmlns:a16="http://schemas.microsoft.com/office/drawing/2014/main" id="{F1581470-32F7-13B4-184D-F3EF640041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64527" y="5593920"/>
                  <a:ext cx="137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81288" name="잉크 181287">
                  <a:extLst>
                    <a:ext uri="{FF2B5EF4-FFF2-40B4-BE49-F238E27FC236}">
                      <a16:creationId xmlns:a16="http://schemas.microsoft.com/office/drawing/2014/main" id="{B284EDEB-226C-A361-A57B-8681C7921887}"/>
                    </a:ext>
                  </a:extLst>
                </p14:cNvPr>
                <p14:cNvContentPartPr/>
                <p14:nvPr/>
              </p14:nvContentPartPr>
              <p14:xfrm>
                <a:off x="8291887" y="5796960"/>
                <a:ext cx="208800" cy="151920"/>
              </p14:xfrm>
            </p:contentPart>
          </mc:Choice>
          <mc:Fallback xmlns="">
            <p:pic>
              <p:nvPicPr>
                <p:cNvPr id="181288" name="잉크 181287">
                  <a:extLst>
                    <a:ext uri="{FF2B5EF4-FFF2-40B4-BE49-F238E27FC236}">
                      <a16:creationId xmlns:a16="http://schemas.microsoft.com/office/drawing/2014/main" id="{B284EDEB-226C-A361-A57B-8681C792188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83247" y="5787960"/>
                  <a:ext cx="22644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299" name="그룹 181298">
            <a:extLst>
              <a:ext uri="{FF2B5EF4-FFF2-40B4-BE49-F238E27FC236}">
                <a16:creationId xmlns:a16="http://schemas.microsoft.com/office/drawing/2014/main" id="{287831BE-82B2-2936-DDC0-2DA28CCFA8E1}"/>
              </a:ext>
            </a:extLst>
          </p:cNvPr>
          <p:cNvGrpSpPr/>
          <p:nvPr/>
        </p:nvGrpSpPr>
        <p:grpSpPr>
          <a:xfrm>
            <a:off x="7397647" y="6050400"/>
            <a:ext cx="867240" cy="283320"/>
            <a:chOff x="7397647" y="6050400"/>
            <a:chExt cx="86724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81290" name="잉크 181289">
                  <a:extLst>
                    <a:ext uri="{FF2B5EF4-FFF2-40B4-BE49-F238E27FC236}">
                      <a16:creationId xmlns:a16="http://schemas.microsoft.com/office/drawing/2014/main" id="{1CF27CEF-702B-A221-B551-DED47D9D315C}"/>
                    </a:ext>
                  </a:extLst>
                </p14:cNvPr>
                <p14:cNvContentPartPr/>
                <p14:nvPr/>
              </p14:nvContentPartPr>
              <p14:xfrm>
                <a:off x="7397647" y="6077400"/>
                <a:ext cx="108360" cy="120240"/>
              </p14:xfrm>
            </p:contentPart>
          </mc:Choice>
          <mc:Fallback xmlns="">
            <p:pic>
              <p:nvPicPr>
                <p:cNvPr id="181290" name="잉크 181289">
                  <a:extLst>
                    <a:ext uri="{FF2B5EF4-FFF2-40B4-BE49-F238E27FC236}">
                      <a16:creationId xmlns:a16="http://schemas.microsoft.com/office/drawing/2014/main" id="{1CF27CEF-702B-A221-B551-DED47D9D31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88647" y="6068760"/>
                  <a:ext cx="1260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81291" name="잉크 181290">
                  <a:extLst>
                    <a:ext uri="{FF2B5EF4-FFF2-40B4-BE49-F238E27FC236}">
                      <a16:creationId xmlns:a16="http://schemas.microsoft.com/office/drawing/2014/main" id="{48DE9E70-2B8F-46C6-EEDE-896E33A9EC1B}"/>
                    </a:ext>
                  </a:extLst>
                </p14:cNvPr>
                <p14:cNvContentPartPr/>
                <p14:nvPr/>
              </p14:nvContentPartPr>
              <p14:xfrm>
                <a:off x="7580167" y="6050400"/>
                <a:ext cx="17640" cy="191520"/>
              </p14:xfrm>
            </p:contentPart>
          </mc:Choice>
          <mc:Fallback xmlns="">
            <p:pic>
              <p:nvPicPr>
                <p:cNvPr id="181291" name="잉크 181290">
                  <a:extLst>
                    <a:ext uri="{FF2B5EF4-FFF2-40B4-BE49-F238E27FC236}">
                      <a16:creationId xmlns:a16="http://schemas.microsoft.com/office/drawing/2014/main" id="{48DE9E70-2B8F-46C6-EEDE-896E33A9EC1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71527" y="6041760"/>
                  <a:ext cx="35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81292" name="잉크 181291">
                  <a:extLst>
                    <a:ext uri="{FF2B5EF4-FFF2-40B4-BE49-F238E27FC236}">
                      <a16:creationId xmlns:a16="http://schemas.microsoft.com/office/drawing/2014/main" id="{C11E8A14-7AB5-7182-2F42-14852091279F}"/>
                    </a:ext>
                  </a:extLst>
                </p14:cNvPr>
                <p14:cNvContentPartPr/>
                <p14:nvPr/>
              </p14:nvContentPartPr>
              <p14:xfrm>
                <a:off x="7480807" y="6227880"/>
                <a:ext cx="160920" cy="96840"/>
              </p14:xfrm>
            </p:contentPart>
          </mc:Choice>
          <mc:Fallback xmlns="">
            <p:pic>
              <p:nvPicPr>
                <p:cNvPr id="181292" name="잉크 181291">
                  <a:extLst>
                    <a:ext uri="{FF2B5EF4-FFF2-40B4-BE49-F238E27FC236}">
                      <a16:creationId xmlns:a16="http://schemas.microsoft.com/office/drawing/2014/main" id="{C11E8A14-7AB5-7182-2F42-14852091279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72167" y="6219240"/>
                  <a:ext cx="178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81293" name="잉크 181292">
                  <a:extLst>
                    <a:ext uri="{FF2B5EF4-FFF2-40B4-BE49-F238E27FC236}">
                      <a16:creationId xmlns:a16="http://schemas.microsoft.com/office/drawing/2014/main" id="{ED1627D7-4B4C-9C82-7BD2-B6637EF705C4}"/>
                    </a:ext>
                  </a:extLst>
                </p14:cNvPr>
                <p14:cNvContentPartPr/>
                <p14:nvPr/>
              </p14:nvContentPartPr>
              <p14:xfrm>
                <a:off x="7658647" y="6061200"/>
                <a:ext cx="109440" cy="149760"/>
              </p14:xfrm>
            </p:contentPart>
          </mc:Choice>
          <mc:Fallback xmlns="">
            <p:pic>
              <p:nvPicPr>
                <p:cNvPr id="181293" name="잉크 181292">
                  <a:extLst>
                    <a:ext uri="{FF2B5EF4-FFF2-40B4-BE49-F238E27FC236}">
                      <a16:creationId xmlns:a16="http://schemas.microsoft.com/office/drawing/2014/main" id="{ED1627D7-4B4C-9C82-7BD2-B6637EF705C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50007" y="6052200"/>
                  <a:ext cx="127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1294" name="잉크 181293">
                  <a:extLst>
                    <a:ext uri="{FF2B5EF4-FFF2-40B4-BE49-F238E27FC236}">
                      <a16:creationId xmlns:a16="http://schemas.microsoft.com/office/drawing/2014/main" id="{FB535F48-939B-2345-E25E-9C27C2806B16}"/>
                    </a:ext>
                  </a:extLst>
                </p14:cNvPr>
                <p14:cNvContentPartPr/>
                <p14:nvPr/>
              </p14:nvContentPartPr>
              <p14:xfrm>
                <a:off x="7620847" y="6190080"/>
                <a:ext cx="170280" cy="143640"/>
              </p14:xfrm>
            </p:contentPart>
          </mc:Choice>
          <mc:Fallback xmlns="">
            <p:pic>
              <p:nvPicPr>
                <p:cNvPr id="181294" name="잉크 181293">
                  <a:extLst>
                    <a:ext uri="{FF2B5EF4-FFF2-40B4-BE49-F238E27FC236}">
                      <a16:creationId xmlns:a16="http://schemas.microsoft.com/office/drawing/2014/main" id="{FB535F48-939B-2345-E25E-9C27C2806B1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12207" y="6181080"/>
                  <a:ext cx="187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1295" name="잉크 181294">
                  <a:extLst>
                    <a:ext uri="{FF2B5EF4-FFF2-40B4-BE49-F238E27FC236}">
                      <a16:creationId xmlns:a16="http://schemas.microsoft.com/office/drawing/2014/main" id="{2F37C444-4742-616D-240B-3727555AA6F3}"/>
                    </a:ext>
                  </a:extLst>
                </p14:cNvPr>
                <p14:cNvContentPartPr/>
                <p14:nvPr/>
              </p14:nvContentPartPr>
              <p14:xfrm>
                <a:off x="7829647" y="6102960"/>
                <a:ext cx="170280" cy="158040"/>
              </p14:xfrm>
            </p:contentPart>
          </mc:Choice>
          <mc:Fallback xmlns="">
            <p:pic>
              <p:nvPicPr>
                <p:cNvPr id="181295" name="잉크 181294">
                  <a:extLst>
                    <a:ext uri="{FF2B5EF4-FFF2-40B4-BE49-F238E27FC236}">
                      <a16:creationId xmlns:a16="http://schemas.microsoft.com/office/drawing/2014/main" id="{2F37C444-4742-616D-240B-3727555AA6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20647" y="6093960"/>
                  <a:ext cx="1879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1296" name="잉크 181295">
                  <a:extLst>
                    <a:ext uri="{FF2B5EF4-FFF2-40B4-BE49-F238E27FC236}">
                      <a16:creationId xmlns:a16="http://schemas.microsoft.com/office/drawing/2014/main" id="{803B523F-074E-3286-943A-D55AE5BE040C}"/>
                    </a:ext>
                  </a:extLst>
                </p14:cNvPr>
                <p14:cNvContentPartPr/>
                <p14:nvPr/>
              </p14:nvContentPartPr>
              <p14:xfrm>
                <a:off x="8000287" y="6123840"/>
                <a:ext cx="47880" cy="189360"/>
              </p14:xfrm>
            </p:contentPart>
          </mc:Choice>
          <mc:Fallback xmlns="">
            <p:pic>
              <p:nvPicPr>
                <p:cNvPr id="181296" name="잉크 181295">
                  <a:extLst>
                    <a:ext uri="{FF2B5EF4-FFF2-40B4-BE49-F238E27FC236}">
                      <a16:creationId xmlns:a16="http://schemas.microsoft.com/office/drawing/2014/main" id="{803B523F-074E-3286-943A-D55AE5BE040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91287" y="6114840"/>
                  <a:ext cx="65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1297" name="잉크 181296">
                  <a:extLst>
                    <a:ext uri="{FF2B5EF4-FFF2-40B4-BE49-F238E27FC236}">
                      <a16:creationId xmlns:a16="http://schemas.microsoft.com/office/drawing/2014/main" id="{6D0C39B1-BF0F-BE3C-274F-321C5C110046}"/>
                    </a:ext>
                  </a:extLst>
                </p14:cNvPr>
                <p14:cNvContentPartPr/>
                <p14:nvPr/>
              </p14:nvContentPartPr>
              <p14:xfrm>
                <a:off x="8052127" y="6060480"/>
                <a:ext cx="212760" cy="160200"/>
              </p14:xfrm>
            </p:contentPart>
          </mc:Choice>
          <mc:Fallback xmlns="">
            <p:pic>
              <p:nvPicPr>
                <p:cNvPr id="181297" name="잉크 181296">
                  <a:extLst>
                    <a:ext uri="{FF2B5EF4-FFF2-40B4-BE49-F238E27FC236}">
                      <a16:creationId xmlns:a16="http://schemas.microsoft.com/office/drawing/2014/main" id="{6D0C39B1-BF0F-BE3C-274F-321C5C11004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43127" y="6051480"/>
                  <a:ext cx="230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1298" name="잉크 181297">
                  <a:extLst>
                    <a:ext uri="{FF2B5EF4-FFF2-40B4-BE49-F238E27FC236}">
                      <a16:creationId xmlns:a16="http://schemas.microsoft.com/office/drawing/2014/main" id="{B8092D8C-132F-F252-4B8E-EFEFC357FC06}"/>
                    </a:ext>
                  </a:extLst>
                </p14:cNvPr>
                <p14:cNvContentPartPr/>
                <p14:nvPr/>
              </p14:nvContentPartPr>
              <p14:xfrm>
                <a:off x="8113687" y="6236160"/>
                <a:ext cx="120600" cy="92880"/>
              </p14:xfrm>
            </p:contentPart>
          </mc:Choice>
          <mc:Fallback xmlns="">
            <p:pic>
              <p:nvPicPr>
                <p:cNvPr id="181298" name="잉크 181297">
                  <a:extLst>
                    <a:ext uri="{FF2B5EF4-FFF2-40B4-BE49-F238E27FC236}">
                      <a16:creationId xmlns:a16="http://schemas.microsoft.com/office/drawing/2014/main" id="{B8092D8C-132F-F252-4B8E-EFEFC357FC0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05047" y="6227520"/>
                  <a:ext cx="138240" cy="110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500188"/>
            <a:ext cx="8643938" cy="478631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/>
              <a:t>유사한 작업을 묶어서</a:t>
            </a:r>
            <a:r>
              <a:rPr lang="en-US" altLang="ko-KR" sz="2400" dirty="0"/>
              <a:t>(batch) </a:t>
            </a:r>
            <a:r>
              <a:rPr lang="ko-KR" altLang="en-US" sz="2400" dirty="0"/>
              <a:t>처리</a:t>
            </a:r>
            <a:endParaRPr lang="en-US" altLang="ko-KR" sz="2400" dirty="0"/>
          </a:p>
          <a:p>
            <a:pPr lvl="1">
              <a:lnSpc>
                <a:spcPct val="90000"/>
              </a:lnSpc>
              <a:defRPr/>
            </a:pPr>
            <a:endParaRPr lang="ko-KR" altLang="en-US" sz="2000" dirty="0"/>
          </a:p>
          <a:p>
            <a:pPr>
              <a:lnSpc>
                <a:spcPct val="90000"/>
              </a:lnSpc>
              <a:defRPr/>
            </a:pPr>
            <a:r>
              <a:rPr lang="ko-KR" altLang="en-US" sz="2400" dirty="0"/>
              <a:t> 상주 모니터 </a:t>
            </a:r>
            <a:r>
              <a:rPr lang="en-US" altLang="ko-KR" sz="2400" dirty="0"/>
              <a:t>(resident monitor)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1800" dirty="0"/>
              <a:t>메모리에 상주하여 </a:t>
            </a:r>
            <a:r>
              <a:rPr lang="en-US" altLang="ko-KR" sz="1800" dirty="0"/>
              <a:t>CPU </a:t>
            </a:r>
            <a:r>
              <a:rPr lang="ko-KR" altLang="en-US" sz="1800" dirty="0"/>
              <a:t>등 자원의 비효율적 사용 해결</a:t>
            </a:r>
            <a:endParaRPr lang="en-US" altLang="ko-KR" sz="18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1800" dirty="0"/>
              <a:t>입출력 관리 또는 인터럽트 처리 루틴들의 집합</a:t>
            </a:r>
            <a:endParaRPr lang="en-US" altLang="ko-KR" sz="1800" dirty="0"/>
          </a:p>
          <a:p>
            <a:pPr lvl="1">
              <a:lnSpc>
                <a:spcPct val="90000"/>
              </a:lnSpc>
              <a:defRPr/>
            </a:pPr>
            <a:endParaRPr lang="en-US" altLang="ko-KR" sz="1800" dirty="0"/>
          </a:p>
          <a:p>
            <a:pPr>
              <a:lnSpc>
                <a:spcPct val="90000"/>
              </a:lnSpc>
              <a:defRPr/>
            </a:pPr>
            <a:r>
              <a:rPr lang="ko-KR" altLang="en-US" sz="2400" dirty="0"/>
              <a:t> 제어 카드</a:t>
            </a:r>
            <a:r>
              <a:rPr lang="en-US" altLang="ko-KR" sz="2400" dirty="0"/>
              <a:t>(control card)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1800" dirty="0"/>
              <a:t>상주 모니터에 프로그램 수행을 지시</a:t>
            </a:r>
            <a:endParaRPr lang="en-US" altLang="ko-KR" sz="1800" dirty="0"/>
          </a:p>
          <a:p>
            <a:pPr lvl="1">
              <a:lnSpc>
                <a:spcPct val="90000"/>
              </a:lnSpc>
              <a:defRPr/>
            </a:pPr>
            <a:endParaRPr lang="en-US" altLang="ko-KR" sz="1800" dirty="0"/>
          </a:p>
          <a:p>
            <a:pPr>
              <a:lnSpc>
                <a:spcPct val="90000"/>
              </a:lnSpc>
              <a:defRPr/>
            </a:pPr>
            <a:r>
              <a:rPr lang="ko-KR" altLang="en-US" sz="2400" dirty="0"/>
              <a:t> 오프라인</a:t>
            </a:r>
            <a:r>
              <a:rPr lang="en-US" altLang="ko-KR" sz="2400" dirty="0"/>
              <a:t>(off-line) </a:t>
            </a:r>
            <a:r>
              <a:rPr lang="ko-KR" altLang="en-US" sz="2400" dirty="0"/>
              <a:t>처리</a:t>
            </a:r>
            <a:endParaRPr lang="en-US" altLang="ko-KR" sz="24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1800" dirty="0"/>
              <a:t>위성 컴퓨터</a:t>
            </a:r>
            <a:endParaRPr lang="en-US" altLang="ko-KR" sz="18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1800" dirty="0"/>
              <a:t>테이프</a:t>
            </a:r>
            <a:r>
              <a:rPr lang="en-US" altLang="ko-KR" sz="1800" dirty="0"/>
              <a:t>, </a:t>
            </a:r>
            <a:r>
              <a:rPr lang="ko-KR" altLang="en-US" sz="1800" dirty="0"/>
              <a:t>카드</a:t>
            </a:r>
            <a:r>
              <a:rPr lang="en-US" altLang="ko-KR" sz="1800" dirty="0"/>
              <a:t>, </a:t>
            </a:r>
            <a:r>
              <a:rPr lang="ko-KR" altLang="en-US" sz="1800" dirty="0"/>
              <a:t>프린트</a:t>
            </a:r>
            <a:endParaRPr lang="en-US" altLang="ko-KR" sz="18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1800" dirty="0"/>
              <a:t>장치 독립성 보장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2969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A216D26-2EA1-42FB-A258-E6623786851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2970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/>
              <a:t>일괄처리 시스템</a:t>
            </a:r>
            <a:r>
              <a:rPr lang="en-US" altLang="ko-KR" sz="4000" b="1"/>
              <a:t>(Batch System)</a:t>
            </a:r>
            <a:endParaRPr lang="ko-KR" altLang="en-US" sz="4000"/>
          </a:p>
        </p:txBody>
      </p:sp>
      <p:pic>
        <p:nvPicPr>
          <p:cNvPr id="29701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388" y="4773613"/>
            <a:ext cx="4884737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F0C0C0F-A304-1FB6-D73F-04325653DA40}"/>
              </a:ext>
            </a:extLst>
          </p:cNvPr>
          <p:cNvGrpSpPr/>
          <p:nvPr/>
        </p:nvGrpSpPr>
        <p:grpSpPr>
          <a:xfrm>
            <a:off x="420847" y="155400"/>
            <a:ext cx="1374840" cy="397800"/>
            <a:chOff x="420847" y="155400"/>
            <a:chExt cx="1374840" cy="39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57FF2FC2-D495-721D-4A8B-CAD2578DB5BB}"/>
                    </a:ext>
                  </a:extLst>
                </p14:cNvPr>
                <p14:cNvContentPartPr/>
                <p14:nvPr/>
              </p14:nvContentPartPr>
              <p14:xfrm>
                <a:off x="456487" y="215160"/>
                <a:ext cx="41760" cy="1443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57FF2FC2-D495-721D-4A8B-CAD2578DB5B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7847" y="206160"/>
                  <a:ext cx="59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24D4D9F-8B8B-59E7-1F84-0536A698C365}"/>
                    </a:ext>
                  </a:extLst>
                </p14:cNvPr>
                <p14:cNvContentPartPr/>
                <p14:nvPr/>
              </p14:nvContentPartPr>
              <p14:xfrm>
                <a:off x="491047" y="233160"/>
                <a:ext cx="93960" cy="766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24D4D9F-8B8B-59E7-1F84-0536A698C36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2407" y="224520"/>
                  <a:ext cx="1116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F5F7D335-2E6C-F97F-8A0F-6CCEEF96A09E}"/>
                    </a:ext>
                  </a:extLst>
                </p14:cNvPr>
                <p14:cNvContentPartPr/>
                <p14:nvPr/>
              </p14:nvContentPartPr>
              <p14:xfrm>
                <a:off x="420847" y="382200"/>
                <a:ext cx="210600" cy="1630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F5F7D335-2E6C-F97F-8A0F-6CCEEF96A09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2207" y="373200"/>
                  <a:ext cx="228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75B9568-E80E-78C4-9497-3F6E214A613E}"/>
                    </a:ext>
                  </a:extLst>
                </p14:cNvPr>
                <p14:cNvContentPartPr/>
                <p14:nvPr/>
              </p14:nvContentPartPr>
              <p14:xfrm>
                <a:off x="596167" y="418200"/>
                <a:ext cx="34920" cy="1350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75B9568-E80E-78C4-9497-3F6E214A613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7167" y="409560"/>
                  <a:ext cx="52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2299629-73FD-E8F7-F414-655737E983B6}"/>
                    </a:ext>
                  </a:extLst>
                </p14:cNvPr>
                <p14:cNvContentPartPr/>
                <p14:nvPr/>
              </p14:nvContentPartPr>
              <p14:xfrm>
                <a:off x="614887" y="252600"/>
                <a:ext cx="155160" cy="1483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2299629-73FD-E8F7-F414-655737E983B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05887" y="243960"/>
                  <a:ext cx="172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D2801D4-D6B6-208B-015F-E18862A4CDE3}"/>
                    </a:ext>
                  </a:extLst>
                </p14:cNvPr>
                <p14:cNvContentPartPr/>
                <p14:nvPr/>
              </p14:nvContentPartPr>
              <p14:xfrm>
                <a:off x="682207" y="306960"/>
                <a:ext cx="198360" cy="1562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D2801D4-D6B6-208B-015F-E18862A4CDE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3207" y="298320"/>
                  <a:ext cx="216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EDFAD24-5ADE-19F9-206F-974E364328A6}"/>
                    </a:ext>
                  </a:extLst>
                </p14:cNvPr>
                <p14:cNvContentPartPr/>
                <p14:nvPr/>
              </p14:nvContentPartPr>
              <p14:xfrm>
                <a:off x="867607" y="250080"/>
                <a:ext cx="47160" cy="1591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EDFAD24-5ADE-19F9-206F-974E364328A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8607" y="241440"/>
                  <a:ext cx="64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4B36FD5-5E33-0796-B8BE-418DFD63D5CD}"/>
                    </a:ext>
                  </a:extLst>
                </p14:cNvPr>
                <p14:cNvContentPartPr/>
                <p14:nvPr/>
              </p14:nvContentPartPr>
              <p14:xfrm>
                <a:off x="1035007" y="250080"/>
                <a:ext cx="108000" cy="1346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4B36FD5-5E33-0796-B8BE-418DFD63D5C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6007" y="241440"/>
                  <a:ext cx="125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E7D2864-7123-FE3A-24F4-B4D99F8A3CDF}"/>
                    </a:ext>
                  </a:extLst>
                </p14:cNvPr>
                <p14:cNvContentPartPr/>
                <p14:nvPr/>
              </p14:nvContentPartPr>
              <p14:xfrm>
                <a:off x="1054087" y="266640"/>
                <a:ext cx="141480" cy="734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E7D2864-7123-FE3A-24F4-B4D99F8A3C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45447" y="257640"/>
                  <a:ext cx="159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D533F4F-B704-1569-65B3-316A6D4EA858}"/>
                    </a:ext>
                  </a:extLst>
                </p14:cNvPr>
                <p14:cNvContentPartPr/>
                <p14:nvPr/>
              </p14:nvContentPartPr>
              <p14:xfrm>
                <a:off x="1165687" y="198600"/>
                <a:ext cx="80280" cy="268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D533F4F-B704-1569-65B3-316A6D4EA8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56687" y="189960"/>
                  <a:ext cx="97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E1B871A-1B52-A5F5-8C0B-D85669F19EC4}"/>
                    </a:ext>
                  </a:extLst>
                </p14:cNvPr>
                <p14:cNvContentPartPr/>
                <p14:nvPr/>
              </p14:nvContentPartPr>
              <p14:xfrm>
                <a:off x="1154527" y="356280"/>
                <a:ext cx="152640" cy="1202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E1B871A-1B52-A5F5-8C0B-D85669F19EC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45527" y="347640"/>
                  <a:ext cx="170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10BFB43-083E-D7E9-9837-262C123DE8F2}"/>
                    </a:ext>
                  </a:extLst>
                </p14:cNvPr>
                <p14:cNvContentPartPr/>
                <p14:nvPr/>
              </p14:nvContentPartPr>
              <p14:xfrm>
                <a:off x="1278727" y="195360"/>
                <a:ext cx="141840" cy="126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10BFB43-083E-D7E9-9837-262C123DE8F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69727" y="186720"/>
                  <a:ext cx="159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BE86E70-D0DC-8041-6074-F4097F9678D8}"/>
                    </a:ext>
                  </a:extLst>
                </p14:cNvPr>
                <p14:cNvContentPartPr/>
                <p14:nvPr/>
              </p14:nvContentPartPr>
              <p14:xfrm>
                <a:off x="1335967" y="232440"/>
                <a:ext cx="126000" cy="1119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BE86E70-D0DC-8041-6074-F4097F9678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27327" y="223800"/>
                  <a:ext cx="1436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CEEBF18-5D2F-E8E5-2752-46D99FE9D098}"/>
                    </a:ext>
                  </a:extLst>
                </p14:cNvPr>
                <p14:cNvContentPartPr/>
                <p14:nvPr/>
              </p14:nvContentPartPr>
              <p14:xfrm>
                <a:off x="1327687" y="312720"/>
                <a:ext cx="199440" cy="1396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CEEBF18-5D2F-E8E5-2752-46D99FE9D09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19047" y="304080"/>
                  <a:ext cx="217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D09C591-5A7F-BEA7-E52C-BFB100D2E8D1}"/>
                    </a:ext>
                  </a:extLst>
                </p14:cNvPr>
                <p14:cNvContentPartPr/>
                <p14:nvPr/>
              </p14:nvContentPartPr>
              <p14:xfrm>
                <a:off x="1471327" y="339360"/>
                <a:ext cx="50040" cy="1018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D09C591-5A7F-BEA7-E52C-BFB100D2E8D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462687" y="330360"/>
                  <a:ext cx="67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1EA6C48-40A6-B356-B379-EF7158BECFD3}"/>
                    </a:ext>
                  </a:extLst>
                </p14:cNvPr>
                <p14:cNvContentPartPr/>
                <p14:nvPr/>
              </p14:nvContentPartPr>
              <p14:xfrm>
                <a:off x="1498327" y="174480"/>
                <a:ext cx="182160" cy="189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1EA6C48-40A6-B356-B379-EF7158BECFD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489687" y="165840"/>
                  <a:ext cx="199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1B47F17-499B-201A-60A6-D7495F14EE6F}"/>
                    </a:ext>
                  </a:extLst>
                </p14:cNvPr>
                <p14:cNvContentPartPr/>
                <p14:nvPr/>
              </p14:nvContentPartPr>
              <p14:xfrm>
                <a:off x="1653127" y="231000"/>
                <a:ext cx="90000" cy="320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1B47F17-499B-201A-60A6-D7495F14EE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44127" y="222000"/>
                  <a:ext cx="1076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9A521DD7-3D88-53A2-3247-27851B878591}"/>
                    </a:ext>
                  </a:extLst>
                </p14:cNvPr>
                <p14:cNvContentPartPr/>
                <p14:nvPr/>
              </p14:nvContentPartPr>
              <p14:xfrm>
                <a:off x="1739887" y="155400"/>
                <a:ext cx="55800" cy="2203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9A521DD7-3D88-53A2-3247-27851B87859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730887" y="146400"/>
                  <a:ext cx="7344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97477DD-E781-1CDA-A38E-0B61047B9E01}"/>
              </a:ext>
            </a:extLst>
          </p:cNvPr>
          <p:cNvGrpSpPr/>
          <p:nvPr/>
        </p:nvGrpSpPr>
        <p:grpSpPr>
          <a:xfrm>
            <a:off x="5692327" y="1523760"/>
            <a:ext cx="1091520" cy="303120"/>
            <a:chOff x="5692327" y="1523760"/>
            <a:chExt cx="109152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A6124A5-596B-BAD9-62D6-CFC8261076BE}"/>
                    </a:ext>
                  </a:extLst>
                </p14:cNvPr>
                <p14:cNvContentPartPr/>
                <p14:nvPr/>
              </p14:nvContentPartPr>
              <p14:xfrm>
                <a:off x="5753167" y="1523760"/>
                <a:ext cx="108720" cy="1303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A6124A5-596B-BAD9-62D6-CFC8261076B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744167" y="1515120"/>
                  <a:ext cx="1263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5B27560-BC37-B03E-25C1-28D131BEA1E8}"/>
                    </a:ext>
                  </a:extLst>
                </p14:cNvPr>
                <p14:cNvContentPartPr/>
                <p14:nvPr/>
              </p14:nvContentPartPr>
              <p14:xfrm>
                <a:off x="5807527" y="1533120"/>
                <a:ext cx="99360" cy="842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5B27560-BC37-B03E-25C1-28D131BEA1E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98887" y="1524480"/>
                  <a:ext cx="1170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1F8ED399-16AD-5D71-4724-54811FD36439}"/>
                    </a:ext>
                  </a:extLst>
                </p14:cNvPr>
                <p14:cNvContentPartPr/>
                <p14:nvPr/>
              </p14:nvContentPartPr>
              <p14:xfrm>
                <a:off x="5692327" y="1665960"/>
                <a:ext cx="256320" cy="1526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1F8ED399-16AD-5D71-4724-54811FD3643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83687" y="1656960"/>
                  <a:ext cx="2739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013381C-24C1-DD5A-EA4D-53C16C74B5F5}"/>
                    </a:ext>
                  </a:extLst>
                </p14:cNvPr>
                <p14:cNvContentPartPr/>
                <p14:nvPr/>
              </p14:nvContentPartPr>
              <p14:xfrm>
                <a:off x="5940007" y="1609440"/>
                <a:ext cx="126000" cy="1116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013381C-24C1-DD5A-EA4D-53C16C74B5F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31007" y="1600440"/>
                  <a:ext cx="143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B0954C2-76A5-9F46-E359-024A399B71AB}"/>
                    </a:ext>
                  </a:extLst>
                </p14:cNvPr>
                <p14:cNvContentPartPr/>
                <p14:nvPr/>
              </p14:nvContentPartPr>
              <p14:xfrm>
                <a:off x="6015967" y="1564800"/>
                <a:ext cx="136800" cy="1587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B0954C2-76A5-9F46-E359-024A399B71A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06967" y="1556160"/>
                  <a:ext cx="154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8FC06C4-E9A8-92CA-3DBD-CB5DF04BD463}"/>
                    </a:ext>
                  </a:extLst>
                </p14:cNvPr>
                <p14:cNvContentPartPr/>
                <p14:nvPr/>
              </p14:nvContentPartPr>
              <p14:xfrm>
                <a:off x="6205327" y="1603320"/>
                <a:ext cx="165600" cy="1213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8FC06C4-E9A8-92CA-3DBD-CB5DF04BD46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96687" y="1594320"/>
                  <a:ext cx="183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A989623-FAB8-D130-E7C6-9E70080D8BDC}"/>
                    </a:ext>
                  </a:extLst>
                </p14:cNvPr>
                <p14:cNvContentPartPr/>
                <p14:nvPr/>
              </p14:nvContentPartPr>
              <p14:xfrm>
                <a:off x="6370567" y="1588200"/>
                <a:ext cx="28800" cy="1630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A989623-FAB8-D130-E7C6-9E70080D8BD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361927" y="1579560"/>
                  <a:ext cx="46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710E014-4BF2-E9EB-7CFB-6D456F703AA7}"/>
                    </a:ext>
                  </a:extLst>
                </p14:cNvPr>
                <p14:cNvContentPartPr/>
                <p14:nvPr/>
              </p14:nvContentPartPr>
              <p14:xfrm>
                <a:off x="6379567" y="1599000"/>
                <a:ext cx="98280" cy="1440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710E014-4BF2-E9EB-7CFB-6D456F703AA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70927" y="1590360"/>
                  <a:ext cx="115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2C039C7-7CF8-4891-E685-09910686FE0A}"/>
                    </a:ext>
                  </a:extLst>
                </p14:cNvPr>
                <p14:cNvContentPartPr/>
                <p14:nvPr/>
              </p14:nvContentPartPr>
              <p14:xfrm>
                <a:off x="6525007" y="1560120"/>
                <a:ext cx="108720" cy="543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2C039C7-7CF8-4891-E685-09910686FE0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16007" y="1551480"/>
                  <a:ext cx="126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BB5AFE24-9CFD-A28B-39F6-0E6E5E307534}"/>
                    </a:ext>
                  </a:extLst>
                </p14:cNvPr>
                <p14:cNvContentPartPr/>
                <p14:nvPr/>
              </p14:nvContentPartPr>
              <p14:xfrm>
                <a:off x="6508447" y="1633560"/>
                <a:ext cx="275400" cy="1933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BB5AFE24-9CFD-A28B-39F6-0E6E5E3075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99807" y="1624560"/>
                  <a:ext cx="293040" cy="21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3008" name="잉크 43007">
                <a:extLst>
                  <a:ext uri="{FF2B5EF4-FFF2-40B4-BE49-F238E27FC236}">
                    <a16:creationId xmlns:a16="http://schemas.microsoft.com/office/drawing/2014/main" id="{D28AE583-5E40-F20B-86DD-24BCA01AC174}"/>
                  </a:ext>
                </a:extLst>
              </p14:cNvPr>
              <p14:cNvContentPartPr/>
              <p14:nvPr/>
            </p14:nvContentPartPr>
            <p14:xfrm>
              <a:off x="749887" y="2595840"/>
              <a:ext cx="1747080" cy="46800"/>
            </p14:xfrm>
          </p:contentPart>
        </mc:Choice>
        <mc:Fallback xmlns="">
          <p:pic>
            <p:nvPicPr>
              <p:cNvPr id="43008" name="잉크 43007">
                <a:extLst>
                  <a:ext uri="{FF2B5EF4-FFF2-40B4-BE49-F238E27FC236}">
                    <a16:creationId xmlns:a16="http://schemas.microsoft.com/office/drawing/2014/main" id="{D28AE583-5E40-F20B-86DD-24BCA01AC174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41247" y="2586840"/>
                <a:ext cx="17647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3009" name="잉크 43008">
                <a:extLst>
                  <a:ext uri="{FF2B5EF4-FFF2-40B4-BE49-F238E27FC236}">
                    <a16:creationId xmlns:a16="http://schemas.microsoft.com/office/drawing/2014/main" id="{E06CA959-DF2E-312D-A9C5-E48C1FD679B7}"/>
                  </a:ext>
                </a:extLst>
              </p14:cNvPr>
              <p14:cNvContentPartPr/>
              <p14:nvPr/>
            </p14:nvContentPartPr>
            <p14:xfrm>
              <a:off x="711007" y="4923240"/>
              <a:ext cx="3420720" cy="44280"/>
            </p14:xfrm>
          </p:contentPart>
        </mc:Choice>
        <mc:Fallback xmlns="">
          <p:pic>
            <p:nvPicPr>
              <p:cNvPr id="43009" name="잉크 43008">
                <a:extLst>
                  <a:ext uri="{FF2B5EF4-FFF2-40B4-BE49-F238E27FC236}">
                    <a16:creationId xmlns:a16="http://schemas.microsoft.com/office/drawing/2014/main" id="{E06CA959-DF2E-312D-A9C5-E48C1FD679B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02007" y="4914600"/>
                <a:ext cx="3438360" cy="61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28750"/>
            <a:ext cx="8501062" cy="2857500"/>
          </a:xfrm>
        </p:spPr>
        <p:txBody>
          <a:bodyPr/>
          <a:lstStyle/>
          <a:p>
            <a:pPr>
              <a:defRPr/>
            </a:pPr>
            <a:r>
              <a:rPr lang="ko-KR" altLang="en-US" sz="2400" dirty="0"/>
              <a:t>실행 상태에 있는 프로세스가 여러 개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인터럽트를 이용한 작업 </a:t>
            </a:r>
            <a:r>
              <a:rPr lang="ko-KR" altLang="en-US" sz="2000" dirty="0" err="1"/>
              <a:t>스케쥴링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타이머</a:t>
            </a:r>
            <a:r>
              <a:rPr lang="en-US" altLang="ko-KR" sz="2000" dirty="0"/>
              <a:t>, </a:t>
            </a:r>
            <a:r>
              <a:rPr lang="ko-KR" altLang="en-US" sz="2000" dirty="0"/>
              <a:t>레지스터</a:t>
            </a:r>
            <a:r>
              <a:rPr lang="en-US" altLang="ko-KR" sz="2000" dirty="0"/>
              <a:t>, </a:t>
            </a:r>
            <a:r>
              <a:rPr lang="ko-KR" altLang="en-US" sz="2000" dirty="0"/>
              <a:t>디스크의 등장으로 개발</a:t>
            </a:r>
            <a:endParaRPr lang="en-US" altLang="ko-KR" sz="2000" dirty="0"/>
          </a:p>
          <a:p>
            <a:pPr>
              <a:defRPr/>
            </a:pPr>
            <a:r>
              <a:rPr lang="ko-KR" altLang="en-US" sz="2400" dirty="0"/>
              <a:t>처리와 입출력의 중복</a:t>
            </a:r>
            <a:endParaRPr lang="en-US" altLang="ko-KR" sz="2400" dirty="0"/>
          </a:p>
          <a:p>
            <a:pPr lvl="1">
              <a:defRPr/>
            </a:pPr>
            <a:r>
              <a:rPr lang="ko-KR" altLang="en-US" sz="2000" dirty="0"/>
              <a:t>한 프로세스에서 입출력을 하는 동안에 다른 프로세스를 처리</a:t>
            </a:r>
            <a:endParaRPr lang="en-US" altLang="ko-KR" sz="2000" dirty="0"/>
          </a:p>
          <a:p>
            <a:pPr>
              <a:defRPr/>
            </a:pPr>
            <a:r>
              <a:rPr lang="ko-KR" altLang="en-US" sz="2400" dirty="0"/>
              <a:t>자원의 공유 필요</a:t>
            </a:r>
            <a:r>
              <a:rPr lang="en-US" altLang="ko-KR" sz="2400" dirty="0"/>
              <a:t>: CPU, </a:t>
            </a:r>
            <a:r>
              <a:rPr lang="ko-KR" altLang="en-US" sz="2400" dirty="0"/>
              <a:t>메모리</a:t>
            </a:r>
            <a:r>
              <a:rPr lang="en-US" altLang="ko-KR" sz="2400" dirty="0"/>
              <a:t>, </a:t>
            </a:r>
            <a:r>
              <a:rPr lang="ko-KR" altLang="en-US" sz="2400" dirty="0"/>
              <a:t>주변 장치 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072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3AFE01-568B-4ED4-9BE7-3151F8FE0E5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072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다중 프로그래밍</a:t>
            </a:r>
          </a:p>
        </p:txBody>
      </p:sp>
      <p:grpSp>
        <p:nvGrpSpPr>
          <p:cNvPr id="30725" name="Group 1027"/>
          <p:cNvGrpSpPr>
            <a:grpSpLocks/>
          </p:cNvGrpSpPr>
          <p:nvPr/>
        </p:nvGrpSpPr>
        <p:grpSpPr bwMode="auto">
          <a:xfrm>
            <a:off x="2000250" y="4286250"/>
            <a:ext cx="3713163" cy="2428875"/>
            <a:chOff x="1132" y="720"/>
            <a:chExt cx="3301" cy="2304"/>
          </a:xfrm>
        </p:grpSpPr>
        <p:sp>
          <p:nvSpPr>
            <p:cNvPr id="30727" name="Line 1028"/>
            <p:cNvSpPr>
              <a:spLocks noChangeShapeType="1"/>
            </p:cNvSpPr>
            <p:nvPr/>
          </p:nvSpPr>
          <p:spPr bwMode="auto">
            <a:xfrm flipV="1">
              <a:off x="1152" y="1168"/>
              <a:ext cx="328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728" name="Rectangle 1029"/>
            <p:cNvSpPr>
              <a:spLocks noChangeArrowheads="1"/>
            </p:cNvSpPr>
            <p:nvPr/>
          </p:nvSpPr>
          <p:spPr bwMode="auto">
            <a:xfrm>
              <a:off x="1877" y="720"/>
              <a:ext cx="1824" cy="2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30729" name="Line 1030"/>
            <p:cNvSpPr>
              <a:spLocks noChangeShapeType="1"/>
            </p:cNvSpPr>
            <p:nvPr/>
          </p:nvSpPr>
          <p:spPr bwMode="auto">
            <a:xfrm flipV="1">
              <a:off x="1885" y="163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730" name="Line 1031"/>
            <p:cNvSpPr>
              <a:spLocks noChangeShapeType="1"/>
            </p:cNvSpPr>
            <p:nvPr/>
          </p:nvSpPr>
          <p:spPr bwMode="auto">
            <a:xfrm flipV="1">
              <a:off x="1885" y="202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731" name="Line 1032"/>
            <p:cNvSpPr>
              <a:spLocks noChangeShapeType="1"/>
            </p:cNvSpPr>
            <p:nvPr/>
          </p:nvSpPr>
          <p:spPr bwMode="auto">
            <a:xfrm flipV="1">
              <a:off x="1885" y="230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732" name="Line 1033"/>
            <p:cNvSpPr>
              <a:spLocks noChangeShapeType="1"/>
            </p:cNvSpPr>
            <p:nvPr/>
          </p:nvSpPr>
          <p:spPr bwMode="auto">
            <a:xfrm flipV="1">
              <a:off x="1885" y="2688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0733" name="Text Box 1034"/>
            <p:cNvSpPr txBox="1">
              <a:spLocks noChangeArrowheads="1"/>
            </p:cNvSpPr>
            <p:nvPr/>
          </p:nvSpPr>
          <p:spPr bwMode="auto">
            <a:xfrm>
              <a:off x="2280" y="768"/>
              <a:ext cx="1104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운영체제</a:t>
              </a:r>
            </a:p>
          </p:txBody>
        </p:sp>
        <p:sp>
          <p:nvSpPr>
            <p:cNvPr id="30734" name="Text Box 1035"/>
            <p:cNvSpPr txBox="1">
              <a:spLocks noChangeArrowheads="1"/>
            </p:cNvSpPr>
            <p:nvPr/>
          </p:nvSpPr>
          <p:spPr bwMode="auto">
            <a:xfrm>
              <a:off x="2304" y="1296"/>
              <a:ext cx="1056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프로그램</a:t>
              </a:r>
              <a:r>
                <a:rPr lang="en-US" altLang="ko-KR" sz="1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0735" name="Text Box 1036"/>
            <p:cNvSpPr txBox="1">
              <a:spLocks noChangeArrowheads="1"/>
            </p:cNvSpPr>
            <p:nvPr/>
          </p:nvSpPr>
          <p:spPr bwMode="auto">
            <a:xfrm>
              <a:off x="2328" y="1728"/>
              <a:ext cx="100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프로그램</a:t>
              </a:r>
              <a:r>
                <a:rPr lang="en-US" altLang="ko-KR" sz="1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0736" name="Text Box 1037"/>
            <p:cNvSpPr txBox="1">
              <a:spLocks noChangeArrowheads="1"/>
            </p:cNvSpPr>
            <p:nvPr/>
          </p:nvSpPr>
          <p:spPr bwMode="auto">
            <a:xfrm>
              <a:off x="2280" y="2064"/>
              <a:ext cx="1104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프로그램</a:t>
              </a:r>
              <a:r>
                <a:rPr lang="en-US" altLang="ko-KR" sz="1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0737" name="Text Box 1038"/>
            <p:cNvSpPr txBox="1">
              <a:spLocks noChangeArrowheads="1"/>
            </p:cNvSpPr>
            <p:nvPr/>
          </p:nvSpPr>
          <p:spPr bwMode="auto">
            <a:xfrm>
              <a:off x="2328" y="2736"/>
              <a:ext cx="1008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프로그램</a:t>
              </a:r>
              <a:r>
                <a:rPr lang="en-US" altLang="ko-KR" sz="1400"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0738" name="Text Box 1039"/>
            <p:cNvSpPr txBox="1">
              <a:spLocks noChangeArrowheads="1"/>
            </p:cNvSpPr>
            <p:nvPr/>
          </p:nvSpPr>
          <p:spPr bwMode="auto">
            <a:xfrm>
              <a:off x="2622" y="2400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60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0739" name="AutoShape 1040"/>
            <p:cNvSpPr>
              <a:spLocks/>
            </p:cNvSpPr>
            <p:nvPr/>
          </p:nvSpPr>
          <p:spPr bwMode="auto">
            <a:xfrm>
              <a:off x="1488" y="1200"/>
              <a:ext cx="384" cy="1824"/>
            </a:xfrm>
            <a:prstGeom prst="leftBrace">
              <a:avLst>
                <a:gd name="adj1" fmla="val 3958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30740" name="Text Box 1041"/>
            <p:cNvSpPr txBox="1">
              <a:spLocks noChangeArrowheads="1"/>
            </p:cNvSpPr>
            <p:nvPr/>
          </p:nvSpPr>
          <p:spPr bwMode="auto">
            <a:xfrm>
              <a:off x="1132" y="1392"/>
              <a:ext cx="356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400">
                  <a:latin typeface="Times New Roman" panose="02020603050405020304" pitchFamily="18" charset="0"/>
                </a:rPr>
                <a:t>사용자 영역</a:t>
              </a:r>
            </a:p>
          </p:txBody>
        </p:sp>
      </p:grpSp>
      <p:sp>
        <p:nvSpPr>
          <p:cNvPr id="30726" name="TextBox 20"/>
          <p:cNvSpPr txBox="1">
            <a:spLocks noChangeArrowheads="1"/>
          </p:cNvSpPr>
          <p:nvPr/>
        </p:nvSpPr>
        <p:spPr bwMode="auto">
          <a:xfrm>
            <a:off x="5286375" y="5143500"/>
            <a:ext cx="1851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 b="1">
                <a:latin typeface="Times New Roman" panose="02020603050405020304" pitchFamily="18" charset="0"/>
              </a:rPr>
              <a:t>다중 프로그래밍의</a:t>
            </a:r>
            <a:endParaRPr lang="en-US" altLang="ko-KR" sz="16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600" b="1">
                <a:latin typeface="Times New Roman" panose="02020603050405020304" pitchFamily="18" charset="0"/>
              </a:rPr>
              <a:t>메모리 배치도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0B5004-1517-EFC3-A573-9659328D867A}"/>
              </a:ext>
            </a:extLst>
          </p:cNvPr>
          <p:cNvGrpSpPr/>
          <p:nvPr/>
        </p:nvGrpSpPr>
        <p:grpSpPr>
          <a:xfrm>
            <a:off x="243007" y="632760"/>
            <a:ext cx="1063080" cy="326880"/>
            <a:chOff x="243007" y="632760"/>
            <a:chExt cx="106308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912023C-BACB-D707-57DF-C97801361EB4}"/>
                    </a:ext>
                  </a:extLst>
                </p14:cNvPr>
                <p14:cNvContentPartPr/>
                <p14:nvPr/>
              </p14:nvContentPartPr>
              <p14:xfrm>
                <a:off x="243007" y="666600"/>
                <a:ext cx="106920" cy="1098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912023C-BACB-D707-57DF-C97801361E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4007" y="657600"/>
                  <a:ext cx="124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0DA82C7-22B1-53A4-4D30-5EA1D277A9C9}"/>
                    </a:ext>
                  </a:extLst>
                </p14:cNvPr>
                <p14:cNvContentPartPr/>
                <p14:nvPr/>
              </p14:nvContentPartPr>
              <p14:xfrm>
                <a:off x="405007" y="632760"/>
                <a:ext cx="16920" cy="1756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0DA82C7-22B1-53A4-4D30-5EA1D277A9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6367" y="624120"/>
                  <a:ext cx="34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7C4EA5D-7D2E-2E94-C7FD-B89C5F0E9CDA}"/>
                    </a:ext>
                  </a:extLst>
                </p14:cNvPr>
                <p14:cNvContentPartPr/>
                <p14:nvPr/>
              </p14:nvContentPartPr>
              <p14:xfrm>
                <a:off x="318607" y="857760"/>
                <a:ext cx="228600" cy="1018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7C4EA5D-7D2E-2E94-C7FD-B89C5F0E9C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9967" y="848760"/>
                  <a:ext cx="246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4C14D25-D38E-3549-4E93-63CC8DA8F058}"/>
                    </a:ext>
                  </a:extLst>
                </p14:cNvPr>
                <p14:cNvContentPartPr/>
                <p14:nvPr/>
              </p14:nvContentPartPr>
              <p14:xfrm>
                <a:off x="488887" y="681000"/>
                <a:ext cx="139320" cy="1602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4C14D25-D38E-3549-4E93-63CC8DA8F0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9887" y="672000"/>
                  <a:ext cx="156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5A4B8DB-2F4B-A48C-446B-DE143A7F658C}"/>
                    </a:ext>
                  </a:extLst>
                </p14:cNvPr>
                <p14:cNvContentPartPr/>
                <p14:nvPr/>
              </p14:nvContentPartPr>
              <p14:xfrm>
                <a:off x="656287" y="685320"/>
                <a:ext cx="74880" cy="1458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5A4B8DB-2F4B-A48C-446B-DE143A7F65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7647" y="676680"/>
                  <a:ext cx="925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5538343-74B0-D436-E067-505967795903}"/>
                    </a:ext>
                  </a:extLst>
                </p14:cNvPr>
                <p14:cNvContentPartPr/>
                <p14:nvPr/>
              </p14:nvContentPartPr>
              <p14:xfrm>
                <a:off x="606247" y="652560"/>
                <a:ext cx="236880" cy="2865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5538343-74B0-D436-E067-50596779590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7247" y="643920"/>
                  <a:ext cx="2545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2C2A9C2-91ED-26AC-1E10-5057007BEC4D}"/>
                    </a:ext>
                  </a:extLst>
                </p14:cNvPr>
                <p14:cNvContentPartPr/>
                <p14:nvPr/>
              </p14:nvContentPartPr>
              <p14:xfrm>
                <a:off x="775447" y="741120"/>
                <a:ext cx="185400" cy="1296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2C2A9C2-91ED-26AC-1E10-5057007BEC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6447" y="732480"/>
                  <a:ext cx="203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6BA699F-29B0-0099-1804-8159EEF5D950}"/>
                    </a:ext>
                  </a:extLst>
                </p14:cNvPr>
                <p14:cNvContentPartPr/>
                <p14:nvPr/>
              </p14:nvContentPartPr>
              <p14:xfrm>
                <a:off x="896047" y="700800"/>
                <a:ext cx="147600" cy="178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6BA699F-29B0-0099-1804-8159EEF5D95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7047" y="691800"/>
                  <a:ext cx="165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2991985-E3F9-541B-4772-8AA1B3B07114}"/>
                    </a:ext>
                  </a:extLst>
                </p14:cNvPr>
                <p14:cNvContentPartPr/>
                <p14:nvPr/>
              </p14:nvContentPartPr>
              <p14:xfrm>
                <a:off x="1046167" y="643920"/>
                <a:ext cx="259920" cy="2260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2991985-E3F9-541B-4772-8AA1B3B071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37167" y="634920"/>
                  <a:ext cx="27756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DD84D49F-0B8E-7C36-CF85-C29DBB07F45A}"/>
              </a:ext>
            </a:extLst>
          </p:cNvPr>
          <p:cNvGrpSpPr/>
          <p:nvPr/>
        </p:nvGrpSpPr>
        <p:grpSpPr>
          <a:xfrm>
            <a:off x="662407" y="1045320"/>
            <a:ext cx="716040" cy="257040"/>
            <a:chOff x="662407" y="1045320"/>
            <a:chExt cx="71604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DE99E4B-C0CF-A2C0-DCA4-D89D445E50DA}"/>
                    </a:ext>
                  </a:extLst>
                </p14:cNvPr>
                <p14:cNvContentPartPr/>
                <p14:nvPr/>
              </p14:nvContentPartPr>
              <p14:xfrm>
                <a:off x="662407" y="1106880"/>
                <a:ext cx="41760" cy="1537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DE99E4B-C0CF-A2C0-DCA4-D89D445E50D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3767" y="1097880"/>
                  <a:ext cx="59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5788906-D6A5-AB06-3029-BD974A361CE2}"/>
                    </a:ext>
                  </a:extLst>
                </p14:cNvPr>
                <p14:cNvContentPartPr/>
                <p14:nvPr/>
              </p14:nvContentPartPr>
              <p14:xfrm>
                <a:off x="691567" y="1121280"/>
                <a:ext cx="160920" cy="1771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5788906-D6A5-AB06-3029-BD974A361C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2567" y="1112640"/>
                  <a:ext cx="178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82AFA24-F8F1-F5E4-9920-34F421287C24}"/>
                    </a:ext>
                  </a:extLst>
                </p14:cNvPr>
                <p14:cNvContentPartPr/>
                <p14:nvPr/>
              </p14:nvContentPartPr>
              <p14:xfrm>
                <a:off x="887767" y="1097880"/>
                <a:ext cx="134640" cy="1339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82AFA24-F8F1-F5E4-9920-34F421287C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9127" y="1089240"/>
                  <a:ext cx="152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060F0C1-5EA9-162D-5B33-8C5F6FA58813}"/>
                    </a:ext>
                  </a:extLst>
                </p14:cNvPr>
                <p14:cNvContentPartPr/>
                <p14:nvPr/>
              </p14:nvContentPartPr>
              <p14:xfrm>
                <a:off x="889927" y="1225680"/>
                <a:ext cx="182160" cy="766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060F0C1-5EA9-162D-5B33-8C5F6FA588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0927" y="1217040"/>
                  <a:ext cx="199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40879B4-D623-B0FD-DB64-EF949E56A37D}"/>
                    </a:ext>
                  </a:extLst>
                </p14:cNvPr>
                <p14:cNvContentPartPr/>
                <p14:nvPr/>
              </p14:nvContentPartPr>
              <p14:xfrm>
                <a:off x="1020967" y="1079880"/>
                <a:ext cx="165600" cy="1868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40879B4-D623-B0FD-DB64-EF949E56A3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1967" y="1070880"/>
                  <a:ext cx="183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0099196-5867-57C5-78D6-3FF177A983A0}"/>
                    </a:ext>
                  </a:extLst>
                </p14:cNvPr>
                <p14:cNvContentPartPr/>
                <p14:nvPr/>
              </p14:nvContentPartPr>
              <p14:xfrm>
                <a:off x="1089367" y="1088160"/>
                <a:ext cx="186120" cy="1087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0099196-5867-57C5-78D6-3FF177A983A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0727" y="1079160"/>
                  <a:ext cx="203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ABDE80D-8105-DB1F-1260-6ADD8442B3EA}"/>
                    </a:ext>
                  </a:extLst>
                </p14:cNvPr>
                <p14:cNvContentPartPr/>
                <p14:nvPr/>
              </p14:nvContentPartPr>
              <p14:xfrm>
                <a:off x="1244167" y="1045320"/>
                <a:ext cx="86400" cy="2516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ABDE80D-8105-DB1F-1260-6ADD8442B3E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35167" y="1036320"/>
                  <a:ext cx="1040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2E4059E-27EF-78E3-7798-D6A20A95A2B7}"/>
                    </a:ext>
                  </a:extLst>
                </p14:cNvPr>
                <p14:cNvContentPartPr/>
                <p14:nvPr/>
              </p14:nvContentPartPr>
              <p14:xfrm>
                <a:off x="1246687" y="1196160"/>
                <a:ext cx="131760" cy="982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2E4059E-27EF-78E3-7798-D6A20A95A2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38047" y="1187160"/>
                  <a:ext cx="14940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414E20C-9B73-3276-98C0-E12394C5E990}"/>
              </a:ext>
            </a:extLst>
          </p:cNvPr>
          <p:cNvGrpSpPr/>
          <p:nvPr/>
        </p:nvGrpSpPr>
        <p:grpSpPr>
          <a:xfrm>
            <a:off x="1661407" y="819240"/>
            <a:ext cx="730080" cy="282960"/>
            <a:chOff x="1661407" y="819240"/>
            <a:chExt cx="73008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1521CC4-C38D-541F-2573-DADE1783363D}"/>
                    </a:ext>
                  </a:extLst>
                </p14:cNvPr>
                <p14:cNvContentPartPr/>
                <p14:nvPr/>
              </p14:nvContentPartPr>
              <p14:xfrm>
                <a:off x="1661407" y="876480"/>
                <a:ext cx="169560" cy="225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1521CC4-C38D-541F-2573-DADE178336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52767" y="867840"/>
                  <a:ext cx="187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1DF1D7E-8E5B-9D98-32F4-91EDF5008381}"/>
                    </a:ext>
                  </a:extLst>
                </p14:cNvPr>
                <p14:cNvContentPartPr/>
                <p14:nvPr/>
              </p14:nvContentPartPr>
              <p14:xfrm>
                <a:off x="1684807" y="819240"/>
                <a:ext cx="706680" cy="2088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1DF1D7E-8E5B-9D98-32F4-91EDF50083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75807" y="810600"/>
                  <a:ext cx="72432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E4B82406-6BBF-1F3D-ADDD-FB696BD186F2}"/>
                  </a:ext>
                </a:extLst>
              </p14:cNvPr>
              <p14:cNvContentPartPr/>
              <p14:nvPr/>
            </p14:nvContentPartPr>
            <p14:xfrm>
              <a:off x="3054967" y="3360480"/>
              <a:ext cx="791280" cy="53892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E4B82406-6BBF-1F3D-ADDD-FB696BD186F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045967" y="3351840"/>
                <a:ext cx="808920" cy="55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720" name="그룹 30719">
            <a:extLst>
              <a:ext uri="{FF2B5EF4-FFF2-40B4-BE49-F238E27FC236}">
                <a16:creationId xmlns:a16="http://schemas.microsoft.com/office/drawing/2014/main" id="{152A84C2-D011-C842-A087-173FA0831D2E}"/>
              </a:ext>
            </a:extLst>
          </p:cNvPr>
          <p:cNvGrpSpPr/>
          <p:nvPr/>
        </p:nvGrpSpPr>
        <p:grpSpPr>
          <a:xfrm>
            <a:off x="6631567" y="311280"/>
            <a:ext cx="926640" cy="283320"/>
            <a:chOff x="6631567" y="311280"/>
            <a:chExt cx="92664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8AED1AE0-87BF-3FA6-E5AD-E5DD86C3E829}"/>
                    </a:ext>
                  </a:extLst>
                </p14:cNvPr>
                <p14:cNvContentPartPr/>
                <p14:nvPr/>
              </p14:nvContentPartPr>
              <p14:xfrm>
                <a:off x="6646327" y="311280"/>
                <a:ext cx="91080" cy="144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8AED1AE0-87BF-3FA6-E5AD-E5DD86C3E82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37687" y="302280"/>
                  <a:ext cx="10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2B7EBDF-55B1-C114-9E7C-D0F0FA682747}"/>
                    </a:ext>
                  </a:extLst>
                </p14:cNvPr>
                <p14:cNvContentPartPr/>
                <p14:nvPr/>
              </p14:nvContentPartPr>
              <p14:xfrm>
                <a:off x="6631567" y="373200"/>
                <a:ext cx="131760" cy="3564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2B7EBDF-55B1-C114-9E7C-D0F0FA6827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22567" y="364560"/>
                  <a:ext cx="1494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503164B-715B-7600-26EC-9238A20ED62D}"/>
                    </a:ext>
                  </a:extLst>
                </p14:cNvPr>
                <p14:cNvContentPartPr/>
                <p14:nvPr/>
              </p14:nvContentPartPr>
              <p14:xfrm>
                <a:off x="6689527" y="322800"/>
                <a:ext cx="226080" cy="1724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503164B-715B-7600-26EC-9238A20ED6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80527" y="314160"/>
                  <a:ext cx="2437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3008" name="잉크 43007">
                  <a:extLst>
                    <a:ext uri="{FF2B5EF4-FFF2-40B4-BE49-F238E27FC236}">
                      <a16:creationId xmlns:a16="http://schemas.microsoft.com/office/drawing/2014/main" id="{E152799A-E1BB-53DD-048D-9021BC9F83CD}"/>
                    </a:ext>
                  </a:extLst>
                </p14:cNvPr>
                <p14:cNvContentPartPr/>
                <p14:nvPr/>
              </p14:nvContentPartPr>
              <p14:xfrm>
                <a:off x="6776647" y="529800"/>
                <a:ext cx="154440" cy="64800"/>
              </p14:xfrm>
            </p:contentPart>
          </mc:Choice>
          <mc:Fallback xmlns="">
            <p:pic>
              <p:nvPicPr>
                <p:cNvPr id="43008" name="잉크 43007">
                  <a:extLst>
                    <a:ext uri="{FF2B5EF4-FFF2-40B4-BE49-F238E27FC236}">
                      <a16:creationId xmlns:a16="http://schemas.microsoft.com/office/drawing/2014/main" id="{E152799A-E1BB-53DD-048D-9021BC9F83C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68007" y="520800"/>
                  <a:ext cx="172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3009" name="잉크 43008">
                  <a:extLst>
                    <a:ext uri="{FF2B5EF4-FFF2-40B4-BE49-F238E27FC236}">
                      <a16:creationId xmlns:a16="http://schemas.microsoft.com/office/drawing/2014/main" id="{084E586F-BF10-1450-E36D-0B2B7CE63020}"/>
                    </a:ext>
                  </a:extLst>
                </p14:cNvPr>
                <p14:cNvContentPartPr/>
                <p14:nvPr/>
              </p14:nvContentPartPr>
              <p14:xfrm>
                <a:off x="7069687" y="364560"/>
                <a:ext cx="60120" cy="135720"/>
              </p14:xfrm>
            </p:contentPart>
          </mc:Choice>
          <mc:Fallback xmlns="">
            <p:pic>
              <p:nvPicPr>
                <p:cNvPr id="43009" name="잉크 43008">
                  <a:extLst>
                    <a:ext uri="{FF2B5EF4-FFF2-40B4-BE49-F238E27FC236}">
                      <a16:creationId xmlns:a16="http://schemas.microsoft.com/office/drawing/2014/main" id="{084E586F-BF10-1450-E36D-0B2B7CE6302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61047" y="355560"/>
                  <a:ext cx="77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010" name="잉크 43009">
                  <a:extLst>
                    <a:ext uri="{FF2B5EF4-FFF2-40B4-BE49-F238E27FC236}">
                      <a16:creationId xmlns:a16="http://schemas.microsoft.com/office/drawing/2014/main" id="{8029EB34-A0FC-4250-98F7-594975BB7E99}"/>
                    </a:ext>
                  </a:extLst>
                </p14:cNvPr>
                <p14:cNvContentPartPr/>
                <p14:nvPr/>
              </p14:nvContentPartPr>
              <p14:xfrm>
                <a:off x="7133047" y="374640"/>
                <a:ext cx="114120" cy="61560"/>
              </p14:xfrm>
            </p:contentPart>
          </mc:Choice>
          <mc:Fallback xmlns="">
            <p:pic>
              <p:nvPicPr>
                <p:cNvPr id="43010" name="잉크 43009">
                  <a:extLst>
                    <a:ext uri="{FF2B5EF4-FFF2-40B4-BE49-F238E27FC236}">
                      <a16:creationId xmlns:a16="http://schemas.microsoft.com/office/drawing/2014/main" id="{8029EB34-A0FC-4250-98F7-594975BB7E9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24047" y="365640"/>
                  <a:ext cx="131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012" name="잉크 43011">
                  <a:extLst>
                    <a:ext uri="{FF2B5EF4-FFF2-40B4-BE49-F238E27FC236}">
                      <a16:creationId xmlns:a16="http://schemas.microsoft.com/office/drawing/2014/main" id="{AF609EEF-2138-2DF1-E338-9F7AE5E4B8FC}"/>
                    </a:ext>
                  </a:extLst>
                </p14:cNvPr>
                <p14:cNvContentPartPr/>
                <p14:nvPr/>
              </p14:nvContentPartPr>
              <p14:xfrm>
                <a:off x="7182367" y="326400"/>
                <a:ext cx="102240" cy="224640"/>
              </p14:xfrm>
            </p:contentPart>
          </mc:Choice>
          <mc:Fallback xmlns="">
            <p:pic>
              <p:nvPicPr>
                <p:cNvPr id="43012" name="잉크 43011">
                  <a:extLst>
                    <a:ext uri="{FF2B5EF4-FFF2-40B4-BE49-F238E27FC236}">
                      <a16:creationId xmlns:a16="http://schemas.microsoft.com/office/drawing/2014/main" id="{AF609EEF-2138-2DF1-E338-9F7AE5E4B8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73367" y="317400"/>
                  <a:ext cx="1198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013" name="잉크 43012">
                  <a:extLst>
                    <a:ext uri="{FF2B5EF4-FFF2-40B4-BE49-F238E27FC236}">
                      <a16:creationId xmlns:a16="http://schemas.microsoft.com/office/drawing/2014/main" id="{607EA4E2-EE8B-A806-584C-14A3C517A811}"/>
                    </a:ext>
                  </a:extLst>
                </p14:cNvPr>
                <p14:cNvContentPartPr/>
                <p14:nvPr/>
              </p14:nvContentPartPr>
              <p14:xfrm>
                <a:off x="7362007" y="375000"/>
                <a:ext cx="73080" cy="81000"/>
              </p14:xfrm>
            </p:contentPart>
          </mc:Choice>
          <mc:Fallback xmlns="">
            <p:pic>
              <p:nvPicPr>
                <p:cNvPr id="43013" name="잉크 43012">
                  <a:extLst>
                    <a:ext uri="{FF2B5EF4-FFF2-40B4-BE49-F238E27FC236}">
                      <a16:creationId xmlns:a16="http://schemas.microsoft.com/office/drawing/2014/main" id="{607EA4E2-EE8B-A806-584C-14A3C517A81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53007" y="366360"/>
                  <a:ext cx="90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014" name="잉크 43013">
                  <a:extLst>
                    <a:ext uri="{FF2B5EF4-FFF2-40B4-BE49-F238E27FC236}">
                      <a16:creationId xmlns:a16="http://schemas.microsoft.com/office/drawing/2014/main" id="{730E2313-2AFF-F96E-D23A-BFEA6C8C0225}"/>
                    </a:ext>
                  </a:extLst>
                </p14:cNvPr>
                <p14:cNvContentPartPr/>
                <p14:nvPr/>
              </p14:nvContentPartPr>
              <p14:xfrm>
                <a:off x="7530127" y="325320"/>
                <a:ext cx="28080" cy="217800"/>
              </p14:xfrm>
            </p:contentPart>
          </mc:Choice>
          <mc:Fallback xmlns="">
            <p:pic>
              <p:nvPicPr>
                <p:cNvPr id="43014" name="잉크 43013">
                  <a:extLst>
                    <a:ext uri="{FF2B5EF4-FFF2-40B4-BE49-F238E27FC236}">
                      <a16:creationId xmlns:a16="http://schemas.microsoft.com/office/drawing/2014/main" id="{730E2313-2AFF-F96E-D23A-BFEA6C8C02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21487" y="316320"/>
                  <a:ext cx="457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39" name="그룹 43038">
            <a:extLst>
              <a:ext uri="{FF2B5EF4-FFF2-40B4-BE49-F238E27FC236}">
                <a16:creationId xmlns:a16="http://schemas.microsoft.com/office/drawing/2014/main" id="{D258E10A-B982-06AD-9352-C240CA850F66}"/>
              </a:ext>
            </a:extLst>
          </p:cNvPr>
          <p:cNvGrpSpPr/>
          <p:nvPr/>
        </p:nvGrpSpPr>
        <p:grpSpPr>
          <a:xfrm>
            <a:off x="6810847" y="728160"/>
            <a:ext cx="1924920" cy="263160"/>
            <a:chOff x="6810847" y="728160"/>
            <a:chExt cx="192492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015" name="잉크 43014">
                  <a:extLst>
                    <a:ext uri="{FF2B5EF4-FFF2-40B4-BE49-F238E27FC236}">
                      <a16:creationId xmlns:a16="http://schemas.microsoft.com/office/drawing/2014/main" id="{56EBAB0C-7D6B-6A2B-E476-9C0AA339BB6A}"/>
                    </a:ext>
                  </a:extLst>
                </p14:cNvPr>
                <p14:cNvContentPartPr/>
                <p14:nvPr/>
              </p14:nvContentPartPr>
              <p14:xfrm>
                <a:off x="6810847" y="766680"/>
                <a:ext cx="83160" cy="167400"/>
              </p14:xfrm>
            </p:contentPart>
          </mc:Choice>
          <mc:Fallback xmlns="">
            <p:pic>
              <p:nvPicPr>
                <p:cNvPr id="43015" name="잉크 43014">
                  <a:extLst>
                    <a:ext uri="{FF2B5EF4-FFF2-40B4-BE49-F238E27FC236}">
                      <a16:creationId xmlns:a16="http://schemas.microsoft.com/office/drawing/2014/main" id="{56EBAB0C-7D6B-6A2B-E476-9C0AA339BB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01847" y="757680"/>
                  <a:ext cx="100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016" name="잉크 43015">
                  <a:extLst>
                    <a:ext uri="{FF2B5EF4-FFF2-40B4-BE49-F238E27FC236}">
                      <a16:creationId xmlns:a16="http://schemas.microsoft.com/office/drawing/2014/main" id="{71F7A8CF-00AD-EBBC-B10F-B6C0F0CA7FF3}"/>
                    </a:ext>
                  </a:extLst>
                </p14:cNvPr>
                <p14:cNvContentPartPr/>
                <p14:nvPr/>
              </p14:nvContentPartPr>
              <p14:xfrm>
                <a:off x="6856927" y="780360"/>
                <a:ext cx="113400" cy="100080"/>
              </p14:xfrm>
            </p:contentPart>
          </mc:Choice>
          <mc:Fallback xmlns="">
            <p:pic>
              <p:nvPicPr>
                <p:cNvPr id="43016" name="잉크 43015">
                  <a:extLst>
                    <a:ext uri="{FF2B5EF4-FFF2-40B4-BE49-F238E27FC236}">
                      <a16:creationId xmlns:a16="http://schemas.microsoft.com/office/drawing/2014/main" id="{71F7A8CF-00AD-EBBC-B10F-B6C0F0CA7F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48287" y="771720"/>
                  <a:ext cx="1310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017" name="잉크 43016">
                  <a:extLst>
                    <a:ext uri="{FF2B5EF4-FFF2-40B4-BE49-F238E27FC236}">
                      <a16:creationId xmlns:a16="http://schemas.microsoft.com/office/drawing/2014/main" id="{17BE3200-619E-5C96-5E5A-6B82FC4693F8}"/>
                    </a:ext>
                  </a:extLst>
                </p14:cNvPr>
                <p14:cNvContentPartPr/>
                <p14:nvPr/>
              </p14:nvContentPartPr>
              <p14:xfrm>
                <a:off x="6954847" y="746520"/>
                <a:ext cx="179280" cy="194400"/>
              </p14:xfrm>
            </p:contentPart>
          </mc:Choice>
          <mc:Fallback xmlns="">
            <p:pic>
              <p:nvPicPr>
                <p:cNvPr id="43017" name="잉크 43016">
                  <a:extLst>
                    <a:ext uri="{FF2B5EF4-FFF2-40B4-BE49-F238E27FC236}">
                      <a16:creationId xmlns:a16="http://schemas.microsoft.com/office/drawing/2014/main" id="{17BE3200-619E-5C96-5E5A-6B82FC4693F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45847" y="737520"/>
                  <a:ext cx="1969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018" name="잉크 43017">
                  <a:extLst>
                    <a:ext uri="{FF2B5EF4-FFF2-40B4-BE49-F238E27FC236}">
                      <a16:creationId xmlns:a16="http://schemas.microsoft.com/office/drawing/2014/main" id="{C23D3AE5-22A8-98F3-841F-C0FBF9A63283}"/>
                    </a:ext>
                  </a:extLst>
                </p14:cNvPr>
                <p14:cNvContentPartPr/>
                <p14:nvPr/>
              </p14:nvContentPartPr>
              <p14:xfrm>
                <a:off x="7084807" y="776400"/>
                <a:ext cx="138960" cy="199080"/>
              </p14:xfrm>
            </p:contentPart>
          </mc:Choice>
          <mc:Fallback xmlns="">
            <p:pic>
              <p:nvPicPr>
                <p:cNvPr id="43018" name="잉크 43017">
                  <a:extLst>
                    <a:ext uri="{FF2B5EF4-FFF2-40B4-BE49-F238E27FC236}">
                      <a16:creationId xmlns:a16="http://schemas.microsoft.com/office/drawing/2014/main" id="{C23D3AE5-22A8-98F3-841F-C0FBF9A6328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6167" y="767400"/>
                  <a:ext cx="156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019" name="잉크 43018">
                  <a:extLst>
                    <a:ext uri="{FF2B5EF4-FFF2-40B4-BE49-F238E27FC236}">
                      <a16:creationId xmlns:a16="http://schemas.microsoft.com/office/drawing/2014/main" id="{5A49A921-6586-F452-9BD9-0EBB85955456}"/>
                    </a:ext>
                  </a:extLst>
                </p14:cNvPr>
                <p14:cNvContentPartPr/>
                <p14:nvPr/>
              </p14:nvContentPartPr>
              <p14:xfrm>
                <a:off x="7271647" y="756240"/>
                <a:ext cx="183240" cy="178920"/>
              </p14:xfrm>
            </p:contentPart>
          </mc:Choice>
          <mc:Fallback xmlns="">
            <p:pic>
              <p:nvPicPr>
                <p:cNvPr id="43019" name="잉크 43018">
                  <a:extLst>
                    <a:ext uri="{FF2B5EF4-FFF2-40B4-BE49-F238E27FC236}">
                      <a16:creationId xmlns:a16="http://schemas.microsoft.com/office/drawing/2014/main" id="{5A49A921-6586-F452-9BD9-0EBB8595545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63007" y="747240"/>
                  <a:ext cx="2008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020" name="잉크 43019">
                  <a:extLst>
                    <a:ext uri="{FF2B5EF4-FFF2-40B4-BE49-F238E27FC236}">
                      <a16:creationId xmlns:a16="http://schemas.microsoft.com/office/drawing/2014/main" id="{BF9C1C5C-3573-34FE-F80D-2270A8282972}"/>
                    </a:ext>
                  </a:extLst>
                </p14:cNvPr>
                <p14:cNvContentPartPr/>
                <p14:nvPr/>
              </p14:nvContentPartPr>
              <p14:xfrm>
                <a:off x="7435087" y="832560"/>
                <a:ext cx="101880" cy="148680"/>
              </p14:xfrm>
            </p:contentPart>
          </mc:Choice>
          <mc:Fallback xmlns="">
            <p:pic>
              <p:nvPicPr>
                <p:cNvPr id="43020" name="잉크 43019">
                  <a:extLst>
                    <a:ext uri="{FF2B5EF4-FFF2-40B4-BE49-F238E27FC236}">
                      <a16:creationId xmlns:a16="http://schemas.microsoft.com/office/drawing/2014/main" id="{BF9C1C5C-3573-34FE-F80D-2270A82829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26447" y="823920"/>
                  <a:ext cx="119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021" name="잉크 43020">
                  <a:extLst>
                    <a:ext uri="{FF2B5EF4-FFF2-40B4-BE49-F238E27FC236}">
                      <a16:creationId xmlns:a16="http://schemas.microsoft.com/office/drawing/2014/main" id="{8C67F435-DED1-C560-E555-D74D4C91773F}"/>
                    </a:ext>
                  </a:extLst>
                </p14:cNvPr>
                <p14:cNvContentPartPr/>
                <p14:nvPr/>
              </p14:nvContentPartPr>
              <p14:xfrm>
                <a:off x="7540927" y="751200"/>
                <a:ext cx="186840" cy="240120"/>
              </p14:xfrm>
            </p:contentPart>
          </mc:Choice>
          <mc:Fallback xmlns="">
            <p:pic>
              <p:nvPicPr>
                <p:cNvPr id="43021" name="잉크 43020">
                  <a:extLst>
                    <a:ext uri="{FF2B5EF4-FFF2-40B4-BE49-F238E27FC236}">
                      <a16:creationId xmlns:a16="http://schemas.microsoft.com/office/drawing/2014/main" id="{8C67F435-DED1-C560-E555-D74D4C9177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31927" y="742200"/>
                  <a:ext cx="2044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022" name="잉크 43021">
                  <a:extLst>
                    <a:ext uri="{FF2B5EF4-FFF2-40B4-BE49-F238E27FC236}">
                      <a16:creationId xmlns:a16="http://schemas.microsoft.com/office/drawing/2014/main" id="{53CCAE23-E385-C795-A50A-F62C6446ADEF}"/>
                    </a:ext>
                  </a:extLst>
                </p14:cNvPr>
                <p14:cNvContentPartPr/>
                <p14:nvPr/>
              </p14:nvContentPartPr>
              <p14:xfrm>
                <a:off x="7802287" y="731760"/>
                <a:ext cx="137880" cy="21960"/>
              </p14:xfrm>
            </p:contentPart>
          </mc:Choice>
          <mc:Fallback xmlns="">
            <p:pic>
              <p:nvPicPr>
                <p:cNvPr id="43022" name="잉크 43021">
                  <a:extLst>
                    <a:ext uri="{FF2B5EF4-FFF2-40B4-BE49-F238E27FC236}">
                      <a16:creationId xmlns:a16="http://schemas.microsoft.com/office/drawing/2014/main" id="{53CCAE23-E385-C795-A50A-F62C6446AD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93287" y="723120"/>
                  <a:ext cx="155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023" name="잉크 43022">
                  <a:extLst>
                    <a:ext uri="{FF2B5EF4-FFF2-40B4-BE49-F238E27FC236}">
                      <a16:creationId xmlns:a16="http://schemas.microsoft.com/office/drawing/2014/main" id="{1CEE0180-3FF7-42FF-3078-71EDFCD1EA9D}"/>
                    </a:ext>
                  </a:extLst>
                </p14:cNvPr>
                <p14:cNvContentPartPr/>
                <p14:nvPr/>
              </p14:nvContentPartPr>
              <p14:xfrm>
                <a:off x="7846567" y="757680"/>
                <a:ext cx="77400" cy="106200"/>
              </p14:xfrm>
            </p:contentPart>
          </mc:Choice>
          <mc:Fallback xmlns="">
            <p:pic>
              <p:nvPicPr>
                <p:cNvPr id="43023" name="잉크 43022">
                  <a:extLst>
                    <a:ext uri="{FF2B5EF4-FFF2-40B4-BE49-F238E27FC236}">
                      <a16:creationId xmlns:a16="http://schemas.microsoft.com/office/drawing/2014/main" id="{1CEE0180-3FF7-42FF-3078-71EDFCD1EA9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37567" y="748680"/>
                  <a:ext cx="95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024" name="잉크 43023">
                  <a:extLst>
                    <a:ext uri="{FF2B5EF4-FFF2-40B4-BE49-F238E27FC236}">
                      <a16:creationId xmlns:a16="http://schemas.microsoft.com/office/drawing/2014/main" id="{DBF456B2-4E03-CEF5-D524-1B0E3BE6422E}"/>
                    </a:ext>
                  </a:extLst>
                </p14:cNvPr>
                <p14:cNvContentPartPr/>
                <p14:nvPr/>
              </p14:nvContentPartPr>
              <p14:xfrm>
                <a:off x="7835047" y="847680"/>
                <a:ext cx="158400" cy="115560"/>
              </p14:xfrm>
            </p:contentPart>
          </mc:Choice>
          <mc:Fallback xmlns="">
            <p:pic>
              <p:nvPicPr>
                <p:cNvPr id="43024" name="잉크 43023">
                  <a:extLst>
                    <a:ext uri="{FF2B5EF4-FFF2-40B4-BE49-F238E27FC236}">
                      <a16:creationId xmlns:a16="http://schemas.microsoft.com/office/drawing/2014/main" id="{DBF456B2-4E03-CEF5-D524-1B0E3BE642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26047" y="839040"/>
                  <a:ext cx="1760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025" name="잉크 43024">
                  <a:extLst>
                    <a:ext uri="{FF2B5EF4-FFF2-40B4-BE49-F238E27FC236}">
                      <a16:creationId xmlns:a16="http://schemas.microsoft.com/office/drawing/2014/main" id="{7948E8A2-6FB7-AA12-1288-848BB3EDE229}"/>
                    </a:ext>
                  </a:extLst>
                </p14:cNvPr>
                <p14:cNvContentPartPr/>
                <p14:nvPr/>
              </p14:nvContentPartPr>
              <p14:xfrm>
                <a:off x="7964287" y="748320"/>
                <a:ext cx="194400" cy="194040"/>
              </p14:xfrm>
            </p:contentPart>
          </mc:Choice>
          <mc:Fallback xmlns="">
            <p:pic>
              <p:nvPicPr>
                <p:cNvPr id="43025" name="잉크 43024">
                  <a:extLst>
                    <a:ext uri="{FF2B5EF4-FFF2-40B4-BE49-F238E27FC236}">
                      <a16:creationId xmlns:a16="http://schemas.microsoft.com/office/drawing/2014/main" id="{7948E8A2-6FB7-AA12-1288-848BB3EDE2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55647" y="739320"/>
                  <a:ext cx="212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026" name="잉크 43025">
                  <a:extLst>
                    <a:ext uri="{FF2B5EF4-FFF2-40B4-BE49-F238E27FC236}">
                      <a16:creationId xmlns:a16="http://schemas.microsoft.com/office/drawing/2014/main" id="{B77C7443-60DB-FF10-535B-BF8099318DA2}"/>
                    </a:ext>
                  </a:extLst>
                </p14:cNvPr>
                <p14:cNvContentPartPr/>
                <p14:nvPr/>
              </p14:nvContentPartPr>
              <p14:xfrm>
                <a:off x="8143207" y="741480"/>
                <a:ext cx="114480" cy="107640"/>
              </p14:xfrm>
            </p:contentPart>
          </mc:Choice>
          <mc:Fallback xmlns="">
            <p:pic>
              <p:nvPicPr>
                <p:cNvPr id="43026" name="잉크 43025">
                  <a:extLst>
                    <a:ext uri="{FF2B5EF4-FFF2-40B4-BE49-F238E27FC236}">
                      <a16:creationId xmlns:a16="http://schemas.microsoft.com/office/drawing/2014/main" id="{B77C7443-60DB-FF10-535B-BF8099318D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134207" y="732840"/>
                  <a:ext cx="132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3027" name="잉크 43026">
                  <a:extLst>
                    <a:ext uri="{FF2B5EF4-FFF2-40B4-BE49-F238E27FC236}">
                      <a16:creationId xmlns:a16="http://schemas.microsoft.com/office/drawing/2014/main" id="{68459474-B412-68C7-5B4C-60BA3C4A88D7}"/>
                    </a:ext>
                  </a:extLst>
                </p14:cNvPr>
                <p14:cNvContentPartPr/>
                <p14:nvPr/>
              </p14:nvContentPartPr>
              <p14:xfrm>
                <a:off x="8178847" y="751560"/>
                <a:ext cx="276120" cy="170640"/>
              </p14:xfrm>
            </p:contentPart>
          </mc:Choice>
          <mc:Fallback xmlns="">
            <p:pic>
              <p:nvPicPr>
                <p:cNvPr id="43027" name="잉크 43026">
                  <a:extLst>
                    <a:ext uri="{FF2B5EF4-FFF2-40B4-BE49-F238E27FC236}">
                      <a16:creationId xmlns:a16="http://schemas.microsoft.com/office/drawing/2014/main" id="{68459474-B412-68C7-5B4C-60BA3C4A88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70207" y="742560"/>
                  <a:ext cx="2937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3028" name="잉크 43027">
                  <a:extLst>
                    <a:ext uri="{FF2B5EF4-FFF2-40B4-BE49-F238E27FC236}">
                      <a16:creationId xmlns:a16="http://schemas.microsoft.com/office/drawing/2014/main" id="{1863E72E-DC79-E3D8-1DCC-46FB25F001F6}"/>
                    </a:ext>
                  </a:extLst>
                </p14:cNvPr>
                <p14:cNvContentPartPr/>
                <p14:nvPr/>
              </p14:nvContentPartPr>
              <p14:xfrm>
                <a:off x="8464687" y="728160"/>
                <a:ext cx="87840" cy="151920"/>
              </p14:xfrm>
            </p:contentPart>
          </mc:Choice>
          <mc:Fallback xmlns="">
            <p:pic>
              <p:nvPicPr>
                <p:cNvPr id="43028" name="잉크 43027">
                  <a:extLst>
                    <a:ext uri="{FF2B5EF4-FFF2-40B4-BE49-F238E27FC236}">
                      <a16:creationId xmlns:a16="http://schemas.microsoft.com/office/drawing/2014/main" id="{1863E72E-DC79-E3D8-1DCC-46FB25F001F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55687" y="719520"/>
                  <a:ext cx="1054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3029" name="잉크 43028">
                  <a:extLst>
                    <a:ext uri="{FF2B5EF4-FFF2-40B4-BE49-F238E27FC236}">
                      <a16:creationId xmlns:a16="http://schemas.microsoft.com/office/drawing/2014/main" id="{3B57068D-398B-BCCB-AB5D-04B92A1FF030}"/>
                    </a:ext>
                  </a:extLst>
                </p14:cNvPr>
                <p14:cNvContentPartPr/>
                <p14:nvPr/>
              </p14:nvContentPartPr>
              <p14:xfrm>
                <a:off x="8458927" y="909960"/>
                <a:ext cx="31320" cy="38520"/>
              </p14:xfrm>
            </p:contentPart>
          </mc:Choice>
          <mc:Fallback xmlns="">
            <p:pic>
              <p:nvPicPr>
                <p:cNvPr id="43029" name="잉크 43028">
                  <a:extLst>
                    <a:ext uri="{FF2B5EF4-FFF2-40B4-BE49-F238E27FC236}">
                      <a16:creationId xmlns:a16="http://schemas.microsoft.com/office/drawing/2014/main" id="{3B57068D-398B-BCCB-AB5D-04B92A1FF03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50287" y="900960"/>
                  <a:ext cx="48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030" name="잉크 43029">
                  <a:extLst>
                    <a:ext uri="{FF2B5EF4-FFF2-40B4-BE49-F238E27FC236}">
                      <a16:creationId xmlns:a16="http://schemas.microsoft.com/office/drawing/2014/main" id="{EDBC13DA-63EA-08B6-63E8-7106CE414D1E}"/>
                    </a:ext>
                  </a:extLst>
                </p14:cNvPr>
                <p14:cNvContentPartPr/>
                <p14:nvPr/>
              </p14:nvContentPartPr>
              <p14:xfrm>
                <a:off x="8477647" y="729960"/>
                <a:ext cx="221760" cy="241560"/>
              </p14:xfrm>
            </p:contentPart>
          </mc:Choice>
          <mc:Fallback xmlns="">
            <p:pic>
              <p:nvPicPr>
                <p:cNvPr id="43030" name="잉크 43029">
                  <a:extLst>
                    <a:ext uri="{FF2B5EF4-FFF2-40B4-BE49-F238E27FC236}">
                      <a16:creationId xmlns:a16="http://schemas.microsoft.com/office/drawing/2014/main" id="{EDBC13DA-63EA-08B6-63E8-7106CE414D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69007" y="721320"/>
                  <a:ext cx="239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3031" name="잉크 43030">
                  <a:extLst>
                    <a:ext uri="{FF2B5EF4-FFF2-40B4-BE49-F238E27FC236}">
                      <a16:creationId xmlns:a16="http://schemas.microsoft.com/office/drawing/2014/main" id="{66F7386C-2AD2-DA28-7DED-C4EBAD543468}"/>
                    </a:ext>
                  </a:extLst>
                </p14:cNvPr>
                <p14:cNvContentPartPr/>
                <p14:nvPr/>
              </p14:nvContentPartPr>
              <p14:xfrm>
                <a:off x="8572687" y="832200"/>
                <a:ext cx="148320" cy="16200"/>
              </p14:xfrm>
            </p:contentPart>
          </mc:Choice>
          <mc:Fallback xmlns="">
            <p:pic>
              <p:nvPicPr>
                <p:cNvPr id="43031" name="잉크 43030">
                  <a:extLst>
                    <a:ext uri="{FF2B5EF4-FFF2-40B4-BE49-F238E27FC236}">
                      <a16:creationId xmlns:a16="http://schemas.microsoft.com/office/drawing/2014/main" id="{66F7386C-2AD2-DA28-7DED-C4EBAD54346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64047" y="823560"/>
                  <a:ext cx="165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3032" name="잉크 43031">
                  <a:extLst>
                    <a:ext uri="{FF2B5EF4-FFF2-40B4-BE49-F238E27FC236}">
                      <a16:creationId xmlns:a16="http://schemas.microsoft.com/office/drawing/2014/main" id="{2F0B6EC4-ABC8-1BEC-35A7-4C5EA422D0D1}"/>
                    </a:ext>
                  </a:extLst>
                </p14:cNvPr>
                <p14:cNvContentPartPr/>
                <p14:nvPr/>
              </p14:nvContentPartPr>
              <p14:xfrm>
                <a:off x="8615167" y="877560"/>
                <a:ext cx="120600" cy="104400"/>
              </p14:xfrm>
            </p:contentPart>
          </mc:Choice>
          <mc:Fallback xmlns="">
            <p:pic>
              <p:nvPicPr>
                <p:cNvPr id="43032" name="잉크 43031">
                  <a:extLst>
                    <a:ext uri="{FF2B5EF4-FFF2-40B4-BE49-F238E27FC236}">
                      <a16:creationId xmlns:a16="http://schemas.microsoft.com/office/drawing/2014/main" id="{2F0B6EC4-ABC8-1BEC-35A7-4C5EA422D0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06527" y="868920"/>
                  <a:ext cx="1382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38" name="그룹 43037">
            <a:extLst>
              <a:ext uri="{FF2B5EF4-FFF2-40B4-BE49-F238E27FC236}">
                <a16:creationId xmlns:a16="http://schemas.microsoft.com/office/drawing/2014/main" id="{86720D86-A006-CBEB-158E-93764FE72229}"/>
              </a:ext>
            </a:extLst>
          </p:cNvPr>
          <p:cNvGrpSpPr/>
          <p:nvPr/>
        </p:nvGrpSpPr>
        <p:grpSpPr>
          <a:xfrm>
            <a:off x="6885367" y="1097160"/>
            <a:ext cx="405720" cy="288000"/>
            <a:chOff x="6885367" y="1097160"/>
            <a:chExt cx="40572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3033" name="잉크 43032">
                  <a:extLst>
                    <a:ext uri="{FF2B5EF4-FFF2-40B4-BE49-F238E27FC236}">
                      <a16:creationId xmlns:a16="http://schemas.microsoft.com/office/drawing/2014/main" id="{F7034394-0785-6614-5C51-7E2CBEA56560}"/>
                    </a:ext>
                  </a:extLst>
                </p14:cNvPr>
                <p14:cNvContentPartPr/>
                <p14:nvPr/>
              </p14:nvContentPartPr>
              <p14:xfrm>
                <a:off x="6885367" y="1097160"/>
                <a:ext cx="162720" cy="163440"/>
              </p14:xfrm>
            </p:contentPart>
          </mc:Choice>
          <mc:Fallback xmlns="">
            <p:pic>
              <p:nvPicPr>
                <p:cNvPr id="43033" name="잉크 43032">
                  <a:extLst>
                    <a:ext uri="{FF2B5EF4-FFF2-40B4-BE49-F238E27FC236}">
                      <a16:creationId xmlns:a16="http://schemas.microsoft.com/office/drawing/2014/main" id="{F7034394-0785-6614-5C51-7E2CBEA5656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76367" y="1088520"/>
                  <a:ext cx="1803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3034" name="잉크 43033">
                  <a:extLst>
                    <a:ext uri="{FF2B5EF4-FFF2-40B4-BE49-F238E27FC236}">
                      <a16:creationId xmlns:a16="http://schemas.microsoft.com/office/drawing/2014/main" id="{B0338289-3816-CA0B-AF56-85415D71D974}"/>
                    </a:ext>
                  </a:extLst>
                </p14:cNvPr>
                <p14:cNvContentPartPr/>
                <p14:nvPr/>
              </p14:nvContentPartPr>
              <p14:xfrm>
                <a:off x="6930007" y="1300920"/>
                <a:ext cx="159120" cy="84240"/>
              </p14:xfrm>
            </p:contentPart>
          </mc:Choice>
          <mc:Fallback xmlns="">
            <p:pic>
              <p:nvPicPr>
                <p:cNvPr id="43034" name="잉크 43033">
                  <a:extLst>
                    <a:ext uri="{FF2B5EF4-FFF2-40B4-BE49-F238E27FC236}">
                      <a16:creationId xmlns:a16="http://schemas.microsoft.com/office/drawing/2014/main" id="{B0338289-3816-CA0B-AF56-85415D71D9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21007" y="1291920"/>
                  <a:ext cx="176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3035" name="잉크 43034">
                  <a:extLst>
                    <a:ext uri="{FF2B5EF4-FFF2-40B4-BE49-F238E27FC236}">
                      <a16:creationId xmlns:a16="http://schemas.microsoft.com/office/drawing/2014/main" id="{F23622B7-AF5A-0693-7FD1-70463ADAA562}"/>
                    </a:ext>
                  </a:extLst>
                </p14:cNvPr>
                <p14:cNvContentPartPr/>
                <p14:nvPr/>
              </p14:nvContentPartPr>
              <p14:xfrm>
                <a:off x="7064287" y="1143240"/>
                <a:ext cx="132840" cy="122400"/>
              </p14:xfrm>
            </p:contentPart>
          </mc:Choice>
          <mc:Fallback xmlns="">
            <p:pic>
              <p:nvPicPr>
                <p:cNvPr id="43035" name="잉크 43034">
                  <a:extLst>
                    <a:ext uri="{FF2B5EF4-FFF2-40B4-BE49-F238E27FC236}">
                      <a16:creationId xmlns:a16="http://schemas.microsoft.com/office/drawing/2014/main" id="{F23622B7-AF5A-0693-7FD1-70463ADAA56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55647" y="1134240"/>
                  <a:ext cx="150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3036" name="잉크 43035">
                  <a:extLst>
                    <a:ext uri="{FF2B5EF4-FFF2-40B4-BE49-F238E27FC236}">
                      <a16:creationId xmlns:a16="http://schemas.microsoft.com/office/drawing/2014/main" id="{E356AED9-81CF-6CB3-FB0B-AE884FA723B8}"/>
                    </a:ext>
                  </a:extLst>
                </p14:cNvPr>
                <p14:cNvContentPartPr/>
                <p14:nvPr/>
              </p14:nvContentPartPr>
              <p14:xfrm>
                <a:off x="7156807" y="1140000"/>
                <a:ext cx="101160" cy="234360"/>
              </p14:xfrm>
            </p:contentPart>
          </mc:Choice>
          <mc:Fallback xmlns="">
            <p:pic>
              <p:nvPicPr>
                <p:cNvPr id="43036" name="잉크 43035">
                  <a:extLst>
                    <a:ext uri="{FF2B5EF4-FFF2-40B4-BE49-F238E27FC236}">
                      <a16:creationId xmlns:a16="http://schemas.microsoft.com/office/drawing/2014/main" id="{E356AED9-81CF-6CB3-FB0B-AE884FA723B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47807" y="1131360"/>
                  <a:ext cx="1188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3037" name="잉크 43036">
                  <a:extLst>
                    <a:ext uri="{FF2B5EF4-FFF2-40B4-BE49-F238E27FC236}">
                      <a16:creationId xmlns:a16="http://schemas.microsoft.com/office/drawing/2014/main" id="{D5BD7F27-4B0F-6ED1-E801-5B7EC3782BAC}"/>
                    </a:ext>
                  </a:extLst>
                </p14:cNvPr>
                <p14:cNvContentPartPr/>
                <p14:nvPr/>
              </p14:nvContentPartPr>
              <p14:xfrm>
                <a:off x="7161487" y="1289040"/>
                <a:ext cx="129600" cy="91080"/>
              </p14:xfrm>
            </p:contentPart>
          </mc:Choice>
          <mc:Fallback xmlns="">
            <p:pic>
              <p:nvPicPr>
                <p:cNvPr id="43037" name="잉크 43036">
                  <a:extLst>
                    <a:ext uri="{FF2B5EF4-FFF2-40B4-BE49-F238E27FC236}">
                      <a16:creationId xmlns:a16="http://schemas.microsoft.com/office/drawing/2014/main" id="{D5BD7F27-4B0F-6ED1-E801-5B7EC3782BA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52487" y="1280040"/>
                  <a:ext cx="14724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745" name="그룹 30744">
            <a:extLst>
              <a:ext uri="{FF2B5EF4-FFF2-40B4-BE49-F238E27FC236}">
                <a16:creationId xmlns:a16="http://schemas.microsoft.com/office/drawing/2014/main" id="{94E73262-25F9-5CC7-B22F-B0104451E3BE}"/>
              </a:ext>
            </a:extLst>
          </p:cNvPr>
          <p:cNvGrpSpPr/>
          <p:nvPr/>
        </p:nvGrpSpPr>
        <p:grpSpPr>
          <a:xfrm>
            <a:off x="3479854" y="3889690"/>
            <a:ext cx="751680" cy="255600"/>
            <a:chOff x="3479854" y="3889690"/>
            <a:chExt cx="75168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0721" name="잉크 30720">
                  <a:extLst>
                    <a:ext uri="{FF2B5EF4-FFF2-40B4-BE49-F238E27FC236}">
                      <a16:creationId xmlns:a16="http://schemas.microsoft.com/office/drawing/2014/main" id="{F2F7201A-6F49-ED46-11EA-9DBCC6492E8B}"/>
                    </a:ext>
                  </a:extLst>
                </p14:cNvPr>
                <p14:cNvContentPartPr/>
                <p14:nvPr/>
              </p14:nvContentPartPr>
              <p14:xfrm>
                <a:off x="3479854" y="3980050"/>
                <a:ext cx="99000" cy="165240"/>
              </p14:xfrm>
            </p:contentPart>
          </mc:Choice>
          <mc:Fallback xmlns="">
            <p:pic>
              <p:nvPicPr>
                <p:cNvPr id="30721" name="잉크 30720">
                  <a:extLst>
                    <a:ext uri="{FF2B5EF4-FFF2-40B4-BE49-F238E27FC236}">
                      <a16:creationId xmlns:a16="http://schemas.microsoft.com/office/drawing/2014/main" id="{F2F7201A-6F49-ED46-11EA-9DBCC6492E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71214" y="3971410"/>
                  <a:ext cx="116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0722" name="잉크 30721">
                  <a:extLst>
                    <a:ext uri="{FF2B5EF4-FFF2-40B4-BE49-F238E27FC236}">
                      <a16:creationId xmlns:a16="http://schemas.microsoft.com/office/drawing/2014/main" id="{3F2FE0DA-8320-BA18-526B-3779EB6AE7E0}"/>
                    </a:ext>
                  </a:extLst>
                </p14:cNvPr>
                <p14:cNvContentPartPr/>
                <p14:nvPr/>
              </p14:nvContentPartPr>
              <p14:xfrm>
                <a:off x="3519454" y="3977890"/>
                <a:ext cx="186120" cy="96840"/>
              </p14:xfrm>
            </p:contentPart>
          </mc:Choice>
          <mc:Fallback xmlns="">
            <p:pic>
              <p:nvPicPr>
                <p:cNvPr id="30722" name="잉크 30721">
                  <a:extLst>
                    <a:ext uri="{FF2B5EF4-FFF2-40B4-BE49-F238E27FC236}">
                      <a16:creationId xmlns:a16="http://schemas.microsoft.com/office/drawing/2014/main" id="{3F2FE0DA-8320-BA18-526B-3779EB6AE7E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10454" y="3969250"/>
                  <a:ext cx="203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0741" name="잉크 30740">
                  <a:extLst>
                    <a:ext uri="{FF2B5EF4-FFF2-40B4-BE49-F238E27FC236}">
                      <a16:creationId xmlns:a16="http://schemas.microsoft.com/office/drawing/2014/main" id="{8552635C-AF7D-B168-DD6F-50003C4B0A7D}"/>
                    </a:ext>
                  </a:extLst>
                </p14:cNvPr>
                <p14:cNvContentPartPr/>
                <p14:nvPr/>
              </p14:nvContentPartPr>
              <p14:xfrm>
                <a:off x="3674614" y="3923530"/>
                <a:ext cx="183240" cy="208800"/>
              </p14:xfrm>
            </p:contentPart>
          </mc:Choice>
          <mc:Fallback xmlns="">
            <p:pic>
              <p:nvPicPr>
                <p:cNvPr id="30741" name="잉크 30740">
                  <a:extLst>
                    <a:ext uri="{FF2B5EF4-FFF2-40B4-BE49-F238E27FC236}">
                      <a16:creationId xmlns:a16="http://schemas.microsoft.com/office/drawing/2014/main" id="{8552635C-AF7D-B168-DD6F-50003C4B0A7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65614" y="3914890"/>
                  <a:ext cx="200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0743" name="잉크 30742">
                  <a:extLst>
                    <a:ext uri="{FF2B5EF4-FFF2-40B4-BE49-F238E27FC236}">
                      <a16:creationId xmlns:a16="http://schemas.microsoft.com/office/drawing/2014/main" id="{0EC812A3-85C8-17FF-5156-C4077184DD18}"/>
                    </a:ext>
                  </a:extLst>
                </p14:cNvPr>
                <p14:cNvContentPartPr/>
                <p14:nvPr/>
              </p14:nvContentPartPr>
              <p14:xfrm>
                <a:off x="3825814" y="3915250"/>
                <a:ext cx="276480" cy="167040"/>
              </p14:xfrm>
            </p:contentPart>
          </mc:Choice>
          <mc:Fallback xmlns="">
            <p:pic>
              <p:nvPicPr>
                <p:cNvPr id="30743" name="잉크 30742">
                  <a:extLst>
                    <a:ext uri="{FF2B5EF4-FFF2-40B4-BE49-F238E27FC236}">
                      <a16:creationId xmlns:a16="http://schemas.microsoft.com/office/drawing/2014/main" id="{0EC812A3-85C8-17FF-5156-C4077184DD1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17174" y="3906610"/>
                  <a:ext cx="2941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0744" name="잉크 30743">
                  <a:extLst>
                    <a:ext uri="{FF2B5EF4-FFF2-40B4-BE49-F238E27FC236}">
                      <a16:creationId xmlns:a16="http://schemas.microsoft.com/office/drawing/2014/main" id="{A32388C8-F7D5-BEED-E59C-280FD7A9E42B}"/>
                    </a:ext>
                  </a:extLst>
                </p14:cNvPr>
                <p14:cNvContentPartPr/>
                <p14:nvPr/>
              </p14:nvContentPartPr>
              <p14:xfrm>
                <a:off x="4104454" y="3889690"/>
                <a:ext cx="127080" cy="178920"/>
              </p14:xfrm>
            </p:contentPart>
          </mc:Choice>
          <mc:Fallback xmlns="">
            <p:pic>
              <p:nvPicPr>
                <p:cNvPr id="30744" name="잉크 30743">
                  <a:extLst>
                    <a:ext uri="{FF2B5EF4-FFF2-40B4-BE49-F238E27FC236}">
                      <a16:creationId xmlns:a16="http://schemas.microsoft.com/office/drawing/2014/main" id="{A32388C8-F7D5-BEED-E59C-280FD7A9E42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095814" y="3881050"/>
                  <a:ext cx="144720" cy="196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 sz="4000" b="1"/>
              <a:t> </a:t>
            </a:r>
            <a:r>
              <a:rPr lang="ko-KR" altLang="en-US" sz="4000" b="1"/>
              <a:t>시분할</a:t>
            </a:r>
            <a:r>
              <a:rPr lang="en-US" altLang="ko-KR" sz="4000" b="1"/>
              <a:t>(Time Sharing)</a:t>
            </a:r>
            <a:r>
              <a:rPr lang="ko-KR" altLang="en-US" sz="4000" b="1"/>
              <a:t> 시스템</a:t>
            </a:r>
            <a:endParaRPr lang="ko-KR" altLang="en-US" sz="40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643938" cy="5000625"/>
          </a:xfrm>
          <a:noFill/>
        </p:spPr>
        <p:txBody>
          <a:bodyPr lIns="92075" tIns="46038" rIns="92075" bIns="46038"/>
          <a:lstStyle/>
          <a:p>
            <a:r>
              <a:rPr lang="ko-KR" altLang="en-US"/>
              <a:t> 단말을 통한 여러 사용자 </a:t>
            </a:r>
            <a:r>
              <a:rPr lang="en-US" altLang="ko-KR"/>
              <a:t>(</a:t>
            </a:r>
            <a:r>
              <a:rPr lang="ko-KR" altLang="en-US"/>
              <a:t>대화형 처리 시스템</a:t>
            </a:r>
            <a:r>
              <a:rPr lang="en-US" altLang="ko-KR"/>
              <a:t>)</a:t>
            </a:r>
          </a:p>
          <a:p>
            <a:pPr lvl="1"/>
            <a:r>
              <a:rPr lang="ko-KR" altLang="en-US" sz="2000"/>
              <a:t>다중 프로그래밍을 이용해 각 사용자가 컴퓨터를 분할하여 사용</a:t>
            </a:r>
            <a:endParaRPr lang="en-US" altLang="ko-KR" sz="2000"/>
          </a:p>
          <a:p>
            <a:r>
              <a:rPr lang="ko-KR" altLang="en-US"/>
              <a:t> 메모리와 디스크 사이에 교체 필요</a:t>
            </a:r>
            <a:endParaRPr lang="en-US" altLang="ko-KR"/>
          </a:p>
          <a:p>
            <a:pPr lvl="1"/>
            <a:r>
              <a:rPr lang="ko-KR" altLang="en-US" sz="2000"/>
              <a:t>단순 교체에서 가상 메모리로 발전</a:t>
            </a:r>
            <a:endParaRPr lang="en-US" altLang="ko-KR" sz="2000"/>
          </a:p>
          <a:p>
            <a:pPr lvl="1"/>
            <a:endParaRPr lang="en-US" altLang="ko-KR" sz="1800"/>
          </a:p>
          <a:p>
            <a:r>
              <a:rPr lang="ko-KR" altLang="en-US"/>
              <a:t> 대화형 처리 시스템 </a:t>
            </a:r>
            <a:r>
              <a:rPr lang="en-US" altLang="ko-KR"/>
              <a:t>vs </a:t>
            </a:r>
            <a:r>
              <a:rPr lang="ko-KR" altLang="en-US"/>
              <a:t>일괄 처리 시스템</a:t>
            </a:r>
            <a:endParaRPr lang="en-US" altLang="ko-KR"/>
          </a:p>
          <a:p>
            <a:pPr lvl="1"/>
            <a:r>
              <a:rPr lang="ko-KR" altLang="en-US"/>
              <a:t>일괄처리 시스템</a:t>
            </a:r>
            <a:endParaRPr lang="en-US" altLang="ko-KR"/>
          </a:p>
          <a:p>
            <a:pPr lvl="2"/>
            <a:r>
              <a:rPr lang="ko-KR" altLang="en-US" sz="1800"/>
              <a:t>작업을 준비하여 제출하면 일정 시간 내 결과 나옴</a:t>
            </a:r>
            <a:endParaRPr lang="en-US" altLang="ko-KR" sz="1800"/>
          </a:p>
          <a:p>
            <a:pPr lvl="2"/>
            <a:r>
              <a:rPr lang="ko-KR" altLang="en-US" sz="1800"/>
              <a:t>반환 시간이 길어</a:t>
            </a:r>
            <a:r>
              <a:rPr lang="en-US" altLang="ko-KR" sz="1800"/>
              <a:t>, </a:t>
            </a:r>
            <a:r>
              <a:rPr lang="ko-KR" altLang="en-US" sz="1800"/>
              <a:t>대화가 거의 필요 없는 대형 작업에 적합</a:t>
            </a:r>
            <a:endParaRPr lang="en-US" altLang="ko-KR" sz="1800"/>
          </a:p>
          <a:p>
            <a:pPr lvl="1"/>
            <a:r>
              <a:rPr lang="ko-KR" altLang="en-US"/>
              <a:t>대화형 처리 시스템 </a:t>
            </a:r>
            <a:endParaRPr lang="en-US" altLang="ko-KR"/>
          </a:p>
          <a:p>
            <a:pPr lvl="2"/>
            <a:r>
              <a:rPr lang="ko-KR" altLang="en-US" sz="1800"/>
              <a:t>사용자와 시스템 간에 온라인 통신 마련</a:t>
            </a:r>
            <a:endParaRPr lang="en-US" altLang="ko-KR" sz="1800"/>
          </a:p>
          <a:p>
            <a:pPr lvl="2"/>
            <a:r>
              <a:rPr lang="ko-KR" altLang="en-US" sz="1800"/>
              <a:t>사용자가 컴퓨터에 직접 명령을 주고 응답을 받음</a:t>
            </a:r>
          </a:p>
          <a:p>
            <a:pPr lvl="1"/>
            <a:endParaRPr lang="en-US" altLang="ko-KR" sz="2000"/>
          </a:p>
          <a:p>
            <a:endParaRPr lang="ko-KR" altLang="en-US"/>
          </a:p>
        </p:txBody>
      </p:sp>
      <p:sp>
        <p:nvSpPr>
          <p:cNvPr id="317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1A145C-D357-42D3-9481-B08D755E51B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6FE3CAF-5FD6-C933-217C-9CB00818812C}"/>
                  </a:ext>
                </a:extLst>
              </p14:cNvPr>
              <p14:cNvContentPartPr/>
              <p14:nvPr/>
            </p14:nvContentPartPr>
            <p14:xfrm>
              <a:off x="4078087" y="2111280"/>
              <a:ext cx="1458360" cy="4381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6FE3CAF-5FD6-C933-217C-9CB0081881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69447" y="2102640"/>
                <a:ext cx="1476000" cy="45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7121D5B5-9AB5-2212-F153-68AE90B813AC}"/>
              </a:ext>
            </a:extLst>
          </p:cNvPr>
          <p:cNvGrpSpPr/>
          <p:nvPr/>
        </p:nvGrpSpPr>
        <p:grpSpPr>
          <a:xfrm>
            <a:off x="285487" y="126600"/>
            <a:ext cx="2395800" cy="372600"/>
            <a:chOff x="285487" y="126600"/>
            <a:chExt cx="239580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DC9BE3B2-9339-05C6-1AC2-89547B282294}"/>
                    </a:ext>
                  </a:extLst>
                </p14:cNvPr>
                <p14:cNvContentPartPr/>
                <p14:nvPr/>
              </p14:nvContentPartPr>
              <p14:xfrm>
                <a:off x="285487" y="257280"/>
                <a:ext cx="133920" cy="14112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DC9BE3B2-9339-05C6-1AC2-89547B2822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76847" y="248640"/>
                  <a:ext cx="151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C36F136-86B5-0B13-FE68-DF0191F255D5}"/>
                    </a:ext>
                  </a:extLst>
                </p14:cNvPr>
                <p14:cNvContentPartPr/>
                <p14:nvPr/>
              </p14:nvContentPartPr>
              <p14:xfrm>
                <a:off x="429127" y="221640"/>
                <a:ext cx="99720" cy="19800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C36F136-86B5-0B13-FE68-DF0191F255D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0487" y="212640"/>
                  <a:ext cx="117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E9A1E69-CB8C-CEB9-6A03-2140D035D349}"/>
                    </a:ext>
                  </a:extLst>
                </p14:cNvPr>
                <p14:cNvContentPartPr/>
                <p14:nvPr/>
              </p14:nvContentPartPr>
              <p14:xfrm>
                <a:off x="481327" y="239640"/>
                <a:ext cx="140040" cy="910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E9A1E69-CB8C-CEB9-6A03-2140D035D34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2327" y="230640"/>
                  <a:ext cx="157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147D072-E0CF-38AB-733C-8DDF13821E2A}"/>
                    </a:ext>
                  </a:extLst>
                </p14:cNvPr>
                <p14:cNvContentPartPr/>
                <p14:nvPr/>
              </p14:nvContentPartPr>
              <p14:xfrm>
                <a:off x="499327" y="342600"/>
                <a:ext cx="124200" cy="561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147D072-E0CF-38AB-733C-8DDF13821E2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0327" y="333600"/>
                  <a:ext cx="141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F996B24-8EF1-48A3-C50B-7CA7EC0A5984}"/>
                    </a:ext>
                  </a:extLst>
                </p14:cNvPr>
                <p14:cNvContentPartPr/>
                <p14:nvPr/>
              </p14:nvContentPartPr>
              <p14:xfrm>
                <a:off x="551527" y="414240"/>
                <a:ext cx="125640" cy="84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F996B24-8EF1-48A3-C50B-7CA7EC0A59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42527" y="405240"/>
                  <a:ext cx="143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D0B06B6-94D4-C579-539D-C48BAD3E8020}"/>
                    </a:ext>
                  </a:extLst>
                </p14:cNvPr>
                <p14:cNvContentPartPr/>
                <p14:nvPr/>
              </p14:nvContentPartPr>
              <p14:xfrm>
                <a:off x="844927" y="205080"/>
                <a:ext cx="145440" cy="1548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D0B06B6-94D4-C579-539D-C48BAD3E80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5927" y="196440"/>
                  <a:ext cx="163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CBB169C-BBD0-2088-3F4A-F0A64BD07619}"/>
                    </a:ext>
                  </a:extLst>
                </p14:cNvPr>
                <p14:cNvContentPartPr/>
                <p14:nvPr/>
              </p14:nvContentPartPr>
              <p14:xfrm>
                <a:off x="842407" y="252960"/>
                <a:ext cx="177480" cy="1533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CBB169C-BBD0-2088-3F4A-F0A64BD076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3767" y="244320"/>
                  <a:ext cx="1951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71FC628-3DDB-4728-D90F-57CF17F836C6}"/>
                    </a:ext>
                  </a:extLst>
                </p14:cNvPr>
                <p14:cNvContentPartPr/>
                <p14:nvPr/>
              </p14:nvContentPartPr>
              <p14:xfrm>
                <a:off x="900727" y="389040"/>
                <a:ext cx="168480" cy="59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71FC628-3DDB-4728-D90F-57CF17F836C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92087" y="380040"/>
                  <a:ext cx="1861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3FDAA6D-AEEF-A37D-68F9-9CCF475B71CA}"/>
                    </a:ext>
                  </a:extLst>
                </p14:cNvPr>
                <p14:cNvContentPartPr/>
                <p14:nvPr/>
              </p14:nvContentPartPr>
              <p14:xfrm>
                <a:off x="1028887" y="212280"/>
                <a:ext cx="234720" cy="1868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3FDAA6D-AEEF-A37D-68F9-9CCF475B71C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20247" y="203640"/>
                  <a:ext cx="252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D1D8450-AB7E-87D2-D3B6-84FB8C57E003}"/>
                    </a:ext>
                  </a:extLst>
                </p14:cNvPr>
                <p14:cNvContentPartPr/>
                <p14:nvPr/>
              </p14:nvContentPartPr>
              <p14:xfrm>
                <a:off x="1216807" y="205440"/>
                <a:ext cx="196920" cy="1652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D1D8450-AB7E-87D2-D3B6-84FB8C57E0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208167" y="196800"/>
                  <a:ext cx="214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14C0C6B-B162-1870-6411-25172E231F53}"/>
                    </a:ext>
                  </a:extLst>
                </p14:cNvPr>
                <p14:cNvContentPartPr/>
                <p14:nvPr/>
              </p14:nvContentPartPr>
              <p14:xfrm>
                <a:off x="1378447" y="182400"/>
                <a:ext cx="287640" cy="1587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14C0C6B-B162-1870-6411-25172E231F5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69807" y="173400"/>
                  <a:ext cx="305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DD8106C-4F61-7DBE-7F7F-9BBD58D2B756}"/>
                    </a:ext>
                  </a:extLst>
                </p14:cNvPr>
                <p14:cNvContentPartPr/>
                <p14:nvPr/>
              </p14:nvContentPartPr>
              <p14:xfrm>
                <a:off x="1666447" y="188160"/>
                <a:ext cx="114480" cy="1090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DD8106C-4F61-7DBE-7F7F-9BBD58D2B7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57447" y="179160"/>
                  <a:ext cx="132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3EB90FB-0560-F720-8C9D-C3667DE7FB9A}"/>
                    </a:ext>
                  </a:extLst>
                </p14:cNvPr>
                <p14:cNvContentPartPr/>
                <p14:nvPr/>
              </p14:nvContentPartPr>
              <p14:xfrm>
                <a:off x="1850047" y="126600"/>
                <a:ext cx="9720" cy="1803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3EB90FB-0560-F720-8C9D-C3667DE7FB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41047" y="117600"/>
                  <a:ext cx="273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DA3C544-51A3-DBE7-83BB-D676D063C370}"/>
                    </a:ext>
                  </a:extLst>
                </p14:cNvPr>
                <p14:cNvContentPartPr/>
                <p14:nvPr/>
              </p14:nvContentPartPr>
              <p14:xfrm>
                <a:off x="1759327" y="308760"/>
                <a:ext cx="99000" cy="943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DA3C544-51A3-DBE7-83BB-D676D063C37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50687" y="300120"/>
                  <a:ext cx="116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198CB2D-C18B-865E-1A08-B93F18AAE746}"/>
                    </a:ext>
                  </a:extLst>
                </p14:cNvPr>
                <p14:cNvContentPartPr/>
                <p14:nvPr/>
              </p14:nvContentPartPr>
              <p14:xfrm>
                <a:off x="1926727" y="163320"/>
                <a:ext cx="99000" cy="1015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198CB2D-C18B-865E-1A08-B93F18AAE74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18087" y="154680"/>
                  <a:ext cx="1166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DC1C7D8-74D9-6074-ADF2-49634C471726}"/>
                    </a:ext>
                  </a:extLst>
                </p14:cNvPr>
                <p14:cNvContentPartPr/>
                <p14:nvPr/>
              </p14:nvContentPartPr>
              <p14:xfrm>
                <a:off x="1929967" y="166560"/>
                <a:ext cx="195840" cy="2073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DC1C7D8-74D9-6074-ADF2-49634C4717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20967" y="157560"/>
                  <a:ext cx="213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34F0540-5382-4EA9-03BA-60359E29595C}"/>
                    </a:ext>
                  </a:extLst>
                </p14:cNvPr>
                <p14:cNvContentPartPr/>
                <p14:nvPr/>
              </p14:nvContentPartPr>
              <p14:xfrm>
                <a:off x="2262247" y="138120"/>
                <a:ext cx="99000" cy="1130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34F0540-5382-4EA9-03BA-60359E29595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53607" y="129480"/>
                  <a:ext cx="11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3701401-FA69-6390-EED6-3F633674B330}"/>
                    </a:ext>
                  </a:extLst>
                </p14:cNvPr>
                <p14:cNvContentPartPr/>
                <p14:nvPr/>
              </p14:nvContentPartPr>
              <p14:xfrm>
                <a:off x="2444767" y="133440"/>
                <a:ext cx="12960" cy="1162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3701401-FA69-6390-EED6-3F633674B33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35767" y="124800"/>
                  <a:ext cx="30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D2D97E6-148E-3CB8-4342-9B3406B13673}"/>
                    </a:ext>
                  </a:extLst>
                </p14:cNvPr>
                <p14:cNvContentPartPr/>
                <p14:nvPr/>
              </p14:nvContentPartPr>
              <p14:xfrm>
                <a:off x="2368447" y="251880"/>
                <a:ext cx="155520" cy="99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D2D97E6-148E-3CB8-4342-9B3406B1367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59447" y="243240"/>
                  <a:ext cx="173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E64FB371-59C1-13E5-2163-8416B34D2700}"/>
                    </a:ext>
                  </a:extLst>
                </p14:cNvPr>
                <p14:cNvContentPartPr/>
                <p14:nvPr/>
              </p14:nvContentPartPr>
              <p14:xfrm>
                <a:off x="2502727" y="138840"/>
                <a:ext cx="126720" cy="1310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64FB371-59C1-13E5-2163-8416B34D270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93727" y="129840"/>
                  <a:ext cx="1443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9E3D28D-9B9F-F9CB-C508-21779F3D74B2}"/>
                    </a:ext>
                  </a:extLst>
                </p14:cNvPr>
                <p14:cNvContentPartPr/>
                <p14:nvPr/>
              </p14:nvContentPartPr>
              <p14:xfrm>
                <a:off x="2512087" y="252600"/>
                <a:ext cx="169200" cy="540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9E3D28D-9B9F-F9CB-C508-21779F3D74B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503087" y="243960"/>
                  <a:ext cx="186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B7D2A8C-896E-2E39-5822-D666B2743A5D}"/>
                    </a:ext>
                  </a:extLst>
                </p14:cNvPr>
                <p14:cNvContentPartPr/>
                <p14:nvPr/>
              </p14:nvContentPartPr>
              <p14:xfrm>
                <a:off x="2583367" y="308040"/>
                <a:ext cx="92880" cy="705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B7D2A8C-896E-2E39-5822-D666B2743A5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74727" y="299400"/>
                  <a:ext cx="11052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665BE49A-C57C-FE0D-4B9C-D4606344EB30}"/>
                  </a:ext>
                </a:extLst>
              </p14:cNvPr>
              <p14:cNvContentPartPr/>
              <p14:nvPr/>
            </p14:nvContentPartPr>
            <p14:xfrm>
              <a:off x="897847" y="614760"/>
              <a:ext cx="450720" cy="43740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665BE49A-C57C-FE0D-4B9C-D4606344EB3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89207" y="605760"/>
                <a:ext cx="46836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25336637-273B-F0FC-8728-4A9B243EA807}"/>
                  </a:ext>
                </a:extLst>
              </p14:cNvPr>
              <p14:cNvContentPartPr/>
              <p14:nvPr/>
            </p14:nvContentPartPr>
            <p14:xfrm>
              <a:off x="5022007" y="2091840"/>
              <a:ext cx="3244320" cy="2808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25336637-273B-F0FC-8728-4A9B243EA80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013367" y="2082840"/>
                <a:ext cx="326196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774" name="그룹 31773">
            <a:extLst>
              <a:ext uri="{FF2B5EF4-FFF2-40B4-BE49-F238E27FC236}">
                <a16:creationId xmlns:a16="http://schemas.microsoft.com/office/drawing/2014/main" id="{0BEDBB9D-8553-671D-9835-7739A9429C19}"/>
              </a:ext>
            </a:extLst>
          </p:cNvPr>
          <p:cNvGrpSpPr/>
          <p:nvPr/>
        </p:nvGrpSpPr>
        <p:grpSpPr>
          <a:xfrm>
            <a:off x="3524767" y="4335720"/>
            <a:ext cx="1459080" cy="221040"/>
            <a:chOff x="3524767" y="4335720"/>
            <a:chExt cx="145908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9EE8E19-57B6-3CAE-4E25-9F82FFD0977C}"/>
                    </a:ext>
                  </a:extLst>
                </p14:cNvPr>
                <p14:cNvContentPartPr/>
                <p14:nvPr/>
              </p14:nvContentPartPr>
              <p14:xfrm>
                <a:off x="3546007" y="4346880"/>
                <a:ext cx="72360" cy="3024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9EE8E19-57B6-3CAE-4E25-9F82FFD0977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37007" y="4337880"/>
                  <a:ext cx="90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22A9F5B-CDB4-46D3-D7B2-8671AEB7499C}"/>
                    </a:ext>
                  </a:extLst>
                </p14:cNvPr>
                <p14:cNvContentPartPr/>
                <p14:nvPr/>
              </p14:nvContentPartPr>
              <p14:xfrm>
                <a:off x="3524767" y="4394760"/>
                <a:ext cx="129960" cy="1044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22A9F5B-CDB4-46D3-D7B2-8671AEB7499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16127" y="4386120"/>
                  <a:ext cx="147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967DFAD4-B5C4-AA74-5926-878652F7E0F8}"/>
                    </a:ext>
                  </a:extLst>
                </p14:cNvPr>
                <p14:cNvContentPartPr/>
                <p14:nvPr/>
              </p14:nvContentPartPr>
              <p14:xfrm>
                <a:off x="3686047" y="4343640"/>
                <a:ext cx="94320" cy="1425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967DFAD4-B5C4-AA74-5926-878652F7E0F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677047" y="4335000"/>
                  <a:ext cx="1119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14CA2C48-034E-E2B4-12BC-CF6157CCB553}"/>
                    </a:ext>
                  </a:extLst>
                </p14:cNvPr>
                <p14:cNvContentPartPr/>
                <p14:nvPr/>
              </p14:nvContentPartPr>
              <p14:xfrm>
                <a:off x="3645367" y="4512480"/>
                <a:ext cx="162360" cy="406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14CA2C48-034E-E2B4-12BC-CF6157CCB55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636727" y="4503840"/>
                  <a:ext cx="1800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1744" name="잉크 31743">
                  <a:extLst>
                    <a:ext uri="{FF2B5EF4-FFF2-40B4-BE49-F238E27FC236}">
                      <a16:creationId xmlns:a16="http://schemas.microsoft.com/office/drawing/2014/main" id="{2565FE12-4A6C-D48E-AA06-3B7C3FDF6E74}"/>
                    </a:ext>
                  </a:extLst>
                </p14:cNvPr>
                <p14:cNvContentPartPr/>
                <p14:nvPr/>
              </p14:nvContentPartPr>
              <p14:xfrm>
                <a:off x="3872527" y="4388280"/>
                <a:ext cx="30960" cy="100440"/>
              </p14:xfrm>
            </p:contentPart>
          </mc:Choice>
          <mc:Fallback xmlns="">
            <p:pic>
              <p:nvPicPr>
                <p:cNvPr id="31744" name="잉크 31743">
                  <a:extLst>
                    <a:ext uri="{FF2B5EF4-FFF2-40B4-BE49-F238E27FC236}">
                      <a16:creationId xmlns:a16="http://schemas.microsoft.com/office/drawing/2014/main" id="{2565FE12-4A6C-D48E-AA06-3B7C3FDF6E7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863527" y="4379640"/>
                  <a:ext cx="48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1745" name="잉크 31744">
                  <a:extLst>
                    <a:ext uri="{FF2B5EF4-FFF2-40B4-BE49-F238E27FC236}">
                      <a16:creationId xmlns:a16="http://schemas.microsoft.com/office/drawing/2014/main" id="{916EACA5-A232-D320-66C4-6162B02ECC1D}"/>
                    </a:ext>
                  </a:extLst>
                </p14:cNvPr>
                <p14:cNvContentPartPr/>
                <p14:nvPr/>
              </p14:nvContentPartPr>
              <p14:xfrm>
                <a:off x="3891247" y="4382520"/>
                <a:ext cx="139680" cy="132480"/>
              </p14:xfrm>
            </p:contentPart>
          </mc:Choice>
          <mc:Fallback xmlns="">
            <p:pic>
              <p:nvPicPr>
                <p:cNvPr id="31745" name="잉크 31744">
                  <a:extLst>
                    <a:ext uri="{FF2B5EF4-FFF2-40B4-BE49-F238E27FC236}">
                      <a16:creationId xmlns:a16="http://schemas.microsoft.com/office/drawing/2014/main" id="{916EACA5-A232-D320-66C4-6162B02ECC1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882607" y="4373520"/>
                  <a:ext cx="157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1749" name="잉크 31748">
                  <a:extLst>
                    <a:ext uri="{FF2B5EF4-FFF2-40B4-BE49-F238E27FC236}">
                      <a16:creationId xmlns:a16="http://schemas.microsoft.com/office/drawing/2014/main" id="{FB3F54A4-127A-9375-BBE9-C6A992C6352B}"/>
                    </a:ext>
                  </a:extLst>
                </p14:cNvPr>
                <p14:cNvContentPartPr/>
                <p14:nvPr/>
              </p14:nvContentPartPr>
              <p14:xfrm>
                <a:off x="3938407" y="4505640"/>
                <a:ext cx="130680" cy="51120"/>
              </p14:xfrm>
            </p:contentPart>
          </mc:Choice>
          <mc:Fallback xmlns="">
            <p:pic>
              <p:nvPicPr>
                <p:cNvPr id="31749" name="잉크 31748">
                  <a:extLst>
                    <a:ext uri="{FF2B5EF4-FFF2-40B4-BE49-F238E27FC236}">
                      <a16:creationId xmlns:a16="http://schemas.microsoft.com/office/drawing/2014/main" id="{FB3F54A4-127A-9375-BBE9-C6A992C6352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29407" y="4496640"/>
                  <a:ext cx="1483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1750" name="잉크 31749">
                  <a:extLst>
                    <a:ext uri="{FF2B5EF4-FFF2-40B4-BE49-F238E27FC236}">
                      <a16:creationId xmlns:a16="http://schemas.microsoft.com/office/drawing/2014/main" id="{D4C2DA95-9477-F34C-B047-04556BCE5EA3}"/>
                    </a:ext>
                  </a:extLst>
                </p14:cNvPr>
                <p14:cNvContentPartPr/>
                <p14:nvPr/>
              </p14:nvContentPartPr>
              <p14:xfrm>
                <a:off x="4073407" y="4407720"/>
                <a:ext cx="203040" cy="133560"/>
              </p14:xfrm>
            </p:contentPart>
          </mc:Choice>
          <mc:Fallback xmlns="">
            <p:pic>
              <p:nvPicPr>
                <p:cNvPr id="31750" name="잉크 31749">
                  <a:extLst>
                    <a:ext uri="{FF2B5EF4-FFF2-40B4-BE49-F238E27FC236}">
                      <a16:creationId xmlns:a16="http://schemas.microsoft.com/office/drawing/2014/main" id="{D4C2DA95-9477-F34C-B047-04556BCE5EA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064407" y="4398720"/>
                  <a:ext cx="2206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1751" name="잉크 31750">
                  <a:extLst>
                    <a:ext uri="{FF2B5EF4-FFF2-40B4-BE49-F238E27FC236}">
                      <a16:creationId xmlns:a16="http://schemas.microsoft.com/office/drawing/2014/main" id="{DD7BB973-2F49-544E-BF85-315D178E2781}"/>
                    </a:ext>
                  </a:extLst>
                </p14:cNvPr>
                <p14:cNvContentPartPr/>
                <p14:nvPr/>
              </p14:nvContentPartPr>
              <p14:xfrm>
                <a:off x="4440247" y="4362720"/>
                <a:ext cx="53640" cy="42480"/>
              </p14:xfrm>
            </p:contentPart>
          </mc:Choice>
          <mc:Fallback xmlns="">
            <p:pic>
              <p:nvPicPr>
                <p:cNvPr id="31751" name="잉크 31750">
                  <a:extLst>
                    <a:ext uri="{FF2B5EF4-FFF2-40B4-BE49-F238E27FC236}">
                      <a16:creationId xmlns:a16="http://schemas.microsoft.com/office/drawing/2014/main" id="{DD7BB973-2F49-544E-BF85-315D178E278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31247" y="4353720"/>
                  <a:ext cx="71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1752" name="잉크 31751">
                  <a:extLst>
                    <a:ext uri="{FF2B5EF4-FFF2-40B4-BE49-F238E27FC236}">
                      <a16:creationId xmlns:a16="http://schemas.microsoft.com/office/drawing/2014/main" id="{E5F26C64-45BA-6535-5880-B27E28C4A9AF}"/>
                    </a:ext>
                  </a:extLst>
                </p14:cNvPr>
                <p14:cNvContentPartPr/>
                <p14:nvPr/>
              </p14:nvContentPartPr>
              <p14:xfrm>
                <a:off x="4411447" y="4408080"/>
                <a:ext cx="138240" cy="104760"/>
              </p14:xfrm>
            </p:contentPart>
          </mc:Choice>
          <mc:Fallback xmlns="">
            <p:pic>
              <p:nvPicPr>
                <p:cNvPr id="31752" name="잉크 31751">
                  <a:extLst>
                    <a:ext uri="{FF2B5EF4-FFF2-40B4-BE49-F238E27FC236}">
                      <a16:creationId xmlns:a16="http://schemas.microsoft.com/office/drawing/2014/main" id="{E5F26C64-45BA-6535-5880-B27E28C4A9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02447" y="4399440"/>
                  <a:ext cx="1558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31753" name="잉크 31752">
                  <a:extLst>
                    <a:ext uri="{FF2B5EF4-FFF2-40B4-BE49-F238E27FC236}">
                      <a16:creationId xmlns:a16="http://schemas.microsoft.com/office/drawing/2014/main" id="{13BAC08D-3C80-AF2F-D681-2C7194C05DC7}"/>
                    </a:ext>
                  </a:extLst>
                </p14:cNvPr>
                <p14:cNvContentPartPr/>
                <p14:nvPr/>
              </p14:nvContentPartPr>
              <p14:xfrm>
                <a:off x="4582087" y="4358400"/>
                <a:ext cx="95400" cy="136080"/>
              </p14:xfrm>
            </p:contentPart>
          </mc:Choice>
          <mc:Fallback xmlns="">
            <p:pic>
              <p:nvPicPr>
                <p:cNvPr id="31753" name="잉크 31752">
                  <a:extLst>
                    <a:ext uri="{FF2B5EF4-FFF2-40B4-BE49-F238E27FC236}">
                      <a16:creationId xmlns:a16="http://schemas.microsoft.com/office/drawing/2014/main" id="{13BAC08D-3C80-AF2F-D681-2C7194C05DC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73087" y="4349760"/>
                  <a:ext cx="113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1754" name="잉크 31753">
                  <a:extLst>
                    <a:ext uri="{FF2B5EF4-FFF2-40B4-BE49-F238E27FC236}">
                      <a16:creationId xmlns:a16="http://schemas.microsoft.com/office/drawing/2014/main" id="{5D18EC05-CCA1-2149-CA71-2284A6B2AA8A}"/>
                    </a:ext>
                  </a:extLst>
                </p14:cNvPr>
                <p14:cNvContentPartPr/>
                <p14:nvPr/>
              </p14:nvContentPartPr>
              <p14:xfrm>
                <a:off x="4566247" y="4499520"/>
                <a:ext cx="147240" cy="51120"/>
              </p14:xfrm>
            </p:contentPart>
          </mc:Choice>
          <mc:Fallback xmlns="">
            <p:pic>
              <p:nvPicPr>
                <p:cNvPr id="31754" name="잉크 31753">
                  <a:extLst>
                    <a:ext uri="{FF2B5EF4-FFF2-40B4-BE49-F238E27FC236}">
                      <a16:creationId xmlns:a16="http://schemas.microsoft.com/office/drawing/2014/main" id="{5D18EC05-CCA1-2149-CA71-2284A6B2AA8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57607" y="4490880"/>
                  <a:ext cx="164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1755" name="잉크 31754">
                  <a:extLst>
                    <a:ext uri="{FF2B5EF4-FFF2-40B4-BE49-F238E27FC236}">
                      <a16:creationId xmlns:a16="http://schemas.microsoft.com/office/drawing/2014/main" id="{B86AF9AB-08A3-6A96-3451-B1611E4B9717}"/>
                    </a:ext>
                  </a:extLst>
                </p14:cNvPr>
                <p14:cNvContentPartPr/>
                <p14:nvPr/>
              </p14:nvContentPartPr>
              <p14:xfrm>
                <a:off x="4792687" y="4355520"/>
                <a:ext cx="74520" cy="141480"/>
              </p14:xfrm>
            </p:contentPart>
          </mc:Choice>
          <mc:Fallback xmlns="">
            <p:pic>
              <p:nvPicPr>
                <p:cNvPr id="31755" name="잉크 31754">
                  <a:extLst>
                    <a:ext uri="{FF2B5EF4-FFF2-40B4-BE49-F238E27FC236}">
                      <a16:creationId xmlns:a16="http://schemas.microsoft.com/office/drawing/2014/main" id="{B86AF9AB-08A3-6A96-3451-B1611E4B97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783687" y="4346880"/>
                  <a:ext cx="921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1756" name="잉크 31755">
                  <a:extLst>
                    <a:ext uri="{FF2B5EF4-FFF2-40B4-BE49-F238E27FC236}">
                      <a16:creationId xmlns:a16="http://schemas.microsoft.com/office/drawing/2014/main" id="{0FBEC1B3-4BE0-8C56-A64E-168DACDD9577}"/>
                    </a:ext>
                  </a:extLst>
                </p14:cNvPr>
                <p14:cNvContentPartPr/>
                <p14:nvPr/>
              </p14:nvContentPartPr>
              <p14:xfrm>
                <a:off x="4861447" y="4335720"/>
                <a:ext cx="114120" cy="138600"/>
              </p14:xfrm>
            </p:contentPart>
          </mc:Choice>
          <mc:Fallback xmlns="">
            <p:pic>
              <p:nvPicPr>
                <p:cNvPr id="31756" name="잉크 31755">
                  <a:extLst>
                    <a:ext uri="{FF2B5EF4-FFF2-40B4-BE49-F238E27FC236}">
                      <a16:creationId xmlns:a16="http://schemas.microsoft.com/office/drawing/2014/main" id="{0FBEC1B3-4BE0-8C56-A64E-168DACDD957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52807" y="4326720"/>
                  <a:ext cx="131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1757" name="잉크 31756">
                  <a:extLst>
                    <a:ext uri="{FF2B5EF4-FFF2-40B4-BE49-F238E27FC236}">
                      <a16:creationId xmlns:a16="http://schemas.microsoft.com/office/drawing/2014/main" id="{6CEDE37E-CE9A-6C1E-3C7A-CEFC81D5DAB8}"/>
                    </a:ext>
                  </a:extLst>
                </p14:cNvPr>
                <p14:cNvContentPartPr/>
                <p14:nvPr/>
              </p14:nvContentPartPr>
              <p14:xfrm>
                <a:off x="4914007" y="4483680"/>
                <a:ext cx="69840" cy="63000"/>
              </p14:xfrm>
            </p:contentPart>
          </mc:Choice>
          <mc:Fallback xmlns="">
            <p:pic>
              <p:nvPicPr>
                <p:cNvPr id="31757" name="잉크 31756">
                  <a:extLst>
                    <a:ext uri="{FF2B5EF4-FFF2-40B4-BE49-F238E27FC236}">
                      <a16:creationId xmlns:a16="http://schemas.microsoft.com/office/drawing/2014/main" id="{6CEDE37E-CE9A-6C1E-3C7A-CEFC81D5DAB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905367" y="4475040"/>
                  <a:ext cx="8748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73" name="그룹 31772">
            <a:extLst>
              <a:ext uri="{FF2B5EF4-FFF2-40B4-BE49-F238E27FC236}">
                <a16:creationId xmlns:a16="http://schemas.microsoft.com/office/drawing/2014/main" id="{39ED2ECD-AF5C-8615-0AA4-2C7738EB6141}"/>
              </a:ext>
            </a:extLst>
          </p:cNvPr>
          <p:cNvGrpSpPr/>
          <p:nvPr/>
        </p:nvGrpSpPr>
        <p:grpSpPr>
          <a:xfrm>
            <a:off x="3845887" y="5407080"/>
            <a:ext cx="1694520" cy="255240"/>
            <a:chOff x="3845887" y="5407080"/>
            <a:chExt cx="169452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1758" name="잉크 31757">
                  <a:extLst>
                    <a:ext uri="{FF2B5EF4-FFF2-40B4-BE49-F238E27FC236}">
                      <a16:creationId xmlns:a16="http://schemas.microsoft.com/office/drawing/2014/main" id="{0AACC5BA-8CD3-50AC-E864-A9FA0507B8E7}"/>
                    </a:ext>
                  </a:extLst>
                </p14:cNvPr>
                <p14:cNvContentPartPr/>
                <p14:nvPr/>
              </p14:nvContentPartPr>
              <p14:xfrm>
                <a:off x="3845887" y="5444160"/>
                <a:ext cx="96120" cy="24840"/>
              </p14:xfrm>
            </p:contentPart>
          </mc:Choice>
          <mc:Fallback xmlns="">
            <p:pic>
              <p:nvPicPr>
                <p:cNvPr id="31758" name="잉크 31757">
                  <a:extLst>
                    <a:ext uri="{FF2B5EF4-FFF2-40B4-BE49-F238E27FC236}">
                      <a16:creationId xmlns:a16="http://schemas.microsoft.com/office/drawing/2014/main" id="{0AACC5BA-8CD3-50AC-E864-A9FA0507B8E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837247" y="5435160"/>
                  <a:ext cx="113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1759" name="잉크 31758">
                  <a:extLst>
                    <a:ext uri="{FF2B5EF4-FFF2-40B4-BE49-F238E27FC236}">
                      <a16:creationId xmlns:a16="http://schemas.microsoft.com/office/drawing/2014/main" id="{5BD4AB0C-9A83-B0F0-9B2A-9E290770C798}"/>
                    </a:ext>
                  </a:extLst>
                </p14:cNvPr>
                <p14:cNvContentPartPr/>
                <p14:nvPr/>
              </p14:nvContentPartPr>
              <p14:xfrm>
                <a:off x="3868567" y="5499240"/>
                <a:ext cx="126360" cy="97200"/>
              </p14:xfrm>
            </p:contentPart>
          </mc:Choice>
          <mc:Fallback xmlns="">
            <p:pic>
              <p:nvPicPr>
                <p:cNvPr id="31759" name="잉크 31758">
                  <a:extLst>
                    <a:ext uri="{FF2B5EF4-FFF2-40B4-BE49-F238E27FC236}">
                      <a16:creationId xmlns:a16="http://schemas.microsoft.com/office/drawing/2014/main" id="{5BD4AB0C-9A83-B0F0-9B2A-9E290770C79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859927" y="5490600"/>
                  <a:ext cx="144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1760" name="잉크 31759">
                  <a:extLst>
                    <a:ext uri="{FF2B5EF4-FFF2-40B4-BE49-F238E27FC236}">
                      <a16:creationId xmlns:a16="http://schemas.microsoft.com/office/drawing/2014/main" id="{501A95F7-1BCA-4109-DD8C-665F879F6DC0}"/>
                    </a:ext>
                  </a:extLst>
                </p14:cNvPr>
                <p14:cNvContentPartPr/>
                <p14:nvPr/>
              </p14:nvContentPartPr>
              <p14:xfrm>
                <a:off x="4033087" y="5436600"/>
                <a:ext cx="78120" cy="122760"/>
              </p14:xfrm>
            </p:contentPart>
          </mc:Choice>
          <mc:Fallback xmlns="">
            <p:pic>
              <p:nvPicPr>
                <p:cNvPr id="31760" name="잉크 31759">
                  <a:extLst>
                    <a:ext uri="{FF2B5EF4-FFF2-40B4-BE49-F238E27FC236}">
                      <a16:creationId xmlns:a16="http://schemas.microsoft.com/office/drawing/2014/main" id="{501A95F7-1BCA-4109-DD8C-665F879F6DC0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024087" y="5427600"/>
                  <a:ext cx="957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1761" name="잉크 31760">
                  <a:extLst>
                    <a:ext uri="{FF2B5EF4-FFF2-40B4-BE49-F238E27FC236}">
                      <a16:creationId xmlns:a16="http://schemas.microsoft.com/office/drawing/2014/main" id="{09C35B9F-B7BA-6D5C-7EEB-5D164DAB3DFC}"/>
                    </a:ext>
                  </a:extLst>
                </p14:cNvPr>
                <p14:cNvContentPartPr/>
                <p14:nvPr/>
              </p14:nvContentPartPr>
              <p14:xfrm>
                <a:off x="3978367" y="5587080"/>
                <a:ext cx="155520" cy="29520"/>
              </p14:xfrm>
            </p:contentPart>
          </mc:Choice>
          <mc:Fallback xmlns="">
            <p:pic>
              <p:nvPicPr>
                <p:cNvPr id="31761" name="잉크 31760">
                  <a:extLst>
                    <a:ext uri="{FF2B5EF4-FFF2-40B4-BE49-F238E27FC236}">
                      <a16:creationId xmlns:a16="http://schemas.microsoft.com/office/drawing/2014/main" id="{09C35B9F-B7BA-6D5C-7EEB-5D164DAB3DF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969727" y="5578080"/>
                  <a:ext cx="173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1762" name="잉크 31761">
                  <a:extLst>
                    <a:ext uri="{FF2B5EF4-FFF2-40B4-BE49-F238E27FC236}">
                      <a16:creationId xmlns:a16="http://schemas.microsoft.com/office/drawing/2014/main" id="{DE265AA8-72AA-EECE-EF54-97D25BD6F9F4}"/>
                    </a:ext>
                  </a:extLst>
                </p14:cNvPr>
                <p14:cNvContentPartPr/>
                <p14:nvPr/>
              </p14:nvContentPartPr>
              <p14:xfrm>
                <a:off x="4241167" y="5465040"/>
                <a:ext cx="39960" cy="106560"/>
              </p14:xfrm>
            </p:contentPart>
          </mc:Choice>
          <mc:Fallback xmlns="">
            <p:pic>
              <p:nvPicPr>
                <p:cNvPr id="31762" name="잉크 31761">
                  <a:extLst>
                    <a:ext uri="{FF2B5EF4-FFF2-40B4-BE49-F238E27FC236}">
                      <a16:creationId xmlns:a16="http://schemas.microsoft.com/office/drawing/2014/main" id="{DE265AA8-72AA-EECE-EF54-97D25BD6F9F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232167" y="5456400"/>
                  <a:ext cx="57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1763" name="잉크 31762">
                  <a:extLst>
                    <a:ext uri="{FF2B5EF4-FFF2-40B4-BE49-F238E27FC236}">
                      <a16:creationId xmlns:a16="http://schemas.microsoft.com/office/drawing/2014/main" id="{14D4CBCC-F4AC-047F-54B3-0D557F55F055}"/>
                    </a:ext>
                  </a:extLst>
                </p14:cNvPr>
                <p14:cNvContentPartPr/>
                <p14:nvPr/>
              </p14:nvContentPartPr>
              <p14:xfrm>
                <a:off x="4279687" y="5449560"/>
                <a:ext cx="149760" cy="143280"/>
              </p14:xfrm>
            </p:contentPart>
          </mc:Choice>
          <mc:Fallback xmlns="">
            <p:pic>
              <p:nvPicPr>
                <p:cNvPr id="31763" name="잉크 31762">
                  <a:extLst>
                    <a:ext uri="{FF2B5EF4-FFF2-40B4-BE49-F238E27FC236}">
                      <a16:creationId xmlns:a16="http://schemas.microsoft.com/office/drawing/2014/main" id="{14D4CBCC-F4AC-047F-54B3-0D557F55F0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270687" y="5440560"/>
                  <a:ext cx="167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1764" name="잉크 31763">
                  <a:extLst>
                    <a:ext uri="{FF2B5EF4-FFF2-40B4-BE49-F238E27FC236}">
                      <a16:creationId xmlns:a16="http://schemas.microsoft.com/office/drawing/2014/main" id="{EB65BF85-E7BA-FDD6-F68A-CD61D0183A25}"/>
                    </a:ext>
                  </a:extLst>
                </p14:cNvPr>
                <p14:cNvContentPartPr/>
                <p14:nvPr/>
              </p14:nvContentPartPr>
              <p14:xfrm>
                <a:off x="4342687" y="5488800"/>
                <a:ext cx="289440" cy="173520"/>
              </p14:xfrm>
            </p:contentPart>
          </mc:Choice>
          <mc:Fallback xmlns="">
            <p:pic>
              <p:nvPicPr>
                <p:cNvPr id="31764" name="잉크 31763">
                  <a:extLst>
                    <a:ext uri="{FF2B5EF4-FFF2-40B4-BE49-F238E27FC236}">
                      <a16:creationId xmlns:a16="http://schemas.microsoft.com/office/drawing/2014/main" id="{EB65BF85-E7BA-FDD6-F68A-CD61D0183A2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334047" y="5479800"/>
                  <a:ext cx="3070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1765" name="잉크 31764">
                  <a:extLst>
                    <a:ext uri="{FF2B5EF4-FFF2-40B4-BE49-F238E27FC236}">
                      <a16:creationId xmlns:a16="http://schemas.microsoft.com/office/drawing/2014/main" id="{D72255E2-F995-58ED-1C13-309F06070586}"/>
                    </a:ext>
                  </a:extLst>
                </p14:cNvPr>
                <p14:cNvContentPartPr/>
                <p14:nvPr/>
              </p14:nvContentPartPr>
              <p14:xfrm>
                <a:off x="4648327" y="5473320"/>
                <a:ext cx="25200" cy="128520"/>
              </p14:xfrm>
            </p:contentPart>
          </mc:Choice>
          <mc:Fallback xmlns="">
            <p:pic>
              <p:nvPicPr>
                <p:cNvPr id="31765" name="잉크 31764">
                  <a:extLst>
                    <a:ext uri="{FF2B5EF4-FFF2-40B4-BE49-F238E27FC236}">
                      <a16:creationId xmlns:a16="http://schemas.microsoft.com/office/drawing/2014/main" id="{D72255E2-F995-58ED-1C13-309F060705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639327" y="5464320"/>
                  <a:ext cx="428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1766" name="잉크 31765">
                  <a:extLst>
                    <a:ext uri="{FF2B5EF4-FFF2-40B4-BE49-F238E27FC236}">
                      <a16:creationId xmlns:a16="http://schemas.microsoft.com/office/drawing/2014/main" id="{20AE3BE8-9EE3-D3B0-A11E-A03C8F1B126B}"/>
                    </a:ext>
                  </a:extLst>
                </p14:cNvPr>
                <p14:cNvContentPartPr/>
                <p14:nvPr/>
              </p14:nvContentPartPr>
              <p14:xfrm>
                <a:off x="4843447" y="5467200"/>
                <a:ext cx="148680" cy="139680"/>
              </p14:xfrm>
            </p:contentPart>
          </mc:Choice>
          <mc:Fallback xmlns="">
            <p:pic>
              <p:nvPicPr>
                <p:cNvPr id="31766" name="잉크 31765">
                  <a:extLst>
                    <a:ext uri="{FF2B5EF4-FFF2-40B4-BE49-F238E27FC236}">
                      <a16:creationId xmlns:a16="http://schemas.microsoft.com/office/drawing/2014/main" id="{20AE3BE8-9EE3-D3B0-A11E-A03C8F1B126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834807" y="5458200"/>
                  <a:ext cx="16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1767" name="잉크 31766">
                  <a:extLst>
                    <a:ext uri="{FF2B5EF4-FFF2-40B4-BE49-F238E27FC236}">
                      <a16:creationId xmlns:a16="http://schemas.microsoft.com/office/drawing/2014/main" id="{DD9C693D-3BFA-FCE8-B02D-C5177AF449D2}"/>
                    </a:ext>
                  </a:extLst>
                </p14:cNvPr>
                <p14:cNvContentPartPr/>
                <p14:nvPr/>
              </p14:nvContentPartPr>
              <p14:xfrm>
                <a:off x="4898527" y="5449560"/>
                <a:ext cx="136800" cy="168480"/>
              </p14:xfrm>
            </p:contentPart>
          </mc:Choice>
          <mc:Fallback xmlns="">
            <p:pic>
              <p:nvPicPr>
                <p:cNvPr id="31767" name="잉크 31766">
                  <a:extLst>
                    <a:ext uri="{FF2B5EF4-FFF2-40B4-BE49-F238E27FC236}">
                      <a16:creationId xmlns:a16="http://schemas.microsoft.com/office/drawing/2014/main" id="{DD9C693D-3BFA-FCE8-B02D-C5177AF449D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889527" y="5440560"/>
                  <a:ext cx="1544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31768" name="잉크 31767">
                  <a:extLst>
                    <a:ext uri="{FF2B5EF4-FFF2-40B4-BE49-F238E27FC236}">
                      <a16:creationId xmlns:a16="http://schemas.microsoft.com/office/drawing/2014/main" id="{40C8F368-33ED-EAB5-BC52-941E563C468F}"/>
                    </a:ext>
                  </a:extLst>
                </p14:cNvPr>
                <p14:cNvContentPartPr/>
                <p14:nvPr/>
              </p14:nvContentPartPr>
              <p14:xfrm>
                <a:off x="5032087" y="5463600"/>
                <a:ext cx="179640" cy="171360"/>
              </p14:xfrm>
            </p:contentPart>
          </mc:Choice>
          <mc:Fallback xmlns="">
            <p:pic>
              <p:nvPicPr>
                <p:cNvPr id="31768" name="잉크 31767">
                  <a:extLst>
                    <a:ext uri="{FF2B5EF4-FFF2-40B4-BE49-F238E27FC236}">
                      <a16:creationId xmlns:a16="http://schemas.microsoft.com/office/drawing/2014/main" id="{40C8F368-33ED-EAB5-BC52-941E563C468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023087" y="5454960"/>
                  <a:ext cx="1972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1769" name="잉크 31768">
                  <a:extLst>
                    <a:ext uri="{FF2B5EF4-FFF2-40B4-BE49-F238E27FC236}">
                      <a16:creationId xmlns:a16="http://schemas.microsoft.com/office/drawing/2014/main" id="{F0570A42-30E8-4B4F-503D-CDDD02AD49F2}"/>
                    </a:ext>
                  </a:extLst>
                </p14:cNvPr>
                <p14:cNvContentPartPr/>
                <p14:nvPr/>
              </p14:nvContentPartPr>
              <p14:xfrm>
                <a:off x="5352127" y="5425440"/>
                <a:ext cx="30600" cy="135000"/>
              </p14:xfrm>
            </p:contentPart>
          </mc:Choice>
          <mc:Fallback xmlns="">
            <p:pic>
              <p:nvPicPr>
                <p:cNvPr id="31769" name="잉크 31768">
                  <a:extLst>
                    <a:ext uri="{FF2B5EF4-FFF2-40B4-BE49-F238E27FC236}">
                      <a16:creationId xmlns:a16="http://schemas.microsoft.com/office/drawing/2014/main" id="{F0570A42-30E8-4B4F-503D-CDDD02AD49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343487" y="5416440"/>
                  <a:ext cx="48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1770" name="잉크 31769">
                  <a:extLst>
                    <a:ext uri="{FF2B5EF4-FFF2-40B4-BE49-F238E27FC236}">
                      <a16:creationId xmlns:a16="http://schemas.microsoft.com/office/drawing/2014/main" id="{FB2F6B90-A986-459E-947B-D83A682C8577}"/>
                    </a:ext>
                  </a:extLst>
                </p14:cNvPr>
                <p14:cNvContentPartPr/>
                <p14:nvPr/>
              </p14:nvContentPartPr>
              <p14:xfrm>
                <a:off x="5354647" y="5443080"/>
                <a:ext cx="77400" cy="119160"/>
              </p14:xfrm>
            </p:contentPart>
          </mc:Choice>
          <mc:Fallback xmlns="">
            <p:pic>
              <p:nvPicPr>
                <p:cNvPr id="31770" name="잉크 31769">
                  <a:extLst>
                    <a:ext uri="{FF2B5EF4-FFF2-40B4-BE49-F238E27FC236}">
                      <a16:creationId xmlns:a16="http://schemas.microsoft.com/office/drawing/2014/main" id="{FB2F6B90-A986-459E-947B-D83A682C857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46007" y="5434080"/>
                  <a:ext cx="95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1771" name="잉크 31770">
                  <a:extLst>
                    <a:ext uri="{FF2B5EF4-FFF2-40B4-BE49-F238E27FC236}">
                      <a16:creationId xmlns:a16="http://schemas.microsoft.com/office/drawing/2014/main" id="{75ECC8D5-9A4B-A350-54D8-6C57CB37BC55}"/>
                    </a:ext>
                  </a:extLst>
                </p14:cNvPr>
                <p14:cNvContentPartPr/>
                <p14:nvPr/>
              </p14:nvContentPartPr>
              <p14:xfrm>
                <a:off x="5430607" y="5455320"/>
                <a:ext cx="104040" cy="52920"/>
              </p14:xfrm>
            </p:contentPart>
          </mc:Choice>
          <mc:Fallback xmlns="">
            <p:pic>
              <p:nvPicPr>
                <p:cNvPr id="31771" name="잉크 31770">
                  <a:extLst>
                    <a:ext uri="{FF2B5EF4-FFF2-40B4-BE49-F238E27FC236}">
                      <a16:creationId xmlns:a16="http://schemas.microsoft.com/office/drawing/2014/main" id="{75ECC8D5-9A4B-A350-54D8-6C57CB37BC5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21607" y="5446320"/>
                  <a:ext cx="1216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1772" name="잉크 31771">
                  <a:extLst>
                    <a:ext uri="{FF2B5EF4-FFF2-40B4-BE49-F238E27FC236}">
                      <a16:creationId xmlns:a16="http://schemas.microsoft.com/office/drawing/2014/main" id="{9B5106C1-1E68-51F0-2D18-27DE5E352AFD}"/>
                    </a:ext>
                  </a:extLst>
                </p14:cNvPr>
                <p14:cNvContentPartPr/>
                <p14:nvPr/>
              </p14:nvContentPartPr>
              <p14:xfrm>
                <a:off x="5460127" y="5407080"/>
                <a:ext cx="80280" cy="248040"/>
              </p14:xfrm>
            </p:contentPart>
          </mc:Choice>
          <mc:Fallback xmlns="">
            <p:pic>
              <p:nvPicPr>
                <p:cNvPr id="31772" name="잉크 31771">
                  <a:extLst>
                    <a:ext uri="{FF2B5EF4-FFF2-40B4-BE49-F238E27FC236}">
                      <a16:creationId xmlns:a16="http://schemas.microsoft.com/office/drawing/2014/main" id="{9B5106C1-1E68-51F0-2D18-27DE5E352A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51127" y="5398080"/>
                  <a:ext cx="9792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83" name="그룹 31782">
            <a:extLst>
              <a:ext uri="{FF2B5EF4-FFF2-40B4-BE49-F238E27FC236}">
                <a16:creationId xmlns:a16="http://schemas.microsoft.com/office/drawing/2014/main" id="{4D376B45-AED4-B57C-8408-B73FE2822FA6}"/>
              </a:ext>
            </a:extLst>
          </p:cNvPr>
          <p:cNvGrpSpPr/>
          <p:nvPr/>
        </p:nvGrpSpPr>
        <p:grpSpPr>
          <a:xfrm>
            <a:off x="395287" y="3543000"/>
            <a:ext cx="880200" cy="321840"/>
            <a:chOff x="395287" y="3543000"/>
            <a:chExt cx="88020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1775" name="잉크 31774">
                  <a:extLst>
                    <a:ext uri="{FF2B5EF4-FFF2-40B4-BE49-F238E27FC236}">
                      <a16:creationId xmlns:a16="http://schemas.microsoft.com/office/drawing/2014/main" id="{A8A8AEDD-63A6-C3A7-A30D-0340D233B139}"/>
                    </a:ext>
                  </a:extLst>
                </p14:cNvPr>
                <p14:cNvContentPartPr/>
                <p14:nvPr/>
              </p14:nvContentPartPr>
              <p14:xfrm>
                <a:off x="395287" y="3543000"/>
                <a:ext cx="232920" cy="321840"/>
              </p14:xfrm>
            </p:contentPart>
          </mc:Choice>
          <mc:Fallback xmlns="">
            <p:pic>
              <p:nvPicPr>
                <p:cNvPr id="31775" name="잉크 31774">
                  <a:extLst>
                    <a:ext uri="{FF2B5EF4-FFF2-40B4-BE49-F238E27FC236}">
                      <a16:creationId xmlns:a16="http://schemas.microsoft.com/office/drawing/2014/main" id="{A8A8AEDD-63A6-C3A7-A30D-0340D233B13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6287" y="3534360"/>
                  <a:ext cx="2505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1776" name="잉크 31775">
                  <a:extLst>
                    <a:ext uri="{FF2B5EF4-FFF2-40B4-BE49-F238E27FC236}">
                      <a16:creationId xmlns:a16="http://schemas.microsoft.com/office/drawing/2014/main" id="{F0B2006C-C624-6851-C002-5DBC0AD8C2AC}"/>
                    </a:ext>
                  </a:extLst>
                </p14:cNvPr>
                <p14:cNvContentPartPr/>
                <p14:nvPr/>
              </p14:nvContentPartPr>
              <p14:xfrm>
                <a:off x="694807" y="3604920"/>
                <a:ext cx="63720" cy="37800"/>
              </p14:xfrm>
            </p:contentPart>
          </mc:Choice>
          <mc:Fallback xmlns="">
            <p:pic>
              <p:nvPicPr>
                <p:cNvPr id="31776" name="잉크 31775">
                  <a:extLst>
                    <a:ext uri="{FF2B5EF4-FFF2-40B4-BE49-F238E27FC236}">
                      <a16:creationId xmlns:a16="http://schemas.microsoft.com/office/drawing/2014/main" id="{F0B2006C-C624-6851-C002-5DBC0AD8C2A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85807" y="3596280"/>
                  <a:ext cx="81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1777" name="잉크 31776">
                  <a:extLst>
                    <a:ext uri="{FF2B5EF4-FFF2-40B4-BE49-F238E27FC236}">
                      <a16:creationId xmlns:a16="http://schemas.microsoft.com/office/drawing/2014/main" id="{2081843F-6283-1A28-2C0A-CDB448614C34}"/>
                    </a:ext>
                  </a:extLst>
                </p14:cNvPr>
                <p14:cNvContentPartPr/>
                <p14:nvPr/>
              </p14:nvContentPartPr>
              <p14:xfrm>
                <a:off x="649807" y="3678360"/>
                <a:ext cx="183960" cy="113760"/>
              </p14:xfrm>
            </p:contentPart>
          </mc:Choice>
          <mc:Fallback xmlns="">
            <p:pic>
              <p:nvPicPr>
                <p:cNvPr id="31777" name="잉크 31776">
                  <a:extLst>
                    <a:ext uri="{FF2B5EF4-FFF2-40B4-BE49-F238E27FC236}">
                      <a16:creationId xmlns:a16="http://schemas.microsoft.com/office/drawing/2014/main" id="{2081843F-6283-1A28-2C0A-CDB448614C3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40807" y="3669360"/>
                  <a:ext cx="201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31778" name="잉크 31777">
                  <a:extLst>
                    <a:ext uri="{FF2B5EF4-FFF2-40B4-BE49-F238E27FC236}">
                      <a16:creationId xmlns:a16="http://schemas.microsoft.com/office/drawing/2014/main" id="{75D68D43-2301-57D2-9DB1-584EDF3A910A}"/>
                    </a:ext>
                  </a:extLst>
                </p14:cNvPr>
                <p14:cNvContentPartPr/>
                <p14:nvPr/>
              </p14:nvContentPartPr>
              <p14:xfrm>
                <a:off x="824767" y="3618960"/>
                <a:ext cx="31320" cy="193680"/>
              </p14:xfrm>
            </p:contentPart>
          </mc:Choice>
          <mc:Fallback xmlns="">
            <p:pic>
              <p:nvPicPr>
                <p:cNvPr id="31778" name="잉크 31777">
                  <a:extLst>
                    <a:ext uri="{FF2B5EF4-FFF2-40B4-BE49-F238E27FC236}">
                      <a16:creationId xmlns:a16="http://schemas.microsoft.com/office/drawing/2014/main" id="{75D68D43-2301-57D2-9DB1-584EDF3A910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16127" y="3610320"/>
                  <a:ext cx="48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31779" name="잉크 31778">
                  <a:extLst>
                    <a:ext uri="{FF2B5EF4-FFF2-40B4-BE49-F238E27FC236}">
                      <a16:creationId xmlns:a16="http://schemas.microsoft.com/office/drawing/2014/main" id="{2FDB2A77-DFD3-6CD2-9B68-4BF9458C355D}"/>
                    </a:ext>
                  </a:extLst>
                </p14:cNvPr>
                <p14:cNvContentPartPr/>
                <p14:nvPr/>
              </p14:nvContentPartPr>
              <p14:xfrm>
                <a:off x="822967" y="3601320"/>
                <a:ext cx="221400" cy="175680"/>
              </p14:xfrm>
            </p:contentPart>
          </mc:Choice>
          <mc:Fallback xmlns="">
            <p:pic>
              <p:nvPicPr>
                <p:cNvPr id="31779" name="잉크 31778">
                  <a:extLst>
                    <a:ext uri="{FF2B5EF4-FFF2-40B4-BE49-F238E27FC236}">
                      <a16:creationId xmlns:a16="http://schemas.microsoft.com/office/drawing/2014/main" id="{2FDB2A77-DFD3-6CD2-9B68-4BF9458C355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13967" y="3592680"/>
                  <a:ext cx="239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31780" name="잉크 31779">
                  <a:extLst>
                    <a:ext uri="{FF2B5EF4-FFF2-40B4-BE49-F238E27FC236}">
                      <a16:creationId xmlns:a16="http://schemas.microsoft.com/office/drawing/2014/main" id="{EA4052A7-4751-8C93-4C2D-595C192CDB5C}"/>
                    </a:ext>
                  </a:extLst>
                </p14:cNvPr>
                <p14:cNvContentPartPr/>
                <p14:nvPr/>
              </p14:nvContentPartPr>
              <p14:xfrm>
                <a:off x="1050127" y="3591240"/>
                <a:ext cx="120600" cy="125280"/>
              </p14:xfrm>
            </p:contentPart>
          </mc:Choice>
          <mc:Fallback xmlns="">
            <p:pic>
              <p:nvPicPr>
                <p:cNvPr id="31780" name="잉크 31779">
                  <a:extLst>
                    <a:ext uri="{FF2B5EF4-FFF2-40B4-BE49-F238E27FC236}">
                      <a16:creationId xmlns:a16="http://schemas.microsoft.com/office/drawing/2014/main" id="{EA4052A7-4751-8C93-4C2D-595C192CDB5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1487" y="3582600"/>
                  <a:ext cx="138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31781" name="잉크 31780">
                  <a:extLst>
                    <a:ext uri="{FF2B5EF4-FFF2-40B4-BE49-F238E27FC236}">
                      <a16:creationId xmlns:a16="http://schemas.microsoft.com/office/drawing/2014/main" id="{A4CFC357-4739-21A9-C1E7-2BEF7AF4CF0E}"/>
                    </a:ext>
                  </a:extLst>
                </p14:cNvPr>
                <p14:cNvContentPartPr/>
                <p14:nvPr/>
              </p14:nvContentPartPr>
              <p14:xfrm>
                <a:off x="1147327" y="3581520"/>
                <a:ext cx="87120" cy="140400"/>
              </p14:xfrm>
            </p:contentPart>
          </mc:Choice>
          <mc:Fallback xmlns="">
            <p:pic>
              <p:nvPicPr>
                <p:cNvPr id="31781" name="잉크 31780">
                  <a:extLst>
                    <a:ext uri="{FF2B5EF4-FFF2-40B4-BE49-F238E27FC236}">
                      <a16:creationId xmlns:a16="http://schemas.microsoft.com/office/drawing/2014/main" id="{A4CFC357-4739-21A9-C1E7-2BEF7AF4CF0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8687" y="3572880"/>
                  <a:ext cx="104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1782" name="잉크 31781">
                  <a:extLst>
                    <a:ext uri="{FF2B5EF4-FFF2-40B4-BE49-F238E27FC236}">
                      <a16:creationId xmlns:a16="http://schemas.microsoft.com/office/drawing/2014/main" id="{0AF8F3C4-81D1-DDF8-4C55-A5D220DB7800}"/>
                    </a:ext>
                  </a:extLst>
                </p14:cNvPr>
                <p14:cNvContentPartPr/>
                <p14:nvPr/>
              </p14:nvContentPartPr>
              <p14:xfrm>
                <a:off x="1152007" y="3732720"/>
                <a:ext cx="123480" cy="86400"/>
              </p14:xfrm>
            </p:contentPart>
          </mc:Choice>
          <mc:Fallback xmlns="">
            <p:pic>
              <p:nvPicPr>
                <p:cNvPr id="31782" name="잉크 31781">
                  <a:extLst>
                    <a:ext uri="{FF2B5EF4-FFF2-40B4-BE49-F238E27FC236}">
                      <a16:creationId xmlns:a16="http://schemas.microsoft.com/office/drawing/2014/main" id="{0AF8F3C4-81D1-DDF8-4C55-A5D220DB780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43007" y="3724080"/>
                  <a:ext cx="14112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31784" name="잉크 31783">
                <a:extLst>
                  <a:ext uri="{FF2B5EF4-FFF2-40B4-BE49-F238E27FC236}">
                    <a16:creationId xmlns:a16="http://schemas.microsoft.com/office/drawing/2014/main" id="{FA3F8BE7-9164-65CF-59D1-09754C435A80}"/>
                  </a:ext>
                </a:extLst>
              </p14:cNvPr>
              <p14:cNvContentPartPr/>
              <p14:nvPr/>
            </p14:nvContentPartPr>
            <p14:xfrm>
              <a:off x="740527" y="5768520"/>
              <a:ext cx="423720" cy="948960"/>
            </p14:xfrm>
          </p:contentPart>
        </mc:Choice>
        <mc:Fallback xmlns="">
          <p:pic>
            <p:nvPicPr>
              <p:cNvPr id="31784" name="잉크 31783">
                <a:extLst>
                  <a:ext uri="{FF2B5EF4-FFF2-40B4-BE49-F238E27FC236}">
                    <a16:creationId xmlns:a16="http://schemas.microsoft.com/office/drawing/2014/main" id="{FA3F8BE7-9164-65CF-59D1-09754C435A80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31887" y="5759880"/>
                <a:ext cx="441360" cy="9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31785" name="잉크 31784">
                <a:extLst>
                  <a:ext uri="{FF2B5EF4-FFF2-40B4-BE49-F238E27FC236}">
                    <a16:creationId xmlns:a16="http://schemas.microsoft.com/office/drawing/2014/main" id="{0A2D901C-7B9A-8AD6-806E-ABAA3B47874F}"/>
                  </a:ext>
                </a:extLst>
              </p14:cNvPr>
              <p14:cNvContentPartPr/>
              <p14:nvPr/>
            </p14:nvContentPartPr>
            <p14:xfrm>
              <a:off x="1275127" y="6536760"/>
              <a:ext cx="62280" cy="190080"/>
            </p14:xfrm>
          </p:contentPart>
        </mc:Choice>
        <mc:Fallback xmlns="">
          <p:pic>
            <p:nvPicPr>
              <p:cNvPr id="31785" name="잉크 31784">
                <a:extLst>
                  <a:ext uri="{FF2B5EF4-FFF2-40B4-BE49-F238E27FC236}">
                    <a16:creationId xmlns:a16="http://schemas.microsoft.com/office/drawing/2014/main" id="{0A2D901C-7B9A-8AD6-806E-ABAA3B47874F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266487" y="6528120"/>
                <a:ext cx="7992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1786" name="잉크 31785">
                <a:extLst>
                  <a:ext uri="{FF2B5EF4-FFF2-40B4-BE49-F238E27FC236}">
                    <a16:creationId xmlns:a16="http://schemas.microsoft.com/office/drawing/2014/main" id="{EACEE27E-2445-6FB7-446C-920E53070CB9}"/>
                  </a:ext>
                </a:extLst>
              </p14:cNvPr>
              <p14:cNvContentPartPr/>
              <p14:nvPr/>
            </p14:nvContentPartPr>
            <p14:xfrm>
              <a:off x="1287367" y="6585000"/>
              <a:ext cx="202320" cy="135360"/>
            </p14:xfrm>
          </p:contentPart>
        </mc:Choice>
        <mc:Fallback xmlns="">
          <p:pic>
            <p:nvPicPr>
              <p:cNvPr id="31786" name="잉크 31785">
                <a:extLst>
                  <a:ext uri="{FF2B5EF4-FFF2-40B4-BE49-F238E27FC236}">
                    <a16:creationId xmlns:a16="http://schemas.microsoft.com/office/drawing/2014/main" id="{EACEE27E-2445-6FB7-446C-920E53070CB9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278727" y="6576360"/>
                <a:ext cx="2199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31787" name="잉크 31786">
                <a:extLst>
                  <a:ext uri="{FF2B5EF4-FFF2-40B4-BE49-F238E27FC236}">
                    <a16:creationId xmlns:a16="http://schemas.microsoft.com/office/drawing/2014/main" id="{B48FBD8F-3870-5829-8C7A-C4AA9120972F}"/>
                  </a:ext>
                </a:extLst>
              </p14:cNvPr>
              <p14:cNvContentPartPr/>
              <p14:nvPr/>
            </p14:nvContentPartPr>
            <p14:xfrm>
              <a:off x="1448287" y="6528480"/>
              <a:ext cx="97560" cy="135720"/>
            </p14:xfrm>
          </p:contentPart>
        </mc:Choice>
        <mc:Fallback xmlns="">
          <p:pic>
            <p:nvPicPr>
              <p:cNvPr id="31787" name="잉크 31786">
                <a:extLst>
                  <a:ext uri="{FF2B5EF4-FFF2-40B4-BE49-F238E27FC236}">
                    <a16:creationId xmlns:a16="http://schemas.microsoft.com/office/drawing/2014/main" id="{B48FBD8F-3870-5829-8C7A-C4AA9120972F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439287" y="6519840"/>
                <a:ext cx="1152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31788" name="잉크 31787">
                <a:extLst>
                  <a:ext uri="{FF2B5EF4-FFF2-40B4-BE49-F238E27FC236}">
                    <a16:creationId xmlns:a16="http://schemas.microsoft.com/office/drawing/2014/main" id="{257DE692-980D-35F1-059B-1C21567DB297}"/>
                  </a:ext>
                </a:extLst>
              </p14:cNvPr>
              <p14:cNvContentPartPr/>
              <p14:nvPr/>
            </p14:nvContentPartPr>
            <p14:xfrm>
              <a:off x="1459807" y="6536760"/>
              <a:ext cx="143640" cy="168840"/>
            </p14:xfrm>
          </p:contentPart>
        </mc:Choice>
        <mc:Fallback xmlns="">
          <p:pic>
            <p:nvPicPr>
              <p:cNvPr id="31788" name="잉크 31787">
                <a:extLst>
                  <a:ext uri="{FF2B5EF4-FFF2-40B4-BE49-F238E27FC236}">
                    <a16:creationId xmlns:a16="http://schemas.microsoft.com/office/drawing/2014/main" id="{257DE692-980D-35F1-059B-1C21567DB29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451167" y="6528120"/>
                <a:ext cx="1612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31789" name="잉크 31788">
                <a:extLst>
                  <a:ext uri="{FF2B5EF4-FFF2-40B4-BE49-F238E27FC236}">
                    <a16:creationId xmlns:a16="http://schemas.microsoft.com/office/drawing/2014/main" id="{620DF6E4-FBB8-F295-6E10-AE2CB105D772}"/>
                  </a:ext>
                </a:extLst>
              </p14:cNvPr>
              <p14:cNvContentPartPr/>
              <p14:nvPr/>
            </p14:nvContentPartPr>
            <p14:xfrm>
              <a:off x="1528207" y="6686880"/>
              <a:ext cx="94680" cy="86400"/>
            </p14:xfrm>
          </p:contentPart>
        </mc:Choice>
        <mc:Fallback xmlns="">
          <p:pic>
            <p:nvPicPr>
              <p:cNvPr id="31789" name="잉크 31788">
                <a:extLst>
                  <a:ext uri="{FF2B5EF4-FFF2-40B4-BE49-F238E27FC236}">
                    <a16:creationId xmlns:a16="http://schemas.microsoft.com/office/drawing/2014/main" id="{620DF6E4-FBB8-F295-6E10-AE2CB105D77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519567" y="6677880"/>
                <a:ext cx="11232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31790" name="잉크 31789">
                <a:extLst>
                  <a:ext uri="{FF2B5EF4-FFF2-40B4-BE49-F238E27FC236}">
                    <a16:creationId xmlns:a16="http://schemas.microsoft.com/office/drawing/2014/main" id="{B1FE47D2-724D-863D-452C-4701BEF26595}"/>
                  </a:ext>
                </a:extLst>
              </p14:cNvPr>
              <p14:cNvContentPartPr/>
              <p14:nvPr/>
            </p14:nvContentPartPr>
            <p14:xfrm>
              <a:off x="1634407" y="6580320"/>
              <a:ext cx="168480" cy="164880"/>
            </p14:xfrm>
          </p:contentPart>
        </mc:Choice>
        <mc:Fallback xmlns="">
          <p:pic>
            <p:nvPicPr>
              <p:cNvPr id="31790" name="잉크 31789">
                <a:extLst>
                  <a:ext uri="{FF2B5EF4-FFF2-40B4-BE49-F238E27FC236}">
                    <a16:creationId xmlns:a16="http://schemas.microsoft.com/office/drawing/2014/main" id="{B1FE47D2-724D-863D-452C-4701BEF2659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625407" y="6571680"/>
                <a:ext cx="18612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31791" name="잉크 31790">
                <a:extLst>
                  <a:ext uri="{FF2B5EF4-FFF2-40B4-BE49-F238E27FC236}">
                    <a16:creationId xmlns:a16="http://schemas.microsoft.com/office/drawing/2014/main" id="{89D09932-B1F4-E1C5-42AE-F3AFF17BDEBB}"/>
                  </a:ext>
                </a:extLst>
              </p14:cNvPr>
              <p14:cNvContentPartPr/>
              <p14:nvPr/>
            </p14:nvContentPartPr>
            <p14:xfrm>
              <a:off x="1906927" y="6554760"/>
              <a:ext cx="103680" cy="103680"/>
            </p14:xfrm>
          </p:contentPart>
        </mc:Choice>
        <mc:Fallback xmlns="">
          <p:pic>
            <p:nvPicPr>
              <p:cNvPr id="31791" name="잉크 31790">
                <a:extLst>
                  <a:ext uri="{FF2B5EF4-FFF2-40B4-BE49-F238E27FC236}">
                    <a16:creationId xmlns:a16="http://schemas.microsoft.com/office/drawing/2014/main" id="{89D09932-B1F4-E1C5-42AE-F3AFF17BDEBB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1898287" y="6545760"/>
                <a:ext cx="1213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31792" name="잉크 31791">
                <a:extLst>
                  <a:ext uri="{FF2B5EF4-FFF2-40B4-BE49-F238E27FC236}">
                    <a16:creationId xmlns:a16="http://schemas.microsoft.com/office/drawing/2014/main" id="{9D9FC3DB-9FB6-E301-842C-A361C279E8DB}"/>
                  </a:ext>
                </a:extLst>
              </p14:cNvPr>
              <p14:cNvContentPartPr/>
              <p14:nvPr/>
            </p14:nvContentPartPr>
            <p14:xfrm>
              <a:off x="2052367" y="6526680"/>
              <a:ext cx="31320" cy="180360"/>
            </p14:xfrm>
          </p:contentPart>
        </mc:Choice>
        <mc:Fallback xmlns="">
          <p:pic>
            <p:nvPicPr>
              <p:cNvPr id="31792" name="잉크 31791">
                <a:extLst>
                  <a:ext uri="{FF2B5EF4-FFF2-40B4-BE49-F238E27FC236}">
                    <a16:creationId xmlns:a16="http://schemas.microsoft.com/office/drawing/2014/main" id="{9D9FC3DB-9FB6-E301-842C-A361C279E8DB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043367" y="6518040"/>
                <a:ext cx="4896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31793" name="잉크 31792">
                <a:extLst>
                  <a:ext uri="{FF2B5EF4-FFF2-40B4-BE49-F238E27FC236}">
                    <a16:creationId xmlns:a16="http://schemas.microsoft.com/office/drawing/2014/main" id="{148BF750-787C-2FC9-316E-F2155B879A31}"/>
                  </a:ext>
                </a:extLst>
              </p14:cNvPr>
              <p14:cNvContentPartPr/>
              <p14:nvPr/>
            </p14:nvContentPartPr>
            <p14:xfrm>
              <a:off x="1992967" y="6682200"/>
              <a:ext cx="133920" cy="111240"/>
            </p14:xfrm>
          </p:contentPart>
        </mc:Choice>
        <mc:Fallback xmlns="">
          <p:pic>
            <p:nvPicPr>
              <p:cNvPr id="31793" name="잉크 31792">
                <a:extLst>
                  <a:ext uri="{FF2B5EF4-FFF2-40B4-BE49-F238E27FC236}">
                    <a16:creationId xmlns:a16="http://schemas.microsoft.com/office/drawing/2014/main" id="{148BF750-787C-2FC9-316E-F2155B879A31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1983967" y="6673200"/>
                <a:ext cx="15156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31794" name="잉크 31793">
                <a:extLst>
                  <a:ext uri="{FF2B5EF4-FFF2-40B4-BE49-F238E27FC236}">
                    <a16:creationId xmlns:a16="http://schemas.microsoft.com/office/drawing/2014/main" id="{E84B0AD5-D241-F19F-24CB-C555BEDC2561}"/>
                  </a:ext>
                </a:extLst>
              </p14:cNvPr>
              <p14:cNvContentPartPr/>
              <p14:nvPr/>
            </p14:nvContentPartPr>
            <p14:xfrm>
              <a:off x="2104927" y="6509760"/>
              <a:ext cx="169560" cy="195480"/>
            </p14:xfrm>
          </p:contentPart>
        </mc:Choice>
        <mc:Fallback xmlns="">
          <p:pic>
            <p:nvPicPr>
              <p:cNvPr id="31794" name="잉크 31793">
                <a:extLst>
                  <a:ext uri="{FF2B5EF4-FFF2-40B4-BE49-F238E27FC236}">
                    <a16:creationId xmlns:a16="http://schemas.microsoft.com/office/drawing/2014/main" id="{E84B0AD5-D241-F19F-24CB-C555BEDC256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2095927" y="6501120"/>
                <a:ext cx="18720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31795" name="잉크 31794">
                <a:extLst>
                  <a:ext uri="{FF2B5EF4-FFF2-40B4-BE49-F238E27FC236}">
                    <a16:creationId xmlns:a16="http://schemas.microsoft.com/office/drawing/2014/main" id="{9B86A38B-1B63-8239-3CC5-CA8BBCDF420B}"/>
                  </a:ext>
                </a:extLst>
              </p14:cNvPr>
              <p14:cNvContentPartPr/>
              <p14:nvPr/>
            </p14:nvContentPartPr>
            <p14:xfrm>
              <a:off x="2186287" y="6611280"/>
              <a:ext cx="139320" cy="155520"/>
            </p14:xfrm>
          </p:contentPart>
        </mc:Choice>
        <mc:Fallback xmlns="">
          <p:pic>
            <p:nvPicPr>
              <p:cNvPr id="31795" name="잉크 31794">
                <a:extLst>
                  <a:ext uri="{FF2B5EF4-FFF2-40B4-BE49-F238E27FC236}">
                    <a16:creationId xmlns:a16="http://schemas.microsoft.com/office/drawing/2014/main" id="{9B86A38B-1B63-8239-3CC5-CA8BBCDF420B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2177287" y="6602280"/>
                <a:ext cx="15696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31796" name="잉크 31795">
                <a:extLst>
                  <a:ext uri="{FF2B5EF4-FFF2-40B4-BE49-F238E27FC236}">
                    <a16:creationId xmlns:a16="http://schemas.microsoft.com/office/drawing/2014/main" id="{AB4B1F0C-EE53-E295-2EF2-4DA7421E69C0}"/>
                  </a:ext>
                </a:extLst>
              </p14:cNvPr>
              <p14:cNvContentPartPr/>
              <p14:nvPr/>
            </p14:nvContentPartPr>
            <p14:xfrm>
              <a:off x="2306887" y="6592200"/>
              <a:ext cx="147960" cy="109440"/>
            </p14:xfrm>
          </p:contentPart>
        </mc:Choice>
        <mc:Fallback xmlns="">
          <p:pic>
            <p:nvPicPr>
              <p:cNvPr id="31796" name="잉크 31795">
                <a:extLst>
                  <a:ext uri="{FF2B5EF4-FFF2-40B4-BE49-F238E27FC236}">
                    <a16:creationId xmlns:a16="http://schemas.microsoft.com/office/drawing/2014/main" id="{AB4B1F0C-EE53-E295-2EF2-4DA7421E69C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2297887" y="6583560"/>
                <a:ext cx="1656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31797" name="잉크 31796">
                <a:extLst>
                  <a:ext uri="{FF2B5EF4-FFF2-40B4-BE49-F238E27FC236}">
                    <a16:creationId xmlns:a16="http://schemas.microsoft.com/office/drawing/2014/main" id="{24C199DE-A2FA-FBDC-9478-6C2D07370035}"/>
                  </a:ext>
                </a:extLst>
              </p14:cNvPr>
              <p14:cNvContentPartPr/>
              <p14:nvPr/>
            </p14:nvContentPartPr>
            <p14:xfrm>
              <a:off x="2442247" y="6594720"/>
              <a:ext cx="52920" cy="160200"/>
            </p14:xfrm>
          </p:contentPart>
        </mc:Choice>
        <mc:Fallback xmlns="">
          <p:pic>
            <p:nvPicPr>
              <p:cNvPr id="31797" name="잉크 31796">
                <a:extLst>
                  <a:ext uri="{FF2B5EF4-FFF2-40B4-BE49-F238E27FC236}">
                    <a16:creationId xmlns:a16="http://schemas.microsoft.com/office/drawing/2014/main" id="{24C199DE-A2FA-FBDC-9478-6C2D07370035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2433607" y="6586080"/>
                <a:ext cx="7056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31798" name="잉크 31797">
                <a:extLst>
                  <a:ext uri="{FF2B5EF4-FFF2-40B4-BE49-F238E27FC236}">
                    <a16:creationId xmlns:a16="http://schemas.microsoft.com/office/drawing/2014/main" id="{513062EE-78BB-E1A5-4C59-D060D1F02628}"/>
                  </a:ext>
                </a:extLst>
              </p14:cNvPr>
              <p14:cNvContentPartPr/>
              <p14:nvPr/>
            </p14:nvContentPartPr>
            <p14:xfrm>
              <a:off x="2526487" y="6566640"/>
              <a:ext cx="184680" cy="141120"/>
            </p14:xfrm>
          </p:contentPart>
        </mc:Choice>
        <mc:Fallback xmlns="">
          <p:pic>
            <p:nvPicPr>
              <p:cNvPr id="31798" name="잉크 31797">
                <a:extLst>
                  <a:ext uri="{FF2B5EF4-FFF2-40B4-BE49-F238E27FC236}">
                    <a16:creationId xmlns:a16="http://schemas.microsoft.com/office/drawing/2014/main" id="{513062EE-78BB-E1A5-4C59-D060D1F02628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2517487" y="6558000"/>
                <a:ext cx="2023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31799" name="잉크 31798">
                <a:extLst>
                  <a:ext uri="{FF2B5EF4-FFF2-40B4-BE49-F238E27FC236}">
                    <a16:creationId xmlns:a16="http://schemas.microsoft.com/office/drawing/2014/main" id="{059D50E6-8BD7-BE9A-11DC-2CC2AEE20FC3}"/>
                  </a:ext>
                </a:extLst>
              </p14:cNvPr>
              <p14:cNvContentPartPr/>
              <p14:nvPr/>
            </p14:nvContentPartPr>
            <p14:xfrm>
              <a:off x="2677327" y="6496800"/>
              <a:ext cx="72720" cy="282240"/>
            </p14:xfrm>
          </p:contentPart>
        </mc:Choice>
        <mc:Fallback xmlns="">
          <p:pic>
            <p:nvPicPr>
              <p:cNvPr id="31799" name="잉크 31798">
                <a:extLst>
                  <a:ext uri="{FF2B5EF4-FFF2-40B4-BE49-F238E27FC236}">
                    <a16:creationId xmlns:a16="http://schemas.microsoft.com/office/drawing/2014/main" id="{059D50E6-8BD7-BE9A-11DC-2CC2AEE20FC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2668687" y="6487800"/>
                <a:ext cx="903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31800" name="잉크 31799">
                <a:extLst>
                  <a:ext uri="{FF2B5EF4-FFF2-40B4-BE49-F238E27FC236}">
                    <a16:creationId xmlns:a16="http://schemas.microsoft.com/office/drawing/2014/main" id="{63D889AC-EA32-1642-8788-6B288F5D260F}"/>
                  </a:ext>
                </a:extLst>
              </p14:cNvPr>
              <p14:cNvContentPartPr/>
              <p14:nvPr/>
            </p14:nvContentPartPr>
            <p14:xfrm>
              <a:off x="2947687" y="6571320"/>
              <a:ext cx="411840" cy="230400"/>
            </p14:xfrm>
          </p:contentPart>
        </mc:Choice>
        <mc:Fallback xmlns="">
          <p:pic>
            <p:nvPicPr>
              <p:cNvPr id="31800" name="잉크 31799">
                <a:extLst>
                  <a:ext uri="{FF2B5EF4-FFF2-40B4-BE49-F238E27FC236}">
                    <a16:creationId xmlns:a16="http://schemas.microsoft.com/office/drawing/2014/main" id="{63D889AC-EA32-1642-8788-6B288F5D260F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2938687" y="6562680"/>
                <a:ext cx="4294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31801" name="잉크 31800">
                <a:extLst>
                  <a:ext uri="{FF2B5EF4-FFF2-40B4-BE49-F238E27FC236}">
                    <a16:creationId xmlns:a16="http://schemas.microsoft.com/office/drawing/2014/main" id="{B44C07B1-4FF8-E503-3CAE-F547310086EE}"/>
                  </a:ext>
                </a:extLst>
              </p14:cNvPr>
              <p14:cNvContentPartPr/>
              <p14:nvPr/>
            </p14:nvContentPartPr>
            <p14:xfrm>
              <a:off x="3375727" y="6490320"/>
              <a:ext cx="123840" cy="231840"/>
            </p14:xfrm>
          </p:contentPart>
        </mc:Choice>
        <mc:Fallback xmlns="">
          <p:pic>
            <p:nvPicPr>
              <p:cNvPr id="31801" name="잉크 31800">
                <a:extLst>
                  <a:ext uri="{FF2B5EF4-FFF2-40B4-BE49-F238E27FC236}">
                    <a16:creationId xmlns:a16="http://schemas.microsoft.com/office/drawing/2014/main" id="{B44C07B1-4FF8-E503-3CAE-F547310086EE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367087" y="6481680"/>
                <a:ext cx="141480" cy="24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643937" cy="22145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kumimoji="0" lang="ko-KR" altLang="en-US" sz="2400" dirty="0" err="1">
                <a:latin typeface="+mn-ea"/>
              </a:rPr>
              <a:t>버퍼링</a:t>
            </a:r>
            <a:r>
              <a:rPr kumimoji="0" lang="en-US" altLang="ko-KR" sz="2400" dirty="0">
                <a:latin typeface="+mn-ea"/>
              </a:rPr>
              <a:t>(</a:t>
            </a:r>
            <a:r>
              <a:rPr kumimoji="0" lang="en-US" altLang="ko-KR" sz="2400" b="1" dirty="0">
                <a:latin typeface="+mn-ea"/>
                <a:cs typeface="Times New Roman" pitchFamily="18" charset="0"/>
              </a:rPr>
              <a:t>Buffering</a:t>
            </a:r>
            <a:r>
              <a:rPr kumimoji="0" lang="en-US" altLang="ko-KR" sz="2400" dirty="0">
                <a:latin typeface="+mn-ea"/>
              </a:rPr>
              <a:t>)</a:t>
            </a:r>
          </a:p>
          <a:p>
            <a:pPr lvl="1">
              <a:defRPr/>
            </a:pPr>
            <a:r>
              <a:rPr kumimoji="0" lang="ko-KR" altLang="en-US" sz="2000" dirty="0"/>
              <a:t>입출력장치와 </a:t>
            </a:r>
            <a:r>
              <a:rPr kumimoji="0" lang="en-US" altLang="ko-KR" sz="2000" dirty="0"/>
              <a:t>CPU</a:t>
            </a:r>
            <a:r>
              <a:rPr kumimoji="0" lang="ko-KR" altLang="en-US" sz="2000" dirty="0"/>
              <a:t>의 속도 차이 해소 </a:t>
            </a:r>
            <a:endParaRPr kumimoji="0" lang="en-US" altLang="ko-KR" sz="2000"/>
          </a:p>
          <a:p>
            <a:pPr lvl="1">
              <a:defRPr/>
            </a:pPr>
            <a:r>
              <a:rPr kumimoji="0" lang="ko-KR" altLang="en-US" sz="2000"/>
              <a:t>한 </a:t>
            </a:r>
            <a:r>
              <a:rPr kumimoji="0" lang="ko-KR" altLang="en-US" sz="2000" dirty="0"/>
              <a:t>작업의 계산과 함께 입출력을 동시에 수행하는 방법.</a:t>
            </a:r>
          </a:p>
          <a:p>
            <a:pPr lvl="1">
              <a:defRPr/>
            </a:pPr>
            <a:r>
              <a:rPr kumimoji="0" lang="ko-KR" altLang="en-US" sz="2000" dirty="0"/>
              <a:t>버퍼를 사용하여 문자나 데이터를 미리 읽어온 후, 필요할 때 마다 사용하게 하면 효율적</a:t>
            </a:r>
            <a:endParaRPr kumimoji="0" lang="ko-KR" altLang="en-US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3379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CA2B1F-AA5B-4232-AA30-89B51F3E775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379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000" b="1"/>
              <a:t>입출력 버퍼링</a:t>
            </a:r>
            <a:endParaRPr lang="ko-KR" altLang="en-US" sz="4000"/>
          </a:p>
        </p:txBody>
      </p:sp>
      <p:pic>
        <p:nvPicPr>
          <p:cNvPr id="3379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786188"/>
            <a:ext cx="5032375" cy="2894012"/>
          </a:xfrm>
          <a:prstGeom prst="rect">
            <a:avLst/>
          </a:prstGeom>
          <a:noFill/>
          <a:ln w="76200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95D01BF-FA32-D466-FB4D-A42F12253415}"/>
                  </a:ext>
                </a:extLst>
              </p14:cNvPr>
              <p14:cNvContentPartPr/>
              <p14:nvPr/>
            </p14:nvContentPartPr>
            <p14:xfrm>
              <a:off x="977047" y="2294520"/>
              <a:ext cx="4362840" cy="81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95D01BF-FA32-D466-FB4D-A42F122534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8047" y="2285520"/>
                <a:ext cx="4380480" cy="9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A6F53110-DF9E-C3B5-207C-2C1469A5EED8}"/>
              </a:ext>
            </a:extLst>
          </p:cNvPr>
          <p:cNvGrpSpPr/>
          <p:nvPr/>
        </p:nvGrpSpPr>
        <p:grpSpPr>
          <a:xfrm>
            <a:off x="5368327" y="2017320"/>
            <a:ext cx="708120" cy="209880"/>
            <a:chOff x="5368327" y="2017320"/>
            <a:chExt cx="70812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53D32D89-643A-72BA-0A93-32C90A026A45}"/>
                    </a:ext>
                  </a:extLst>
                </p14:cNvPr>
                <p14:cNvContentPartPr/>
                <p14:nvPr/>
              </p14:nvContentPartPr>
              <p14:xfrm>
                <a:off x="5368327" y="2017320"/>
                <a:ext cx="104040" cy="1922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53D32D89-643A-72BA-0A93-32C90A026A4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59687" y="2008320"/>
                  <a:ext cx="121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B3200DA7-41FB-899E-066A-6884089E5022}"/>
                    </a:ext>
                  </a:extLst>
                </p14:cNvPr>
                <p14:cNvContentPartPr/>
                <p14:nvPr/>
              </p14:nvContentPartPr>
              <p14:xfrm>
                <a:off x="5382727" y="2112360"/>
                <a:ext cx="145800" cy="262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B3200DA7-41FB-899E-066A-6884089E502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74087" y="2103360"/>
                  <a:ext cx="163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A13EE60-4278-6BC1-77FC-2104DDB79A80}"/>
                    </a:ext>
                  </a:extLst>
                </p14:cNvPr>
                <p14:cNvContentPartPr/>
                <p14:nvPr/>
              </p14:nvContentPartPr>
              <p14:xfrm>
                <a:off x="5542567" y="2027040"/>
                <a:ext cx="26640" cy="1749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A13EE60-4278-6BC1-77FC-2104DDB79A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33927" y="2018400"/>
                  <a:ext cx="44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3334E6B-F994-A9FA-DDA2-ED14DAA430FF}"/>
                    </a:ext>
                  </a:extLst>
                </p14:cNvPr>
                <p14:cNvContentPartPr/>
                <p14:nvPr/>
              </p14:nvContentPartPr>
              <p14:xfrm>
                <a:off x="5587567" y="2056920"/>
                <a:ext cx="123480" cy="1566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3334E6B-F994-A9FA-DDA2-ED14DAA430F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578927" y="2048280"/>
                  <a:ext cx="141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0A19145-DC74-3ED8-5474-5C78654904D4}"/>
                    </a:ext>
                  </a:extLst>
                </p14:cNvPr>
                <p14:cNvContentPartPr/>
                <p14:nvPr/>
              </p14:nvContentPartPr>
              <p14:xfrm>
                <a:off x="5626807" y="2096880"/>
                <a:ext cx="194040" cy="1303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0A19145-DC74-3ED8-5474-5C78654904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18167" y="2088240"/>
                  <a:ext cx="211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6EDB498-0564-D850-60F1-F3A110261BFE}"/>
                    </a:ext>
                  </a:extLst>
                </p14:cNvPr>
                <p14:cNvContentPartPr/>
                <p14:nvPr/>
              </p14:nvContentPartPr>
              <p14:xfrm>
                <a:off x="5786647" y="2088240"/>
                <a:ext cx="32760" cy="1112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6EDB498-0564-D850-60F1-F3A110261BF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777647" y="2079240"/>
                  <a:ext cx="50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52068DE-6B4A-7CA7-5754-4A8505112A19}"/>
                    </a:ext>
                  </a:extLst>
                </p14:cNvPr>
                <p14:cNvContentPartPr/>
                <p14:nvPr/>
              </p14:nvContentPartPr>
              <p14:xfrm>
                <a:off x="5861167" y="2057640"/>
                <a:ext cx="164880" cy="1504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52068DE-6B4A-7CA7-5754-4A8505112A1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52527" y="2049000"/>
                  <a:ext cx="182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11582B9-7BC7-8305-E460-A47E6105AE35}"/>
                    </a:ext>
                  </a:extLst>
                </p14:cNvPr>
                <p14:cNvContentPartPr/>
                <p14:nvPr/>
              </p14:nvContentPartPr>
              <p14:xfrm>
                <a:off x="6051247" y="2057280"/>
                <a:ext cx="25200" cy="1566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11582B9-7BC7-8305-E460-A47E6105AE3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42247" y="2048640"/>
                  <a:ext cx="4284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15" name="그룹 43014">
            <a:extLst>
              <a:ext uri="{FF2B5EF4-FFF2-40B4-BE49-F238E27FC236}">
                <a16:creationId xmlns:a16="http://schemas.microsoft.com/office/drawing/2014/main" id="{155A6FE7-6CB3-70F4-7DBA-01F657EBBE22}"/>
              </a:ext>
            </a:extLst>
          </p:cNvPr>
          <p:cNvGrpSpPr/>
          <p:nvPr/>
        </p:nvGrpSpPr>
        <p:grpSpPr>
          <a:xfrm>
            <a:off x="6244927" y="1968720"/>
            <a:ext cx="2087640" cy="333360"/>
            <a:chOff x="6244927" y="1968720"/>
            <a:chExt cx="208764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F9D73D3-BAC0-07A3-966F-372BF39302D7}"/>
                    </a:ext>
                  </a:extLst>
                </p14:cNvPr>
                <p14:cNvContentPartPr/>
                <p14:nvPr/>
              </p14:nvContentPartPr>
              <p14:xfrm>
                <a:off x="6244927" y="2009760"/>
                <a:ext cx="68760" cy="1364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F9D73D3-BAC0-07A3-966F-372BF39302D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235927" y="2000760"/>
                  <a:ext cx="86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7B148B3-D1D5-2282-4C16-2587F477F47D}"/>
                    </a:ext>
                  </a:extLst>
                </p14:cNvPr>
                <p14:cNvContentPartPr/>
                <p14:nvPr/>
              </p14:nvContentPartPr>
              <p14:xfrm>
                <a:off x="6306127" y="2063400"/>
                <a:ext cx="94320" cy="914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7B148B3-D1D5-2282-4C16-2587F477F47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97127" y="2054760"/>
                  <a:ext cx="111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A47237D-F1A2-8B87-D5CF-7FF0BC5F2458}"/>
                    </a:ext>
                  </a:extLst>
                </p14:cNvPr>
                <p14:cNvContentPartPr/>
                <p14:nvPr/>
              </p14:nvContentPartPr>
              <p14:xfrm>
                <a:off x="6411247" y="2037120"/>
                <a:ext cx="73440" cy="1548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A47237D-F1A2-8B87-D5CF-7FF0BC5F245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02607" y="2028480"/>
                  <a:ext cx="91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6992573-F3CA-11F5-4203-E4ED22BFC4BF}"/>
                    </a:ext>
                  </a:extLst>
                </p14:cNvPr>
                <p14:cNvContentPartPr/>
                <p14:nvPr/>
              </p14:nvContentPartPr>
              <p14:xfrm>
                <a:off x="6331687" y="2178600"/>
                <a:ext cx="88200" cy="86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6992573-F3CA-11F5-4203-E4ED22BFC4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22687" y="2169960"/>
                  <a:ext cx="1058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156C124-707E-DE7F-D2C4-4B15AE468350}"/>
                    </a:ext>
                  </a:extLst>
                </p14:cNvPr>
                <p14:cNvContentPartPr/>
                <p14:nvPr/>
              </p14:nvContentPartPr>
              <p14:xfrm>
                <a:off x="6330247" y="2207760"/>
                <a:ext cx="120240" cy="864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156C124-707E-DE7F-D2C4-4B15AE4683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21607" y="2198760"/>
                  <a:ext cx="1378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CD17DDF-716E-455F-6039-6A522DD81922}"/>
                    </a:ext>
                  </a:extLst>
                </p14:cNvPr>
                <p14:cNvContentPartPr/>
                <p14:nvPr/>
              </p14:nvContentPartPr>
              <p14:xfrm>
                <a:off x="6505927" y="2049360"/>
                <a:ext cx="227880" cy="1501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CD17DDF-716E-455F-6039-6A522DD8192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97287" y="2040720"/>
                  <a:ext cx="245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4626CAD-165D-C718-3F10-E275C96CA081}"/>
                    </a:ext>
                  </a:extLst>
                </p14:cNvPr>
                <p14:cNvContentPartPr/>
                <p14:nvPr/>
              </p14:nvContentPartPr>
              <p14:xfrm>
                <a:off x="6723007" y="2025240"/>
                <a:ext cx="126360" cy="918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4626CAD-165D-C718-3F10-E275C96CA08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714007" y="2016240"/>
                  <a:ext cx="144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B2F4D67-4229-B155-D0EA-490F7246A62D}"/>
                    </a:ext>
                  </a:extLst>
                </p14:cNvPr>
                <p14:cNvContentPartPr/>
                <p14:nvPr/>
              </p14:nvContentPartPr>
              <p14:xfrm>
                <a:off x="6729847" y="2142240"/>
                <a:ext cx="141840" cy="964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B2F4D67-4229-B155-D0EA-490F7246A62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721207" y="2133240"/>
                  <a:ext cx="159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826032E-063C-762C-B361-079D6002B201}"/>
                    </a:ext>
                  </a:extLst>
                </p14:cNvPr>
                <p14:cNvContentPartPr/>
                <p14:nvPr/>
              </p14:nvContentPartPr>
              <p14:xfrm>
                <a:off x="6819127" y="2089680"/>
                <a:ext cx="135720" cy="1256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826032E-063C-762C-B361-079D6002B20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10127" y="2081040"/>
                  <a:ext cx="1533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F791B61-EABB-1E05-D1D7-3F979025BC30}"/>
                    </a:ext>
                  </a:extLst>
                </p14:cNvPr>
                <p14:cNvContentPartPr/>
                <p14:nvPr/>
              </p14:nvContentPartPr>
              <p14:xfrm>
                <a:off x="6855847" y="2214600"/>
                <a:ext cx="108720" cy="874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F791B61-EABB-1E05-D1D7-3F979025BC3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847207" y="2205960"/>
                  <a:ext cx="126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F9B01E0E-B4B9-7767-5E6D-5ABE42CCC1AA}"/>
                    </a:ext>
                  </a:extLst>
                </p14:cNvPr>
                <p14:cNvContentPartPr/>
                <p14:nvPr/>
              </p14:nvContentPartPr>
              <p14:xfrm>
                <a:off x="6951967" y="2237640"/>
                <a:ext cx="75960" cy="374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F9B01E0E-B4B9-7767-5E6D-5ABE42CCC1A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43327" y="2228640"/>
                  <a:ext cx="936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102D8C5-F54C-830A-EA96-E7747565251B}"/>
                    </a:ext>
                  </a:extLst>
                </p14:cNvPr>
                <p14:cNvContentPartPr/>
                <p14:nvPr/>
              </p14:nvContentPartPr>
              <p14:xfrm>
                <a:off x="6973207" y="2096520"/>
                <a:ext cx="180720" cy="1245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102D8C5-F54C-830A-EA96-E7747565251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64207" y="2087520"/>
                  <a:ext cx="198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9F78E7F-9B58-A1CC-F47D-BDEB67F9E817}"/>
                    </a:ext>
                  </a:extLst>
                </p14:cNvPr>
                <p14:cNvContentPartPr/>
                <p14:nvPr/>
              </p14:nvContentPartPr>
              <p14:xfrm>
                <a:off x="7156087" y="2074920"/>
                <a:ext cx="90360" cy="1760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9F78E7F-9B58-A1CC-F47D-BDEB67F9E81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147447" y="2065920"/>
                  <a:ext cx="108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D0C5941-B231-BC6A-3342-97660F66B890}"/>
                    </a:ext>
                  </a:extLst>
                </p14:cNvPr>
                <p14:cNvContentPartPr/>
                <p14:nvPr/>
              </p14:nvContentPartPr>
              <p14:xfrm>
                <a:off x="7225567" y="2052240"/>
                <a:ext cx="172440" cy="2437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D0C5941-B231-BC6A-3342-97660F66B89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216927" y="2043600"/>
                  <a:ext cx="190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90C8187-0DA2-81B6-BD14-C462D4C1B5A3}"/>
                    </a:ext>
                  </a:extLst>
                </p14:cNvPr>
                <p14:cNvContentPartPr/>
                <p14:nvPr/>
              </p14:nvContentPartPr>
              <p14:xfrm>
                <a:off x="7388647" y="2148360"/>
                <a:ext cx="94680" cy="828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90C8187-0DA2-81B6-BD14-C462D4C1B5A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79647" y="2139720"/>
                  <a:ext cx="112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C0FA7E9-6EA5-18F7-DD02-AF04AAB51710}"/>
                    </a:ext>
                  </a:extLst>
                </p14:cNvPr>
                <p14:cNvContentPartPr/>
                <p14:nvPr/>
              </p14:nvContentPartPr>
              <p14:xfrm>
                <a:off x="7554967" y="1976280"/>
                <a:ext cx="40680" cy="450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C0FA7E9-6EA5-18F7-DD02-AF04AAB5171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545967" y="1967280"/>
                  <a:ext cx="58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FC724AF-AAD5-2A03-E349-B068E5FB89E7}"/>
                    </a:ext>
                  </a:extLst>
                </p14:cNvPr>
                <p14:cNvContentPartPr/>
                <p14:nvPr/>
              </p14:nvContentPartPr>
              <p14:xfrm>
                <a:off x="7511407" y="2036760"/>
                <a:ext cx="122040" cy="939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FC724AF-AAD5-2A03-E349-B068E5FB89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02767" y="2028120"/>
                  <a:ext cx="139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7437D23-31F1-C108-A835-42643390F9FD}"/>
                    </a:ext>
                  </a:extLst>
                </p14:cNvPr>
                <p14:cNvContentPartPr/>
                <p14:nvPr/>
              </p14:nvContentPartPr>
              <p14:xfrm>
                <a:off x="7676647" y="1993920"/>
                <a:ext cx="87120" cy="13896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7437D23-31F1-C108-A835-42643390F9F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68007" y="1984920"/>
                  <a:ext cx="104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F133BA43-DA4F-4285-D3C6-7DAAEE4DBDC0}"/>
                    </a:ext>
                  </a:extLst>
                </p14:cNvPr>
                <p14:cNvContentPartPr/>
                <p14:nvPr/>
              </p14:nvContentPartPr>
              <p14:xfrm>
                <a:off x="7598167" y="2125680"/>
                <a:ext cx="171000" cy="486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F133BA43-DA4F-4285-D3C6-7DAAEE4DBDC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89167" y="2116680"/>
                  <a:ext cx="188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008" name="잉크 43007">
                  <a:extLst>
                    <a:ext uri="{FF2B5EF4-FFF2-40B4-BE49-F238E27FC236}">
                      <a16:creationId xmlns:a16="http://schemas.microsoft.com/office/drawing/2014/main" id="{50F86E56-5C3E-85C1-91F4-B83B218ED238}"/>
                    </a:ext>
                  </a:extLst>
                </p14:cNvPr>
                <p14:cNvContentPartPr/>
                <p14:nvPr/>
              </p14:nvContentPartPr>
              <p14:xfrm>
                <a:off x="7865287" y="1989600"/>
                <a:ext cx="38160" cy="132120"/>
              </p14:xfrm>
            </p:contentPart>
          </mc:Choice>
          <mc:Fallback xmlns="">
            <p:pic>
              <p:nvPicPr>
                <p:cNvPr id="43008" name="잉크 43007">
                  <a:extLst>
                    <a:ext uri="{FF2B5EF4-FFF2-40B4-BE49-F238E27FC236}">
                      <a16:creationId xmlns:a16="http://schemas.microsoft.com/office/drawing/2014/main" id="{50F86E56-5C3E-85C1-91F4-B83B218ED23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856287" y="1980960"/>
                  <a:ext cx="558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009" name="잉크 43008">
                  <a:extLst>
                    <a:ext uri="{FF2B5EF4-FFF2-40B4-BE49-F238E27FC236}">
                      <a16:creationId xmlns:a16="http://schemas.microsoft.com/office/drawing/2014/main" id="{BC325EAD-BDE9-4428-6862-C4DF7F485217}"/>
                    </a:ext>
                  </a:extLst>
                </p14:cNvPr>
                <p14:cNvContentPartPr/>
                <p14:nvPr/>
              </p14:nvContentPartPr>
              <p14:xfrm>
                <a:off x="7901287" y="1968720"/>
                <a:ext cx="163440" cy="144720"/>
              </p14:xfrm>
            </p:contentPart>
          </mc:Choice>
          <mc:Fallback xmlns="">
            <p:pic>
              <p:nvPicPr>
                <p:cNvPr id="43009" name="잉크 43008">
                  <a:extLst>
                    <a:ext uri="{FF2B5EF4-FFF2-40B4-BE49-F238E27FC236}">
                      <a16:creationId xmlns:a16="http://schemas.microsoft.com/office/drawing/2014/main" id="{BC325EAD-BDE9-4428-6862-C4DF7F48521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892287" y="1959720"/>
                  <a:ext cx="181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010" name="잉크 43009">
                  <a:extLst>
                    <a:ext uri="{FF2B5EF4-FFF2-40B4-BE49-F238E27FC236}">
                      <a16:creationId xmlns:a16="http://schemas.microsoft.com/office/drawing/2014/main" id="{58033A62-99ED-276C-1B70-8EA45C1BC892}"/>
                    </a:ext>
                  </a:extLst>
                </p14:cNvPr>
                <p14:cNvContentPartPr/>
                <p14:nvPr/>
              </p14:nvContentPartPr>
              <p14:xfrm>
                <a:off x="7931167" y="2127480"/>
                <a:ext cx="132480" cy="70560"/>
              </p14:xfrm>
            </p:contentPart>
          </mc:Choice>
          <mc:Fallback xmlns="">
            <p:pic>
              <p:nvPicPr>
                <p:cNvPr id="43010" name="잉크 43009">
                  <a:extLst>
                    <a:ext uri="{FF2B5EF4-FFF2-40B4-BE49-F238E27FC236}">
                      <a16:creationId xmlns:a16="http://schemas.microsoft.com/office/drawing/2014/main" id="{58033A62-99ED-276C-1B70-8EA45C1BC89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922527" y="2118480"/>
                  <a:ext cx="150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012" name="잉크 43011">
                  <a:extLst>
                    <a:ext uri="{FF2B5EF4-FFF2-40B4-BE49-F238E27FC236}">
                      <a16:creationId xmlns:a16="http://schemas.microsoft.com/office/drawing/2014/main" id="{CAB563F8-A1B5-AA18-C455-4301E779ECBE}"/>
                    </a:ext>
                  </a:extLst>
                </p14:cNvPr>
                <p14:cNvContentPartPr/>
                <p14:nvPr/>
              </p14:nvContentPartPr>
              <p14:xfrm>
                <a:off x="8123407" y="2033160"/>
                <a:ext cx="149400" cy="119880"/>
              </p14:xfrm>
            </p:contentPart>
          </mc:Choice>
          <mc:Fallback xmlns="">
            <p:pic>
              <p:nvPicPr>
                <p:cNvPr id="43012" name="잉크 43011">
                  <a:extLst>
                    <a:ext uri="{FF2B5EF4-FFF2-40B4-BE49-F238E27FC236}">
                      <a16:creationId xmlns:a16="http://schemas.microsoft.com/office/drawing/2014/main" id="{CAB563F8-A1B5-AA18-C455-4301E779ECB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14767" y="2024160"/>
                  <a:ext cx="1670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013" name="잉크 43012">
                  <a:extLst>
                    <a:ext uri="{FF2B5EF4-FFF2-40B4-BE49-F238E27FC236}">
                      <a16:creationId xmlns:a16="http://schemas.microsoft.com/office/drawing/2014/main" id="{D290BE42-0BBB-D644-CC47-EA03823F0FC6}"/>
                    </a:ext>
                  </a:extLst>
                </p14:cNvPr>
                <p14:cNvContentPartPr/>
                <p14:nvPr/>
              </p14:nvContentPartPr>
              <p14:xfrm>
                <a:off x="8291527" y="2013720"/>
                <a:ext cx="41040" cy="167760"/>
              </p14:xfrm>
            </p:contentPart>
          </mc:Choice>
          <mc:Fallback xmlns="">
            <p:pic>
              <p:nvPicPr>
                <p:cNvPr id="43013" name="잉크 43012">
                  <a:extLst>
                    <a:ext uri="{FF2B5EF4-FFF2-40B4-BE49-F238E27FC236}">
                      <a16:creationId xmlns:a16="http://schemas.microsoft.com/office/drawing/2014/main" id="{D290BE42-0BBB-D644-CC47-EA03823F0FC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282527" y="2005080"/>
                  <a:ext cx="5868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26" name="그룹 43025">
            <a:extLst>
              <a:ext uri="{FF2B5EF4-FFF2-40B4-BE49-F238E27FC236}">
                <a16:creationId xmlns:a16="http://schemas.microsoft.com/office/drawing/2014/main" id="{A8F14B8E-255E-B46F-0BE7-D3064234CFF6}"/>
              </a:ext>
            </a:extLst>
          </p:cNvPr>
          <p:cNvGrpSpPr/>
          <p:nvPr/>
        </p:nvGrpSpPr>
        <p:grpSpPr>
          <a:xfrm>
            <a:off x="3304807" y="4440840"/>
            <a:ext cx="1065600" cy="1786320"/>
            <a:chOff x="3304807" y="4440840"/>
            <a:chExt cx="1065600" cy="178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014" name="잉크 43013">
                  <a:extLst>
                    <a:ext uri="{FF2B5EF4-FFF2-40B4-BE49-F238E27FC236}">
                      <a16:creationId xmlns:a16="http://schemas.microsoft.com/office/drawing/2014/main" id="{5D9A09B1-8475-3955-1F67-757395864A60}"/>
                    </a:ext>
                  </a:extLst>
                </p14:cNvPr>
                <p14:cNvContentPartPr/>
                <p14:nvPr/>
              </p14:nvContentPartPr>
              <p14:xfrm>
                <a:off x="3304807" y="4440840"/>
                <a:ext cx="1065600" cy="1388520"/>
              </p14:xfrm>
            </p:contentPart>
          </mc:Choice>
          <mc:Fallback xmlns="">
            <p:pic>
              <p:nvPicPr>
                <p:cNvPr id="43014" name="잉크 43013">
                  <a:extLst>
                    <a:ext uri="{FF2B5EF4-FFF2-40B4-BE49-F238E27FC236}">
                      <a16:creationId xmlns:a16="http://schemas.microsoft.com/office/drawing/2014/main" id="{5D9A09B1-8475-3955-1F67-757395864A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95807" y="4431840"/>
                  <a:ext cx="1083240" cy="14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3016" name="잉크 43015">
                  <a:extLst>
                    <a:ext uri="{FF2B5EF4-FFF2-40B4-BE49-F238E27FC236}">
                      <a16:creationId xmlns:a16="http://schemas.microsoft.com/office/drawing/2014/main" id="{EC1B0A07-48D0-519A-B986-4F3744AEF9D6}"/>
                    </a:ext>
                  </a:extLst>
                </p14:cNvPr>
                <p14:cNvContentPartPr/>
                <p14:nvPr/>
              </p14:nvContentPartPr>
              <p14:xfrm>
                <a:off x="3467887" y="5918640"/>
                <a:ext cx="81360" cy="127080"/>
              </p14:xfrm>
            </p:contentPart>
          </mc:Choice>
          <mc:Fallback xmlns="">
            <p:pic>
              <p:nvPicPr>
                <p:cNvPr id="43016" name="잉크 43015">
                  <a:extLst>
                    <a:ext uri="{FF2B5EF4-FFF2-40B4-BE49-F238E27FC236}">
                      <a16:creationId xmlns:a16="http://schemas.microsoft.com/office/drawing/2014/main" id="{EC1B0A07-48D0-519A-B986-4F3744AEF9D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459247" y="5909640"/>
                  <a:ext cx="99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3017" name="잉크 43016">
                  <a:extLst>
                    <a:ext uri="{FF2B5EF4-FFF2-40B4-BE49-F238E27FC236}">
                      <a16:creationId xmlns:a16="http://schemas.microsoft.com/office/drawing/2014/main" id="{53211A95-071E-29C5-855B-8FA2FDD91A21}"/>
                    </a:ext>
                  </a:extLst>
                </p14:cNvPr>
                <p14:cNvContentPartPr/>
                <p14:nvPr/>
              </p14:nvContentPartPr>
              <p14:xfrm>
                <a:off x="3535927" y="5963640"/>
                <a:ext cx="81360" cy="90720"/>
              </p14:xfrm>
            </p:contentPart>
          </mc:Choice>
          <mc:Fallback xmlns="">
            <p:pic>
              <p:nvPicPr>
                <p:cNvPr id="43017" name="잉크 43016">
                  <a:extLst>
                    <a:ext uri="{FF2B5EF4-FFF2-40B4-BE49-F238E27FC236}">
                      <a16:creationId xmlns:a16="http://schemas.microsoft.com/office/drawing/2014/main" id="{53211A95-071E-29C5-855B-8FA2FDD91A2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526927" y="5955000"/>
                  <a:ext cx="99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3018" name="잉크 43017">
                  <a:extLst>
                    <a:ext uri="{FF2B5EF4-FFF2-40B4-BE49-F238E27FC236}">
                      <a16:creationId xmlns:a16="http://schemas.microsoft.com/office/drawing/2014/main" id="{736BC06D-8AF4-E382-0C87-2AFC3014420E}"/>
                    </a:ext>
                  </a:extLst>
                </p14:cNvPr>
                <p14:cNvContentPartPr/>
                <p14:nvPr/>
              </p14:nvContentPartPr>
              <p14:xfrm>
                <a:off x="3556807" y="5962200"/>
                <a:ext cx="123840" cy="126720"/>
              </p14:xfrm>
            </p:contentPart>
          </mc:Choice>
          <mc:Fallback xmlns="">
            <p:pic>
              <p:nvPicPr>
                <p:cNvPr id="43018" name="잉크 43017">
                  <a:extLst>
                    <a:ext uri="{FF2B5EF4-FFF2-40B4-BE49-F238E27FC236}">
                      <a16:creationId xmlns:a16="http://schemas.microsoft.com/office/drawing/2014/main" id="{736BC06D-8AF4-E382-0C87-2AFC3014420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48167" y="5953200"/>
                  <a:ext cx="141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3019" name="잉크 43018">
                  <a:extLst>
                    <a:ext uri="{FF2B5EF4-FFF2-40B4-BE49-F238E27FC236}">
                      <a16:creationId xmlns:a16="http://schemas.microsoft.com/office/drawing/2014/main" id="{9571E0D0-1120-DCE1-EA26-F9803DD85338}"/>
                    </a:ext>
                  </a:extLst>
                </p14:cNvPr>
                <p14:cNvContentPartPr/>
                <p14:nvPr/>
              </p14:nvContentPartPr>
              <p14:xfrm>
                <a:off x="3562927" y="6123120"/>
                <a:ext cx="93240" cy="89280"/>
              </p14:xfrm>
            </p:contentPart>
          </mc:Choice>
          <mc:Fallback xmlns="">
            <p:pic>
              <p:nvPicPr>
                <p:cNvPr id="43019" name="잉크 43018">
                  <a:extLst>
                    <a:ext uri="{FF2B5EF4-FFF2-40B4-BE49-F238E27FC236}">
                      <a16:creationId xmlns:a16="http://schemas.microsoft.com/office/drawing/2014/main" id="{9571E0D0-1120-DCE1-EA26-F9803DD8533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554287" y="6114480"/>
                  <a:ext cx="1108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3020" name="잉크 43019">
                  <a:extLst>
                    <a:ext uri="{FF2B5EF4-FFF2-40B4-BE49-F238E27FC236}">
                      <a16:creationId xmlns:a16="http://schemas.microsoft.com/office/drawing/2014/main" id="{110FBB11-AC6E-14BD-C112-084CA5F93F36}"/>
                    </a:ext>
                  </a:extLst>
                </p14:cNvPr>
                <p14:cNvContentPartPr/>
                <p14:nvPr/>
              </p14:nvContentPartPr>
              <p14:xfrm>
                <a:off x="3673807" y="6024840"/>
                <a:ext cx="77040" cy="86760"/>
              </p14:xfrm>
            </p:contentPart>
          </mc:Choice>
          <mc:Fallback xmlns="">
            <p:pic>
              <p:nvPicPr>
                <p:cNvPr id="43020" name="잉크 43019">
                  <a:extLst>
                    <a:ext uri="{FF2B5EF4-FFF2-40B4-BE49-F238E27FC236}">
                      <a16:creationId xmlns:a16="http://schemas.microsoft.com/office/drawing/2014/main" id="{110FBB11-AC6E-14BD-C112-084CA5F93F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665167" y="6016200"/>
                  <a:ext cx="94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3021" name="잉크 43020">
                  <a:extLst>
                    <a:ext uri="{FF2B5EF4-FFF2-40B4-BE49-F238E27FC236}">
                      <a16:creationId xmlns:a16="http://schemas.microsoft.com/office/drawing/2014/main" id="{FF8584B8-38B0-56F8-AA47-5899CA554385}"/>
                    </a:ext>
                  </a:extLst>
                </p14:cNvPr>
                <p14:cNvContentPartPr/>
                <p14:nvPr/>
              </p14:nvContentPartPr>
              <p14:xfrm>
                <a:off x="3767047" y="5978400"/>
                <a:ext cx="80640" cy="148680"/>
              </p14:xfrm>
            </p:contentPart>
          </mc:Choice>
          <mc:Fallback xmlns="">
            <p:pic>
              <p:nvPicPr>
                <p:cNvPr id="43021" name="잉크 43020">
                  <a:extLst>
                    <a:ext uri="{FF2B5EF4-FFF2-40B4-BE49-F238E27FC236}">
                      <a16:creationId xmlns:a16="http://schemas.microsoft.com/office/drawing/2014/main" id="{FF8584B8-38B0-56F8-AA47-5899CA55438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758047" y="5969760"/>
                  <a:ext cx="982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3022" name="잉크 43021">
                  <a:extLst>
                    <a:ext uri="{FF2B5EF4-FFF2-40B4-BE49-F238E27FC236}">
                      <a16:creationId xmlns:a16="http://schemas.microsoft.com/office/drawing/2014/main" id="{56CFD69D-940F-D449-9DC5-F8B92B64FD0D}"/>
                    </a:ext>
                  </a:extLst>
                </p14:cNvPr>
                <p14:cNvContentPartPr/>
                <p14:nvPr/>
              </p14:nvContentPartPr>
              <p14:xfrm>
                <a:off x="3844807" y="5979480"/>
                <a:ext cx="117000" cy="135720"/>
              </p14:xfrm>
            </p:contentPart>
          </mc:Choice>
          <mc:Fallback xmlns="">
            <p:pic>
              <p:nvPicPr>
                <p:cNvPr id="43022" name="잉크 43021">
                  <a:extLst>
                    <a:ext uri="{FF2B5EF4-FFF2-40B4-BE49-F238E27FC236}">
                      <a16:creationId xmlns:a16="http://schemas.microsoft.com/office/drawing/2014/main" id="{56CFD69D-940F-D449-9DC5-F8B92B64FD0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836167" y="5970840"/>
                  <a:ext cx="134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3023" name="잉크 43022">
                  <a:extLst>
                    <a:ext uri="{FF2B5EF4-FFF2-40B4-BE49-F238E27FC236}">
                      <a16:creationId xmlns:a16="http://schemas.microsoft.com/office/drawing/2014/main" id="{5141A06D-335D-E48A-1298-B37A66B02042}"/>
                    </a:ext>
                  </a:extLst>
                </p14:cNvPr>
                <p14:cNvContentPartPr/>
                <p14:nvPr/>
              </p14:nvContentPartPr>
              <p14:xfrm>
                <a:off x="3872887" y="6117720"/>
                <a:ext cx="133200" cy="109440"/>
              </p14:xfrm>
            </p:contentPart>
          </mc:Choice>
          <mc:Fallback xmlns="">
            <p:pic>
              <p:nvPicPr>
                <p:cNvPr id="43023" name="잉크 43022">
                  <a:extLst>
                    <a:ext uri="{FF2B5EF4-FFF2-40B4-BE49-F238E27FC236}">
                      <a16:creationId xmlns:a16="http://schemas.microsoft.com/office/drawing/2014/main" id="{5141A06D-335D-E48A-1298-B37A66B0204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864247" y="6109080"/>
                  <a:ext cx="150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3024" name="잉크 43023">
                  <a:extLst>
                    <a:ext uri="{FF2B5EF4-FFF2-40B4-BE49-F238E27FC236}">
                      <a16:creationId xmlns:a16="http://schemas.microsoft.com/office/drawing/2014/main" id="{0713F7C3-39A6-E8EE-63D8-3B71ED74D93C}"/>
                    </a:ext>
                  </a:extLst>
                </p14:cNvPr>
                <p14:cNvContentPartPr/>
                <p14:nvPr/>
              </p14:nvContentPartPr>
              <p14:xfrm>
                <a:off x="3980887" y="6054360"/>
                <a:ext cx="97920" cy="96480"/>
              </p14:xfrm>
            </p:contentPart>
          </mc:Choice>
          <mc:Fallback xmlns="">
            <p:pic>
              <p:nvPicPr>
                <p:cNvPr id="43024" name="잉크 43023">
                  <a:extLst>
                    <a:ext uri="{FF2B5EF4-FFF2-40B4-BE49-F238E27FC236}">
                      <a16:creationId xmlns:a16="http://schemas.microsoft.com/office/drawing/2014/main" id="{0713F7C3-39A6-E8EE-63D8-3B71ED74D93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971887" y="6045360"/>
                  <a:ext cx="115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3025" name="잉크 43024">
                  <a:extLst>
                    <a:ext uri="{FF2B5EF4-FFF2-40B4-BE49-F238E27FC236}">
                      <a16:creationId xmlns:a16="http://schemas.microsoft.com/office/drawing/2014/main" id="{BEA053EB-95F1-019F-8328-74BF4D5C38D3}"/>
                    </a:ext>
                  </a:extLst>
                </p14:cNvPr>
                <p14:cNvContentPartPr/>
                <p14:nvPr/>
              </p14:nvContentPartPr>
              <p14:xfrm>
                <a:off x="4112647" y="6012600"/>
                <a:ext cx="50040" cy="201600"/>
              </p14:xfrm>
            </p:contentPart>
          </mc:Choice>
          <mc:Fallback xmlns="">
            <p:pic>
              <p:nvPicPr>
                <p:cNvPr id="43025" name="잉크 43024">
                  <a:extLst>
                    <a:ext uri="{FF2B5EF4-FFF2-40B4-BE49-F238E27FC236}">
                      <a16:creationId xmlns:a16="http://schemas.microsoft.com/office/drawing/2014/main" id="{BEA053EB-95F1-019F-8328-74BF4D5C38D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104007" y="6003960"/>
                  <a:ext cx="6768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3027" name="잉크 43026">
                <a:extLst>
                  <a:ext uri="{FF2B5EF4-FFF2-40B4-BE49-F238E27FC236}">
                    <a16:creationId xmlns:a16="http://schemas.microsoft.com/office/drawing/2014/main" id="{F140839C-912D-0462-985E-3D25F7DD5CA6}"/>
                  </a:ext>
                </a:extLst>
              </p14:cNvPr>
              <p14:cNvContentPartPr/>
              <p14:nvPr/>
            </p14:nvContentPartPr>
            <p14:xfrm>
              <a:off x="5226847" y="4285320"/>
              <a:ext cx="1287000" cy="1606680"/>
            </p14:xfrm>
          </p:contentPart>
        </mc:Choice>
        <mc:Fallback xmlns="">
          <p:pic>
            <p:nvPicPr>
              <p:cNvPr id="43027" name="잉크 43026">
                <a:extLst>
                  <a:ext uri="{FF2B5EF4-FFF2-40B4-BE49-F238E27FC236}">
                    <a16:creationId xmlns:a16="http://schemas.microsoft.com/office/drawing/2014/main" id="{F140839C-912D-0462-985E-3D25F7DD5CA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217847" y="4276320"/>
                <a:ext cx="1304640" cy="1624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481322"/>
            <a:ext cx="8858250" cy="28575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스풀링</a:t>
            </a:r>
            <a:r>
              <a:rPr lang="ko-KR" altLang="en-US" sz="240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200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2000" dirty="0" err="1">
                <a:solidFill>
                  <a:srgbClr val="000000"/>
                </a:solidFill>
                <a:latin typeface="+mn-ea"/>
              </a:rPr>
              <a:t>SPOOLing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: s</a:t>
            </a:r>
            <a:r>
              <a:rPr kumimoji="0" lang="en-US" altLang="ko-KR" sz="2000" dirty="0">
                <a:solidFill>
                  <a:srgbClr val="000000"/>
                </a:solidFill>
                <a:latin typeface="+mn-ea"/>
              </a:rPr>
              <a:t>imultaneous peripheral operation on-line)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/>
              <a:t>디스크의 일부를 </a:t>
            </a:r>
            <a:r>
              <a:rPr kumimoji="0" lang="ko-KR" altLang="en-US" sz="2000" dirty="0" err="1"/>
              <a:t>스풀</a:t>
            </a:r>
            <a:r>
              <a:rPr kumimoji="0" lang="ko-KR" altLang="en-US" sz="2000" dirty="0"/>
              <a:t> 공간이라고 부르는 매우 큰 버퍼처럼 사용</a:t>
            </a:r>
          </a:p>
          <a:p>
            <a:pPr lvl="1">
              <a:defRPr/>
            </a:pPr>
            <a:r>
              <a:rPr kumimoji="0" lang="ko-KR" altLang="en-US" sz="2000" dirty="0"/>
              <a:t>미리 입력 장치로부터 디스크로 레코드나 블록을  읽어 들임</a:t>
            </a:r>
            <a:endParaRPr kumimoji="0" lang="en-US" altLang="ko-KR" sz="2000" dirty="0"/>
          </a:p>
          <a:p>
            <a:pPr lvl="1">
              <a:defRPr/>
            </a:pPr>
            <a:r>
              <a:rPr kumimoji="0" lang="ko-KR" altLang="en-US" sz="2000" dirty="0"/>
              <a:t>출력 장치로 레코드나 블록을 직접 출력하기 보다는 디스크상에 출력 파일로 저장하여 나중에 출력</a:t>
            </a:r>
          </a:p>
          <a:p>
            <a:pPr lvl="1">
              <a:defRPr/>
            </a:pPr>
            <a:r>
              <a:rPr kumimoji="0" lang="ko-KR" altLang="en-US" sz="2000" dirty="0"/>
              <a:t>디스크의</a:t>
            </a:r>
            <a:r>
              <a:rPr kumimoji="0" lang="en-US" altLang="ko-KR" sz="2000" dirty="0"/>
              <a:t> </a:t>
            </a:r>
            <a:r>
              <a:rPr kumimoji="0" lang="ko-KR" altLang="en-US" sz="2000" dirty="0" err="1"/>
              <a:t>스풀</a:t>
            </a:r>
            <a:r>
              <a:rPr kumimoji="0" lang="ko-KR" altLang="en-US" sz="2000" dirty="0"/>
              <a:t> 공간 사용 이유: 입출력장치와 </a:t>
            </a:r>
            <a:r>
              <a:rPr kumimoji="0" lang="en-US" altLang="ko-KR" sz="2000" dirty="0"/>
              <a:t>CPU</a:t>
            </a:r>
            <a:r>
              <a:rPr kumimoji="0" lang="ko-KR" altLang="en-US" sz="2000" dirty="0"/>
              <a:t>의 속도 차이 해소 </a:t>
            </a:r>
          </a:p>
          <a:p>
            <a:pPr lvl="1">
              <a:defRPr/>
            </a:pPr>
            <a:endParaRPr kumimoji="0" lang="ko-KR" altLang="en-US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3481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95257F-6A89-45C0-BE62-96EC17179C9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482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스풀링</a:t>
            </a:r>
          </a:p>
        </p:txBody>
      </p:sp>
      <p:grpSp>
        <p:nvGrpSpPr>
          <p:cNvPr id="34821" name="Group 16"/>
          <p:cNvGrpSpPr>
            <a:grpSpLocks/>
          </p:cNvGrpSpPr>
          <p:nvPr/>
        </p:nvGrpSpPr>
        <p:grpSpPr bwMode="auto">
          <a:xfrm>
            <a:off x="1785938" y="4429125"/>
            <a:ext cx="5510212" cy="2119313"/>
            <a:chOff x="672" y="1104"/>
            <a:chExt cx="4416" cy="1680"/>
          </a:xfrm>
        </p:grpSpPr>
        <p:sp>
          <p:nvSpPr>
            <p:cNvPr id="34822" name="Rectangle 4"/>
            <p:cNvSpPr>
              <a:spLocks noChangeArrowheads="1"/>
            </p:cNvSpPr>
            <p:nvPr/>
          </p:nvSpPr>
          <p:spPr bwMode="auto">
            <a:xfrm>
              <a:off x="1968" y="2255"/>
              <a:ext cx="1056" cy="5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Times New Roman" panose="02020603050405020304" pitchFamily="18" charset="0"/>
                  <a:ea typeface="돋움" panose="020B0600000101010101" pitchFamily="50" charset="-127"/>
                </a:rPr>
                <a:t>컴퓨터</a:t>
              </a:r>
            </a:p>
          </p:txBody>
        </p:sp>
        <p:sp>
          <p:nvSpPr>
            <p:cNvPr id="34823" name="AutoShape 5"/>
            <p:cNvSpPr>
              <a:spLocks noChangeArrowheads="1"/>
            </p:cNvSpPr>
            <p:nvPr/>
          </p:nvSpPr>
          <p:spPr bwMode="auto">
            <a:xfrm>
              <a:off x="672" y="2305"/>
              <a:ext cx="720" cy="385"/>
            </a:xfrm>
            <a:prstGeom prst="flowChartPunchedCar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Times New Roman" panose="02020603050405020304" pitchFamily="18" charset="0"/>
                  <a:ea typeface="돋움" panose="020B0600000101010101" pitchFamily="50" charset="-127"/>
                </a:rPr>
                <a:t>카드</a:t>
              </a:r>
            </a:p>
          </p:txBody>
        </p:sp>
        <p:sp>
          <p:nvSpPr>
            <p:cNvPr id="34824" name="AutoShape 6"/>
            <p:cNvSpPr>
              <a:spLocks noChangeArrowheads="1"/>
            </p:cNvSpPr>
            <p:nvPr/>
          </p:nvSpPr>
          <p:spPr bwMode="auto">
            <a:xfrm>
              <a:off x="3599" y="2305"/>
              <a:ext cx="865" cy="385"/>
            </a:xfrm>
            <a:prstGeom prst="flowChartDocumen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Times New Roman" panose="02020603050405020304" pitchFamily="18" charset="0"/>
                  <a:ea typeface="돋움" panose="020B0600000101010101" pitchFamily="50" charset="-127"/>
                </a:rPr>
                <a:t>프린터</a:t>
              </a:r>
            </a:p>
          </p:txBody>
        </p:sp>
        <p:sp>
          <p:nvSpPr>
            <p:cNvPr id="34825" name="AutoShape 7"/>
            <p:cNvSpPr>
              <a:spLocks noChangeArrowheads="1"/>
            </p:cNvSpPr>
            <p:nvPr/>
          </p:nvSpPr>
          <p:spPr bwMode="auto">
            <a:xfrm>
              <a:off x="2040" y="1104"/>
              <a:ext cx="912" cy="672"/>
            </a:xfrm>
            <a:prstGeom prst="flowChartMagneticDisk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2000">
                  <a:latin typeface="Times New Roman" panose="02020603050405020304" pitchFamily="18" charset="0"/>
                  <a:ea typeface="돋움" panose="020B0600000101010101" pitchFamily="50" charset="-127"/>
                </a:rPr>
                <a:t>디스크</a:t>
              </a:r>
            </a:p>
          </p:txBody>
        </p:sp>
        <p:sp>
          <p:nvSpPr>
            <p:cNvPr id="34826" name="Line 8"/>
            <p:cNvSpPr>
              <a:spLocks noChangeShapeType="1"/>
            </p:cNvSpPr>
            <p:nvPr/>
          </p:nvSpPr>
          <p:spPr bwMode="auto">
            <a:xfrm>
              <a:off x="2352" y="1776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27" name="Line 9"/>
            <p:cNvSpPr>
              <a:spLocks noChangeShapeType="1"/>
            </p:cNvSpPr>
            <p:nvPr/>
          </p:nvSpPr>
          <p:spPr bwMode="auto">
            <a:xfrm flipV="1">
              <a:off x="2640" y="1776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lg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28" name="Arc 10"/>
            <p:cNvSpPr>
              <a:spLocks/>
            </p:cNvSpPr>
            <p:nvPr/>
          </p:nvSpPr>
          <p:spPr bwMode="auto">
            <a:xfrm flipV="1">
              <a:off x="1392" y="1776"/>
              <a:ext cx="768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29" name="Arc 11"/>
            <p:cNvSpPr>
              <a:spLocks/>
            </p:cNvSpPr>
            <p:nvPr/>
          </p:nvSpPr>
          <p:spPr bwMode="auto">
            <a:xfrm flipH="1" flipV="1">
              <a:off x="2832" y="1776"/>
              <a:ext cx="768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lg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4830" name="Line 12"/>
            <p:cNvSpPr>
              <a:spLocks noChangeShapeType="1"/>
            </p:cNvSpPr>
            <p:nvPr/>
          </p:nvSpPr>
          <p:spPr bwMode="auto">
            <a:xfrm>
              <a:off x="3744" y="1392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31" name="Line 13"/>
            <p:cNvSpPr>
              <a:spLocks noChangeShapeType="1"/>
            </p:cNvSpPr>
            <p:nvPr/>
          </p:nvSpPr>
          <p:spPr bwMode="auto">
            <a:xfrm>
              <a:off x="3744" y="177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832" name="Text Box 14"/>
            <p:cNvSpPr txBox="1">
              <a:spLocks noChangeArrowheads="1"/>
            </p:cNvSpPr>
            <p:nvPr/>
          </p:nvSpPr>
          <p:spPr bwMode="auto">
            <a:xfrm>
              <a:off x="4320" y="1248"/>
              <a:ext cx="76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2000">
                  <a:latin typeface="Times New Roman" panose="02020603050405020304" pitchFamily="18" charset="0"/>
                  <a:ea typeface="돋움" panose="020B0600000101010101" pitchFamily="50" charset="-127"/>
                </a:rPr>
                <a:t>입출력</a:t>
              </a:r>
            </a:p>
          </p:txBody>
        </p:sp>
        <p:sp>
          <p:nvSpPr>
            <p:cNvPr id="34833" name="Text Box 15"/>
            <p:cNvSpPr txBox="1">
              <a:spLocks noChangeArrowheads="1"/>
            </p:cNvSpPr>
            <p:nvPr/>
          </p:nvSpPr>
          <p:spPr bwMode="auto">
            <a:xfrm>
              <a:off x="4320" y="1632"/>
              <a:ext cx="76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76200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7620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2000">
                  <a:latin typeface="Times New Roman" panose="02020603050405020304" pitchFamily="18" charset="0"/>
                  <a:ea typeface="돋움" panose="020B0600000101010101" pitchFamily="50" charset="-127"/>
                </a:rPr>
                <a:t>스풀링</a:t>
              </a:r>
            </a:p>
          </p:txBody>
        </p:sp>
      </p:grpSp>
      <p:grpSp>
        <p:nvGrpSpPr>
          <p:cNvPr id="43018" name="그룹 43017">
            <a:extLst>
              <a:ext uri="{FF2B5EF4-FFF2-40B4-BE49-F238E27FC236}">
                <a16:creationId xmlns:a16="http://schemas.microsoft.com/office/drawing/2014/main" id="{17C98FAA-F3D8-D3CE-88B7-CDD8C2445E69}"/>
              </a:ext>
            </a:extLst>
          </p:cNvPr>
          <p:cNvGrpSpPr/>
          <p:nvPr/>
        </p:nvGrpSpPr>
        <p:grpSpPr>
          <a:xfrm>
            <a:off x="2430727" y="4459200"/>
            <a:ext cx="730800" cy="293400"/>
            <a:chOff x="2430727" y="4459200"/>
            <a:chExt cx="730800" cy="2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C4F18A39-0A11-BB1F-EEFE-281BA94F8C57}"/>
                    </a:ext>
                  </a:extLst>
                </p14:cNvPr>
                <p14:cNvContentPartPr/>
                <p14:nvPr/>
              </p14:nvContentPartPr>
              <p14:xfrm>
                <a:off x="2430727" y="4529400"/>
                <a:ext cx="105480" cy="10656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C4F18A39-0A11-BB1F-EEFE-281BA94F8C5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21727" y="4520400"/>
                  <a:ext cx="123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D5C79FC-B88E-52E9-4650-CF353553279D}"/>
                    </a:ext>
                  </a:extLst>
                </p14:cNvPr>
                <p14:cNvContentPartPr/>
                <p14:nvPr/>
              </p14:nvContentPartPr>
              <p14:xfrm>
                <a:off x="2565367" y="4459200"/>
                <a:ext cx="15480" cy="2124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D5C79FC-B88E-52E9-4650-CF35355327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6367" y="4450560"/>
                  <a:ext cx="33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85095A9-A5EA-5ADE-92E6-B3BD72D79B3C}"/>
                    </a:ext>
                  </a:extLst>
                </p14:cNvPr>
                <p14:cNvContentPartPr/>
                <p14:nvPr/>
              </p14:nvContentPartPr>
              <p14:xfrm>
                <a:off x="2443687" y="4628400"/>
                <a:ext cx="154800" cy="1238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85095A9-A5EA-5ADE-92E6-B3BD72D79B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34687" y="4619760"/>
                  <a:ext cx="172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A0CC6C6-635F-D7C2-D466-FB2090F53CA0}"/>
                    </a:ext>
                  </a:extLst>
                </p14:cNvPr>
                <p14:cNvContentPartPr/>
                <p14:nvPr/>
              </p14:nvContentPartPr>
              <p14:xfrm>
                <a:off x="2471047" y="4505640"/>
                <a:ext cx="192600" cy="1936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A0CC6C6-635F-D7C2-D466-FB2090F53C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62047" y="4496640"/>
                  <a:ext cx="210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9431D70-5CC7-C43A-89C2-F17F86482BBF}"/>
                    </a:ext>
                  </a:extLst>
                </p14:cNvPr>
                <p14:cNvContentPartPr/>
                <p14:nvPr/>
              </p14:nvContentPartPr>
              <p14:xfrm>
                <a:off x="2597767" y="4545600"/>
                <a:ext cx="134280" cy="752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9431D70-5CC7-C43A-89C2-F17F86482BB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89127" y="4536600"/>
                  <a:ext cx="15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CEAFC4F-8671-BD6F-C108-90334EBF22D4}"/>
                    </a:ext>
                  </a:extLst>
                </p14:cNvPr>
                <p14:cNvContentPartPr/>
                <p14:nvPr/>
              </p14:nvContentPartPr>
              <p14:xfrm>
                <a:off x="2592367" y="4611120"/>
                <a:ext cx="201240" cy="1414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CEAFC4F-8671-BD6F-C108-90334EBF22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3727" y="4602120"/>
                  <a:ext cx="218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3753304-CF2F-3EF1-6899-811FCA617E25}"/>
                    </a:ext>
                  </a:extLst>
                </p14:cNvPr>
                <p14:cNvContentPartPr/>
                <p14:nvPr/>
              </p14:nvContentPartPr>
              <p14:xfrm>
                <a:off x="2760487" y="4507800"/>
                <a:ext cx="113040" cy="1630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3753304-CF2F-3EF1-6899-811FCA617E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1487" y="4499160"/>
                  <a:ext cx="130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B536122-B88A-1580-A04E-48F6733CAF4C}"/>
                    </a:ext>
                  </a:extLst>
                </p14:cNvPr>
                <p14:cNvContentPartPr/>
                <p14:nvPr/>
              </p14:nvContentPartPr>
              <p14:xfrm>
                <a:off x="2836087" y="4552800"/>
                <a:ext cx="98280" cy="608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B536122-B88A-1580-A04E-48F6733CAF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27087" y="4544160"/>
                  <a:ext cx="115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7E20F20-B37F-8FFA-B35A-022D227C3BCF}"/>
                    </a:ext>
                  </a:extLst>
                </p14:cNvPr>
                <p14:cNvContentPartPr/>
                <p14:nvPr/>
              </p14:nvContentPartPr>
              <p14:xfrm>
                <a:off x="2919247" y="4518600"/>
                <a:ext cx="16200" cy="119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7E20F20-B37F-8FFA-B35A-022D227C3B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10607" y="4509600"/>
                  <a:ext cx="338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B567B84-E198-9D29-5B0E-1C20A2609CF8}"/>
                    </a:ext>
                  </a:extLst>
                </p14:cNvPr>
                <p14:cNvContentPartPr/>
                <p14:nvPr/>
              </p14:nvContentPartPr>
              <p14:xfrm>
                <a:off x="2847607" y="4513560"/>
                <a:ext cx="238320" cy="226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B567B84-E198-9D29-5B0E-1C20A2609CF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38967" y="4504560"/>
                  <a:ext cx="2559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67A5DA6-BECA-ECE6-C1CC-9410E2F34C70}"/>
                    </a:ext>
                  </a:extLst>
                </p14:cNvPr>
                <p14:cNvContentPartPr/>
                <p14:nvPr/>
              </p14:nvContentPartPr>
              <p14:xfrm>
                <a:off x="2959567" y="4597440"/>
                <a:ext cx="137880" cy="237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67A5DA6-BECA-ECE6-C1CC-9410E2F34C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50927" y="4588800"/>
                  <a:ext cx="155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EBF208D-D306-4372-DE26-11774A693BBD}"/>
                    </a:ext>
                  </a:extLst>
                </p14:cNvPr>
                <p14:cNvContentPartPr/>
                <p14:nvPr/>
              </p14:nvContentPartPr>
              <p14:xfrm>
                <a:off x="3008527" y="4644960"/>
                <a:ext cx="153000" cy="1076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EBF208D-D306-4372-DE26-11774A693B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99887" y="4636320"/>
                  <a:ext cx="1706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17" name="그룹 43016">
            <a:extLst>
              <a:ext uri="{FF2B5EF4-FFF2-40B4-BE49-F238E27FC236}">
                <a16:creationId xmlns:a16="http://schemas.microsoft.com/office/drawing/2014/main" id="{2140A402-20E6-F79C-4496-EBB127011181}"/>
              </a:ext>
            </a:extLst>
          </p:cNvPr>
          <p:cNvGrpSpPr/>
          <p:nvPr/>
        </p:nvGrpSpPr>
        <p:grpSpPr>
          <a:xfrm>
            <a:off x="2170807" y="4844040"/>
            <a:ext cx="1200960" cy="534240"/>
            <a:chOff x="2170807" y="4844040"/>
            <a:chExt cx="1200960" cy="53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47204DD-D463-0E6A-4D22-EC385B65AEDB}"/>
                    </a:ext>
                  </a:extLst>
                </p14:cNvPr>
                <p14:cNvContentPartPr/>
                <p14:nvPr/>
              </p14:nvContentPartPr>
              <p14:xfrm>
                <a:off x="2171527" y="4925040"/>
                <a:ext cx="74880" cy="136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47204DD-D463-0E6A-4D22-EC385B65AE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2887" y="4916040"/>
                  <a:ext cx="92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7B69DFF-C776-4AD5-40CD-0127400B5A10}"/>
                    </a:ext>
                  </a:extLst>
                </p14:cNvPr>
                <p14:cNvContentPartPr/>
                <p14:nvPr/>
              </p14:nvContentPartPr>
              <p14:xfrm>
                <a:off x="2170807" y="4971480"/>
                <a:ext cx="117720" cy="1224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7B69DFF-C776-4AD5-40CD-0127400B5A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62167" y="4962480"/>
                  <a:ext cx="135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C1891C1-C7C7-8B9B-CA30-210D8005947F}"/>
                    </a:ext>
                  </a:extLst>
                </p14:cNvPr>
                <p14:cNvContentPartPr/>
                <p14:nvPr/>
              </p14:nvContentPartPr>
              <p14:xfrm>
                <a:off x="2322367" y="4917840"/>
                <a:ext cx="109440" cy="1486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C1891C1-C7C7-8B9B-CA30-210D800594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13367" y="4909200"/>
                  <a:ext cx="127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6C942D4-2AD8-F2E3-D849-97780527B23A}"/>
                    </a:ext>
                  </a:extLst>
                </p14:cNvPr>
                <p14:cNvContentPartPr/>
                <p14:nvPr/>
              </p14:nvContentPartPr>
              <p14:xfrm>
                <a:off x="2401927" y="4908480"/>
                <a:ext cx="149040" cy="1004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6C942D4-2AD8-F2E3-D849-97780527B2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92927" y="4899480"/>
                  <a:ext cx="166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417D7A6-318E-4678-89C5-F24A599E359C}"/>
                    </a:ext>
                  </a:extLst>
                </p14:cNvPr>
                <p14:cNvContentPartPr/>
                <p14:nvPr/>
              </p14:nvContentPartPr>
              <p14:xfrm>
                <a:off x="2419207" y="5028000"/>
                <a:ext cx="178200" cy="572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417D7A6-318E-4678-89C5-F24A599E359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10207" y="5019360"/>
                  <a:ext cx="195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43CB802-D916-7802-CC2B-4794CA33EADF}"/>
                    </a:ext>
                  </a:extLst>
                </p14:cNvPr>
                <p14:cNvContentPartPr/>
                <p14:nvPr/>
              </p14:nvContentPartPr>
              <p14:xfrm>
                <a:off x="2632687" y="4898760"/>
                <a:ext cx="184320" cy="1609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43CB802-D916-7802-CC2B-4794CA33EA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23687" y="4889760"/>
                  <a:ext cx="201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125C09A-CB6D-E093-01B2-733489E6F74F}"/>
                    </a:ext>
                  </a:extLst>
                </p14:cNvPr>
                <p14:cNvContentPartPr/>
                <p14:nvPr/>
              </p14:nvContentPartPr>
              <p14:xfrm>
                <a:off x="2846167" y="4888320"/>
                <a:ext cx="147600" cy="820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125C09A-CB6D-E093-01B2-733489E6F7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37527" y="4879320"/>
                  <a:ext cx="1652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7C1D3BC-D984-058A-419C-42C11F9B840A}"/>
                    </a:ext>
                  </a:extLst>
                </p14:cNvPr>
                <p14:cNvContentPartPr/>
                <p14:nvPr/>
              </p14:nvContentPartPr>
              <p14:xfrm>
                <a:off x="2841487" y="5008200"/>
                <a:ext cx="147240" cy="86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7C1D3BC-D984-058A-419C-42C11F9B84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32847" y="4999560"/>
                  <a:ext cx="1648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AED5FFB-1ACA-38A3-08C7-AC151A202B1B}"/>
                    </a:ext>
                  </a:extLst>
                </p14:cNvPr>
                <p14:cNvContentPartPr/>
                <p14:nvPr/>
              </p14:nvContentPartPr>
              <p14:xfrm>
                <a:off x="3000607" y="4868160"/>
                <a:ext cx="126720" cy="860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AED5FFB-1ACA-38A3-08C7-AC151A202B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991967" y="4859520"/>
                  <a:ext cx="144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DD1340F-46A2-A1E0-AD89-37420D8F5B83}"/>
                    </a:ext>
                  </a:extLst>
                </p14:cNvPr>
                <p14:cNvContentPartPr/>
                <p14:nvPr/>
              </p14:nvContentPartPr>
              <p14:xfrm>
                <a:off x="3009247" y="4918560"/>
                <a:ext cx="107640" cy="576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DD1340F-46A2-A1E0-AD89-37420D8F5B8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00607" y="4909920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EA97917-D818-38BE-1385-C04446A2DFE6}"/>
                    </a:ext>
                  </a:extLst>
                </p14:cNvPr>
                <p14:cNvContentPartPr/>
                <p14:nvPr/>
              </p14:nvContentPartPr>
              <p14:xfrm>
                <a:off x="3008887" y="4978680"/>
                <a:ext cx="160200" cy="9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EA97917-D818-38BE-1385-C04446A2DFE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99887" y="4970040"/>
                  <a:ext cx="177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25C7F48E-D480-3FBB-F67D-F2291F01AA2F}"/>
                    </a:ext>
                  </a:extLst>
                </p14:cNvPr>
                <p14:cNvContentPartPr/>
                <p14:nvPr/>
              </p14:nvContentPartPr>
              <p14:xfrm>
                <a:off x="3152167" y="4868880"/>
                <a:ext cx="173520" cy="1044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25C7F48E-D480-3FBB-F67D-F2291F01AA2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43527" y="4859880"/>
                  <a:ext cx="191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72FF2BA-01FB-FE95-BFAC-8A8AEDE1AADD}"/>
                    </a:ext>
                  </a:extLst>
                </p14:cNvPr>
                <p14:cNvContentPartPr/>
                <p14:nvPr/>
              </p14:nvContentPartPr>
              <p14:xfrm>
                <a:off x="3341887" y="4844040"/>
                <a:ext cx="29880" cy="1666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72FF2BA-01FB-FE95-BFAC-8A8AEDE1AA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32887" y="4835400"/>
                  <a:ext cx="47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571CCC0-75E1-F653-AB8D-41EA5E6961E6}"/>
                    </a:ext>
                  </a:extLst>
                </p14:cNvPr>
                <p14:cNvContentPartPr/>
                <p14:nvPr/>
              </p14:nvContentPartPr>
              <p14:xfrm>
                <a:off x="2502007" y="5157600"/>
                <a:ext cx="33840" cy="1339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571CCC0-75E1-F653-AB8D-41EA5E6961E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493367" y="5148960"/>
                  <a:ext cx="51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B70C7B1-3BB3-A916-8D51-512AC8D7391E}"/>
                    </a:ext>
                  </a:extLst>
                </p14:cNvPr>
                <p14:cNvContentPartPr/>
                <p14:nvPr/>
              </p14:nvContentPartPr>
              <p14:xfrm>
                <a:off x="2507767" y="5181000"/>
                <a:ext cx="101880" cy="1026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B70C7B1-3BB3-A916-8D51-512AC8D7391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99127" y="5172360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B6A776B-646F-7B70-A982-ECC3761C95DA}"/>
                    </a:ext>
                  </a:extLst>
                </p14:cNvPr>
                <p14:cNvContentPartPr/>
                <p14:nvPr/>
              </p14:nvContentPartPr>
              <p14:xfrm>
                <a:off x="2602087" y="5166960"/>
                <a:ext cx="97200" cy="788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B6A776B-646F-7B70-A982-ECC3761C95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93447" y="5158320"/>
                  <a:ext cx="114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E3D06D2-6E7D-16F5-94DA-ADA5D120B92D}"/>
                    </a:ext>
                  </a:extLst>
                </p14:cNvPr>
                <p14:cNvContentPartPr/>
                <p14:nvPr/>
              </p14:nvContentPartPr>
              <p14:xfrm>
                <a:off x="2616127" y="5190000"/>
                <a:ext cx="145440" cy="979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E3D06D2-6E7D-16F5-94DA-ADA5D120B92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07127" y="5181000"/>
                  <a:ext cx="163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2533DDBE-14A7-2C0B-F7CB-AFE815F169F2}"/>
                    </a:ext>
                  </a:extLst>
                </p14:cNvPr>
                <p14:cNvContentPartPr/>
                <p14:nvPr/>
              </p14:nvContentPartPr>
              <p14:xfrm>
                <a:off x="2636287" y="5291160"/>
                <a:ext cx="118800" cy="871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2533DDBE-14A7-2C0B-F7CB-AFE815F169F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27647" y="5282520"/>
                  <a:ext cx="136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008" name="잉크 43007">
                  <a:extLst>
                    <a:ext uri="{FF2B5EF4-FFF2-40B4-BE49-F238E27FC236}">
                      <a16:creationId xmlns:a16="http://schemas.microsoft.com/office/drawing/2014/main" id="{18571B76-200C-8BE9-04B2-B81D5C4C090E}"/>
                    </a:ext>
                  </a:extLst>
                </p14:cNvPr>
                <p14:cNvContentPartPr/>
                <p14:nvPr/>
              </p14:nvContentPartPr>
              <p14:xfrm>
                <a:off x="2764807" y="5157600"/>
                <a:ext cx="136800" cy="140760"/>
              </p14:xfrm>
            </p:contentPart>
          </mc:Choice>
          <mc:Fallback xmlns="">
            <p:pic>
              <p:nvPicPr>
                <p:cNvPr id="43008" name="잉크 43007">
                  <a:extLst>
                    <a:ext uri="{FF2B5EF4-FFF2-40B4-BE49-F238E27FC236}">
                      <a16:creationId xmlns:a16="http://schemas.microsoft.com/office/drawing/2014/main" id="{18571B76-200C-8BE9-04B2-B81D5C4C090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755807" y="5148960"/>
                  <a:ext cx="154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009" name="잉크 43008">
                  <a:extLst>
                    <a:ext uri="{FF2B5EF4-FFF2-40B4-BE49-F238E27FC236}">
                      <a16:creationId xmlns:a16="http://schemas.microsoft.com/office/drawing/2014/main" id="{3620E4BF-1221-CD9B-1AA6-1B1495BAADD0}"/>
                    </a:ext>
                  </a:extLst>
                </p14:cNvPr>
                <p14:cNvContentPartPr/>
                <p14:nvPr/>
              </p14:nvContentPartPr>
              <p14:xfrm>
                <a:off x="2882167" y="5139960"/>
                <a:ext cx="176040" cy="80640"/>
              </p14:xfrm>
            </p:contentPart>
          </mc:Choice>
          <mc:Fallback xmlns="">
            <p:pic>
              <p:nvPicPr>
                <p:cNvPr id="43009" name="잉크 43008">
                  <a:extLst>
                    <a:ext uri="{FF2B5EF4-FFF2-40B4-BE49-F238E27FC236}">
                      <a16:creationId xmlns:a16="http://schemas.microsoft.com/office/drawing/2014/main" id="{3620E4BF-1221-CD9B-1AA6-1B1495BAAD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873527" y="5131320"/>
                  <a:ext cx="1936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010" name="잉크 43009">
                  <a:extLst>
                    <a:ext uri="{FF2B5EF4-FFF2-40B4-BE49-F238E27FC236}">
                      <a16:creationId xmlns:a16="http://schemas.microsoft.com/office/drawing/2014/main" id="{480CB719-8B2C-612C-9631-FD83C2116EDC}"/>
                    </a:ext>
                  </a:extLst>
                </p14:cNvPr>
                <p14:cNvContentPartPr/>
                <p14:nvPr/>
              </p14:nvContentPartPr>
              <p14:xfrm>
                <a:off x="2953087" y="5195040"/>
                <a:ext cx="147600" cy="44640"/>
              </p14:xfrm>
            </p:contentPart>
          </mc:Choice>
          <mc:Fallback xmlns="">
            <p:pic>
              <p:nvPicPr>
                <p:cNvPr id="43010" name="잉크 43009">
                  <a:extLst>
                    <a:ext uri="{FF2B5EF4-FFF2-40B4-BE49-F238E27FC236}">
                      <a16:creationId xmlns:a16="http://schemas.microsoft.com/office/drawing/2014/main" id="{480CB719-8B2C-612C-9631-FD83C2116ED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44447" y="5186040"/>
                  <a:ext cx="165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012" name="잉크 43011">
                  <a:extLst>
                    <a:ext uri="{FF2B5EF4-FFF2-40B4-BE49-F238E27FC236}">
                      <a16:creationId xmlns:a16="http://schemas.microsoft.com/office/drawing/2014/main" id="{DADC4388-703F-FD22-61ED-56BADB9BAE9A}"/>
                    </a:ext>
                  </a:extLst>
                </p14:cNvPr>
                <p14:cNvContentPartPr/>
                <p14:nvPr/>
              </p14:nvContentPartPr>
              <p14:xfrm>
                <a:off x="2990527" y="5238960"/>
                <a:ext cx="128160" cy="95400"/>
              </p14:xfrm>
            </p:contentPart>
          </mc:Choice>
          <mc:Fallback xmlns="">
            <p:pic>
              <p:nvPicPr>
                <p:cNvPr id="43012" name="잉크 43011">
                  <a:extLst>
                    <a:ext uri="{FF2B5EF4-FFF2-40B4-BE49-F238E27FC236}">
                      <a16:creationId xmlns:a16="http://schemas.microsoft.com/office/drawing/2014/main" id="{DADC4388-703F-FD22-61ED-56BADB9BAE9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981887" y="5230320"/>
                  <a:ext cx="145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013" name="잉크 43012">
                  <a:extLst>
                    <a:ext uri="{FF2B5EF4-FFF2-40B4-BE49-F238E27FC236}">
                      <a16:creationId xmlns:a16="http://schemas.microsoft.com/office/drawing/2014/main" id="{D854A461-2417-298D-1273-AEA78CB3EFA1}"/>
                    </a:ext>
                  </a:extLst>
                </p14:cNvPr>
                <p14:cNvContentPartPr/>
                <p14:nvPr/>
              </p14:nvContentPartPr>
              <p14:xfrm>
                <a:off x="3140287" y="5098560"/>
                <a:ext cx="89640" cy="63360"/>
              </p14:xfrm>
            </p:contentPart>
          </mc:Choice>
          <mc:Fallback xmlns="">
            <p:pic>
              <p:nvPicPr>
                <p:cNvPr id="43013" name="잉크 43012">
                  <a:extLst>
                    <a:ext uri="{FF2B5EF4-FFF2-40B4-BE49-F238E27FC236}">
                      <a16:creationId xmlns:a16="http://schemas.microsoft.com/office/drawing/2014/main" id="{D854A461-2417-298D-1273-AEA78CB3EFA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31287" y="5089920"/>
                  <a:ext cx="107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014" name="잉크 43013">
                  <a:extLst>
                    <a:ext uri="{FF2B5EF4-FFF2-40B4-BE49-F238E27FC236}">
                      <a16:creationId xmlns:a16="http://schemas.microsoft.com/office/drawing/2014/main" id="{72A98C84-1F1A-B77D-6FA1-06DB7AA2982A}"/>
                    </a:ext>
                  </a:extLst>
                </p14:cNvPr>
                <p14:cNvContentPartPr/>
                <p14:nvPr/>
              </p14:nvContentPartPr>
              <p14:xfrm>
                <a:off x="3097807" y="5148960"/>
                <a:ext cx="173160" cy="124920"/>
              </p14:xfrm>
            </p:contentPart>
          </mc:Choice>
          <mc:Fallback xmlns="">
            <p:pic>
              <p:nvPicPr>
                <p:cNvPr id="43014" name="잉크 43013">
                  <a:extLst>
                    <a:ext uri="{FF2B5EF4-FFF2-40B4-BE49-F238E27FC236}">
                      <a16:creationId xmlns:a16="http://schemas.microsoft.com/office/drawing/2014/main" id="{72A98C84-1F1A-B77D-6FA1-06DB7AA2982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89167" y="5139960"/>
                  <a:ext cx="1908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015" name="잉크 43014">
                  <a:extLst>
                    <a:ext uri="{FF2B5EF4-FFF2-40B4-BE49-F238E27FC236}">
                      <a16:creationId xmlns:a16="http://schemas.microsoft.com/office/drawing/2014/main" id="{A8B9A632-FDA9-85CE-2FCF-D9A015E955D8}"/>
                    </a:ext>
                  </a:extLst>
                </p14:cNvPr>
                <p14:cNvContentPartPr/>
                <p14:nvPr/>
              </p14:nvContentPartPr>
              <p14:xfrm>
                <a:off x="3157207" y="5198640"/>
                <a:ext cx="150120" cy="100440"/>
              </p14:xfrm>
            </p:contentPart>
          </mc:Choice>
          <mc:Fallback xmlns="">
            <p:pic>
              <p:nvPicPr>
                <p:cNvPr id="43015" name="잉크 43014">
                  <a:extLst>
                    <a:ext uri="{FF2B5EF4-FFF2-40B4-BE49-F238E27FC236}">
                      <a16:creationId xmlns:a16="http://schemas.microsoft.com/office/drawing/2014/main" id="{A8B9A632-FDA9-85CE-2FCF-D9A015E955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48207" y="5190000"/>
                  <a:ext cx="1677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3016" name="잉크 43015">
                <a:extLst>
                  <a:ext uri="{FF2B5EF4-FFF2-40B4-BE49-F238E27FC236}">
                    <a16:creationId xmlns:a16="http://schemas.microsoft.com/office/drawing/2014/main" id="{4905E868-038B-9917-F270-C82ACB5674DF}"/>
                  </a:ext>
                </a:extLst>
              </p14:cNvPr>
              <p14:cNvContentPartPr/>
              <p14:nvPr/>
            </p14:nvContentPartPr>
            <p14:xfrm>
              <a:off x="3651127" y="5067240"/>
              <a:ext cx="910440" cy="82440"/>
            </p14:xfrm>
          </p:contentPart>
        </mc:Choice>
        <mc:Fallback xmlns="">
          <p:pic>
            <p:nvPicPr>
              <p:cNvPr id="43016" name="잉크 43015">
                <a:extLst>
                  <a:ext uri="{FF2B5EF4-FFF2-40B4-BE49-F238E27FC236}">
                    <a16:creationId xmlns:a16="http://schemas.microsoft.com/office/drawing/2014/main" id="{4905E868-038B-9917-F270-C82ACB5674D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642487" y="5058600"/>
                <a:ext cx="928080" cy="10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45" name="그룹 34844">
            <a:extLst>
              <a:ext uri="{FF2B5EF4-FFF2-40B4-BE49-F238E27FC236}">
                <a16:creationId xmlns:a16="http://schemas.microsoft.com/office/drawing/2014/main" id="{DB182CFC-172C-A777-E78F-D415A9C09E1C}"/>
              </a:ext>
            </a:extLst>
          </p:cNvPr>
          <p:cNvGrpSpPr/>
          <p:nvPr/>
        </p:nvGrpSpPr>
        <p:grpSpPr>
          <a:xfrm>
            <a:off x="5697007" y="50640"/>
            <a:ext cx="1972440" cy="1482840"/>
            <a:chOff x="5697007" y="50640"/>
            <a:chExt cx="1972440" cy="14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031" name="잉크 43030">
                  <a:extLst>
                    <a:ext uri="{FF2B5EF4-FFF2-40B4-BE49-F238E27FC236}">
                      <a16:creationId xmlns:a16="http://schemas.microsoft.com/office/drawing/2014/main" id="{05D021CD-C1D2-AE88-E8A8-E840E12D4AFE}"/>
                    </a:ext>
                  </a:extLst>
                </p14:cNvPr>
                <p14:cNvContentPartPr/>
                <p14:nvPr/>
              </p14:nvContentPartPr>
              <p14:xfrm>
                <a:off x="6476047" y="1197960"/>
                <a:ext cx="56880" cy="25560"/>
              </p14:xfrm>
            </p:contentPart>
          </mc:Choice>
          <mc:Fallback xmlns="">
            <p:pic>
              <p:nvPicPr>
                <p:cNvPr id="43031" name="잉크 43030">
                  <a:extLst>
                    <a:ext uri="{FF2B5EF4-FFF2-40B4-BE49-F238E27FC236}">
                      <a16:creationId xmlns:a16="http://schemas.microsoft.com/office/drawing/2014/main" id="{05D021CD-C1D2-AE88-E8A8-E840E12D4AF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67047" y="1189320"/>
                  <a:ext cx="74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3032" name="잉크 43031">
                  <a:extLst>
                    <a:ext uri="{FF2B5EF4-FFF2-40B4-BE49-F238E27FC236}">
                      <a16:creationId xmlns:a16="http://schemas.microsoft.com/office/drawing/2014/main" id="{B515908A-8391-C83F-7BD4-C578481FEE70}"/>
                    </a:ext>
                  </a:extLst>
                </p14:cNvPr>
                <p14:cNvContentPartPr/>
                <p14:nvPr/>
              </p14:nvContentPartPr>
              <p14:xfrm>
                <a:off x="6466327" y="1250160"/>
                <a:ext cx="119880" cy="76680"/>
              </p14:xfrm>
            </p:contentPart>
          </mc:Choice>
          <mc:Fallback xmlns="">
            <p:pic>
              <p:nvPicPr>
                <p:cNvPr id="43032" name="잉크 43031">
                  <a:extLst>
                    <a:ext uri="{FF2B5EF4-FFF2-40B4-BE49-F238E27FC236}">
                      <a16:creationId xmlns:a16="http://schemas.microsoft.com/office/drawing/2014/main" id="{B515908A-8391-C83F-7BD4-C578481FEE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57327" y="1241520"/>
                  <a:ext cx="1375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033" name="잉크 43032">
                  <a:extLst>
                    <a:ext uri="{FF2B5EF4-FFF2-40B4-BE49-F238E27FC236}">
                      <a16:creationId xmlns:a16="http://schemas.microsoft.com/office/drawing/2014/main" id="{DD542416-F744-E15B-877D-5FCDD2D9210E}"/>
                    </a:ext>
                  </a:extLst>
                </p14:cNvPr>
                <p14:cNvContentPartPr/>
                <p14:nvPr/>
              </p14:nvContentPartPr>
              <p14:xfrm>
                <a:off x="6611407" y="1181760"/>
                <a:ext cx="87840" cy="146160"/>
              </p14:xfrm>
            </p:contentPart>
          </mc:Choice>
          <mc:Fallback xmlns="">
            <p:pic>
              <p:nvPicPr>
                <p:cNvPr id="43033" name="잉크 43032">
                  <a:extLst>
                    <a:ext uri="{FF2B5EF4-FFF2-40B4-BE49-F238E27FC236}">
                      <a16:creationId xmlns:a16="http://schemas.microsoft.com/office/drawing/2014/main" id="{DD542416-F744-E15B-877D-5FCDD2D921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602407" y="1172760"/>
                  <a:ext cx="1054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3034" name="잉크 43033">
                  <a:extLst>
                    <a:ext uri="{FF2B5EF4-FFF2-40B4-BE49-F238E27FC236}">
                      <a16:creationId xmlns:a16="http://schemas.microsoft.com/office/drawing/2014/main" id="{0CE4D7D9-F047-14C9-6BF9-9F443DD1959B}"/>
                    </a:ext>
                  </a:extLst>
                </p14:cNvPr>
                <p14:cNvContentPartPr/>
                <p14:nvPr/>
              </p14:nvContentPartPr>
              <p14:xfrm>
                <a:off x="6683407" y="1226760"/>
                <a:ext cx="119520" cy="80640"/>
              </p14:xfrm>
            </p:contentPart>
          </mc:Choice>
          <mc:Fallback xmlns="">
            <p:pic>
              <p:nvPicPr>
                <p:cNvPr id="43034" name="잉크 43033">
                  <a:extLst>
                    <a:ext uri="{FF2B5EF4-FFF2-40B4-BE49-F238E27FC236}">
                      <a16:creationId xmlns:a16="http://schemas.microsoft.com/office/drawing/2014/main" id="{0CE4D7D9-F047-14C9-6BF9-9F443DD195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74767" y="1218120"/>
                  <a:ext cx="137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3035" name="잉크 43034">
                  <a:extLst>
                    <a:ext uri="{FF2B5EF4-FFF2-40B4-BE49-F238E27FC236}">
                      <a16:creationId xmlns:a16="http://schemas.microsoft.com/office/drawing/2014/main" id="{CDB8E96A-426A-A9F2-1419-75DD14BA7DAB}"/>
                    </a:ext>
                  </a:extLst>
                </p14:cNvPr>
                <p14:cNvContentPartPr/>
                <p14:nvPr/>
              </p14:nvContentPartPr>
              <p14:xfrm>
                <a:off x="6687727" y="1341240"/>
                <a:ext cx="138600" cy="29160"/>
              </p14:xfrm>
            </p:contentPart>
          </mc:Choice>
          <mc:Fallback xmlns="">
            <p:pic>
              <p:nvPicPr>
                <p:cNvPr id="43035" name="잉크 43034">
                  <a:extLst>
                    <a:ext uri="{FF2B5EF4-FFF2-40B4-BE49-F238E27FC236}">
                      <a16:creationId xmlns:a16="http://schemas.microsoft.com/office/drawing/2014/main" id="{CDB8E96A-426A-A9F2-1419-75DD14BA7DA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78727" y="1332240"/>
                  <a:ext cx="156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3036" name="잉크 43035">
                  <a:extLst>
                    <a:ext uri="{FF2B5EF4-FFF2-40B4-BE49-F238E27FC236}">
                      <a16:creationId xmlns:a16="http://schemas.microsoft.com/office/drawing/2014/main" id="{1915A3C5-C4B5-08F3-2923-1032E3628583}"/>
                    </a:ext>
                  </a:extLst>
                </p14:cNvPr>
                <p14:cNvContentPartPr/>
                <p14:nvPr/>
              </p14:nvContentPartPr>
              <p14:xfrm>
                <a:off x="6940447" y="1206240"/>
                <a:ext cx="168480" cy="122040"/>
              </p14:xfrm>
            </p:contentPart>
          </mc:Choice>
          <mc:Fallback xmlns="">
            <p:pic>
              <p:nvPicPr>
                <p:cNvPr id="43036" name="잉크 43035">
                  <a:extLst>
                    <a:ext uri="{FF2B5EF4-FFF2-40B4-BE49-F238E27FC236}">
                      <a16:creationId xmlns:a16="http://schemas.microsoft.com/office/drawing/2014/main" id="{1915A3C5-C4B5-08F3-2923-1032E362858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931807" y="1197600"/>
                  <a:ext cx="1861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037" name="잉크 43036">
                  <a:extLst>
                    <a:ext uri="{FF2B5EF4-FFF2-40B4-BE49-F238E27FC236}">
                      <a16:creationId xmlns:a16="http://schemas.microsoft.com/office/drawing/2014/main" id="{D9647919-ADDD-DE1F-B231-6493B4391310}"/>
                    </a:ext>
                  </a:extLst>
                </p14:cNvPr>
                <p14:cNvContentPartPr/>
                <p14:nvPr/>
              </p14:nvContentPartPr>
              <p14:xfrm>
                <a:off x="7136647" y="1227120"/>
                <a:ext cx="135360" cy="66600"/>
              </p14:xfrm>
            </p:contentPart>
          </mc:Choice>
          <mc:Fallback xmlns="">
            <p:pic>
              <p:nvPicPr>
                <p:cNvPr id="43037" name="잉크 43036">
                  <a:extLst>
                    <a:ext uri="{FF2B5EF4-FFF2-40B4-BE49-F238E27FC236}">
                      <a16:creationId xmlns:a16="http://schemas.microsoft.com/office/drawing/2014/main" id="{D9647919-ADDD-DE1F-B231-6493B439131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27647" y="1218120"/>
                  <a:ext cx="153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3038" name="잉크 43037">
                  <a:extLst>
                    <a:ext uri="{FF2B5EF4-FFF2-40B4-BE49-F238E27FC236}">
                      <a16:creationId xmlns:a16="http://schemas.microsoft.com/office/drawing/2014/main" id="{04177B7A-5115-1D9F-20A2-F8CA69DFF22C}"/>
                    </a:ext>
                  </a:extLst>
                </p14:cNvPr>
                <p14:cNvContentPartPr/>
                <p14:nvPr/>
              </p14:nvContentPartPr>
              <p14:xfrm>
                <a:off x="7114327" y="1197600"/>
                <a:ext cx="300240" cy="162000"/>
              </p14:xfrm>
            </p:contentPart>
          </mc:Choice>
          <mc:Fallback xmlns="">
            <p:pic>
              <p:nvPicPr>
                <p:cNvPr id="43038" name="잉크 43037">
                  <a:extLst>
                    <a:ext uri="{FF2B5EF4-FFF2-40B4-BE49-F238E27FC236}">
                      <a16:creationId xmlns:a16="http://schemas.microsoft.com/office/drawing/2014/main" id="{04177B7A-5115-1D9F-20A2-F8CA69DFF22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05327" y="1188960"/>
                  <a:ext cx="317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3039" name="잉크 43038">
                  <a:extLst>
                    <a:ext uri="{FF2B5EF4-FFF2-40B4-BE49-F238E27FC236}">
                      <a16:creationId xmlns:a16="http://schemas.microsoft.com/office/drawing/2014/main" id="{56B348F1-C09A-C3A4-5E47-B998346FD82D}"/>
                    </a:ext>
                  </a:extLst>
                </p14:cNvPr>
                <p14:cNvContentPartPr/>
                <p14:nvPr/>
              </p14:nvContentPartPr>
              <p14:xfrm>
                <a:off x="7311967" y="1245120"/>
                <a:ext cx="120240" cy="15840"/>
              </p14:xfrm>
            </p:contentPart>
          </mc:Choice>
          <mc:Fallback xmlns="">
            <p:pic>
              <p:nvPicPr>
                <p:cNvPr id="43039" name="잉크 43038">
                  <a:extLst>
                    <a:ext uri="{FF2B5EF4-FFF2-40B4-BE49-F238E27FC236}">
                      <a16:creationId xmlns:a16="http://schemas.microsoft.com/office/drawing/2014/main" id="{56B348F1-C09A-C3A4-5E47-B998346FD8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02967" y="1236480"/>
                  <a:ext cx="1378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4816" name="잉크 34815">
                  <a:extLst>
                    <a:ext uri="{FF2B5EF4-FFF2-40B4-BE49-F238E27FC236}">
                      <a16:creationId xmlns:a16="http://schemas.microsoft.com/office/drawing/2014/main" id="{EFA7D8F7-0ED8-9A9F-A1D7-37E5158688FB}"/>
                    </a:ext>
                  </a:extLst>
                </p14:cNvPr>
                <p14:cNvContentPartPr/>
                <p14:nvPr/>
              </p14:nvContentPartPr>
              <p14:xfrm>
                <a:off x="7296487" y="1320000"/>
                <a:ext cx="166680" cy="14040"/>
              </p14:xfrm>
            </p:contentPart>
          </mc:Choice>
          <mc:Fallback xmlns="">
            <p:pic>
              <p:nvPicPr>
                <p:cNvPr id="34816" name="잉크 34815">
                  <a:extLst>
                    <a:ext uri="{FF2B5EF4-FFF2-40B4-BE49-F238E27FC236}">
                      <a16:creationId xmlns:a16="http://schemas.microsoft.com/office/drawing/2014/main" id="{EFA7D8F7-0ED8-9A9F-A1D7-37E5158688F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87847" y="1311360"/>
                  <a:ext cx="184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4817" name="잉크 34816">
                  <a:extLst>
                    <a:ext uri="{FF2B5EF4-FFF2-40B4-BE49-F238E27FC236}">
                      <a16:creationId xmlns:a16="http://schemas.microsoft.com/office/drawing/2014/main" id="{B0B637C8-22AE-E269-B541-7BC77D5ECFD7}"/>
                    </a:ext>
                  </a:extLst>
                </p14:cNvPr>
                <p14:cNvContentPartPr/>
                <p14:nvPr/>
              </p14:nvContentPartPr>
              <p14:xfrm>
                <a:off x="5896807" y="1197240"/>
                <a:ext cx="223200" cy="229680"/>
              </p14:xfrm>
            </p:contentPart>
          </mc:Choice>
          <mc:Fallback xmlns="">
            <p:pic>
              <p:nvPicPr>
                <p:cNvPr id="34817" name="잉크 34816">
                  <a:extLst>
                    <a:ext uri="{FF2B5EF4-FFF2-40B4-BE49-F238E27FC236}">
                      <a16:creationId xmlns:a16="http://schemas.microsoft.com/office/drawing/2014/main" id="{B0B637C8-22AE-E269-B541-7BC77D5ECF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88167" y="1188240"/>
                  <a:ext cx="240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4818" name="잉크 34817">
                  <a:extLst>
                    <a:ext uri="{FF2B5EF4-FFF2-40B4-BE49-F238E27FC236}">
                      <a16:creationId xmlns:a16="http://schemas.microsoft.com/office/drawing/2014/main" id="{8A4AC7B8-3B72-15E9-064A-0F8800664526}"/>
                    </a:ext>
                  </a:extLst>
                </p14:cNvPr>
                <p14:cNvContentPartPr/>
                <p14:nvPr/>
              </p14:nvContentPartPr>
              <p14:xfrm>
                <a:off x="6145567" y="1197600"/>
                <a:ext cx="186120" cy="227520"/>
              </p14:xfrm>
            </p:contentPart>
          </mc:Choice>
          <mc:Fallback xmlns="">
            <p:pic>
              <p:nvPicPr>
                <p:cNvPr id="34818" name="잉크 34817">
                  <a:extLst>
                    <a:ext uri="{FF2B5EF4-FFF2-40B4-BE49-F238E27FC236}">
                      <a16:creationId xmlns:a16="http://schemas.microsoft.com/office/drawing/2014/main" id="{8A4AC7B8-3B72-15E9-064A-0F88006645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36567" y="1188600"/>
                  <a:ext cx="2037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4835" name="잉크 34834">
                  <a:extLst>
                    <a:ext uri="{FF2B5EF4-FFF2-40B4-BE49-F238E27FC236}">
                      <a16:creationId xmlns:a16="http://schemas.microsoft.com/office/drawing/2014/main" id="{36689671-CDB7-F8CA-4407-8C85E9333CC8}"/>
                    </a:ext>
                  </a:extLst>
                </p14:cNvPr>
                <p14:cNvContentPartPr/>
                <p14:nvPr/>
              </p14:nvContentPartPr>
              <p14:xfrm>
                <a:off x="5697007" y="1087080"/>
                <a:ext cx="1972440" cy="446400"/>
              </p14:xfrm>
            </p:contentPart>
          </mc:Choice>
          <mc:Fallback xmlns="">
            <p:pic>
              <p:nvPicPr>
                <p:cNvPr id="34835" name="잉크 34834">
                  <a:extLst>
                    <a:ext uri="{FF2B5EF4-FFF2-40B4-BE49-F238E27FC236}">
                      <a16:creationId xmlns:a16="http://schemas.microsoft.com/office/drawing/2014/main" id="{36689671-CDB7-F8CA-4407-8C85E9333CC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88367" y="1078440"/>
                  <a:ext cx="19900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3024" name="잉크 43023">
                  <a:extLst>
                    <a:ext uri="{FF2B5EF4-FFF2-40B4-BE49-F238E27FC236}">
                      <a16:creationId xmlns:a16="http://schemas.microsoft.com/office/drawing/2014/main" id="{A56B46E4-0579-99B8-6A27-E270A0EF8AA8}"/>
                    </a:ext>
                  </a:extLst>
                </p14:cNvPr>
                <p14:cNvContentPartPr/>
                <p14:nvPr/>
              </p14:nvContentPartPr>
              <p14:xfrm>
                <a:off x="6671887" y="637440"/>
                <a:ext cx="21600" cy="107640"/>
              </p14:xfrm>
            </p:contentPart>
          </mc:Choice>
          <mc:Fallback xmlns="">
            <p:pic>
              <p:nvPicPr>
                <p:cNvPr id="43024" name="잉크 43023">
                  <a:extLst>
                    <a:ext uri="{FF2B5EF4-FFF2-40B4-BE49-F238E27FC236}">
                      <a16:creationId xmlns:a16="http://schemas.microsoft.com/office/drawing/2014/main" id="{A56B46E4-0579-99B8-6A27-E270A0EF8AA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62887" y="628800"/>
                  <a:ext cx="39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3025" name="잉크 43024">
                  <a:extLst>
                    <a:ext uri="{FF2B5EF4-FFF2-40B4-BE49-F238E27FC236}">
                      <a16:creationId xmlns:a16="http://schemas.microsoft.com/office/drawing/2014/main" id="{AA5C1340-CB28-06B5-0561-3FECEDA5C7EA}"/>
                    </a:ext>
                  </a:extLst>
                </p14:cNvPr>
                <p14:cNvContentPartPr/>
                <p14:nvPr/>
              </p14:nvContentPartPr>
              <p14:xfrm>
                <a:off x="6672967" y="649680"/>
                <a:ext cx="82080" cy="68400"/>
              </p14:xfrm>
            </p:contentPart>
          </mc:Choice>
          <mc:Fallback xmlns="">
            <p:pic>
              <p:nvPicPr>
                <p:cNvPr id="43025" name="잉크 43024">
                  <a:extLst>
                    <a:ext uri="{FF2B5EF4-FFF2-40B4-BE49-F238E27FC236}">
                      <a16:creationId xmlns:a16="http://schemas.microsoft.com/office/drawing/2014/main" id="{AA5C1340-CB28-06B5-0561-3FECEDA5C7E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64327" y="641040"/>
                  <a:ext cx="99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3026" name="잉크 43025">
                  <a:extLst>
                    <a:ext uri="{FF2B5EF4-FFF2-40B4-BE49-F238E27FC236}">
                      <a16:creationId xmlns:a16="http://schemas.microsoft.com/office/drawing/2014/main" id="{47E7D5BA-ADA6-BF63-AE45-6608E01663E6}"/>
                    </a:ext>
                  </a:extLst>
                </p14:cNvPr>
                <p14:cNvContentPartPr/>
                <p14:nvPr/>
              </p14:nvContentPartPr>
              <p14:xfrm>
                <a:off x="6749287" y="641400"/>
                <a:ext cx="131400" cy="88920"/>
              </p14:xfrm>
            </p:contentPart>
          </mc:Choice>
          <mc:Fallback xmlns="">
            <p:pic>
              <p:nvPicPr>
                <p:cNvPr id="43026" name="잉크 43025">
                  <a:extLst>
                    <a:ext uri="{FF2B5EF4-FFF2-40B4-BE49-F238E27FC236}">
                      <a16:creationId xmlns:a16="http://schemas.microsoft.com/office/drawing/2014/main" id="{47E7D5BA-ADA6-BF63-AE45-6608E01663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40647" y="632760"/>
                  <a:ext cx="149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3027" name="잉크 43026">
                  <a:extLst>
                    <a:ext uri="{FF2B5EF4-FFF2-40B4-BE49-F238E27FC236}">
                      <a16:creationId xmlns:a16="http://schemas.microsoft.com/office/drawing/2014/main" id="{D662B158-F551-7572-3296-6CA333C75668}"/>
                    </a:ext>
                  </a:extLst>
                </p14:cNvPr>
                <p14:cNvContentPartPr/>
                <p14:nvPr/>
              </p14:nvContentPartPr>
              <p14:xfrm>
                <a:off x="6927487" y="654000"/>
                <a:ext cx="9720" cy="50040"/>
              </p14:xfrm>
            </p:contentPart>
          </mc:Choice>
          <mc:Fallback xmlns="">
            <p:pic>
              <p:nvPicPr>
                <p:cNvPr id="43027" name="잉크 43026">
                  <a:extLst>
                    <a:ext uri="{FF2B5EF4-FFF2-40B4-BE49-F238E27FC236}">
                      <a16:creationId xmlns:a16="http://schemas.microsoft.com/office/drawing/2014/main" id="{D662B158-F551-7572-3296-6CA333C7566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18487" y="645000"/>
                  <a:ext cx="27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3028" name="잉크 43027">
                  <a:extLst>
                    <a:ext uri="{FF2B5EF4-FFF2-40B4-BE49-F238E27FC236}">
                      <a16:creationId xmlns:a16="http://schemas.microsoft.com/office/drawing/2014/main" id="{9CF1A9FF-4036-B57F-01D1-E476796B5876}"/>
                    </a:ext>
                  </a:extLst>
                </p14:cNvPr>
                <p14:cNvContentPartPr/>
                <p14:nvPr/>
              </p14:nvContentPartPr>
              <p14:xfrm>
                <a:off x="6940447" y="643200"/>
                <a:ext cx="113760" cy="136440"/>
              </p14:xfrm>
            </p:contentPart>
          </mc:Choice>
          <mc:Fallback xmlns="">
            <p:pic>
              <p:nvPicPr>
                <p:cNvPr id="43028" name="잉크 43027">
                  <a:extLst>
                    <a:ext uri="{FF2B5EF4-FFF2-40B4-BE49-F238E27FC236}">
                      <a16:creationId xmlns:a16="http://schemas.microsoft.com/office/drawing/2014/main" id="{9CF1A9FF-4036-B57F-01D1-E476796B58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31807" y="634560"/>
                  <a:ext cx="1314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3029" name="잉크 43028">
                  <a:extLst>
                    <a:ext uri="{FF2B5EF4-FFF2-40B4-BE49-F238E27FC236}">
                      <a16:creationId xmlns:a16="http://schemas.microsoft.com/office/drawing/2014/main" id="{AE198285-40CA-A351-FF51-688A878E0795}"/>
                    </a:ext>
                  </a:extLst>
                </p14:cNvPr>
                <p14:cNvContentPartPr/>
                <p14:nvPr/>
              </p14:nvContentPartPr>
              <p14:xfrm>
                <a:off x="7056727" y="648240"/>
                <a:ext cx="189720" cy="133920"/>
              </p14:xfrm>
            </p:contentPart>
          </mc:Choice>
          <mc:Fallback xmlns="">
            <p:pic>
              <p:nvPicPr>
                <p:cNvPr id="43029" name="잉크 43028">
                  <a:extLst>
                    <a:ext uri="{FF2B5EF4-FFF2-40B4-BE49-F238E27FC236}">
                      <a16:creationId xmlns:a16="http://schemas.microsoft.com/office/drawing/2014/main" id="{AE198285-40CA-A351-FF51-688A878E07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48087" y="639240"/>
                  <a:ext cx="2073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4836" name="잉크 34835">
                  <a:extLst>
                    <a:ext uri="{FF2B5EF4-FFF2-40B4-BE49-F238E27FC236}">
                      <a16:creationId xmlns:a16="http://schemas.microsoft.com/office/drawing/2014/main" id="{60A89AA8-0A4C-E7D1-9AE6-601D7C72D1E1}"/>
                    </a:ext>
                  </a:extLst>
                </p14:cNvPr>
                <p14:cNvContentPartPr/>
                <p14:nvPr/>
              </p14:nvContentPartPr>
              <p14:xfrm>
                <a:off x="6542287" y="517200"/>
                <a:ext cx="794520" cy="392760"/>
              </p14:xfrm>
            </p:contentPart>
          </mc:Choice>
          <mc:Fallback xmlns="">
            <p:pic>
              <p:nvPicPr>
                <p:cNvPr id="34836" name="잉크 34835">
                  <a:extLst>
                    <a:ext uri="{FF2B5EF4-FFF2-40B4-BE49-F238E27FC236}">
                      <a16:creationId xmlns:a16="http://schemas.microsoft.com/office/drawing/2014/main" id="{60A89AA8-0A4C-E7D1-9AE6-601D7C72D1E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33287" y="508200"/>
                  <a:ext cx="8121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3019" name="잉크 43018">
                  <a:extLst>
                    <a:ext uri="{FF2B5EF4-FFF2-40B4-BE49-F238E27FC236}">
                      <a16:creationId xmlns:a16="http://schemas.microsoft.com/office/drawing/2014/main" id="{D78041BC-DB25-948C-C2C9-4CCDBEF8C68A}"/>
                    </a:ext>
                  </a:extLst>
                </p14:cNvPr>
                <p14:cNvContentPartPr/>
                <p14:nvPr/>
              </p14:nvContentPartPr>
              <p14:xfrm>
                <a:off x="6621127" y="132360"/>
                <a:ext cx="107280" cy="99720"/>
              </p14:xfrm>
            </p:contentPart>
          </mc:Choice>
          <mc:Fallback xmlns="">
            <p:pic>
              <p:nvPicPr>
                <p:cNvPr id="43019" name="잉크 43018">
                  <a:extLst>
                    <a:ext uri="{FF2B5EF4-FFF2-40B4-BE49-F238E27FC236}">
                      <a16:creationId xmlns:a16="http://schemas.microsoft.com/office/drawing/2014/main" id="{D78041BC-DB25-948C-C2C9-4CCDBEF8C68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12487" y="123360"/>
                  <a:ext cx="124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3020" name="잉크 43019">
                  <a:extLst>
                    <a:ext uri="{FF2B5EF4-FFF2-40B4-BE49-F238E27FC236}">
                      <a16:creationId xmlns:a16="http://schemas.microsoft.com/office/drawing/2014/main" id="{AB49ECDF-4DAD-4654-2CE4-3E5BF0241A57}"/>
                    </a:ext>
                  </a:extLst>
                </p14:cNvPr>
                <p14:cNvContentPartPr/>
                <p14:nvPr/>
              </p14:nvContentPartPr>
              <p14:xfrm>
                <a:off x="6800407" y="106080"/>
                <a:ext cx="20520" cy="144360"/>
              </p14:xfrm>
            </p:contentPart>
          </mc:Choice>
          <mc:Fallback xmlns="">
            <p:pic>
              <p:nvPicPr>
                <p:cNvPr id="43020" name="잉크 43019">
                  <a:extLst>
                    <a:ext uri="{FF2B5EF4-FFF2-40B4-BE49-F238E27FC236}">
                      <a16:creationId xmlns:a16="http://schemas.microsoft.com/office/drawing/2014/main" id="{AB49ECDF-4DAD-4654-2CE4-3E5BF0241A5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91407" y="97080"/>
                  <a:ext cx="38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3021" name="잉크 43020">
                  <a:extLst>
                    <a:ext uri="{FF2B5EF4-FFF2-40B4-BE49-F238E27FC236}">
                      <a16:creationId xmlns:a16="http://schemas.microsoft.com/office/drawing/2014/main" id="{63754967-21D5-7953-64BD-6CDD0A2FF9CD}"/>
                    </a:ext>
                  </a:extLst>
                </p14:cNvPr>
                <p14:cNvContentPartPr/>
                <p14:nvPr/>
              </p14:nvContentPartPr>
              <p14:xfrm>
                <a:off x="6786367" y="110040"/>
                <a:ext cx="94320" cy="87840"/>
              </p14:xfrm>
            </p:contentPart>
          </mc:Choice>
          <mc:Fallback xmlns="">
            <p:pic>
              <p:nvPicPr>
                <p:cNvPr id="43021" name="잉크 43020">
                  <a:extLst>
                    <a:ext uri="{FF2B5EF4-FFF2-40B4-BE49-F238E27FC236}">
                      <a16:creationId xmlns:a16="http://schemas.microsoft.com/office/drawing/2014/main" id="{63754967-21D5-7953-64BD-6CDD0A2FF9C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77727" y="101400"/>
                  <a:ext cx="1119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3022" name="잉크 43021">
                  <a:extLst>
                    <a:ext uri="{FF2B5EF4-FFF2-40B4-BE49-F238E27FC236}">
                      <a16:creationId xmlns:a16="http://schemas.microsoft.com/office/drawing/2014/main" id="{BA7B9A98-8248-93B8-F5A4-DCF8D480DC16}"/>
                    </a:ext>
                  </a:extLst>
                </p14:cNvPr>
                <p14:cNvContentPartPr/>
                <p14:nvPr/>
              </p14:nvContentPartPr>
              <p14:xfrm>
                <a:off x="6972847" y="119400"/>
                <a:ext cx="91080" cy="122040"/>
              </p14:xfrm>
            </p:contentPart>
          </mc:Choice>
          <mc:Fallback xmlns="">
            <p:pic>
              <p:nvPicPr>
                <p:cNvPr id="43022" name="잉크 43021">
                  <a:extLst>
                    <a:ext uri="{FF2B5EF4-FFF2-40B4-BE49-F238E27FC236}">
                      <a16:creationId xmlns:a16="http://schemas.microsoft.com/office/drawing/2014/main" id="{BA7B9A98-8248-93B8-F5A4-DCF8D480DC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63847" y="110760"/>
                  <a:ext cx="1087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4837" name="잉크 34836">
                  <a:extLst>
                    <a:ext uri="{FF2B5EF4-FFF2-40B4-BE49-F238E27FC236}">
                      <a16:creationId xmlns:a16="http://schemas.microsoft.com/office/drawing/2014/main" id="{15913257-2A47-B88E-9DD0-887A119924A3}"/>
                    </a:ext>
                  </a:extLst>
                </p14:cNvPr>
                <p14:cNvContentPartPr/>
                <p14:nvPr/>
              </p14:nvContentPartPr>
              <p14:xfrm>
                <a:off x="6459487" y="50640"/>
                <a:ext cx="714600" cy="351360"/>
              </p14:xfrm>
            </p:contentPart>
          </mc:Choice>
          <mc:Fallback xmlns="">
            <p:pic>
              <p:nvPicPr>
                <p:cNvPr id="34837" name="잉크 34836">
                  <a:extLst>
                    <a:ext uri="{FF2B5EF4-FFF2-40B4-BE49-F238E27FC236}">
                      <a16:creationId xmlns:a16="http://schemas.microsoft.com/office/drawing/2014/main" id="{15913257-2A47-B88E-9DD0-887A119924A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50487" y="42000"/>
                  <a:ext cx="73224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4841" name="잉크 34840">
                  <a:extLst>
                    <a:ext uri="{FF2B5EF4-FFF2-40B4-BE49-F238E27FC236}">
                      <a16:creationId xmlns:a16="http://schemas.microsoft.com/office/drawing/2014/main" id="{9B04AFC2-6405-4338-E5B0-2544E43F1B89}"/>
                    </a:ext>
                  </a:extLst>
                </p14:cNvPr>
                <p14:cNvContentPartPr/>
                <p14:nvPr/>
              </p14:nvContentPartPr>
              <p14:xfrm>
                <a:off x="6635527" y="295800"/>
                <a:ext cx="139680" cy="221040"/>
              </p14:xfrm>
            </p:contentPart>
          </mc:Choice>
          <mc:Fallback xmlns="">
            <p:pic>
              <p:nvPicPr>
                <p:cNvPr id="34841" name="잉크 34840">
                  <a:extLst>
                    <a:ext uri="{FF2B5EF4-FFF2-40B4-BE49-F238E27FC236}">
                      <a16:creationId xmlns:a16="http://schemas.microsoft.com/office/drawing/2014/main" id="{9B04AFC2-6405-4338-E5B0-2544E43F1B8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26527" y="286800"/>
                  <a:ext cx="1573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4842" name="잉크 34841">
                  <a:extLst>
                    <a:ext uri="{FF2B5EF4-FFF2-40B4-BE49-F238E27FC236}">
                      <a16:creationId xmlns:a16="http://schemas.microsoft.com/office/drawing/2014/main" id="{ED9D7AC5-9ECE-003A-D7DA-67EAC5E44E64}"/>
                    </a:ext>
                  </a:extLst>
                </p14:cNvPr>
                <p14:cNvContentPartPr/>
                <p14:nvPr/>
              </p14:nvContentPartPr>
              <p14:xfrm>
                <a:off x="6878527" y="307680"/>
                <a:ext cx="164880" cy="203040"/>
              </p14:xfrm>
            </p:contentPart>
          </mc:Choice>
          <mc:Fallback xmlns="">
            <p:pic>
              <p:nvPicPr>
                <p:cNvPr id="34842" name="잉크 34841">
                  <a:extLst>
                    <a:ext uri="{FF2B5EF4-FFF2-40B4-BE49-F238E27FC236}">
                      <a16:creationId xmlns:a16="http://schemas.microsoft.com/office/drawing/2014/main" id="{ED9D7AC5-9ECE-003A-D7DA-67EAC5E44E6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69527" y="299040"/>
                  <a:ext cx="182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4844" name="잉크 34843">
                  <a:extLst>
                    <a:ext uri="{FF2B5EF4-FFF2-40B4-BE49-F238E27FC236}">
                      <a16:creationId xmlns:a16="http://schemas.microsoft.com/office/drawing/2014/main" id="{05AF4A1A-4594-5EC4-D7D9-365FA40EDE17}"/>
                    </a:ext>
                  </a:extLst>
                </p14:cNvPr>
                <p14:cNvContentPartPr/>
                <p14:nvPr/>
              </p14:nvContentPartPr>
              <p14:xfrm>
                <a:off x="6211447" y="810240"/>
                <a:ext cx="347760" cy="447840"/>
              </p14:xfrm>
            </p:contentPart>
          </mc:Choice>
          <mc:Fallback xmlns="">
            <p:pic>
              <p:nvPicPr>
                <p:cNvPr id="34844" name="잉크 34843">
                  <a:extLst>
                    <a:ext uri="{FF2B5EF4-FFF2-40B4-BE49-F238E27FC236}">
                      <a16:creationId xmlns:a16="http://schemas.microsoft.com/office/drawing/2014/main" id="{05AF4A1A-4594-5EC4-D7D9-365FA40EDE1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02807" y="801600"/>
                  <a:ext cx="365400" cy="46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45" name="그룹 43044">
            <a:extLst>
              <a:ext uri="{FF2B5EF4-FFF2-40B4-BE49-F238E27FC236}">
                <a16:creationId xmlns:a16="http://schemas.microsoft.com/office/drawing/2014/main" id="{B2510979-42AD-0221-E88B-183D169BFECE}"/>
              </a:ext>
            </a:extLst>
          </p:cNvPr>
          <p:cNvGrpSpPr/>
          <p:nvPr/>
        </p:nvGrpSpPr>
        <p:grpSpPr>
          <a:xfrm>
            <a:off x="8234647" y="775680"/>
            <a:ext cx="555840" cy="394560"/>
            <a:chOff x="8234647" y="775680"/>
            <a:chExt cx="555840" cy="39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4846" name="잉크 34845">
                  <a:extLst>
                    <a:ext uri="{FF2B5EF4-FFF2-40B4-BE49-F238E27FC236}">
                      <a16:creationId xmlns:a16="http://schemas.microsoft.com/office/drawing/2014/main" id="{35A46B67-9C87-9A6F-62D8-36DBE6AC1ED5}"/>
                    </a:ext>
                  </a:extLst>
                </p14:cNvPr>
                <p14:cNvContentPartPr/>
                <p14:nvPr/>
              </p14:nvContentPartPr>
              <p14:xfrm>
                <a:off x="8361007" y="885120"/>
                <a:ext cx="86040" cy="15120"/>
              </p14:xfrm>
            </p:contentPart>
          </mc:Choice>
          <mc:Fallback xmlns="">
            <p:pic>
              <p:nvPicPr>
                <p:cNvPr id="34846" name="잉크 34845">
                  <a:extLst>
                    <a:ext uri="{FF2B5EF4-FFF2-40B4-BE49-F238E27FC236}">
                      <a16:creationId xmlns:a16="http://schemas.microsoft.com/office/drawing/2014/main" id="{35A46B67-9C87-9A6F-62D8-36DBE6AC1ED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52007" y="876480"/>
                  <a:ext cx="103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4847" name="잉크 34846">
                  <a:extLst>
                    <a:ext uri="{FF2B5EF4-FFF2-40B4-BE49-F238E27FC236}">
                      <a16:creationId xmlns:a16="http://schemas.microsoft.com/office/drawing/2014/main" id="{8E2B2070-5EA6-BC13-9C3B-A247B04ED9EC}"/>
                    </a:ext>
                  </a:extLst>
                </p14:cNvPr>
                <p14:cNvContentPartPr/>
                <p14:nvPr/>
              </p14:nvContentPartPr>
              <p14:xfrm>
                <a:off x="8398087" y="893040"/>
                <a:ext cx="25920" cy="116280"/>
              </p14:xfrm>
            </p:contentPart>
          </mc:Choice>
          <mc:Fallback xmlns="">
            <p:pic>
              <p:nvPicPr>
                <p:cNvPr id="34847" name="잉크 34846">
                  <a:extLst>
                    <a:ext uri="{FF2B5EF4-FFF2-40B4-BE49-F238E27FC236}">
                      <a16:creationId xmlns:a16="http://schemas.microsoft.com/office/drawing/2014/main" id="{8E2B2070-5EA6-BC13-9C3B-A247B04ED9E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389447" y="884040"/>
                  <a:ext cx="43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3040" name="잉크 43039">
                  <a:extLst>
                    <a:ext uri="{FF2B5EF4-FFF2-40B4-BE49-F238E27FC236}">
                      <a16:creationId xmlns:a16="http://schemas.microsoft.com/office/drawing/2014/main" id="{EDC5EF22-A44D-5026-0AE9-6A07AFDA7E44}"/>
                    </a:ext>
                  </a:extLst>
                </p14:cNvPr>
                <p14:cNvContentPartPr/>
                <p14:nvPr/>
              </p14:nvContentPartPr>
              <p14:xfrm>
                <a:off x="8322847" y="1007880"/>
                <a:ext cx="163080" cy="32040"/>
              </p14:xfrm>
            </p:contentPart>
          </mc:Choice>
          <mc:Fallback xmlns="">
            <p:pic>
              <p:nvPicPr>
                <p:cNvPr id="43040" name="잉크 43039">
                  <a:extLst>
                    <a:ext uri="{FF2B5EF4-FFF2-40B4-BE49-F238E27FC236}">
                      <a16:creationId xmlns:a16="http://schemas.microsoft.com/office/drawing/2014/main" id="{EDC5EF22-A44D-5026-0AE9-6A07AFDA7E4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313847" y="998880"/>
                  <a:ext cx="180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3041" name="잉크 43040">
                  <a:extLst>
                    <a:ext uri="{FF2B5EF4-FFF2-40B4-BE49-F238E27FC236}">
                      <a16:creationId xmlns:a16="http://schemas.microsoft.com/office/drawing/2014/main" id="{6F265C94-204F-4D51-170F-7FBC00028642}"/>
                    </a:ext>
                  </a:extLst>
                </p14:cNvPr>
                <p14:cNvContentPartPr/>
                <p14:nvPr/>
              </p14:nvContentPartPr>
              <p14:xfrm>
                <a:off x="8510767" y="851280"/>
                <a:ext cx="86040" cy="203040"/>
              </p14:xfrm>
            </p:contentPart>
          </mc:Choice>
          <mc:Fallback xmlns="">
            <p:pic>
              <p:nvPicPr>
                <p:cNvPr id="43041" name="잉크 43040">
                  <a:extLst>
                    <a:ext uri="{FF2B5EF4-FFF2-40B4-BE49-F238E27FC236}">
                      <a16:creationId xmlns:a16="http://schemas.microsoft.com/office/drawing/2014/main" id="{6F265C94-204F-4D51-170F-7FBC000286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02127" y="842640"/>
                  <a:ext cx="103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3042" name="잉크 43041">
                  <a:extLst>
                    <a:ext uri="{FF2B5EF4-FFF2-40B4-BE49-F238E27FC236}">
                      <a16:creationId xmlns:a16="http://schemas.microsoft.com/office/drawing/2014/main" id="{15E1BB46-7174-E3E0-BE6F-2380D25BBB85}"/>
                    </a:ext>
                  </a:extLst>
                </p14:cNvPr>
                <p14:cNvContentPartPr/>
                <p14:nvPr/>
              </p14:nvContentPartPr>
              <p14:xfrm>
                <a:off x="8604367" y="958200"/>
                <a:ext cx="114840" cy="97200"/>
              </p14:xfrm>
            </p:contentPart>
          </mc:Choice>
          <mc:Fallback xmlns="">
            <p:pic>
              <p:nvPicPr>
                <p:cNvPr id="43042" name="잉크 43041">
                  <a:extLst>
                    <a:ext uri="{FF2B5EF4-FFF2-40B4-BE49-F238E27FC236}">
                      <a16:creationId xmlns:a16="http://schemas.microsoft.com/office/drawing/2014/main" id="{15E1BB46-7174-E3E0-BE6F-2380D25BBB8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95367" y="949200"/>
                  <a:ext cx="1324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3043" name="잉크 43042">
                  <a:extLst>
                    <a:ext uri="{FF2B5EF4-FFF2-40B4-BE49-F238E27FC236}">
                      <a16:creationId xmlns:a16="http://schemas.microsoft.com/office/drawing/2014/main" id="{EE406B5B-A724-03C3-9617-4762DAD7778A}"/>
                    </a:ext>
                  </a:extLst>
                </p14:cNvPr>
                <p14:cNvContentPartPr/>
                <p14:nvPr/>
              </p14:nvContentPartPr>
              <p14:xfrm>
                <a:off x="8234647" y="827160"/>
                <a:ext cx="511200" cy="335880"/>
              </p14:xfrm>
            </p:contentPart>
          </mc:Choice>
          <mc:Fallback xmlns="">
            <p:pic>
              <p:nvPicPr>
                <p:cNvPr id="43043" name="잉크 43042">
                  <a:extLst>
                    <a:ext uri="{FF2B5EF4-FFF2-40B4-BE49-F238E27FC236}">
                      <a16:creationId xmlns:a16="http://schemas.microsoft.com/office/drawing/2014/main" id="{EE406B5B-A724-03C3-9617-4762DAD7778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225647" y="818520"/>
                  <a:ext cx="5288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3044" name="잉크 43043">
                  <a:extLst>
                    <a:ext uri="{FF2B5EF4-FFF2-40B4-BE49-F238E27FC236}">
                      <a16:creationId xmlns:a16="http://schemas.microsoft.com/office/drawing/2014/main" id="{C5A82559-243F-12A7-BE4A-8E7E9E41E7D2}"/>
                    </a:ext>
                  </a:extLst>
                </p14:cNvPr>
                <p14:cNvContentPartPr/>
                <p14:nvPr/>
              </p14:nvContentPartPr>
              <p14:xfrm>
                <a:off x="8278567" y="775680"/>
                <a:ext cx="511920" cy="394560"/>
              </p14:xfrm>
            </p:contentPart>
          </mc:Choice>
          <mc:Fallback xmlns="">
            <p:pic>
              <p:nvPicPr>
                <p:cNvPr id="43044" name="잉크 43043">
                  <a:extLst>
                    <a:ext uri="{FF2B5EF4-FFF2-40B4-BE49-F238E27FC236}">
                      <a16:creationId xmlns:a16="http://schemas.microsoft.com/office/drawing/2014/main" id="{C5A82559-243F-12A7-BE4A-8E7E9E41E7D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69567" y="766680"/>
                  <a:ext cx="529560" cy="41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54" name="그룹 43053">
            <a:extLst>
              <a:ext uri="{FF2B5EF4-FFF2-40B4-BE49-F238E27FC236}">
                <a16:creationId xmlns:a16="http://schemas.microsoft.com/office/drawing/2014/main" id="{6E139269-1A4C-9C25-B32A-A55C64B54A08}"/>
              </a:ext>
            </a:extLst>
          </p:cNvPr>
          <p:cNvGrpSpPr/>
          <p:nvPr/>
        </p:nvGrpSpPr>
        <p:grpSpPr>
          <a:xfrm>
            <a:off x="7362007" y="487320"/>
            <a:ext cx="810720" cy="370080"/>
            <a:chOff x="7362007" y="487320"/>
            <a:chExt cx="810720" cy="3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3046" name="잉크 43045">
                  <a:extLst>
                    <a:ext uri="{FF2B5EF4-FFF2-40B4-BE49-F238E27FC236}">
                      <a16:creationId xmlns:a16="http://schemas.microsoft.com/office/drawing/2014/main" id="{62ECB74C-0457-DB3B-F11C-C9B5C3DCE836}"/>
                    </a:ext>
                  </a:extLst>
                </p14:cNvPr>
                <p14:cNvContentPartPr/>
                <p14:nvPr/>
              </p14:nvContentPartPr>
              <p14:xfrm>
                <a:off x="7362007" y="609720"/>
                <a:ext cx="807120" cy="247680"/>
              </p14:xfrm>
            </p:contentPart>
          </mc:Choice>
          <mc:Fallback xmlns="">
            <p:pic>
              <p:nvPicPr>
                <p:cNvPr id="43046" name="잉크 43045">
                  <a:extLst>
                    <a:ext uri="{FF2B5EF4-FFF2-40B4-BE49-F238E27FC236}">
                      <a16:creationId xmlns:a16="http://schemas.microsoft.com/office/drawing/2014/main" id="{62ECB74C-0457-DB3B-F11C-C9B5C3DCE83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53367" y="601080"/>
                  <a:ext cx="8247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3047" name="잉크 43046">
                  <a:extLst>
                    <a:ext uri="{FF2B5EF4-FFF2-40B4-BE49-F238E27FC236}">
                      <a16:creationId xmlns:a16="http://schemas.microsoft.com/office/drawing/2014/main" id="{457810CD-327E-AA0A-618E-D5C6CB415242}"/>
                    </a:ext>
                  </a:extLst>
                </p14:cNvPr>
                <p14:cNvContentPartPr/>
                <p14:nvPr/>
              </p14:nvContentPartPr>
              <p14:xfrm>
                <a:off x="7637407" y="487320"/>
                <a:ext cx="84240" cy="146520"/>
              </p14:xfrm>
            </p:contentPart>
          </mc:Choice>
          <mc:Fallback xmlns="">
            <p:pic>
              <p:nvPicPr>
                <p:cNvPr id="43047" name="잉크 43046">
                  <a:extLst>
                    <a:ext uri="{FF2B5EF4-FFF2-40B4-BE49-F238E27FC236}">
                      <a16:creationId xmlns:a16="http://schemas.microsoft.com/office/drawing/2014/main" id="{457810CD-327E-AA0A-618E-D5C6CB4152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628767" y="478680"/>
                  <a:ext cx="101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3048" name="잉크 43047">
                  <a:extLst>
                    <a:ext uri="{FF2B5EF4-FFF2-40B4-BE49-F238E27FC236}">
                      <a16:creationId xmlns:a16="http://schemas.microsoft.com/office/drawing/2014/main" id="{EE837626-C156-A775-F2DF-59ECA36AC190}"/>
                    </a:ext>
                  </a:extLst>
                </p14:cNvPr>
                <p14:cNvContentPartPr/>
                <p14:nvPr/>
              </p14:nvContentPartPr>
              <p14:xfrm>
                <a:off x="7623727" y="548520"/>
                <a:ext cx="164160" cy="30960"/>
              </p14:xfrm>
            </p:contentPart>
          </mc:Choice>
          <mc:Fallback xmlns="">
            <p:pic>
              <p:nvPicPr>
                <p:cNvPr id="43048" name="잉크 43047">
                  <a:extLst>
                    <a:ext uri="{FF2B5EF4-FFF2-40B4-BE49-F238E27FC236}">
                      <a16:creationId xmlns:a16="http://schemas.microsoft.com/office/drawing/2014/main" id="{EE837626-C156-A775-F2DF-59ECA36AC19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15087" y="539880"/>
                  <a:ext cx="181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3049" name="잉크 43048">
                  <a:extLst>
                    <a:ext uri="{FF2B5EF4-FFF2-40B4-BE49-F238E27FC236}">
                      <a16:creationId xmlns:a16="http://schemas.microsoft.com/office/drawing/2014/main" id="{59098D41-EC96-37BC-D6F3-D94E859D79A5}"/>
                    </a:ext>
                  </a:extLst>
                </p14:cNvPr>
                <p14:cNvContentPartPr/>
                <p14:nvPr/>
              </p14:nvContentPartPr>
              <p14:xfrm>
                <a:off x="7772767" y="490560"/>
                <a:ext cx="122760" cy="159480"/>
              </p14:xfrm>
            </p:contentPart>
          </mc:Choice>
          <mc:Fallback xmlns="">
            <p:pic>
              <p:nvPicPr>
                <p:cNvPr id="43049" name="잉크 43048">
                  <a:extLst>
                    <a:ext uri="{FF2B5EF4-FFF2-40B4-BE49-F238E27FC236}">
                      <a16:creationId xmlns:a16="http://schemas.microsoft.com/office/drawing/2014/main" id="{59098D41-EC96-37BC-D6F3-D94E859D79A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64127" y="481560"/>
                  <a:ext cx="140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3050" name="잉크 43049">
                  <a:extLst>
                    <a:ext uri="{FF2B5EF4-FFF2-40B4-BE49-F238E27FC236}">
                      <a16:creationId xmlns:a16="http://schemas.microsoft.com/office/drawing/2014/main" id="{B22BE6A2-6D41-E586-A80A-0BE112FA7CF9}"/>
                    </a:ext>
                  </a:extLst>
                </p14:cNvPr>
                <p14:cNvContentPartPr/>
                <p14:nvPr/>
              </p14:nvContentPartPr>
              <p14:xfrm>
                <a:off x="7797607" y="513960"/>
                <a:ext cx="108000" cy="146880"/>
              </p14:xfrm>
            </p:contentPart>
          </mc:Choice>
          <mc:Fallback xmlns="">
            <p:pic>
              <p:nvPicPr>
                <p:cNvPr id="43050" name="잉크 43049">
                  <a:extLst>
                    <a:ext uri="{FF2B5EF4-FFF2-40B4-BE49-F238E27FC236}">
                      <a16:creationId xmlns:a16="http://schemas.microsoft.com/office/drawing/2014/main" id="{B22BE6A2-6D41-E586-A80A-0BE112FA7C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88967" y="504960"/>
                  <a:ext cx="1256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3051" name="잉크 43050">
                  <a:extLst>
                    <a:ext uri="{FF2B5EF4-FFF2-40B4-BE49-F238E27FC236}">
                      <a16:creationId xmlns:a16="http://schemas.microsoft.com/office/drawing/2014/main" id="{85256AAF-73E5-B511-1BB8-8DD54A28470B}"/>
                    </a:ext>
                  </a:extLst>
                </p14:cNvPr>
                <p14:cNvContentPartPr/>
                <p14:nvPr/>
              </p14:nvContentPartPr>
              <p14:xfrm>
                <a:off x="7876447" y="520440"/>
                <a:ext cx="106920" cy="130320"/>
              </p14:xfrm>
            </p:contentPart>
          </mc:Choice>
          <mc:Fallback xmlns="">
            <p:pic>
              <p:nvPicPr>
                <p:cNvPr id="43051" name="잉크 43050">
                  <a:extLst>
                    <a:ext uri="{FF2B5EF4-FFF2-40B4-BE49-F238E27FC236}">
                      <a16:creationId xmlns:a16="http://schemas.microsoft.com/office/drawing/2014/main" id="{85256AAF-73E5-B511-1BB8-8DD54A28470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67807" y="511440"/>
                  <a:ext cx="1245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3052" name="잉크 43051">
                  <a:extLst>
                    <a:ext uri="{FF2B5EF4-FFF2-40B4-BE49-F238E27FC236}">
                      <a16:creationId xmlns:a16="http://schemas.microsoft.com/office/drawing/2014/main" id="{16FAE101-42AB-ED96-FB86-53661B0CF82E}"/>
                    </a:ext>
                  </a:extLst>
                </p14:cNvPr>
                <p14:cNvContentPartPr/>
                <p14:nvPr/>
              </p14:nvContentPartPr>
              <p14:xfrm>
                <a:off x="7999567" y="511440"/>
                <a:ext cx="145080" cy="117360"/>
              </p14:xfrm>
            </p:contentPart>
          </mc:Choice>
          <mc:Fallback xmlns="">
            <p:pic>
              <p:nvPicPr>
                <p:cNvPr id="43052" name="잉크 43051">
                  <a:extLst>
                    <a:ext uri="{FF2B5EF4-FFF2-40B4-BE49-F238E27FC236}">
                      <a16:creationId xmlns:a16="http://schemas.microsoft.com/office/drawing/2014/main" id="{16FAE101-42AB-ED96-FB86-53661B0CF82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90927" y="502800"/>
                  <a:ext cx="162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3053" name="잉크 43052">
                  <a:extLst>
                    <a:ext uri="{FF2B5EF4-FFF2-40B4-BE49-F238E27FC236}">
                      <a16:creationId xmlns:a16="http://schemas.microsoft.com/office/drawing/2014/main" id="{ECC361C4-0472-3027-34DC-26AD5D807DEB}"/>
                    </a:ext>
                  </a:extLst>
                </p14:cNvPr>
                <p14:cNvContentPartPr/>
                <p14:nvPr/>
              </p14:nvContentPartPr>
              <p14:xfrm>
                <a:off x="8063287" y="638160"/>
                <a:ext cx="109440" cy="84240"/>
              </p14:xfrm>
            </p:contentPart>
          </mc:Choice>
          <mc:Fallback xmlns="">
            <p:pic>
              <p:nvPicPr>
                <p:cNvPr id="43053" name="잉크 43052">
                  <a:extLst>
                    <a:ext uri="{FF2B5EF4-FFF2-40B4-BE49-F238E27FC236}">
                      <a16:creationId xmlns:a16="http://schemas.microsoft.com/office/drawing/2014/main" id="{ECC361C4-0472-3027-34DC-26AD5D807DE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54647" y="629160"/>
                  <a:ext cx="12708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3075" name="잉크 43074">
                <a:extLst>
                  <a:ext uri="{FF2B5EF4-FFF2-40B4-BE49-F238E27FC236}">
                    <a16:creationId xmlns:a16="http://schemas.microsoft.com/office/drawing/2014/main" id="{F3766C85-57CA-75F8-DF6A-4D4B8530E756}"/>
                  </a:ext>
                </a:extLst>
              </p14:cNvPr>
              <p14:cNvContentPartPr/>
              <p14:nvPr/>
            </p14:nvContentPartPr>
            <p14:xfrm>
              <a:off x="8234647" y="1419360"/>
              <a:ext cx="10800" cy="20160"/>
            </p14:xfrm>
          </p:contentPart>
        </mc:Choice>
        <mc:Fallback xmlns="">
          <p:pic>
            <p:nvPicPr>
              <p:cNvPr id="43075" name="잉크 43074">
                <a:extLst>
                  <a:ext uri="{FF2B5EF4-FFF2-40B4-BE49-F238E27FC236}">
                    <a16:creationId xmlns:a16="http://schemas.microsoft.com/office/drawing/2014/main" id="{F3766C85-57CA-75F8-DF6A-4D4B8530E756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225647" y="1410360"/>
                <a:ext cx="2844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078" name="그룹 43077">
            <a:extLst>
              <a:ext uri="{FF2B5EF4-FFF2-40B4-BE49-F238E27FC236}">
                <a16:creationId xmlns:a16="http://schemas.microsoft.com/office/drawing/2014/main" id="{E993FBE8-B84E-9CD0-4CE2-0BAA981731EB}"/>
              </a:ext>
            </a:extLst>
          </p:cNvPr>
          <p:cNvGrpSpPr/>
          <p:nvPr/>
        </p:nvGrpSpPr>
        <p:grpSpPr>
          <a:xfrm>
            <a:off x="7762687" y="1134960"/>
            <a:ext cx="678960" cy="403920"/>
            <a:chOff x="7762687" y="1134960"/>
            <a:chExt cx="67896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3055" name="잉크 43054">
                  <a:extLst>
                    <a:ext uri="{FF2B5EF4-FFF2-40B4-BE49-F238E27FC236}">
                      <a16:creationId xmlns:a16="http://schemas.microsoft.com/office/drawing/2014/main" id="{7C8E0E4B-70EC-4BEB-ADB7-DF27836A1944}"/>
                    </a:ext>
                  </a:extLst>
                </p14:cNvPr>
                <p14:cNvContentPartPr/>
                <p14:nvPr/>
              </p14:nvContentPartPr>
              <p14:xfrm>
                <a:off x="7762687" y="1134960"/>
                <a:ext cx="479160" cy="203400"/>
              </p14:xfrm>
            </p:contentPart>
          </mc:Choice>
          <mc:Fallback xmlns="">
            <p:pic>
              <p:nvPicPr>
                <p:cNvPr id="43055" name="잉크 43054">
                  <a:extLst>
                    <a:ext uri="{FF2B5EF4-FFF2-40B4-BE49-F238E27FC236}">
                      <a16:creationId xmlns:a16="http://schemas.microsoft.com/office/drawing/2014/main" id="{7C8E0E4B-70EC-4BEB-ADB7-DF27836A19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54047" y="1125960"/>
                  <a:ext cx="496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3056" name="잉크 43055">
                  <a:extLst>
                    <a:ext uri="{FF2B5EF4-FFF2-40B4-BE49-F238E27FC236}">
                      <a16:creationId xmlns:a16="http://schemas.microsoft.com/office/drawing/2014/main" id="{44D096A3-26CB-8DA5-36D9-9E5DF8DAD941}"/>
                    </a:ext>
                  </a:extLst>
                </p14:cNvPr>
                <p14:cNvContentPartPr/>
                <p14:nvPr/>
              </p14:nvContentPartPr>
              <p14:xfrm>
                <a:off x="8027287" y="1287600"/>
                <a:ext cx="63720" cy="97200"/>
              </p14:xfrm>
            </p:contentPart>
          </mc:Choice>
          <mc:Fallback xmlns="">
            <p:pic>
              <p:nvPicPr>
                <p:cNvPr id="43056" name="잉크 43055">
                  <a:extLst>
                    <a:ext uri="{FF2B5EF4-FFF2-40B4-BE49-F238E27FC236}">
                      <a16:creationId xmlns:a16="http://schemas.microsoft.com/office/drawing/2014/main" id="{44D096A3-26CB-8DA5-36D9-9E5DF8DAD94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18287" y="1278600"/>
                  <a:ext cx="813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3057" name="잉크 43056">
                  <a:extLst>
                    <a:ext uri="{FF2B5EF4-FFF2-40B4-BE49-F238E27FC236}">
                      <a16:creationId xmlns:a16="http://schemas.microsoft.com/office/drawing/2014/main" id="{10497737-7AA1-6E65-A01D-62FC039A88CD}"/>
                    </a:ext>
                  </a:extLst>
                </p14:cNvPr>
                <p14:cNvContentPartPr/>
                <p14:nvPr/>
              </p14:nvContentPartPr>
              <p14:xfrm>
                <a:off x="8077687" y="1288320"/>
                <a:ext cx="49320" cy="79200"/>
              </p14:xfrm>
            </p:contentPart>
          </mc:Choice>
          <mc:Fallback xmlns="">
            <p:pic>
              <p:nvPicPr>
                <p:cNvPr id="43057" name="잉크 43056">
                  <a:extLst>
                    <a:ext uri="{FF2B5EF4-FFF2-40B4-BE49-F238E27FC236}">
                      <a16:creationId xmlns:a16="http://schemas.microsoft.com/office/drawing/2014/main" id="{10497737-7AA1-6E65-A01D-62FC039A88C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68687" y="1279680"/>
                  <a:ext cx="66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3058" name="잉크 43057">
                  <a:extLst>
                    <a:ext uri="{FF2B5EF4-FFF2-40B4-BE49-F238E27FC236}">
                      <a16:creationId xmlns:a16="http://schemas.microsoft.com/office/drawing/2014/main" id="{3663D12B-D6C1-5778-6D73-98A753921C3E}"/>
                    </a:ext>
                  </a:extLst>
                </p14:cNvPr>
                <p14:cNvContentPartPr/>
                <p14:nvPr/>
              </p14:nvContentPartPr>
              <p14:xfrm>
                <a:off x="8138887" y="1300560"/>
                <a:ext cx="117360" cy="16200"/>
              </p14:xfrm>
            </p:contentPart>
          </mc:Choice>
          <mc:Fallback xmlns="">
            <p:pic>
              <p:nvPicPr>
                <p:cNvPr id="43058" name="잉크 43057">
                  <a:extLst>
                    <a:ext uri="{FF2B5EF4-FFF2-40B4-BE49-F238E27FC236}">
                      <a16:creationId xmlns:a16="http://schemas.microsoft.com/office/drawing/2014/main" id="{3663D12B-D6C1-5778-6D73-98A753921C3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30247" y="1291920"/>
                  <a:ext cx="135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3059" name="잉크 43058">
                  <a:extLst>
                    <a:ext uri="{FF2B5EF4-FFF2-40B4-BE49-F238E27FC236}">
                      <a16:creationId xmlns:a16="http://schemas.microsoft.com/office/drawing/2014/main" id="{37E7080F-CDDC-8B87-E4E3-06D4E22DE291}"/>
                    </a:ext>
                  </a:extLst>
                </p14:cNvPr>
                <p14:cNvContentPartPr/>
                <p14:nvPr/>
              </p14:nvContentPartPr>
              <p14:xfrm>
                <a:off x="8179207" y="1303440"/>
                <a:ext cx="53280" cy="73080"/>
              </p14:xfrm>
            </p:contentPart>
          </mc:Choice>
          <mc:Fallback xmlns="">
            <p:pic>
              <p:nvPicPr>
                <p:cNvPr id="43059" name="잉크 43058">
                  <a:extLst>
                    <a:ext uri="{FF2B5EF4-FFF2-40B4-BE49-F238E27FC236}">
                      <a16:creationId xmlns:a16="http://schemas.microsoft.com/office/drawing/2014/main" id="{37E7080F-CDDC-8B87-E4E3-06D4E22DE29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170207" y="1294800"/>
                  <a:ext cx="70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3062" name="잉크 43061">
                  <a:extLst>
                    <a:ext uri="{FF2B5EF4-FFF2-40B4-BE49-F238E27FC236}">
                      <a16:creationId xmlns:a16="http://schemas.microsoft.com/office/drawing/2014/main" id="{880630AE-DD37-CEBE-3E62-9482390E6D4B}"/>
                    </a:ext>
                  </a:extLst>
                </p14:cNvPr>
                <p14:cNvContentPartPr/>
                <p14:nvPr/>
              </p14:nvContentPartPr>
              <p14:xfrm>
                <a:off x="8285767" y="1343040"/>
                <a:ext cx="140400" cy="70560"/>
              </p14:xfrm>
            </p:contentPart>
          </mc:Choice>
          <mc:Fallback xmlns="">
            <p:pic>
              <p:nvPicPr>
                <p:cNvPr id="43062" name="잉크 43061">
                  <a:extLst>
                    <a:ext uri="{FF2B5EF4-FFF2-40B4-BE49-F238E27FC236}">
                      <a16:creationId xmlns:a16="http://schemas.microsoft.com/office/drawing/2014/main" id="{880630AE-DD37-CEBE-3E62-9482390E6D4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276767" y="1334400"/>
                  <a:ext cx="158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3063" name="잉크 43062">
                  <a:extLst>
                    <a:ext uri="{FF2B5EF4-FFF2-40B4-BE49-F238E27FC236}">
                      <a16:creationId xmlns:a16="http://schemas.microsoft.com/office/drawing/2014/main" id="{7D8B05FD-C92D-60E6-05C0-584DC0035A2F}"/>
                    </a:ext>
                  </a:extLst>
                </p14:cNvPr>
                <p14:cNvContentPartPr/>
                <p14:nvPr/>
              </p14:nvContentPartPr>
              <p14:xfrm>
                <a:off x="8434087" y="1324320"/>
                <a:ext cx="7560" cy="115200"/>
              </p14:xfrm>
            </p:contentPart>
          </mc:Choice>
          <mc:Fallback xmlns="">
            <p:pic>
              <p:nvPicPr>
                <p:cNvPr id="43063" name="잉크 43062">
                  <a:extLst>
                    <a:ext uri="{FF2B5EF4-FFF2-40B4-BE49-F238E27FC236}">
                      <a16:creationId xmlns:a16="http://schemas.microsoft.com/office/drawing/2014/main" id="{7D8B05FD-C92D-60E6-05C0-584DC0035A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25447" y="1315320"/>
                  <a:ext cx="25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3064" name="잉크 43063">
                  <a:extLst>
                    <a:ext uri="{FF2B5EF4-FFF2-40B4-BE49-F238E27FC236}">
                      <a16:creationId xmlns:a16="http://schemas.microsoft.com/office/drawing/2014/main" id="{ACA3AC81-139E-7144-F7A1-D841569900FC}"/>
                    </a:ext>
                  </a:extLst>
                </p14:cNvPr>
                <p14:cNvContentPartPr/>
                <p14:nvPr/>
              </p14:nvContentPartPr>
              <p14:xfrm>
                <a:off x="8318167" y="1458240"/>
                <a:ext cx="120240" cy="55800"/>
              </p14:xfrm>
            </p:contentPart>
          </mc:Choice>
          <mc:Fallback xmlns="">
            <p:pic>
              <p:nvPicPr>
                <p:cNvPr id="43064" name="잉크 43063">
                  <a:extLst>
                    <a:ext uri="{FF2B5EF4-FFF2-40B4-BE49-F238E27FC236}">
                      <a16:creationId xmlns:a16="http://schemas.microsoft.com/office/drawing/2014/main" id="{ACA3AC81-139E-7144-F7A1-D841569900F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309527" y="1449600"/>
                  <a:ext cx="137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3066" name="잉크 43065">
                  <a:extLst>
                    <a:ext uri="{FF2B5EF4-FFF2-40B4-BE49-F238E27FC236}">
                      <a16:creationId xmlns:a16="http://schemas.microsoft.com/office/drawing/2014/main" id="{3CF35773-17BF-A685-4C8C-956F82AB0295}"/>
                    </a:ext>
                  </a:extLst>
                </p14:cNvPr>
                <p14:cNvContentPartPr/>
                <p14:nvPr/>
              </p14:nvContentPartPr>
              <p14:xfrm>
                <a:off x="7965367" y="1412520"/>
                <a:ext cx="168120" cy="21600"/>
              </p14:xfrm>
            </p:contentPart>
          </mc:Choice>
          <mc:Fallback xmlns="">
            <p:pic>
              <p:nvPicPr>
                <p:cNvPr id="43066" name="잉크 43065">
                  <a:extLst>
                    <a:ext uri="{FF2B5EF4-FFF2-40B4-BE49-F238E27FC236}">
                      <a16:creationId xmlns:a16="http://schemas.microsoft.com/office/drawing/2014/main" id="{3CF35773-17BF-A685-4C8C-956F82AB029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56727" y="1403880"/>
                  <a:ext cx="185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3067" name="잉크 43066">
                  <a:extLst>
                    <a:ext uri="{FF2B5EF4-FFF2-40B4-BE49-F238E27FC236}">
                      <a16:creationId xmlns:a16="http://schemas.microsoft.com/office/drawing/2014/main" id="{1AFC8801-1B88-7028-FB6C-AACE57AAA010}"/>
                    </a:ext>
                  </a:extLst>
                </p14:cNvPr>
                <p14:cNvContentPartPr/>
                <p14:nvPr/>
              </p14:nvContentPartPr>
              <p14:xfrm>
                <a:off x="8144647" y="1378680"/>
                <a:ext cx="141120" cy="5760"/>
              </p14:xfrm>
            </p:contentPart>
          </mc:Choice>
          <mc:Fallback xmlns="">
            <p:pic>
              <p:nvPicPr>
                <p:cNvPr id="43067" name="잉크 43066">
                  <a:extLst>
                    <a:ext uri="{FF2B5EF4-FFF2-40B4-BE49-F238E27FC236}">
                      <a16:creationId xmlns:a16="http://schemas.microsoft.com/office/drawing/2014/main" id="{1AFC8801-1B88-7028-FB6C-AACE57AAA01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36007" y="1369680"/>
                  <a:ext cx="158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3071" name="잉크 43070">
                  <a:extLst>
                    <a:ext uri="{FF2B5EF4-FFF2-40B4-BE49-F238E27FC236}">
                      <a16:creationId xmlns:a16="http://schemas.microsoft.com/office/drawing/2014/main" id="{29BE5776-B2F2-FD27-7CD3-3C476BAB4F02}"/>
                    </a:ext>
                  </a:extLst>
                </p14:cNvPr>
                <p14:cNvContentPartPr/>
                <p14:nvPr/>
              </p14:nvContentPartPr>
              <p14:xfrm>
                <a:off x="8160847" y="1415760"/>
                <a:ext cx="140400" cy="15480"/>
              </p14:xfrm>
            </p:contentPart>
          </mc:Choice>
          <mc:Fallback xmlns="">
            <p:pic>
              <p:nvPicPr>
                <p:cNvPr id="43071" name="잉크 43070">
                  <a:extLst>
                    <a:ext uri="{FF2B5EF4-FFF2-40B4-BE49-F238E27FC236}">
                      <a16:creationId xmlns:a16="http://schemas.microsoft.com/office/drawing/2014/main" id="{29BE5776-B2F2-FD27-7CD3-3C476BAB4F0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152207" y="1406760"/>
                  <a:ext cx="158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3072" name="잉크 43071">
                  <a:extLst>
                    <a:ext uri="{FF2B5EF4-FFF2-40B4-BE49-F238E27FC236}">
                      <a16:creationId xmlns:a16="http://schemas.microsoft.com/office/drawing/2014/main" id="{53C328C6-3AEB-7453-8F50-182B8F4D0661}"/>
                    </a:ext>
                  </a:extLst>
                </p14:cNvPr>
                <p14:cNvContentPartPr/>
                <p14:nvPr/>
              </p14:nvContentPartPr>
              <p14:xfrm>
                <a:off x="8227447" y="1434120"/>
                <a:ext cx="5760" cy="22320"/>
              </p14:xfrm>
            </p:contentPart>
          </mc:Choice>
          <mc:Fallback xmlns="">
            <p:pic>
              <p:nvPicPr>
                <p:cNvPr id="43072" name="잉크 43071">
                  <a:extLst>
                    <a:ext uri="{FF2B5EF4-FFF2-40B4-BE49-F238E27FC236}">
                      <a16:creationId xmlns:a16="http://schemas.microsoft.com/office/drawing/2014/main" id="{53C328C6-3AEB-7453-8F50-182B8F4D066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18807" y="1425480"/>
                  <a:ext cx="2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3073" name="잉크 43072">
                  <a:extLst>
                    <a:ext uri="{FF2B5EF4-FFF2-40B4-BE49-F238E27FC236}">
                      <a16:creationId xmlns:a16="http://schemas.microsoft.com/office/drawing/2014/main" id="{CA98B604-4E5F-73E9-5D64-D2FF929B5206}"/>
                    </a:ext>
                  </a:extLst>
                </p14:cNvPr>
                <p14:cNvContentPartPr/>
                <p14:nvPr/>
              </p14:nvContentPartPr>
              <p14:xfrm>
                <a:off x="8166967" y="1478040"/>
                <a:ext cx="134280" cy="60840"/>
              </p14:xfrm>
            </p:contentPart>
          </mc:Choice>
          <mc:Fallback xmlns="">
            <p:pic>
              <p:nvPicPr>
                <p:cNvPr id="43073" name="잉크 43072">
                  <a:extLst>
                    <a:ext uri="{FF2B5EF4-FFF2-40B4-BE49-F238E27FC236}">
                      <a16:creationId xmlns:a16="http://schemas.microsoft.com/office/drawing/2014/main" id="{CA98B604-4E5F-73E9-5D64-D2FF929B520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57967" y="1469400"/>
                  <a:ext cx="15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3077" name="잉크 43076">
                  <a:extLst>
                    <a:ext uri="{FF2B5EF4-FFF2-40B4-BE49-F238E27FC236}">
                      <a16:creationId xmlns:a16="http://schemas.microsoft.com/office/drawing/2014/main" id="{42A1875F-9948-71D1-2984-CA8BE2C78EDF}"/>
                    </a:ext>
                  </a:extLst>
                </p14:cNvPr>
                <p14:cNvContentPartPr/>
                <p14:nvPr/>
              </p14:nvContentPartPr>
              <p14:xfrm>
                <a:off x="8228167" y="1431960"/>
                <a:ext cx="21960" cy="47880"/>
              </p14:xfrm>
            </p:contentPart>
          </mc:Choice>
          <mc:Fallback xmlns="">
            <p:pic>
              <p:nvPicPr>
                <p:cNvPr id="43077" name="잉크 43076">
                  <a:extLst>
                    <a:ext uri="{FF2B5EF4-FFF2-40B4-BE49-F238E27FC236}">
                      <a16:creationId xmlns:a16="http://schemas.microsoft.com/office/drawing/2014/main" id="{42A1875F-9948-71D1-2984-CA8BE2C78E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19167" y="1423320"/>
                  <a:ext cx="3960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98" name="그룹 43097">
            <a:extLst>
              <a:ext uri="{FF2B5EF4-FFF2-40B4-BE49-F238E27FC236}">
                <a16:creationId xmlns:a16="http://schemas.microsoft.com/office/drawing/2014/main" id="{EA9B9E2E-14E9-2A00-7F3E-B058CF3256C1}"/>
              </a:ext>
            </a:extLst>
          </p:cNvPr>
          <p:cNvGrpSpPr/>
          <p:nvPr/>
        </p:nvGrpSpPr>
        <p:grpSpPr>
          <a:xfrm>
            <a:off x="8402407" y="1621680"/>
            <a:ext cx="559080" cy="253440"/>
            <a:chOff x="8402407" y="1621680"/>
            <a:chExt cx="55908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3088" name="잉크 43087">
                  <a:extLst>
                    <a:ext uri="{FF2B5EF4-FFF2-40B4-BE49-F238E27FC236}">
                      <a16:creationId xmlns:a16="http://schemas.microsoft.com/office/drawing/2014/main" id="{88FD7085-EAC2-7256-CB11-4759A6BF43BD}"/>
                    </a:ext>
                  </a:extLst>
                </p14:cNvPr>
                <p14:cNvContentPartPr/>
                <p14:nvPr/>
              </p14:nvContentPartPr>
              <p14:xfrm>
                <a:off x="8413927" y="1622760"/>
                <a:ext cx="91800" cy="120240"/>
              </p14:xfrm>
            </p:contentPart>
          </mc:Choice>
          <mc:Fallback xmlns="">
            <p:pic>
              <p:nvPicPr>
                <p:cNvPr id="43088" name="잉크 43087">
                  <a:extLst>
                    <a:ext uri="{FF2B5EF4-FFF2-40B4-BE49-F238E27FC236}">
                      <a16:creationId xmlns:a16="http://schemas.microsoft.com/office/drawing/2014/main" id="{88FD7085-EAC2-7256-CB11-4759A6BF43B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05287" y="1614120"/>
                  <a:ext cx="109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3089" name="잉크 43088">
                  <a:extLst>
                    <a:ext uri="{FF2B5EF4-FFF2-40B4-BE49-F238E27FC236}">
                      <a16:creationId xmlns:a16="http://schemas.microsoft.com/office/drawing/2014/main" id="{0539B360-4545-DAC7-B617-9AEA17B73FF2}"/>
                    </a:ext>
                  </a:extLst>
                </p14:cNvPr>
                <p14:cNvContentPartPr/>
                <p14:nvPr/>
              </p14:nvContentPartPr>
              <p14:xfrm>
                <a:off x="8402407" y="1649760"/>
                <a:ext cx="158760" cy="112320"/>
              </p14:xfrm>
            </p:contentPart>
          </mc:Choice>
          <mc:Fallback xmlns="">
            <p:pic>
              <p:nvPicPr>
                <p:cNvPr id="43089" name="잉크 43088">
                  <a:extLst>
                    <a:ext uri="{FF2B5EF4-FFF2-40B4-BE49-F238E27FC236}">
                      <a16:creationId xmlns:a16="http://schemas.microsoft.com/office/drawing/2014/main" id="{0539B360-4545-DAC7-B617-9AEA17B73FF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93407" y="1641120"/>
                  <a:ext cx="176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3090" name="잉크 43089">
                  <a:extLst>
                    <a:ext uri="{FF2B5EF4-FFF2-40B4-BE49-F238E27FC236}">
                      <a16:creationId xmlns:a16="http://schemas.microsoft.com/office/drawing/2014/main" id="{7C8EF3AD-29EA-EC3E-C4B5-1772B77D9B32}"/>
                    </a:ext>
                  </a:extLst>
                </p14:cNvPr>
                <p14:cNvContentPartPr/>
                <p14:nvPr/>
              </p14:nvContentPartPr>
              <p14:xfrm>
                <a:off x="8466487" y="1770720"/>
                <a:ext cx="72360" cy="45720"/>
              </p14:xfrm>
            </p:contentPart>
          </mc:Choice>
          <mc:Fallback xmlns="">
            <p:pic>
              <p:nvPicPr>
                <p:cNvPr id="43090" name="잉크 43089">
                  <a:extLst>
                    <a:ext uri="{FF2B5EF4-FFF2-40B4-BE49-F238E27FC236}">
                      <a16:creationId xmlns:a16="http://schemas.microsoft.com/office/drawing/2014/main" id="{7C8EF3AD-29EA-EC3E-C4B5-1772B77D9B3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57487" y="1761720"/>
                  <a:ext cx="90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3091" name="잉크 43090">
                  <a:extLst>
                    <a:ext uri="{FF2B5EF4-FFF2-40B4-BE49-F238E27FC236}">
                      <a16:creationId xmlns:a16="http://schemas.microsoft.com/office/drawing/2014/main" id="{3149AF32-0D81-039B-1B22-C779889E1DC1}"/>
                    </a:ext>
                  </a:extLst>
                </p14:cNvPr>
                <p14:cNvContentPartPr/>
                <p14:nvPr/>
              </p14:nvContentPartPr>
              <p14:xfrm>
                <a:off x="8550007" y="1631760"/>
                <a:ext cx="139320" cy="115920"/>
              </p14:xfrm>
            </p:contentPart>
          </mc:Choice>
          <mc:Fallback xmlns="">
            <p:pic>
              <p:nvPicPr>
                <p:cNvPr id="43091" name="잉크 43090">
                  <a:extLst>
                    <a:ext uri="{FF2B5EF4-FFF2-40B4-BE49-F238E27FC236}">
                      <a16:creationId xmlns:a16="http://schemas.microsoft.com/office/drawing/2014/main" id="{3149AF32-0D81-039B-1B22-C779889E1DC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541367" y="1622760"/>
                  <a:ext cx="156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3092" name="잉크 43091">
                  <a:extLst>
                    <a:ext uri="{FF2B5EF4-FFF2-40B4-BE49-F238E27FC236}">
                      <a16:creationId xmlns:a16="http://schemas.microsoft.com/office/drawing/2014/main" id="{77122421-9D53-FAEE-1EFC-A90AD2C75691}"/>
                    </a:ext>
                  </a:extLst>
                </p14:cNvPr>
                <p14:cNvContentPartPr/>
                <p14:nvPr/>
              </p14:nvContentPartPr>
              <p14:xfrm>
                <a:off x="8663767" y="1664520"/>
                <a:ext cx="82800" cy="55440"/>
              </p14:xfrm>
            </p:contentPart>
          </mc:Choice>
          <mc:Fallback xmlns="">
            <p:pic>
              <p:nvPicPr>
                <p:cNvPr id="43092" name="잉크 43091">
                  <a:extLst>
                    <a:ext uri="{FF2B5EF4-FFF2-40B4-BE49-F238E27FC236}">
                      <a16:creationId xmlns:a16="http://schemas.microsoft.com/office/drawing/2014/main" id="{77122421-9D53-FAEE-1EFC-A90AD2C7569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654767" y="1655880"/>
                  <a:ext cx="100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3093" name="잉크 43092">
                  <a:extLst>
                    <a:ext uri="{FF2B5EF4-FFF2-40B4-BE49-F238E27FC236}">
                      <a16:creationId xmlns:a16="http://schemas.microsoft.com/office/drawing/2014/main" id="{DE071BB5-1F52-4DDA-593C-7CAAAE5D9158}"/>
                    </a:ext>
                  </a:extLst>
                </p14:cNvPr>
                <p14:cNvContentPartPr/>
                <p14:nvPr/>
              </p14:nvContentPartPr>
              <p14:xfrm>
                <a:off x="8638207" y="1750200"/>
                <a:ext cx="83520" cy="65520"/>
              </p14:xfrm>
            </p:contentPart>
          </mc:Choice>
          <mc:Fallback xmlns="">
            <p:pic>
              <p:nvPicPr>
                <p:cNvPr id="43093" name="잉크 43092">
                  <a:extLst>
                    <a:ext uri="{FF2B5EF4-FFF2-40B4-BE49-F238E27FC236}">
                      <a16:creationId xmlns:a16="http://schemas.microsoft.com/office/drawing/2014/main" id="{DE071BB5-1F52-4DDA-593C-7CAAAE5D915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629207" y="1741200"/>
                  <a:ext cx="101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3094" name="잉크 43093">
                  <a:extLst>
                    <a:ext uri="{FF2B5EF4-FFF2-40B4-BE49-F238E27FC236}">
                      <a16:creationId xmlns:a16="http://schemas.microsoft.com/office/drawing/2014/main" id="{92E8335F-8A08-574A-511A-16FBA97962AF}"/>
                    </a:ext>
                  </a:extLst>
                </p14:cNvPr>
                <p14:cNvContentPartPr/>
                <p14:nvPr/>
              </p14:nvContentPartPr>
              <p14:xfrm>
                <a:off x="8756647" y="1626000"/>
                <a:ext cx="90360" cy="95040"/>
              </p14:xfrm>
            </p:contentPart>
          </mc:Choice>
          <mc:Fallback xmlns="">
            <p:pic>
              <p:nvPicPr>
                <p:cNvPr id="43094" name="잉크 43093">
                  <a:extLst>
                    <a:ext uri="{FF2B5EF4-FFF2-40B4-BE49-F238E27FC236}">
                      <a16:creationId xmlns:a16="http://schemas.microsoft.com/office/drawing/2014/main" id="{92E8335F-8A08-574A-511A-16FBA97962A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748007" y="1617000"/>
                  <a:ext cx="108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3095" name="잉크 43094">
                  <a:extLst>
                    <a:ext uri="{FF2B5EF4-FFF2-40B4-BE49-F238E27FC236}">
                      <a16:creationId xmlns:a16="http://schemas.microsoft.com/office/drawing/2014/main" id="{9BA95267-5637-CF97-74C5-6851B7FA8E0B}"/>
                    </a:ext>
                  </a:extLst>
                </p14:cNvPr>
                <p14:cNvContentPartPr/>
                <p14:nvPr/>
              </p14:nvContentPartPr>
              <p14:xfrm>
                <a:off x="8769607" y="1621680"/>
                <a:ext cx="108000" cy="163800"/>
              </p14:xfrm>
            </p:contentPart>
          </mc:Choice>
          <mc:Fallback xmlns="">
            <p:pic>
              <p:nvPicPr>
                <p:cNvPr id="43095" name="잉크 43094">
                  <a:extLst>
                    <a:ext uri="{FF2B5EF4-FFF2-40B4-BE49-F238E27FC236}">
                      <a16:creationId xmlns:a16="http://schemas.microsoft.com/office/drawing/2014/main" id="{9BA95267-5637-CF97-74C5-6851B7FA8E0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760607" y="1613040"/>
                  <a:ext cx="1256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3096" name="잉크 43095">
                  <a:extLst>
                    <a:ext uri="{FF2B5EF4-FFF2-40B4-BE49-F238E27FC236}">
                      <a16:creationId xmlns:a16="http://schemas.microsoft.com/office/drawing/2014/main" id="{7163CE8F-4A97-1681-CDBA-8DE8C77A6B49}"/>
                    </a:ext>
                  </a:extLst>
                </p14:cNvPr>
                <p14:cNvContentPartPr/>
                <p14:nvPr/>
              </p14:nvContentPartPr>
              <p14:xfrm>
                <a:off x="8835127" y="1693320"/>
                <a:ext cx="126360" cy="181800"/>
              </p14:xfrm>
            </p:contentPart>
          </mc:Choice>
          <mc:Fallback xmlns="">
            <p:pic>
              <p:nvPicPr>
                <p:cNvPr id="43096" name="잉크 43095">
                  <a:extLst>
                    <a:ext uri="{FF2B5EF4-FFF2-40B4-BE49-F238E27FC236}">
                      <a16:creationId xmlns:a16="http://schemas.microsoft.com/office/drawing/2014/main" id="{7163CE8F-4A97-1681-CDBA-8DE8C77A6B4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826127" y="1684320"/>
                  <a:ext cx="144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3097" name="잉크 43096">
                  <a:extLst>
                    <a:ext uri="{FF2B5EF4-FFF2-40B4-BE49-F238E27FC236}">
                      <a16:creationId xmlns:a16="http://schemas.microsoft.com/office/drawing/2014/main" id="{2E431F2A-861E-7F96-400F-41CB49FC2FA2}"/>
                    </a:ext>
                  </a:extLst>
                </p14:cNvPr>
                <p14:cNvContentPartPr/>
                <p14:nvPr/>
              </p14:nvContentPartPr>
              <p14:xfrm>
                <a:off x="8887327" y="1766040"/>
                <a:ext cx="56160" cy="50040"/>
              </p14:xfrm>
            </p:contentPart>
          </mc:Choice>
          <mc:Fallback xmlns="">
            <p:pic>
              <p:nvPicPr>
                <p:cNvPr id="43097" name="잉크 43096">
                  <a:extLst>
                    <a:ext uri="{FF2B5EF4-FFF2-40B4-BE49-F238E27FC236}">
                      <a16:creationId xmlns:a16="http://schemas.microsoft.com/office/drawing/2014/main" id="{2E431F2A-861E-7F96-400F-41CB49FC2FA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78327" y="1757040"/>
                  <a:ext cx="738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09" name="그룹 43108">
            <a:extLst>
              <a:ext uri="{FF2B5EF4-FFF2-40B4-BE49-F238E27FC236}">
                <a16:creationId xmlns:a16="http://schemas.microsoft.com/office/drawing/2014/main" id="{0A6C9D25-1220-6D47-80B1-EAC801B88013}"/>
              </a:ext>
            </a:extLst>
          </p:cNvPr>
          <p:cNvGrpSpPr/>
          <p:nvPr/>
        </p:nvGrpSpPr>
        <p:grpSpPr>
          <a:xfrm>
            <a:off x="6731647" y="777480"/>
            <a:ext cx="204840" cy="124200"/>
            <a:chOff x="6731647" y="777480"/>
            <a:chExt cx="20484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43106" name="잉크 43105">
                  <a:extLst>
                    <a:ext uri="{FF2B5EF4-FFF2-40B4-BE49-F238E27FC236}">
                      <a16:creationId xmlns:a16="http://schemas.microsoft.com/office/drawing/2014/main" id="{61B5D3A8-04C9-41C2-29D0-FEA77CFC7E0D}"/>
                    </a:ext>
                  </a:extLst>
                </p14:cNvPr>
                <p14:cNvContentPartPr/>
                <p14:nvPr/>
              </p14:nvContentPartPr>
              <p14:xfrm>
                <a:off x="6731647" y="777480"/>
                <a:ext cx="22320" cy="117000"/>
              </p14:xfrm>
            </p:contentPart>
          </mc:Choice>
          <mc:Fallback xmlns="">
            <p:pic>
              <p:nvPicPr>
                <p:cNvPr id="43106" name="잉크 43105">
                  <a:extLst>
                    <a:ext uri="{FF2B5EF4-FFF2-40B4-BE49-F238E27FC236}">
                      <a16:creationId xmlns:a16="http://schemas.microsoft.com/office/drawing/2014/main" id="{61B5D3A8-04C9-41C2-29D0-FEA77CFC7E0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723007" y="768840"/>
                  <a:ext cx="399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3107" name="잉크 43106">
                  <a:extLst>
                    <a:ext uri="{FF2B5EF4-FFF2-40B4-BE49-F238E27FC236}">
                      <a16:creationId xmlns:a16="http://schemas.microsoft.com/office/drawing/2014/main" id="{14F0B266-A18F-DD3A-E9EA-5EA207F609F4}"/>
                    </a:ext>
                  </a:extLst>
                </p14:cNvPr>
                <p14:cNvContentPartPr/>
                <p14:nvPr/>
              </p14:nvContentPartPr>
              <p14:xfrm>
                <a:off x="6812287" y="789720"/>
                <a:ext cx="87840" cy="99360"/>
              </p14:xfrm>
            </p:contentPart>
          </mc:Choice>
          <mc:Fallback xmlns="">
            <p:pic>
              <p:nvPicPr>
                <p:cNvPr id="43107" name="잉크 43106">
                  <a:extLst>
                    <a:ext uri="{FF2B5EF4-FFF2-40B4-BE49-F238E27FC236}">
                      <a16:creationId xmlns:a16="http://schemas.microsoft.com/office/drawing/2014/main" id="{14F0B266-A18F-DD3A-E9EA-5EA207F609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803647" y="781080"/>
                  <a:ext cx="105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3108" name="잉크 43107">
                  <a:extLst>
                    <a:ext uri="{FF2B5EF4-FFF2-40B4-BE49-F238E27FC236}">
                      <a16:creationId xmlns:a16="http://schemas.microsoft.com/office/drawing/2014/main" id="{D0179EDD-E48E-E67E-DF62-2788F94F51FB}"/>
                    </a:ext>
                  </a:extLst>
                </p14:cNvPr>
                <p14:cNvContentPartPr/>
                <p14:nvPr/>
              </p14:nvContentPartPr>
              <p14:xfrm>
                <a:off x="6847927" y="837960"/>
                <a:ext cx="88560" cy="63720"/>
              </p14:xfrm>
            </p:contentPart>
          </mc:Choice>
          <mc:Fallback xmlns="">
            <p:pic>
              <p:nvPicPr>
                <p:cNvPr id="43108" name="잉크 43107">
                  <a:extLst>
                    <a:ext uri="{FF2B5EF4-FFF2-40B4-BE49-F238E27FC236}">
                      <a16:creationId xmlns:a16="http://schemas.microsoft.com/office/drawing/2014/main" id="{D0179EDD-E48E-E67E-DF62-2788F94F51F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38927" y="828960"/>
                  <a:ext cx="10620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43110" name="잉크 43109">
                <a:extLst>
                  <a:ext uri="{FF2B5EF4-FFF2-40B4-BE49-F238E27FC236}">
                    <a16:creationId xmlns:a16="http://schemas.microsoft.com/office/drawing/2014/main" id="{CBCD17E9-3076-ADFB-9916-7E1DC949154A}"/>
                  </a:ext>
                </a:extLst>
              </p14:cNvPr>
              <p14:cNvContentPartPr/>
              <p14:nvPr/>
            </p14:nvContentPartPr>
            <p14:xfrm>
              <a:off x="6889687" y="1362840"/>
              <a:ext cx="24840" cy="141480"/>
            </p14:xfrm>
          </p:contentPart>
        </mc:Choice>
        <mc:Fallback xmlns="">
          <p:pic>
            <p:nvPicPr>
              <p:cNvPr id="43110" name="잉크 43109">
                <a:extLst>
                  <a:ext uri="{FF2B5EF4-FFF2-40B4-BE49-F238E27FC236}">
                    <a16:creationId xmlns:a16="http://schemas.microsoft.com/office/drawing/2014/main" id="{CBCD17E9-3076-ADFB-9916-7E1DC949154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880687" y="1353840"/>
                <a:ext cx="4248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16" name="그룹 43115">
            <a:extLst>
              <a:ext uri="{FF2B5EF4-FFF2-40B4-BE49-F238E27FC236}">
                <a16:creationId xmlns:a16="http://schemas.microsoft.com/office/drawing/2014/main" id="{94F8D146-ED1F-EFCC-2911-AEC826A3A076}"/>
              </a:ext>
            </a:extLst>
          </p:cNvPr>
          <p:cNvGrpSpPr/>
          <p:nvPr/>
        </p:nvGrpSpPr>
        <p:grpSpPr>
          <a:xfrm>
            <a:off x="6967807" y="1395960"/>
            <a:ext cx="115200" cy="114120"/>
            <a:chOff x="6967807" y="1395960"/>
            <a:chExt cx="115200" cy="11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3114" name="잉크 43113">
                  <a:extLst>
                    <a:ext uri="{FF2B5EF4-FFF2-40B4-BE49-F238E27FC236}">
                      <a16:creationId xmlns:a16="http://schemas.microsoft.com/office/drawing/2014/main" id="{32DE5A20-4698-6C49-F802-40D9581D60DC}"/>
                    </a:ext>
                  </a:extLst>
                </p14:cNvPr>
                <p14:cNvContentPartPr/>
                <p14:nvPr/>
              </p14:nvContentPartPr>
              <p14:xfrm>
                <a:off x="6967807" y="1395960"/>
                <a:ext cx="115200" cy="19080"/>
              </p14:xfrm>
            </p:contentPart>
          </mc:Choice>
          <mc:Fallback xmlns="">
            <p:pic>
              <p:nvPicPr>
                <p:cNvPr id="43114" name="잉크 43113">
                  <a:extLst>
                    <a:ext uri="{FF2B5EF4-FFF2-40B4-BE49-F238E27FC236}">
                      <a16:creationId xmlns:a16="http://schemas.microsoft.com/office/drawing/2014/main" id="{32DE5A20-4698-6C49-F802-40D9581D60D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59167" y="1387320"/>
                  <a:ext cx="132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3115" name="잉크 43114">
                  <a:extLst>
                    <a:ext uri="{FF2B5EF4-FFF2-40B4-BE49-F238E27FC236}">
                      <a16:creationId xmlns:a16="http://schemas.microsoft.com/office/drawing/2014/main" id="{385F8B09-FABA-7017-93C2-77B0E1E7BD0F}"/>
                    </a:ext>
                  </a:extLst>
                </p14:cNvPr>
                <p14:cNvContentPartPr/>
                <p14:nvPr/>
              </p14:nvContentPartPr>
              <p14:xfrm>
                <a:off x="7023967" y="1408920"/>
                <a:ext cx="25560" cy="101160"/>
              </p14:xfrm>
            </p:contentPart>
          </mc:Choice>
          <mc:Fallback xmlns="">
            <p:pic>
              <p:nvPicPr>
                <p:cNvPr id="43115" name="잉크 43114">
                  <a:extLst>
                    <a:ext uri="{FF2B5EF4-FFF2-40B4-BE49-F238E27FC236}">
                      <a16:creationId xmlns:a16="http://schemas.microsoft.com/office/drawing/2014/main" id="{385F8B09-FABA-7017-93C2-77B0E1E7BD0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014967" y="1400280"/>
                  <a:ext cx="4320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21" name="그룹 43120">
            <a:extLst>
              <a:ext uri="{FF2B5EF4-FFF2-40B4-BE49-F238E27FC236}">
                <a16:creationId xmlns:a16="http://schemas.microsoft.com/office/drawing/2014/main" id="{8C5CBEDB-2457-7209-CC29-493EC2F96986}"/>
              </a:ext>
            </a:extLst>
          </p:cNvPr>
          <p:cNvGrpSpPr/>
          <p:nvPr/>
        </p:nvGrpSpPr>
        <p:grpSpPr>
          <a:xfrm>
            <a:off x="7783927" y="128400"/>
            <a:ext cx="623520" cy="241560"/>
            <a:chOff x="7783927" y="128400"/>
            <a:chExt cx="623520" cy="24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3079" name="잉크 43078">
                  <a:extLst>
                    <a:ext uri="{FF2B5EF4-FFF2-40B4-BE49-F238E27FC236}">
                      <a16:creationId xmlns:a16="http://schemas.microsoft.com/office/drawing/2014/main" id="{A6257DE9-4300-8D7F-60BE-9F2AB7C21C7D}"/>
                    </a:ext>
                  </a:extLst>
                </p14:cNvPr>
                <p14:cNvContentPartPr/>
                <p14:nvPr/>
              </p14:nvContentPartPr>
              <p14:xfrm>
                <a:off x="7789327" y="128400"/>
                <a:ext cx="114120" cy="89640"/>
              </p14:xfrm>
            </p:contentPart>
          </mc:Choice>
          <mc:Fallback xmlns="">
            <p:pic>
              <p:nvPicPr>
                <p:cNvPr id="43079" name="잉크 43078">
                  <a:extLst>
                    <a:ext uri="{FF2B5EF4-FFF2-40B4-BE49-F238E27FC236}">
                      <a16:creationId xmlns:a16="http://schemas.microsoft.com/office/drawing/2014/main" id="{A6257DE9-4300-8D7F-60BE-9F2AB7C21C7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780327" y="119400"/>
                  <a:ext cx="131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3080" name="잉크 43079">
                  <a:extLst>
                    <a:ext uri="{FF2B5EF4-FFF2-40B4-BE49-F238E27FC236}">
                      <a16:creationId xmlns:a16="http://schemas.microsoft.com/office/drawing/2014/main" id="{82ED80A9-E28F-A646-0CF7-D835304856D4}"/>
                    </a:ext>
                  </a:extLst>
                </p14:cNvPr>
                <p14:cNvContentPartPr/>
                <p14:nvPr/>
              </p14:nvContentPartPr>
              <p14:xfrm>
                <a:off x="7783927" y="155760"/>
                <a:ext cx="137520" cy="127440"/>
              </p14:xfrm>
            </p:contentPart>
          </mc:Choice>
          <mc:Fallback xmlns="">
            <p:pic>
              <p:nvPicPr>
                <p:cNvPr id="43080" name="잉크 43079">
                  <a:extLst>
                    <a:ext uri="{FF2B5EF4-FFF2-40B4-BE49-F238E27FC236}">
                      <a16:creationId xmlns:a16="http://schemas.microsoft.com/office/drawing/2014/main" id="{82ED80A9-E28F-A646-0CF7-D835304856D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774927" y="147120"/>
                  <a:ext cx="155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3081" name="잉크 43080">
                  <a:extLst>
                    <a:ext uri="{FF2B5EF4-FFF2-40B4-BE49-F238E27FC236}">
                      <a16:creationId xmlns:a16="http://schemas.microsoft.com/office/drawing/2014/main" id="{E6D58851-87C7-A80E-0C77-6FE27CD5AF76}"/>
                    </a:ext>
                  </a:extLst>
                </p14:cNvPr>
                <p14:cNvContentPartPr/>
                <p14:nvPr/>
              </p14:nvContentPartPr>
              <p14:xfrm>
                <a:off x="7818127" y="280680"/>
                <a:ext cx="102600" cy="72360"/>
              </p14:xfrm>
            </p:contentPart>
          </mc:Choice>
          <mc:Fallback xmlns="">
            <p:pic>
              <p:nvPicPr>
                <p:cNvPr id="43081" name="잉크 43080">
                  <a:extLst>
                    <a:ext uri="{FF2B5EF4-FFF2-40B4-BE49-F238E27FC236}">
                      <a16:creationId xmlns:a16="http://schemas.microsoft.com/office/drawing/2014/main" id="{E6D58851-87C7-A80E-0C77-6FE27CD5AF7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809487" y="271680"/>
                  <a:ext cx="120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43082" name="잉크 43081">
                  <a:extLst>
                    <a:ext uri="{FF2B5EF4-FFF2-40B4-BE49-F238E27FC236}">
                      <a16:creationId xmlns:a16="http://schemas.microsoft.com/office/drawing/2014/main" id="{C2D5B85A-28A8-EC23-BE29-0082FEA145A7}"/>
                    </a:ext>
                  </a:extLst>
                </p14:cNvPr>
                <p14:cNvContentPartPr/>
                <p14:nvPr/>
              </p14:nvContentPartPr>
              <p14:xfrm>
                <a:off x="7913527" y="140280"/>
                <a:ext cx="193680" cy="121320"/>
              </p14:xfrm>
            </p:contentPart>
          </mc:Choice>
          <mc:Fallback xmlns="">
            <p:pic>
              <p:nvPicPr>
                <p:cNvPr id="43082" name="잉크 43081">
                  <a:extLst>
                    <a:ext uri="{FF2B5EF4-FFF2-40B4-BE49-F238E27FC236}">
                      <a16:creationId xmlns:a16="http://schemas.microsoft.com/office/drawing/2014/main" id="{C2D5B85A-28A8-EC23-BE29-0082FEA145A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04887" y="131280"/>
                  <a:ext cx="211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43083" name="잉크 43082">
                  <a:extLst>
                    <a:ext uri="{FF2B5EF4-FFF2-40B4-BE49-F238E27FC236}">
                      <a16:creationId xmlns:a16="http://schemas.microsoft.com/office/drawing/2014/main" id="{9FE6E4EC-0C82-9F6F-2B16-6D8535D2BCD9}"/>
                    </a:ext>
                  </a:extLst>
                </p14:cNvPr>
                <p14:cNvContentPartPr/>
                <p14:nvPr/>
              </p14:nvContentPartPr>
              <p14:xfrm>
                <a:off x="8030887" y="219120"/>
                <a:ext cx="60480" cy="16200"/>
              </p14:xfrm>
            </p:contentPart>
          </mc:Choice>
          <mc:Fallback xmlns="">
            <p:pic>
              <p:nvPicPr>
                <p:cNvPr id="43083" name="잉크 43082">
                  <a:extLst>
                    <a:ext uri="{FF2B5EF4-FFF2-40B4-BE49-F238E27FC236}">
                      <a16:creationId xmlns:a16="http://schemas.microsoft.com/office/drawing/2014/main" id="{9FE6E4EC-0C82-9F6F-2B16-6D8535D2BCD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021887" y="210480"/>
                  <a:ext cx="78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43084" name="잉크 43083">
                  <a:extLst>
                    <a:ext uri="{FF2B5EF4-FFF2-40B4-BE49-F238E27FC236}">
                      <a16:creationId xmlns:a16="http://schemas.microsoft.com/office/drawing/2014/main" id="{984B9BC4-DAED-F4F5-175D-EDF1F34C025A}"/>
                    </a:ext>
                  </a:extLst>
                </p14:cNvPr>
                <p14:cNvContentPartPr/>
                <p14:nvPr/>
              </p14:nvContentPartPr>
              <p14:xfrm>
                <a:off x="8025847" y="252600"/>
                <a:ext cx="78480" cy="80280"/>
              </p14:xfrm>
            </p:contentPart>
          </mc:Choice>
          <mc:Fallback xmlns="">
            <p:pic>
              <p:nvPicPr>
                <p:cNvPr id="43084" name="잉크 43083">
                  <a:extLst>
                    <a:ext uri="{FF2B5EF4-FFF2-40B4-BE49-F238E27FC236}">
                      <a16:creationId xmlns:a16="http://schemas.microsoft.com/office/drawing/2014/main" id="{984B9BC4-DAED-F4F5-175D-EDF1F34C025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016847" y="243600"/>
                  <a:ext cx="961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43117" name="잉크 43116">
                  <a:extLst>
                    <a:ext uri="{FF2B5EF4-FFF2-40B4-BE49-F238E27FC236}">
                      <a16:creationId xmlns:a16="http://schemas.microsoft.com/office/drawing/2014/main" id="{47BB15AF-B0FA-0454-96AC-6642AB705B13}"/>
                    </a:ext>
                  </a:extLst>
                </p14:cNvPr>
                <p14:cNvContentPartPr/>
                <p14:nvPr/>
              </p14:nvContentPartPr>
              <p14:xfrm>
                <a:off x="8194327" y="187080"/>
                <a:ext cx="58320" cy="69480"/>
              </p14:xfrm>
            </p:contentPart>
          </mc:Choice>
          <mc:Fallback xmlns="">
            <p:pic>
              <p:nvPicPr>
                <p:cNvPr id="43117" name="잉크 43116">
                  <a:extLst>
                    <a:ext uri="{FF2B5EF4-FFF2-40B4-BE49-F238E27FC236}">
                      <a16:creationId xmlns:a16="http://schemas.microsoft.com/office/drawing/2014/main" id="{47BB15AF-B0FA-0454-96AC-6642AB705B1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85327" y="178080"/>
                  <a:ext cx="75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43118" name="잉크 43117">
                  <a:extLst>
                    <a:ext uri="{FF2B5EF4-FFF2-40B4-BE49-F238E27FC236}">
                      <a16:creationId xmlns:a16="http://schemas.microsoft.com/office/drawing/2014/main" id="{A5729F75-1701-972C-3CAE-89FA4672A482}"/>
                    </a:ext>
                  </a:extLst>
                </p14:cNvPr>
                <p14:cNvContentPartPr/>
                <p14:nvPr/>
              </p14:nvContentPartPr>
              <p14:xfrm>
                <a:off x="8257327" y="162240"/>
                <a:ext cx="52200" cy="120240"/>
              </p14:xfrm>
            </p:contentPart>
          </mc:Choice>
          <mc:Fallback xmlns="">
            <p:pic>
              <p:nvPicPr>
                <p:cNvPr id="43118" name="잉크 43117">
                  <a:extLst>
                    <a:ext uri="{FF2B5EF4-FFF2-40B4-BE49-F238E27FC236}">
                      <a16:creationId xmlns:a16="http://schemas.microsoft.com/office/drawing/2014/main" id="{A5729F75-1701-972C-3CAE-89FA4672A48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248687" y="153600"/>
                  <a:ext cx="69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43119" name="잉크 43118">
                  <a:extLst>
                    <a:ext uri="{FF2B5EF4-FFF2-40B4-BE49-F238E27FC236}">
                      <a16:creationId xmlns:a16="http://schemas.microsoft.com/office/drawing/2014/main" id="{88827E92-BB8C-1AA7-5A66-71F44B96E584}"/>
                    </a:ext>
                  </a:extLst>
                </p14:cNvPr>
                <p14:cNvContentPartPr/>
                <p14:nvPr/>
              </p14:nvContentPartPr>
              <p14:xfrm>
                <a:off x="8337247" y="209760"/>
                <a:ext cx="70200" cy="30600"/>
              </p14:xfrm>
            </p:contentPart>
          </mc:Choice>
          <mc:Fallback xmlns="">
            <p:pic>
              <p:nvPicPr>
                <p:cNvPr id="43119" name="잉크 43118">
                  <a:extLst>
                    <a:ext uri="{FF2B5EF4-FFF2-40B4-BE49-F238E27FC236}">
                      <a16:creationId xmlns:a16="http://schemas.microsoft.com/office/drawing/2014/main" id="{88827E92-BB8C-1AA7-5A66-71F44B96E58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328247" y="200760"/>
                  <a:ext cx="87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43120" name="잉크 43119">
                  <a:extLst>
                    <a:ext uri="{FF2B5EF4-FFF2-40B4-BE49-F238E27FC236}">
                      <a16:creationId xmlns:a16="http://schemas.microsoft.com/office/drawing/2014/main" id="{D9340881-F024-01A2-8267-E81D368A1D5E}"/>
                    </a:ext>
                  </a:extLst>
                </p14:cNvPr>
                <p14:cNvContentPartPr/>
                <p14:nvPr/>
              </p14:nvContentPartPr>
              <p14:xfrm>
                <a:off x="8239327" y="277080"/>
                <a:ext cx="143640" cy="92880"/>
              </p14:xfrm>
            </p:contentPart>
          </mc:Choice>
          <mc:Fallback xmlns="">
            <p:pic>
              <p:nvPicPr>
                <p:cNvPr id="43120" name="잉크 43119">
                  <a:extLst>
                    <a:ext uri="{FF2B5EF4-FFF2-40B4-BE49-F238E27FC236}">
                      <a16:creationId xmlns:a16="http://schemas.microsoft.com/office/drawing/2014/main" id="{D9340881-F024-01A2-8267-E81D368A1D5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230327" y="268440"/>
                  <a:ext cx="161280" cy="110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571625"/>
            <a:ext cx="8858250" cy="39290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kumimoji="0" lang="ko-KR" altLang="en-US" dirty="0">
                <a:latin typeface="+mn-ea"/>
              </a:rPr>
              <a:t> 운영 체제의 일부인 스풀러</a:t>
            </a:r>
            <a:r>
              <a:rPr kumimoji="0" lang="en-US" altLang="ko-KR" dirty="0">
                <a:latin typeface="+mn-ea"/>
              </a:rPr>
              <a:t> </a:t>
            </a:r>
            <a:r>
              <a:rPr kumimoji="0" lang="ko-KR" altLang="en-US" dirty="0">
                <a:latin typeface="+mn-ea"/>
              </a:rPr>
              <a:t>기능</a:t>
            </a:r>
          </a:p>
          <a:p>
            <a:pPr lvl="1">
              <a:defRPr/>
            </a:pPr>
            <a:r>
              <a:rPr kumimoji="0" lang="ko-KR" altLang="en-US" sz="2000" dirty="0">
                <a:latin typeface="+mn-ea"/>
              </a:rPr>
              <a:t>프로세스들이 데이터의 입출력을 수행함에 있어 가상기억 장치인 디스크를 입출력 매체로 우선 이용</a:t>
            </a:r>
            <a:endParaRPr kumimoji="0" lang="en-US" altLang="ko-KR" sz="20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latin typeface="+mn-ea"/>
              </a:rPr>
              <a:t>나중에 실제 입출력 장치로 입출력 수행</a:t>
            </a:r>
          </a:p>
          <a:p>
            <a:pPr lvl="1">
              <a:defRPr/>
            </a:pPr>
            <a:endParaRPr kumimoji="0" lang="en-US" altLang="ko-KR" sz="2000" dirty="0">
              <a:latin typeface="+mn-ea"/>
            </a:endParaRPr>
          </a:p>
          <a:p>
            <a:pPr>
              <a:defRPr/>
            </a:pPr>
            <a:r>
              <a:rPr kumimoji="0" lang="ko-KR" altLang="en-US" dirty="0"/>
              <a:t> 다중 프로그래밍 환경</a:t>
            </a:r>
            <a:endParaRPr kumimoji="0" lang="en-US" altLang="ko-KR" dirty="0"/>
          </a:p>
          <a:p>
            <a:pPr lvl="1">
              <a:defRPr/>
            </a:pPr>
            <a:r>
              <a:rPr kumimoji="0" lang="ko-KR" altLang="en-US" sz="2000" dirty="0"/>
              <a:t>다수의 프로세스들이 동시에 입출력을 요구하거나 입출력 장치의 수가 제한</a:t>
            </a:r>
          </a:p>
          <a:p>
            <a:pPr lvl="1">
              <a:defRPr/>
            </a:pPr>
            <a:r>
              <a:rPr kumimoji="0" lang="ko-KR" altLang="en-US" sz="2000" dirty="0"/>
              <a:t>다수의 프로세스들에게 각각 독립적인 입출력 장치를 제공</a:t>
            </a:r>
            <a:r>
              <a:rPr kumimoji="0" lang="en-US" altLang="ko-KR" sz="2000" dirty="0"/>
              <a:t> </a:t>
            </a:r>
          </a:p>
          <a:p>
            <a:pPr lvl="1">
              <a:defRPr/>
            </a:pPr>
            <a:endParaRPr kumimoji="0" lang="ko-KR" altLang="en-US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3584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B2B701-34A2-4F36-AC37-E3397EACB20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Image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60575"/>
            <a:ext cx="68421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B53589-F549-4B9F-B03A-66D177DB2AE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D0AED76-CE4E-8043-C4F9-3C87D1925551}"/>
                  </a:ext>
                </a:extLst>
              </p14:cNvPr>
              <p14:cNvContentPartPr/>
              <p14:nvPr/>
            </p14:nvContentPartPr>
            <p14:xfrm>
              <a:off x="2889007" y="5065800"/>
              <a:ext cx="1335960" cy="6703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D0AED76-CE4E-8043-C4F9-3C87D19255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0007" y="5057160"/>
                <a:ext cx="1353600" cy="6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26BD959-9855-1F18-299C-6DA4C1770C5A}"/>
                  </a:ext>
                </a:extLst>
              </p14:cNvPr>
              <p14:cNvContentPartPr/>
              <p14:nvPr/>
            </p14:nvContentPartPr>
            <p14:xfrm>
              <a:off x="1180087" y="3348240"/>
              <a:ext cx="1082160" cy="5616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26BD959-9855-1F18-299C-6DA4C1770C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1087" y="3339600"/>
                <a:ext cx="1099800" cy="57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699A68B-271C-0A44-9AC9-89CB46436742}"/>
                  </a:ext>
                </a:extLst>
              </p14:cNvPr>
              <p14:cNvContentPartPr/>
              <p14:nvPr/>
            </p14:nvContentPartPr>
            <p14:xfrm>
              <a:off x="4768927" y="3448320"/>
              <a:ext cx="1207800" cy="4341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699A68B-271C-0A44-9AC9-89CB4643674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60287" y="3439320"/>
                <a:ext cx="122544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24275F7C-3CF3-75B9-3EC9-635C84AAFD3A}"/>
                  </a:ext>
                </a:extLst>
              </p14:cNvPr>
              <p14:cNvContentPartPr/>
              <p14:nvPr/>
            </p14:nvContentPartPr>
            <p14:xfrm>
              <a:off x="1281247" y="4621920"/>
              <a:ext cx="695880" cy="634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24275F7C-3CF3-75B9-3EC9-635C84AAFD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72247" y="4612920"/>
                <a:ext cx="713520" cy="65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BB52DDC-9D59-89C2-9C47-9189D05BD53D}"/>
                  </a:ext>
                </a:extLst>
              </p14:cNvPr>
              <p14:cNvContentPartPr/>
              <p14:nvPr/>
            </p14:nvContentPartPr>
            <p14:xfrm>
              <a:off x="4768207" y="4702920"/>
              <a:ext cx="645480" cy="5601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BB52DDC-9D59-89C2-9C47-9189D05BD5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59207" y="4694280"/>
                <a:ext cx="663120" cy="5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DEF49041-F7E4-821F-93B3-4D6B71A2F066}"/>
                  </a:ext>
                </a:extLst>
              </p14:cNvPr>
              <p14:cNvContentPartPr/>
              <p14:nvPr/>
            </p14:nvContentPartPr>
            <p14:xfrm>
              <a:off x="5787454" y="4655050"/>
              <a:ext cx="754920" cy="1717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DEF49041-F7E4-821F-93B3-4D6B71A2F06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78814" y="4646410"/>
                <a:ext cx="772560" cy="18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44463"/>
            <a:ext cx="8786812" cy="1143000"/>
          </a:xfrm>
        </p:spPr>
        <p:txBody>
          <a:bodyPr/>
          <a:lstStyle/>
          <a:p>
            <a:r>
              <a:rPr lang="ko-KR" altLang="en-US" b="1"/>
              <a:t>병렬 시스템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412875"/>
            <a:ext cx="8643938" cy="52562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  다중 처리기</a:t>
            </a:r>
            <a:r>
              <a:rPr lang="en-US" altLang="ko-KR"/>
              <a:t>(multi-processor)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강하게 결합</a:t>
            </a:r>
            <a:r>
              <a:rPr lang="en-US" altLang="ko-KR"/>
              <a:t>: Tightly coupled system</a:t>
            </a:r>
          </a:p>
          <a:p>
            <a:pPr lvl="1">
              <a:lnSpc>
                <a:spcPct val="90000"/>
              </a:lnSpc>
            </a:pPr>
            <a:endParaRPr lang="en-US" altLang="ko-KR" sz="1600"/>
          </a:p>
          <a:p>
            <a:pPr>
              <a:lnSpc>
                <a:spcPct val="90000"/>
              </a:lnSpc>
            </a:pPr>
            <a:r>
              <a:rPr lang="ko-KR" altLang="en-US"/>
              <a:t> 장점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처리율</a:t>
            </a:r>
            <a:r>
              <a:rPr lang="en-US" altLang="ko-KR"/>
              <a:t>(throughput) </a:t>
            </a:r>
            <a:r>
              <a:rPr lang="ko-KR" altLang="en-US"/>
              <a:t>증가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경제성</a:t>
            </a:r>
            <a:r>
              <a:rPr lang="en-US" altLang="ko-KR"/>
              <a:t>: </a:t>
            </a:r>
            <a:r>
              <a:rPr lang="ko-KR" altLang="en-US"/>
              <a:t>다양한 주변 장치 공유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신뢰성 향상 </a:t>
            </a:r>
            <a:r>
              <a:rPr lang="en-US" altLang="ko-KR"/>
              <a:t>: graceful degradation</a:t>
            </a:r>
          </a:p>
          <a:p>
            <a:pPr lvl="1">
              <a:lnSpc>
                <a:spcPct val="90000"/>
              </a:lnSpc>
            </a:pPr>
            <a:endParaRPr lang="en-US" altLang="ko-KR" sz="1600"/>
          </a:p>
          <a:p>
            <a:pPr>
              <a:lnSpc>
                <a:spcPct val="90000"/>
              </a:lnSpc>
            </a:pPr>
            <a:r>
              <a:rPr lang="ko-KR" altLang="en-US"/>
              <a:t> 단점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프로그램 작성의 난이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 sz="1600"/>
          </a:p>
          <a:p>
            <a:pPr>
              <a:lnSpc>
                <a:spcPct val="90000"/>
              </a:lnSpc>
            </a:pPr>
            <a:r>
              <a:rPr lang="ko-KR" altLang="en-US"/>
              <a:t> 프로세서 연결 구조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원형</a:t>
            </a:r>
            <a:r>
              <a:rPr lang="en-US" altLang="ko-KR"/>
              <a:t>, </a:t>
            </a:r>
            <a:r>
              <a:rPr lang="ko-KR" altLang="en-US"/>
              <a:t>스타</a:t>
            </a:r>
            <a:r>
              <a:rPr lang="en-US" altLang="ko-KR"/>
              <a:t>, </a:t>
            </a:r>
            <a:r>
              <a:rPr lang="ko-KR" altLang="en-US"/>
              <a:t>트리</a:t>
            </a:r>
            <a:r>
              <a:rPr lang="en-US" altLang="ko-KR"/>
              <a:t>, </a:t>
            </a:r>
            <a:r>
              <a:rPr lang="ko-KR" altLang="en-US"/>
              <a:t>메쉬</a:t>
            </a:r>
            <a:r>
              <a:rPr lang="en-US" altLang="ko-KR"/>
              <a:t>, </a:t>
            </a:r>
            <a:r>
              <a:rPr lang="ko-KR" altLang="en-US"/>
              <a:t>완전연결</a:t>
            </a:r>
            <a:r>
              <a:rPr lang="en-US" altLang="ko-KR"/>
              <a:t>, </a:t>
            </a:r>
            <a:r>
              <a:rPr lang="ko-KR" altLang="en-US"/>
              <a:t>큐브 등</a:t>
            </a:r>
          </a:p>
          <a:p>
            <a:pPr lvl="1">
              <a:lnSpc>
                <a:spcPct val="90000"/>
              </a:lnSpc>
            </a:pPr>
            <a:endParaRPr lang="ko-KR" altLang="en-US"/>
          </a:p>
        </p:txBody>
      </p:sp>
      <p:sp>
        <p:nvSpPr>
          <p:cNvPr id="3789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E3405B-970C-4FD9-B4E9-5543BA6CF04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A4D9334-1142-2553-5AF9-47FA1E372A29}"/>
              </a:ext>
            </a:extLst>
          </p:cNvPr>
          <p:cNvGrpSpPr/>
          <p:nvPr/>
        </p:nvGrpSpPr>
        <p:grpSpPr>
          <a:xfrm>
            <a:off x="380527" y="282480"/>
            <a:ext cx="520560" cy="235080"/>
            <a:chOff x="380527" y="282480"/>
            <a:chExt cx="52056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0D5178A6-74A2-B37A-B852-0DB9FA6A85FB}"/>
                    </a:ext>
                  </a:extLst>
                </p14:cNvPr>
                <p14:cNvContentPartPr/>
                <p14:nvPr/>
              </p14:nvContentPartPr>
              <p14:xfrm>
                <a:off x="380527" y="284640"/>
                <a:ext cx="219600" cy="208080"/>
              </p14:xfrm>
            </p:contentPart>
          </mc:Choice>
          <mc:Fallback xmlns=""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0D5178A6-74A2-B37A-B852-0DB9FA6A85F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1527" y="276000"/>
                  <a:ext cx="2372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119233F-E1E2-935C-85DA-AE661263D937}"/>
                    </a:ext>
                  </a:extLst>
                </p14:cNvPr>
                <p14:cNvContentPartPr/>
                <p14:nvPr/>
              </p14:nvContentPartPr>
              <p14:xfrm>
                <a:off x="621727" y="302280"/>
                <a:ext cx="23760" cy="2152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119233F-E1E2-935C-85DA-AE661263D9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3087" y="293640"/>
                  <a:ext cx="414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EF6FB34-A41E-563B-B025-3A855DFE817B}"/>
                    </a:ext>
                  </a:extLst>
                </p14:cNvPr>
                <p14:cNvContentPartPr/>
                <p14:nvPr/>
              </p14:nvContentPartPr>
              <p14:xfrm>
                <a:off x="621727" y="282480"/>
                <a:ext cx="87120" cy="1879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EF6FB34-A41E-563B-B025-3A855DFE817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13087" y="273480"/>
                  <a:ext cx="104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36BB9AB-2AB6-E543-B6F0-F143E34E54C1}"/>
                    </a:ext>
                  </a:extLst>
                </p14:cNvPr>
                <p14:cNvContentPartPr/>
                <p14:nvPr/>
              </p14:nvContentPartPr>
              <p14:xfrm>
                <a:off x="755647" y="306600"/>
                <a:ext cx="145440" cy="1900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36BB9AB-2AB6-E543-B6F0-F143E34E54C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007" y="297960"/>
                  <a:ext cx="16308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6D2A19-8D48-7CD7-184D-93D79A135DAA}"/>
              </a:ext>
            </a:extLst>
          </p:cNvPr>
          <p:cNvGrpSpPr/>
          <p:nvPr/>
        </p:nvGrpSpPr>
        <p:grpSpPr>
          <a:xfrm>
            <a:off x="1114927" y="278160"/>
            <a:ext cx="776520" cy="217440"/>
            <a:chOff x="1114927" y="278160"/>
            <a:chExt cx="77652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03D10B30-5E28-56C1-8977-5E34BAF1DF64}"/>
                    </a:ext>
                  </a:extLst>
                </p14:cNvPr>
                <p14:cNvContentPartPr/>
                <p14:nvPr/>
              </p14:nvContentPartPr>
              <p14:xfrm>
                <a:off x="1114927" y="324960"/>
                <a:ext cx="79200" cy="1342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03D10B30-5E28-56C1-8977-5E34BAF1DF6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05927" y="315960"/>
                  <a:ext cx="96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CB32B743-4881-4198-E894-62B773BC117C}"/>
                    </a:ext>
                  </a:extLst>
                </p14:cNvPr>
                <p14:cNvContentPartPr/>
                <p14:nvPr/>
              </p14:nvContentPartPr>
              <p14:xfrm>
                <a:off x="1166047" y="336840"/>
                <a:ext cx="146520" cy="1033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CB32B743-4881-4198-E894-62B773BC11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57047" y="327840"/>
                  <a:ext cx="164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F67C1FF-4BA9-C852-ADA7-764AC9A957A1}"/>
                    </a:ext>
                  </a:extLst>
                </p14:cNvPr>
                <p14:cNvContentPartPr/>
                <p14:nvPr/>
              </p14:nvContentPartPr>
              <p14:xfrm>
                <a:off x="1291327" y="278160"/>
                <a:ext cx="37080" cy="2174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F67C1FF-4BA9-C852-ADA7-764AC9A957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82327" y="269520"/>
                  <a:ext cx="54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4C0164C-0E4A-F8A4-106D-567521BEFF0B}"/>
                    </a:ext>
                  </a:extLst>
                </p14:cNvPr>
                <p14:cNvContentPartPr/>
                <p14:nvPr/>
              </p14:nvContentPartPr>
              <p14:xfrm>
                <a:off x="1334167" y="330720"/>
                <a:ext cx="178920" cy="1479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4C0164C-0E4A-F8A4-106D-567521BEFF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25527" y="321720"/>
                  <a:ext cx="196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E5760F9-141B-F485-AEF5-214FAC3D003F}"/>
                    </a:ext>
                  </a:extLst>
                </p14:cNvPr>
                <p14:cNvContentPartPr/>
                <p14:nvPr/>
              </p14:nvContentPartPr>
              <p14:xfrm>
                <a:off x="1503727" y="318120"/>
                <a:ext cx="48960" cy="1720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E5760F9-141B-F485-AEF5-214FAC3D00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94727" y="309480"/>
                  <a:ext cx="666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AB05E54-FE14-4223-06D7-806D0783B096}"/>
                    </a:ext>
                  </a:extLst>
                </p14:cNvPr>
                <p14:cNvContentPartPr/>
                <p14:nvPr/>
              </p14:nvContentPartPr>
              <p14:xfrm>
                <a:off x="1636567" y="339720"/>
                <a:ext cx="116640" cy="1382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AB05E54-FE14-4223-06D7-806D0783B0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27927" y="330720"/>
                  <a:ext cx="1342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C0053334-B22A-952F-15D7-9432512E7D96}"/>
                    </a:ext>
                  </a:extLst>
                </p14:cNvPr>
                <p14:cNvContentPartPr/>
                <p14:nvPr/>
              </p14:nvContentPartPr>
              <p14:xfrm>
                <a:off x="1793167" y="296520"/>
                <a:ext cx="98280" cy="1890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C0053334-B22A-952F-15D7-9432512E7D9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84167" y="287520"/>
                  <a:ext cx="115920" cy="20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955953E-644C-F72F-80A2-A7A239331531}"/>
              </a:ext>
            </a:extLst>
          </p:cNvPr>
          <p:cNvGrpSpPr/>
          <p:nvPr/>
        </p:nvGrpSpPr>
        <p:grpSpPr>
          <a:xfrm>
            <a:off x="2099527" y="257640"/>
            <a:ext cx="396720" cy="263880"/>
            <a:chOff x="2099527" y="257640"/>
            <a:chExt cx="39672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7F3418A-F04D-F6A3-13E8-93471F182F75}"/>
                    </a:ext>
                  </a:extLst>
                </p14:cNvPr>
                <p14:cNvContentPartPr/>
                <p14:nvPr/>
              </p14:nvContentPartPr>
              <p14:xfrm>
                <a:off x="2099527" y="273120"/>
                <a:ext cx="64080" cy="1677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7F3418A-F04D-F6A3-13E8-93471F182F7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90527" y="264120"/>
                  <a:ext cx="81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0AB322D-3ABC-1A77-28A0-53CE74B7AD72}"/>
                    </a:ext>
                  </a:extLst>
                </p14:cNvPr>
                <p14:cNvContentPartPr/>
                <p14:nvPr/>
              </p14:nvContentPartPr>
              <p14:xfrm>
                <a:off x="2111407" y="293640"/>
                <a:ext cx="164880" cy="1598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0AB322D-3ABC-1A77-28A0-53CE74B7AD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02767" y="284640"/>
                  <a:ext cx="182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3522DF7-E425-FBDC-8413-457655BC5A2C}"/>
                    </a:ext>
                  </a:extLst>
                </p14:cNvPr>
                <p14:cNvContentPartPr/>
                <p14:nvPr/>
              </p14:nvContentPartPr>
              <p14:xfrm>
                <a:off x="2259367" y="311280"/>
                <a:ext cx="87840" cy="284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3522DF7-E425-FBDC-8413-457655BC5A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50727" y="302280"/>
                  <a:ext cx="105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B645887-4484-EC7C-4CA7-53BD74A198A2}"/>
                    </a:ext>
                  </a:extLst>
                </p14:cNvPr>
                <p14:cNvContentPartPr/>
                <p14:nvPr/>
              </p14:nvContentPartPr>
              <p14:xfrm>
                <a:off x="2327767" y="257640"/>
                <a:ext cx="107280" cy="1522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B645887-4484-EC7C-4CA7-53BD74A198A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319127" y="249000"/>
                  <a:ext cx="1249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3164A59-0D42-ECA7-9855-77870F287067}"/>
                    </a:ext>
                  </a:extLst>
                </p14:cNvPr>
                <p14:cNvContentPartPr/>
                <p14:nvPr/>
              </p14:nvContentPartPr>
              <p14:xfrm>
                <a:off x="2314087" y="379680"/>
                <a:ext cx="182160" cy="1418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3164A59-0D42-ECA7-9855-77870F2870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05087" y="370680"/>
                  <a:ext cx="19980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0911F559-8CEF-A551-76CE-C0261CEE75A5}"/>
                  </a:ext>
                </a:extLst>
              </p14:cNvPr>
              <p14:cNvContentPartPr/>
              <p14:nvPr/>
            </p14:nvContentPartPr>
            <p14:xfrm>
              <a:off x="2645287" y="278520"/>
              <a:ext cx="459000" cy="2095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0911F559-8CEF-A551-76CE-C0261CEE75A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36287" y="269520"/>
                <a:ext cx="4766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14DDF11E-76A4-A4F3-BB7B-07FB4FCDBE5B}"/>
                  </a:ext>
                </a:extLst>
              </p14:cNvPr>
              <p14:cNvContentPartPr/>
              <p14:nvPr/>
            </p14:nvContentPartPr>
            <p14:xfrm>
              <a:off x="2893327" y="2304240"/>
              <a:ext cx="1004040" cy="3924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14DDF11E-76A4-A4F3-BB7B-07FB4FCDBE5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84687" y="2295240"/>
                <a:ext cx="102168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37654FF9-524B-138A-B504-89CAEEE8C6F0}"/>
              </a:ext>
            </a:extLst>
          </p:cNvPr>
          <p:cNvGrpSpPr/>
          <p:nvPr/>
        </p:nvGrpSpPr>
        <p:grpSpPr>
          <a:xfrm>
            <a:off x="2260807" y="2844960"/>
            <a:ext cx="366120" cy="207360"/>
            <a:chOff x="2260807" y="2844960"/>
            <a:chExt cx="3661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64EE0D6-73D0-7E38-5AA4-2EFBF2E678A3}"/>
                    </a:ext>
                  </a:extLst>
                </p14:cNvPr>
                <p14:cNvContentPartPr/>
                <p14:nvPr/>
              </p14:nvContentPartPr>
              <p14:xfrm>
                <a:off x="2267647" y="2844960"/>
                <a:ext cx="50760" cy="90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64EE0D6-73D0-7E38-5AA4-2EFBF2E678A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59007" y="2835960"/>
                  <a:ext cx="68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67F40BE-D4BB-B3BA-20CC-1984CFFD055C}"/>
                    </a:ext>
                  </a:extLst>
                </p14:cNvPr>
                <p14:cNvContentPartPr/>
                <p14:nvPr/>
              </p14:nvContentPartPr>
              <p14:xfrm>
                <a:off x="2299327" y="2860800"/>
                <a:ext cx="105120" cy="882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67F40BE-D4BB-B3BA-20CC-1984CFFD05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90327" y="2852160"/>
                  <a:ext cx="122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269FB9C1-917C-BEE9-A869-917A7BF46E3C}"/>
                    </a:ext>
                  </a:extLst>
                </p14:cNvPr>
                <p14:cNvContentPartPr/>
                <p14:nvPr/>
              </p14:nvContentPartPr>
              <p14:xfrm>
                <a:off x="2260807" y="2940000"/>
                <a:ext cx="123480" cy="270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269FB9C1-917C-BEE9-A869-917A7BF46E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51807" y="2931360"/>
                  <a:ext cx="141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9F603DA-8322-CE39-5100-2E5C59812426}"/>
                    </a:ext>
                  </a:extLst>
                </p14:cNvPr>
                <p14:cNvContentPartPr/>
                <p14:nvPr/>
              </p14:nvContentPartPr>
              <p14:xfrm>
                <a:off x="2272327" y="2987520"/>
                <a:ext cx="123840" cy="6480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9F603DA-8322-CE39-5100-2E5C598124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3687" y="2978520"/>
                  <a:ext cx="141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D211E4E-9E55-3F5A-FF5E-A10830FC77E9}"/>
                    </a:ext>
                  </a:extLst>
                </p14:cNvPr>
                <p14:cNvContentPartPr/>
                <p14:nvPr/>
              </p14:nvContentPartPr>
              <p14:xfrm>
                <a:off x="2426047" y="2872680"/>
                <a:ext cx="200880" cy="1609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D211E4E-9E55-3F5A-FF5E-A10830FC77E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17407" y="2863680"/>
                  <a:ext cx="218520" cy="17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25B32AA2-E266-7795-F17E-78806E1CAF2E}"/>
                  </a:ext>
                </a:extLst>
              </p14:cNvPr>
              <p14:cNvContentPartPr/>
              <p14:nvPr/>
            </p14:nvContentPartPr>
            <p14:xfrm>
              <a:off x="1099087" y="3756120"/>
              <a:ext cx="854280" cy="7992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25B32AA2-E266-7795-F17E-78806E1CAF2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90447" y="3747480"/>
                <a:ext cx="8719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7F7E495E-939D-2BFD-532A-0D19D91B4428}"/>
                  </a:ext>
                </a:extLst>
              </p14:cNvPr>
              <p14:cNvContentPartPr/>
              <p14:nvPr/>
            </p14:nvContentPartPr>
            <p14:xfrm>
              <a:off x="2288887" y="3676920"/>
              <a:ext cx="3049920" cy="12888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7F7E495E-939D-2BFD-532A-0D19D91B442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279887" y="3668280"/>
                <a:ext cx="3067560" cy="1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05" name="그룹 37904">
            <a:extLst>
              <a:ext uri="{FF2B5EF4-FFF2-40B4-BE49-F238E27FC236}">
                <a16:creationId xmlns:a16="http://schemas.microsoft.com/office/drawing/2014/main" id="{A4CFB94F-FEFB-2C0B-F2D1-AFCBA7B9CD96}"/>
              </a:ext>
            </a:extLst>
          </p:cNvPr>
          <p:cNvGrpSpPr/>
          <p:nvPr/>
        </p:nvGrpSpPr>
        <p:grpSpPr>
          <a:xfrm>
            <a:off x="6146287" y="3566760"/>
            <a:ext cx="1132200" cy="912240"/>
            <a:chOff x="6146287" y="3566760"/>
            <a:chExt cx="1132200" cy="9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F171B4E-EECE-8059-1DFE-6EF00F3BFD5C}"/>
                    </a:ext>
                  </a:extLst>
                </p14:cNvPr>
                <p14:cNvContentPartPr/>
                <p14:nvPr/>
              </p14:nvContentPartPr>
              <p14:xfrm>
                <a:off x="6146287" y="3673320"/>
                <a:ext cx="159840" cy="1501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F171B4E-EECE-8059-1DFE-6EF00F3BFD5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37287" y="3664680"/>
                  <a:ext cx="177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888" name="잉크 37887">
                  <a:extLst>
                    <a:ext uri="{FF2B5EF4-FFF2-40B4-BE49-F238E27FC236}">
                      <a16:creationId xmlns:a16="http://schemas.microsoft.com/office/drawing/2014/main" id="{9D41BE05-48DF-ABC5-5D12-25E39437DD2C}"/>
                    </a:ext>
                  </a:extLst>
                </p14:cNvPr>
                <p14:cNvContentPartPr/>
                <p14:nvPr/>
              </p14:nvContentPartPr>
              <p14:xfrm>
                <a:off x="6399007" y="3658560"/>
                <a:ext cx="182160" cy="126360"/>
              </p14:xfrm>
            </p:contentPart>
          </mc:Choice>
          <mc:Fallback xmlns="">
            <p:pic>
              <p:nvPicPr>
                <p:cNvPr id="37888" name="잉크 37887">
                  <a:extLst>
                    <a:ext uri="{FF2B5EF4-FFF2-40B4-BE49-F238E27FC236}">
                      <a16:creationId xmlns:a16="http://schemas.microsoft.com/office/drawing/2014/main" id="{9D41BE05-48DF-ABC5-5D12-25E39437DD2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90007" y="3649920"/>
                  <a:ext cx="1998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889" name="잉크 37888">
                  <a:extLst>
                    <a:ext uri="{FF2B5EF4-FFF2-40B4-BE49-F238E27FC236}">
                      <a16:creationId xmlns:a16="http://schemas.microsoft.com/office/drawing/2014/main" id="{564990FB-6C88-B128-86A9-53341F243380}"/>
                    </a:ext>
                  </a:extLst>
                </p14:cNvPr>
                <p14:cNvContentPartPr/>
                <p14:nvPr/>
              </p14:nvContentPartPr>
              <p14:xfrm>
                <a:off x="6683407" y="3659280"/>
                <a:ext cx="198360" cy="145440"/>
              </p14:xfrm>
            </p:contentPart>
          </mc:Choice>
          <mc:Fallback xmlns="">
            <p:pic>
              <p:nvPicPr>
                <p:cNvPr id="37889" name="잉크 37888">
                  <a:extLst>
                    <a:ext uri="{FF2B5EF4-FFF2-40B4-BE49-F238E27FC236}">
                      <a16:creationId xmlns:a16="http://schemas.microsoft.com/office/drawing/2014/main" id="{564990FB-6C88-B128-86A9-53341F24338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674407" y="3650280"/>
                  <a:ext cx="216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893" name="잉크 37892">
                  <a:extLst>
                    <a:ext uri="{FF2B5EF4-FFF2-40B4-BE49-F238E27FC236}">
                      <a16:creationId xmlns:a16="http://schemas.microsoft.com/office/drawing/2014/main" id="{EF05757B-8118-CE1F-363D-6634391D5B8D}"/>
                    </a:ext>
                  </a:extLst>
                </p14:cNvPr>
                <p14:cNvContentPartPr/>
                <p14:nvPr/>
              </p14:nvContentPartPr>
              <p14:xfrm>
                <a:off x="6991567" y="3688800"/>
                <a:ext cx="154080" cy="141840"/>
              </p14:xfrm>
            </p:contentPart>
          </mc:Choice>
          <mc:Fallback xmlns="">
            <p:pic>
              <p:nvPicPr>
                <p:cNvPr id="37893" name="잉크 37892">
                  <a:extLst>
                    <a:ext uri="{FF2B5EF4-FFF2-40B4-BE49-F238E27FC236}">
                      <a16:creationId xmlns:a16="http://schemas.microsoft.com/office/drawing/2014/main" id="{EF05757B-8118-CE1F-363D-6634391D5B8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82927" y="3679800"/>
                  <a:ext cx="1717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895" name="잉크 37894">
                  <a:extLst>
                    <a:ext uri="{FF2B5EF4-FFF2-40B4-BE49-F238E27FC236}">
                      <a16:creationId xmlns:a16="http://schemas.microsoft.com/office/drawing/2014/main" id="{26B3FCB9-3F04-EF8D-E636-E05CB870A409}"/>
                    </a:ext>
                  </a:extLst>
                </p14:cNvPr>
                <p14:cNvContentPartPr/>
                <p14:nvPr/>
              </p14:nvContentPartPr>
              <p14:xfrm>
                <a:off x="6549487" y="4009200"/>
                <a:ext cx="273600" cy="252000"/>
              </p14:xfrm>
            </p:contentPart>
          </mc:Choice>
          <mc:Fallback xmlns="">
            <p:pic>
              <p:nvPicPr>
                <p:cNvPr id="37895" name="잉크 37894">
                  <a:extLst>
                    <a:ext uri="{FF2B5EF4-FFF2-40B4-BE49-F238E27FC236}">
                      <a16:creationId xmlns:a16="http://schemas.microsoft.com/office/drawing/2014/main" id="{26B3FCB9-3F04-EF8D-E636-E05CB870A4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40847" y="4000560"/>
                  <a:ext cx="291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896" name="잉크 37895">
                  <a:extLst>
                    <a:ext uri="{FF2B5EF4-FFF2-40B4-BE49-F238E27FC236}">
                      <a16:creationId xmlns:a16="http://schemas.microsoft.com/office/drawing/2014/main" id="{B7352D98-CB32-8861-B109-CEB1BEFC853C}"/>
                    </a:ext>
                  </a:extLst>
                </p14:cNvPr>
                <p14:cNvContentPartPr/>
                <p14:nvPr/>
              </p14:nvContentPartPr>
              <p14:xfrm>
                <a:off x="6549487" y="4247160"/>
                <a:ext cx="102240" cy="231840"/>
              </p14:xfrm>
            </p:contentPart>
          </mc:Choice>
          <mc:Fallback xmlns="">
            <p:pic>
              <p:nvPicPr>
                <p:cNvPr id="37896" name="잉크 37895">
                  <a:extLst>
                    <a:ext uri="{FF2B5EF4-FFF2-40B4-BE49-F238E27FC236}">
                      <a16:creationId xmlns:a16="http://schemas.microsoft.com/office/drawing/2014/main" id="{B7352D98-CB32-8861-B109-CEB1BEFC853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40487" y="4238160"/>
                  <a:ext cx="1198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897" name="잉크 37896">
                  <a:extLst>
                    <a:ext uri="{FF2B5EF4-FFF2-40B4-BE49-F238E27FC236}">
                      <a16:creationId xmlns:a16="http://schemas.microsoft.com/office/drawing/2014/main" id="{43C06E49-2990-5DF9-29EF-3E7FDD65B0F3}"/>
                    </a:ext>
                  </a:extLst>
                </p14:cNvPr>
                <p14:cNvContentPartPr/>
                <p14:nvPr/>
              </p14:nvContentPartPr>
              <p14:xfrm>
                <a:off x="6751087" y="4250760"/>
                <a:ext cx="73080" cy="193680"/>
              </p14:xfrm>
            </p:contentPart>
          </mc:Choice>
          <mc:Fallback xmlns="">
            <p:pic>
              <p:nvPicPr>
                <p:cNvPr id="37897" name="잉크 37896">
                  <a:extLst>
                    <a:ext uri="{FF2B5EF4-FFF2-40B4-BE49-F238E27FC236}">
                      <a16:creationId xmlns:a16="http://schemas.microsoft.com/office/drawing/2014/main" id="{43C06E49-2990-5DF9-29EF-3E7FDD65B0F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42087" y="4241760"/>
                  <a:ext cx="907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899" name="잉크 37898">
                  <a:extLst>
                    <a:ext uri="{FF2B5EF4-FFF2-40B4-BE49-F238E27FC236}">
                      <a16:creationId xmlns:a16="http://schemas.microsoft.com/office/drawing/2014/main" id="{466B6C43-F8D4-EA17-4E39-7C73512B6250}"/>
                    </a:ext>
                  </a:extLst>
                </p14:cNvPr>
                <p14:cNvContentPartPr/>
                <p14:nvPr/>
              </p14:nvContentPartPr>
              <p14:xfrm>
                <a:off x="6291007" y="3840360"/>
                <a:ext cx="355680" cy="242640"/>
              </p14:xfrm>
            </p:contentPart>
          </mc:Choice>
          <mc:Fallback xmlns="">
            <p:pic>
              <p:nvPicPr>
                <p:cNvPr id="37899" name="잉크 37898">
                  <a:extLst>
                    <a:ext uri="{FF2B5EF4-FFF2-40B4-BE49-F238E27FC236}">
                      <a16:creationId xmlns:a16="http://schemas.microsoft.com/office/drawing/2014/main" id="{466B6C43-F8D4-EA17-4E39-7C73512B625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82007" y="3831720"/>
                  <a:ext cx="373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900" name="잉크 37899">
                  <a:extLst>
                    <a:ext uri="{FF2B5EF4-FFF2-40B4-BE49-F238E27FC236}">
                      <a16:creationId xmlns:a16="http://schemas.microsoft.com/office/drawing/2014/main" id="{5D739EF9-8FE2-B035-C980-91F3FF897B25}"/>
                    </a:ext>
                  </a:extLst>
                </p14:cNvPr>
                <p14:cNvContentPartPr/>
                <p14:nvPr/>
              </p14:nvContentPartPr>
              <p14:xfrm>
                <a:off x="6536167" y="3769800"/>
                <a:ext cx="151560" cy="227520"/>
              </p14:xfrm>
            </p:contentPart>
          </mc:Choice>
          <mc:Fallback xmlns="">
            <p:pic>
              <p:nvPicPr>
                <p:cNvPr id="37900" name="잉크 37899">
                  <a:extLst>
                    <a:ext uri="{FF2B5EF4-FFF2-40B4-BE49-F238E27FC236}">
                      <a16:creationId xmlns:a16="http://schemas.microsoft.com/office/drawing/2014/main" id="{5D739EF9-8FE2-B035-C980-91F3FF897B2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27167" y="3760800"/>
                  <a:ext cx="169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901" name="잉크 37900">
                  <a:extLst>
                    <a:ext uri="{FF2B5EF4-FFF2-40B4-BE49-F238E27FC236}">
                      <a16:creationId xmlns:a16="http://schemas.microsoft.com/office/drawing/2014/main" id="{F4BE51CF-7D84-8D5E-F2A2-7ADC4AC1FFBA}"/>
                    </a:ext>
                  </a:extLst>
                </p14:cNvPr>
                <p14:cNvContentPartPr/>
                <p14:nvPr/>
              </p14:nvContentPartPr>
              <p14:xfrm>
                <a:off x="6755767" y="3757560"/>
                <a:ext cx="54360" cy="263880"/>
              </p14:xfrm>
            </p:contentPart>
          </mc:Choice>
          <mc:Fallback xmlns="">
            <p:pic>
              <p:nvPicPr>
                <p:cNvPr id="37901" name="잉크 37900">
                  <a:extLst>
                    <a:ext uri="{FF2B5EF4-FFF2-40B4-BE49-F238E27FC236}">
                      <a16:creationId xmlns:a16="http://schemas.microsoft.com/office/drawing/2014/main" id="{F4BE51CF-7D84-8D5E-F2A2-7ADC4AC1FFB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46767" y="3748560"/>
                  <a:ext cx="720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902" name="잉크 37901">
                  <a:extLst>
                    <a:ext uri="{FF2B5EF4-FFF2-40B4-BE49-F238E27FC236}">
                      <a16:creationId xmlns:a16="http://schemas.microsoft.com/office/drawing/2014/main" id="{08859149-DE61-6C25-361C-B87D11B3E2ED}"/>
                    </a:ext>
                  </a:extLst>
                </p14:cNvPr>
                <p14:cNvContentPartPr/>
                <p14:nvPr/>
              </p14:nvContentPartPr>
              <p14:xfrm>
                <a:off x="6855487" y="3750000"/>
                <a:ext cx="200160" cy="280800"/>
              </p14:xfrm>
            </p:contentPart>
          </mc:Choice>
          <mc:Fallback xmlns="">
            <p:pic>
              <p:nvPicPr>
                <p:cNvPr id="37902" name="잉크 37901">
                  <a:extLst>
                    <a:ext uri="{FF2B5EF4-FFF2-40B4-BE49-F238E27FC236}">
                      <a16:creationId xmlns:a16="http://schemas.microsoft.com/office/drawing/2014/main" id="{08859149-DE61-6C25-361C-B87D11B3E2E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46847" y="3741360"/>
                  <a:ext cx="2178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7903" name="잉크 37902">
                  <a:extLst>
                    <a:ext uri="{FF2B5EF4-FFF2-40B4-BE49-F238E27FC236}">
                      <a16:creationId xmlns:a16="http://schemas.microsoft.com/office/drawing/2014/main" id="{4FC4350D-C189-80CB-802A-839FA721A445}"/>
                    </a:ext>
                  </a:extLst>
                </p14:cNvPr>
                <p14:cNvContentPartPr/>
                <p14:nvPr/>
              </p14:nvContentPartPr>
              <p14:xfrm>
                <a:off x="6994087" y="3566760"/>
                <a:ext cx="206640" cy="394560"/>
              </p14:xfrm>
            </p:contentPart>
          </mc:Choice>
          <mc:Fallback xmlns="">
            <p:pic>
              <p:nvPicPr>
                <p:cNvPr id="37903" name="잉크 37902">
                  <a:extLst>
                    <a:ext uri="{FF2B5EF4-FFF2-40B4-BE49-F238E27FC236}">
                      <a16:creationId xmlns:a16="http://schemas.microsoft.com/office/drawing/2014/main" id="{4FC4350D-C189-80CB-802A-839FA721A4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85447" y="3558120"/>
                  <a:ext cx="2242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7904" name="잉크 37903">
                  <a:extLst>
                    <a:ext uri="{FF2B5EF4-FFF2-40B4-BE49-F238E27FC236}">
                      <a16:creationId xmlns:a16="http://schemas.microsoft.com/office/drawing/2014/main" id="{14C53319-7167-28A1-CD0F-5F43D6B51A25}"/>
                    </a:ext>
                  </a:extLst>
                </p14:cNvPr>
                <p14:cNvContentPartPr/>
                <p14:nvPr/>
              </p14:nvContentPartPr>
              <p14:xfrm>
                <a:off x="6959167" y="3587280"/>
                <a:ext cx="319320" cy="269280"/>
              </p14:xfrm>
            </p:contentPart>
          </mc:Choice>
          <mc:Fallback xmlns="">
            <p:pic>
              <p:nvPicPr>
                <p:cNvPr id="37904" name="잉크 37903">
                  <a:extLst>
                    <a:ext uri="{FF2B5EF4-FFF2-40B4-BE49-F238E27FC236}">
                      <a16:creationId xmlns:a16="http://schemas.microsoft.com/office/drawing/2014/main" id="{14C53319-7167-28A1-CD0F-5F43D6B51A2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50527" y="3578640"/>
                  <a:ext cx="336960" cy="28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7906" name="잉크 37905">
                <a:extLst>
                  <a:ext uri="{FF2B5EF4-FFF2-40B4-BE49-F238E27FC236}">
                    <a16:creationId xmlns:a16="http://schemas.microsoft.com/office/drawing/2014/main" id="{66E065C0-EBFF-9026-CDD3-65A891DA9BDA}"/>
                  </a:ext>
                </a:extLst>
              </p14:cNvPr>
              <p14:cNvContentPartPr/>
              <p14:nvPr/>
            </p14:nvContentPartPr>
            <p14:xfrm>
              <a:off x="1077847" y="5311680"/>
              <a:ext cx="3029040" cy="60120"/>
            </p14:xfrm>
          </p:contentPart>
        </mc:Choice>
        <mc:Fallback xmlns="">
          <p:pic>
            <p:nvPicPr>
              <p:cNvPr id="37906" name="잉크 37905">
                <a:extLst>
                  <a:ext uri="{FF2B5EF4-FFF2-40B4-BE49-F238E27FC236}">
                    <a16:creationId xmlns:a16="http://schemas.microsoft.com/office/drawing/2014/main" id="{66E065C0-EBFF-9026-CDD3-65A891DA9BD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68847" y="5302680"/>
                <a:ext cx="3046680" cy="7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20" name="그룹 37919">
            <a:extLst>
              <a:ext uri="{FF2B5EF4-FFF2-40B4-BE49-F238E27FC236}">
                <a16:creationId xmlns:a16="http://schemas.microsoft.com/office/drawing/2014/main" id="{2AE919B0-A191-8DC0-42F3-98F93CAA5FA2}"/>
              </a:ext>
            </a:extLst>
          </p:cNvPr>
          <p:cNvGrpSpPr/>
          <p:nvPr/>
        </p:nvGrpSpPr>
        <p:grpSpPr>
          <a:xfrm>
            <a:off x="6288476" y="411646"/>
            <a:ext cx="1420920" cy="374040"/>
            <a:chOff x="6288476" y="411646"/>
            <a:chExt cx="142092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7907" name="잉크 37906">
                  <a:extLst>
                    <a:ext uri="{FF2B5EF4-FFF2-40B4-BE49-F238E27FC236}">
                      <a16:creationId xmlns:a16="http://schemas.microsoft.com/office/drawing/2014/main" id="{CF1BD8BB-0F2D-E1A1-14B2-DA208316A332}"/>
                    </a:ext>
                  </a:extLst>
                </p14:cNvPr>
                <p14:cNvContentPartPr/>
                <p14:nvPr/>
              </p14:nvContentPartPr>
              <p14:xfrm>
                <a:off x="6317276" y="411646"/>
                <a:ext cx="92880" cy="91800"/>
              </p14:xfrm>
            </p:contentPart>
          </mc:Choice>
          <mc:Fallback xmlns="">
            <p:pic>
              <p:nvPicPr>
                <p:cNvPr id="37907" name="잉크 37906">
                  <a:extLst>
                    <a:ext uri="{FF2B5EF4-FFF2-40B4-BE49-F238E27FC236}">
                      <a16:creationId xmlns:a16="http://schemas.microsoft.com/office/drawing/2014/main" id="{CF1BD8BB-0F2D-E1A1-14B2-DA208316A33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08276" y="402646"/>
                  <a:ext cx="110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7908" name="잉크 37907">
                  <a:extLst>
                    <a:ext uri="{FF2B5EF4-FFF2-40B4-BE49-F238E27FC236}">
                      <a16:creationId xmlns:a16="http://schemas.microsoft.com/office/drawing/2014/main" id="{9B33EAB2-6339-B6AA-73E9-E394E747C47A}"/>
                    </a:ext>
                  </a:extLst>
                </p14:cNvPr>
                <p14:cNvContentPartPr/>
                <p14:nvPr/>
              </p14:nvContentPartPr>
              <p14:xfrm>
                <a:off x="6288476" y="576526"/>
                <a:ext cx="171720" cy="156240"/>
              </p14:xfrm>
            </p:contentPart>
          </mc:Choice>
          <mc:Fallback xmlns="">
            <p:pic>
              <p:nvPicPr>
                <p:cNvPr id="37908" name="잉크 37907">
                  <a:extLst>
                    <a:ext uri="{FF2B5EF4-FFF2-40B4-BE49-F238E27FC236}">
                      <a16:creationId xmlns:a16="http://schemas.microsoft.com/office/drawing/2014/main" id="{9B33EAB2-6339-B6AA-73E9-E394E747C4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79476" y="567526"/>
                  <a:ext cx="189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7909" name="잉크 37908">
                  <a:extLst>
                    <a:ext uri="{FF2B5EF4-FFF2-40B4-BE49-F238E27FC236}">
                      <a16:creationId xmlns:a16="http://schemas.microsoft.com/office/drawing/2014/main" id="{097B5D86-41A9-5015-9BBF-4016E8EE583A}"/>
                    </a:ext>
                  </a:extLst>
                </p14:cNvPr>
                <p14:cNvContentPartPr/>
                <p14:nvPr/>
              </p14:nvContentPartPr>
              <p14:xfrm>
                <a:off x="6344996" y="630166"/>
                <a:ext cx="189000" cy="101160"/>
              </p14:xfrm>
            </p:contentPart>
          </mc:Choice>
          <mc:Fallback xmlns="">
            <p:pic>
              <p:nvPicPr>
                <p:cNvPr id="37909" name="잉크 37908">
                  <a:extLst>
                    <a:ext uri="{FF2B5EF4-FFF2-40B4-BE49-F238E27FC236}">
                      <a16:creationId xmlns:a16="http://schemas.microsoft.com/office/drawing/2014/main" id="{097B5D86-41A9-5015-9BBF-4016E8EE583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35996" y="621166"/>
                  <a:ext cx="206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7910" name="잉크 37909">
                  <a:extLst>
                    <a:ext uri="{FF2B5EF4-FFF2-40B4-BE49-F238E27FC236}">
                      <a16:creationId xmlns:a16="http://schemas.microsoft.com/office/drawing/2014/main" id="{A9CA888B-D555-90F8-709B-1307DD5CE78C}"/>
                    </a:ext>
                  </a:extLst>
                </p14:cNvPr>
                <p14:cNvContentPartPr/>
                <p14:nvPr/>
              </p14:nvContentPartPr>
              <p14:xfrm>
                <a:off x="6511316" y="536206"/>
                <a:ext cx="218160" cy="101880"/>
              </p14:xfrm>
            </p:contentPart>
          </mc:Choice>
          <mc:Fallback xmlns="">
            <p:pic>
              <p:nvPicPr>
                <p:cNvPr id="37910" name="잉크 37909">
                  <a:extLst>
                    <a:ext uri="{FF2B5EF4-FFF2-40B4-BE49-F238E27FC236}">
                      <a16:creationId xmlns:a16="http://schemas.microsoft.com/office/drawing/2014/main" id="{A9CA888B-D555-90F8-709B-1307DD5CE78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02676" y="527206"/>
                  <a:ext cx="235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7911" name="잉크 37910">
                  <a:extLst>
                    <a:ext uri="{FF2B5EF4-FFF2-40B4-BE49-F238E27FC236}">
                      <a16:creationId xmlns:a16="http://schemas.microsoft.com/office/drawing/2014/main" id="{F7F0AD7F-92DA-ECAB-6D88-50EE5B447E8B}"/>
                    </a:ext>
                  </a:extLst>
                </p14:cNvPr>
                <p14:cNvContentPartPr/>
                <p14:nvPr/>
              </p14:nvContentPartPr>
              <p14:xfrm>
                <a:off x="6703916" y="492646"/>
                <a:ext cx="18000" cy="136440"/>
              </p14:xfrm>
            </p:contentPart>
          </mc:Choice>
          <mc:Fallback xmlns="">
            <p:pic>
              <p:nvPicPr>
                <p:cNvPr id="37911" name="잉크 37910">
                  <a:extLst>
                    <a:ext uri="{FF2B5EF4-FFF2-40B4-BE49-F238E27FC236}">
                      <a16:creationId xmlns:a16="http://schemas.microsoft.com/office/drawing/2014/main" id="{F7F0AD7F-92DA-ECAB-6D88-50EE5B447E8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95276" y="484006"/>
                  <a:ext cx="35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7912" name="잉크 37911">
                  <a:extLst>
                    <a:ext uri="{FF2B5EF4-FFF2-40B4-BE49-F238E27FC236}">
                      <a16:creationId xmlns:a16="http://schemas.microsoft.com/office/drawing/2014/main" id="{A11DE5D2-E8CB-AC6E-5DF9-78F996B5F5C2}"/>
                    </a:ext>
                  </a:extLst>
                </p14:cNvPr>
                <p14:cNvContentPartPr/>
                <p14:nvPr/>
              </p14:nvContentPartPr>
              <p14:xfrm>
                <a:off x="6644876" y="480406"/>
                <a:ext cx="216000" cy="263880"/>
              </p14:xfrm>
            </p:contentPart>
          </mc:Choice>
          <mc:Fallback xmlns="">
            <p:pic>
              <p:nvPicPr>
                <p:cNvPr id="37912" name="잉크 37911">
                  <a:extLst>
                    <a:ext uri="{FF2B5EF4-FFF2-40B4-BE49-F238E27FC236}">
                      <a16:creationId xmlns:a16="http://schemas.microsoft.com/office/drawing/2014/main" id="{A11DE5D2-E8CB-AC6E-5DF9-78F996B5F5C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36236" y="471766"/>
                  <a:ext cx="233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7913" name="잉크 37912">
                  <a:extLst>
                    <a:ext uri="{FF2B5EF4-FFF2-40B4-BE49-F238E27FC236}">
                      <a16:creationId xmlns:a16="http://schemas.microsoft.com/office/drawing/2014/main" id="{92B54913-FE0A-68FA-F287-220EB9B8BE31}"/>
                    </a:ext>
                  </a:extLst>
                </p14:cNvPr>
                <p14:cNvContentPartPr/>
                <p14:nvPr/>
              </p14:nvContentPartPr>
              <p14:xfrm>
                <a:off x="6772676" y="563566"/>
                <a:ext cx="156960" cy="112680"/>
              </p14:xfrm>
            </p:contentPart>
          </mc:Choice>
          <mc:Fallback xmlns="">
            <p:pic>
              <p:nvPicPr>
                <p:cNvPr id="37913" name="잉크 37912">
                  <a:extLst>
                    <a:ext uri="{FF2B5EF4-FFF2-40B4-BE49-F238E27FC236}">
                      <a16:creationId xmlns:a16="http://schemas.microsoft.com/office/drawing/2014/main" id="{92B54913-FE0A-68FA-F287-220EB9B8BE3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63676" y="554926"/>
                  <a:ext cx="1746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7914" name="잉크 37913">
                  <a:extLst>
                    <a:ext uri="{FF2B5EF4-FFF2-40B4-BE49-F238E27FC236}">
                      <a16:creationId xmlns:a16="http://schemas.microsoft.com/office/drawing/2014/main" id="{AE7DB4E6-EBAB-56C8-6D4C-F62BB1685ADE}"/>
                    </a:ext>
                  </a:extLst>
                </p14:cNvPr>
                <p14:cNvContentPartPr/>
                <p14:nvPr/>
              </p14:nvContentPartPr>
              <p14:xfrm>
                <a:off x="6900836" y="560686"/>
                <a:ext cx="144720" cy="167760"/>
              </p14:xfrm>
            </p:contentPart>
          </mc:Choice>
          <mc:Fallback xmlns="">
            <p:pic>
              <p:nvPicPr>
                <p:cNvPr id="37914" name="잉크 37913">
                  <a:extLst>
                    <a:ext uri="{FF2B5EF4-FFF2-40B4-BE49-F238E27FC236}">
                      <a16:creationId xmlns:a16="http://schemas.microsoft.com/office/drawing/2014/main" id="{AE7DB4E6-EBAB-56C8-6D4C-F62BB1685A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892196" y="551686"/>
                  <a:ext cx="1623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7915" name="잉크 37914">
                  <a:extLst>
                    <a:ext uri="{FF2B5EF4-FFF2-40B4-BE49-F238E27FC236}">
                      <a16:creationId xmlns:a16="http://schemas.microsoft.com/office/drawing/2014/main" id="{AA6E1EEF-2533-3D50-C6CA-2D2516DDAE85}"/>
                    </a:ext>
                  </a:extLst>
                </p14:cNvPr>
                <p14:cNvContentPartPr/>
                <p14:nvPr/>
              </p14:nvContentPartPr>
              <p14:xfrm>
                <a:off x="7062116" y="563926"/>
                <a:ext cx="155880" cy="154800"/>
              </p14:xfrm>
            </p:contentPart>
          </mc:Choice>
          <mc:Fallback xmlns="">
            <p:pic>
              <p:nvPicPr>
                <p:cNvPr id="37915" name="잉크 37914">
                  <a:extLst>
                    <a:ext uri="{FF2B5EF4-FFF2-40B4-BE49-F238E27FC236}">
                      <a16:creationId xmlns:a16="http://schemas.microsoft.com/office/drawing/2014/main" id="{AA6E1EEF-2533-3D50-C6CA-2D2516DDAE8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53116" y="555286"/>
                  <a:ext cx="173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7916" name="잉크 37915">
                  <a:extLst>
                    <a:ext uri="{FF2B5EF4-FFF2-40B4-BE49-F238E27FC236}">
                      <a16:creationId xmlns:a16="http://schemas.microsoft.com/office/drawing/2014/main" id="{BE2AB3D5-894D-CFA0-A5FC-423049A8698E}"/>
                    </a:ext>
                  </a:extLst>
                </p14:cNvPr>
                <p14:cNvContentPartPr/>
                <p14:nvPr/>
              </p14:nvContentPartPr>
              <p14:xfrm>
                <a:off x="7182716" y="574726"/>
                <a:ext cx="104040" cy="147600"/>
              </p14:xfrm>
            </p:contentPart>
          </mc:Choice>
          <mc:Fallback xmlns="">
            <p:pic>
              <p:nvPicPr>
                <p:cNvPr id="37916" name="잉크 37915">
                  <a:extLst>
                    <a:ext uri="{FF2B5EF4-FFF2-40B4-BE49-F238E27FC236}">
                      <a16:creationId xmlns:a16="http://schemas.microsoft.com/office/drawing/2014/main" id="{BE2AB3D5-894D-CFA0-A5FC-423049A8698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74076" y="566086"/>
                  <a:ext cx="1216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7917" name="잉크 37916">
                  <a:extLst>
                    <a:ext uri="{FF2B5EF4-FFF2-40B4-BE49-F238E27FC236}">
                      <a16:creationId xmlns:a16="http://schemas.microsoft.com/office/drawing/2014/main" id="{796E26F2-2804-E21E-A793-4CD0881E4892}"/>
                    </a:ext>
                  </a:extLst>
                </p14:cNvPr>
                <p14:cNvContentPartPr/>
                <p14:nvPr/>
              </p14:nvContentPartPr>
              <p14:xfrm>
                <a:off x="7310876" y="561406"/>
                <a:ext cx="34200" cy="177480"/>
              </p14:xfrm>
            </p:contentPart>
          </mc:Choice>
          <mc:Fallback xmlns="">
            <p:pic>
              <p:nvPicPr>
                <p:cNvPr id="37917" name="잉크 37916">
                  <a:extLst>
                    <a:ext uri="{FF2B5EF4-FFF2-40B4-BE49-F238E27FC236}">
                      <a16:creationId xmlns:a16="http://schemas.microsoft.com/office/drawing/2014/main" id="{796E26F2-2804-E21E-A793-4CD0881E489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02236" y="552406"/>
                  <a:ext cx="51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7918" name="잉크 37917">
                  <a:extLst>
                    <a:ext uri="{FF2B5EF4-FFF2-40B4-BE49-F238E27FC236}">
                      <a16:creationId xmlns:a16="http://schemas.microsoft.com/office/drawing/2014/main" id="{56251AD6-4CEA-A81D-0039-32BEA277375A}"/>
                    </a:ext>
                  </a:extLst>
                </p14:cNvPr>
                <p14:cNvContentPartPr/>
                <p14:nvPr/>
              </p14:nvContentPartPr>
              <p14:xfrm>
                <a:off x="7411676" y="550966"/>
                <a:ext cx="219240" cy="234720"/>
              </p14:xfrm>
            </p:contentPart>
          </mc:Choice>
          <mc:Fallback xmlns="">
            <p:pic>
              <p:nvPicPr>
                <p:cNvPr id="37918" name="잉크 37917">
                  <a:extLst>
                    <a:ext uri="{FF2B5EF4-FFF2-40B4-BE49-F238E27FC236}">
                      <a16:creationId xmlns:a16="http://schemas.microsoft.com/office/drawing/2014/main" id="{56251AD6-4CEA-A81D-0039-32BEA277375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02676" y="541966"/>
                  <a:ext cx="236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7919" name="잉크 37918">
                  <a:extLst>
                    <a:ext uri="{FF2B5EF4-FFF2-40B4-BE49-F238E27FC236}">
                      <a16:creationId xmlns:a16="http://schemas.microsoft.com/office/drawing/2014/main" id="{63619FF9-FD14-8388-259C-36D1532660D3}"/>
                    </a:ext>
                  </a:extLst>
                </p14:cNvPr>
                <p14:cNvContentPartPr/>
                <p14:nvPr/>
              </p14:nvContentPartPr>
              <p14:xfrm>
                <a:off x="7593476" y="652126"/>
                <a:ext cx="115920" cy="15480"/>
              </p14:xfrm>
            </p:contentPart>
          </mc:Choice>
          <mc:Fallback xmlns="">
            <p:pic>
              <p:nvPicPr>
                <p:cNvPr id="37919" name="잉크 37918">
                  <a:extLst>
                    <a:ext uri="{FF2B5EF4-FFF2-40B4-BE49-F238E27FC236}">
                      <a16:creationId xmlns:a16="http://schemas.microsoft.com/office/drawing/2014/main" id="{63619FF9-FD14-8388-259C-36D1532660D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584476" y="643126"/>
                  <a:ext cx="133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30" name="그룹 37929">
            <a:extLst>
              <a:ext uri="{FF2B5EF4-FFF2-40B4-BE49-F238E27FC236}">
                <a16:creationId xmlns:a16="http://schemas.microsoft.com/office/drawing/2014/main" id="{E7AC15EC-68C0-F9CB-9F11-3A5E02BDB70A}"/>
              </a:ext>
            </a:extLst>
          </p:cNvPr>
          <p:cNvGrpSpPr/>
          <p:nvPr/>
        </p:nvGrpSpPr>
        <p:grpSpPr>
          <a:xfrm>
            <a:off x="6357236" y="937246"/>
            <a:ext cx="1210320" cy="279000"/>
            <a:chOff x="6357236" y="937246"/>
            <a:chExt cx="121032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7921" name="잉크 37920">
                  <a:extLst>
                    <a:ext uri="{FF2B5EF4-FFF2-40B4-BE49-F238E27FC236}">
                      <a16:creationId xmlns:a16="http://schemas.microsoft.com/office/drawing/2014/main" id="{2F1FFDBF-F737-82D4-C600-C3594262402D}"/>
                    </a:ext>
                  </a:extLst>
                </p14:cNvPr>
                <p14:cNvContentPartPr/>
                <p14:nvPr/>
              </p14:nvContentPartPr>
              <p14:xfrm>
                <a:off x="6380996" y="937246"/>
                <a:ext cx="121320" cy="108000"/>
              </p14:xfrm>
            </p:contentPart>
          </mc:Choice>
          <mc:Fallback xmlns="">
            <p:pic>
              <p:nvPicPr>
                <p:cNvPr id="37921" name="잉크 37920">
                  <a:extLst>
                    <a:ext uri="{FF2B5EF4-FFF2-40B4-BE49-F238E27FC236}">
                      <a16:creationId xmlns:a16="http://schemas.microsoft.com/office/drawing/2014/main" id="{2F1FFDBF-F737-82D4-C600-C3594262402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72356" y="928246"/>
                  <a:ext cx="1389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7922" name="잉크 37921">
                  <a:extLst>
                    <a:ext uri="{FF2B5EF4-FFF2-40B4-BE49-F238E27FC236}">
                      <a16:creationId xmlns:a16="http://schemas.microsoft.com/office/drawing/2014/main" id="{9E238175-865F-34CA-7839-FB31268542EF}"/>
                    </a:ext>
                  </a:extLst>
                </p14:cNvPr>
                <p14:cNvContentPartPr/>
                <p14:nvPr/>
              </p14:nvContentPartPr>
              <p14:xfrm>
                <a:off x="6357236" y="1080886"/>
                <a:ext cx="173880" cy="102960"/>
              </p14:xfrm>
            </p:contentPart>
          </mc:Choice>
          <mc:Fallback xmlns="">
            <p:pic>
              <p:nvPicPr>
                <p:cNvPr id="37922" name="잉크 37921">
                  <a:extLst>
                    <a:ext uri="{FF2B5EF4-FFF2-40B4-BE49-F238E27FC236}">
                      <a16:creationId xmlns:a16="http://schemas.microsoft.com/office/drawing/2014/main" id="{9E238175-865F-34CA-7839-FB31268542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348596" y="1071886"/>
                  <a:ext cx="191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7923" name="잉크 37922">
                  <a:extLst>
                    <a:ext uri="{FF2B5EF4-FFF2-40B4-BE49-F238E27FC236}">
                      <a16:creationId xmlns:a16="http://schemas.microsoft.com/office/drawing/2014/main" id="{3AEB6F19-3A25-8460-BA49-EFB3F72CF746}"/>
                    </a:ext>
                  </a:extLst>
                </p14:cNvPr>
                <p14:cNvContentPartPr/>
                <p14:nvPr/>
              </p14:nvContentPartPr>
              <p14:xfrm>
                <a:off x="6558476" y="958486"/>
                <a:ext cx="195840" cy="199800"/>
              </p14:xfrm>
            </p:contentPart>
          </mc:Choice>
          <mc:Fallback xmlns="">
            <p:pic>
              <p:nvPicPr>
                <p:cNvPr id="37923" name="잉크 37922">
                  <a:extLst>
                    <a:ext uri="{FF2B5EF4-FFF2-40B4-BE49-F238E27FC236}">
                      <a16:creationId xmlns:a16="http://schemas.microsoft.com/office/drawing/2014/main" id="{3AEB6F19-3A25-8460-BA49-EFB3F72CF74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549836" y="949486"/>
                  <a:ext cx="213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7924" name="잉크 37923">
                  <a:extLst>
                    <a:ext uri="{FF2B5EF4-FFF2-40B4-BE49-F238E27FC236}">
                      <a16:creationId xmlns:a16="http://schemas.microsoft.com/office/drawing/2014/main" id="{065BE19F-DB08-C202-C505-322EF8B97526}"/>
                    </a:ext>
                  </a:extLst>
                </p14:cNvPr>
                <p14:cNvContentPartPr/>
                <p14:nvPr/>
              </p14:nvContentPartPr>
              <p14:xfrm>
                <a:off x="6809396" y="1008526"/>
                <a:ext cx="146520" cy="131400"/>
              </p14:xfrm>
            </p:contentPart>
          </mc:Choice>
          <mc:Fallback xmlns="">
            <p:pic>
              <p:nvPicPr>
                <p:cNvPr id="37924" name="잉크 37923">
                  <a:extLst>
                    <a:ext uri="{FF2B5EF4-FFF2-40B4-BE49-F238E27FC236}">
                      <a16:creationId xmlns:a16="http://schemas.microsoft.com/office/drawing/2014/main" id="{065BE19F-DB08-C202-C505-322EF8B9752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00396" y="999886"/>
                  <a:ext cx="164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7925" name="잉크 37924">
                  <a:extLst>
                    <a:ext uri="{FF2B5EF4-FFF2-40B4-BE49-F238E27FC236}">
                      <a16:creationId xmlns:a16="http://schemas.microsoft.com/office/drawing/2014/main" id="{564E378F-AD53-233F-45D1-4FB88E1E03F9}"/>
                    </a:ext>
                  </a:extLst>
                </p14:cNvPr>
                <p14:cNvContentPartPr/>
                <p14:nvPr/>
              </p14:nvContentPartPr>
              <p14:xfrm>
                <a:off x="6853316" y="1139566"/>
                <a:ext cx="156600" cy="64800"/>
              </p14:xfrm>
            </p:contentPart>
          </mc:Choice>
          <mc:Fallback xmlns="">
            <p:pic>
              <p:nvPicPr>
                <p:cNvPr id="37925" name="잉크 37924">
                  <a:extLst>
                    <a:ext uri="{FF2B5EF4-FFF2-40B4-BE49-F238E27FC236}">
                      <a16:creationId xmlns:a16="http://schemas.microsoft.com/office/drawing/2014/main" id="{564E378F-AD53-233F-45D1-4FB88E1E03F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44316" y="1130926"/>
                  <a:ext cx="174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7926" name="잉크 37925">
                  <a:extLst>
                    <a:ext uri="{FF2B5EF4-FFF2-40B4-BE49-F238E27FC236}">
                      <a16:creationId xmlns:a16="http://schemas.microsoft.com/office/drawing/2014/main" id="{9B2093EF-450E-6478-0C60-5724B129243E}"/>
                    </a:ext>
                  </a:extLst>
                </p14:cNvPr>
                <p14:cNvContentPartPr/>
                <p14:nvPr/>
              </p14:nvContentPartPr>
              <p14:xfrm>
                <a:off x="7031516" y="998446"/>
                <a:ext cx="190800" cy="123840"/>
              </p14:xfrm>
            </p:contentPart>
          </mc:Choice>
          <mc:Fallback xmlns="">
            <p:pic>
              <p:nvPicPr>
                <p:cNvPr id="37926" name="잉크 37925">
                  <a:extLst>
                    <a:ext uri="{FF2B5EF4-FFF2-40B4-BE49-F238E27FC236}">
                      <a16:creationId xmlns:a16="http://schemas.microsoft.com/office/drawing/2014/main" id="{9B2093EF-450E-6478-0C60-5724B12924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022876" y="989446"/>
                  <a:ext cx="208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7927" name="잉크 37926">
                  <a:extLst>
                    <a:ext uri="{FF2B5EF4-FFF2-40B4-BE49-F238E27FC236}">
                      <a16:creationId xmlns:a16="http://schemas.microsoft.com/office/drawing/2014/main" id="{146A0DCD-C05C-03A5-F44C-CF0E73DD8AA5}"/>
                    </a:ext>
                  </a:extLst>
                </p14:cNvPr>
                <p14:cNvContentPartPr/>
                <p14:nvPr/>
              </p14:nvContentPartPr>
              <p14:xfrm>
                <a:off x="7221956" y="972886"/>
                <a:ext cx="82800" cy="159120"/>
              </p14:xfrm>
            </p:contentPart>
          </mc:Choice>
          <mc:Fallback xmlns="">
            <p:pic>
              <p:nvPicPr>
                <p:cNvPr id="37927" name="잉크 37926">
                  <a:extLst>
                    <a:ext uri="{FF2B5EF4-FFF2-40B4-BE49-F238E27FC236}">
                      <a16:creationId xmlns:a16="http://schemas.microsoft.com/office/drawing/2014/main" id="{146A0DCD-C05C-03A5-F44C-CF0E73DD8AA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12956" y="963886"/>
                  <a:ext cx="100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7928" name="잉크 37927">
                  <a:extLst>
                    <a:ext uri="{FF2B5EF4-FFF2-40B4-BE49-F238E27FC236}">
                      <a16:creationId xmlns:a16="http://schemas.microsoft.com/office/drawing/2014/main" id="{49D12B3C-0F1D-41F7-598A-C8CD25DFE9E7}"/>
                    </a:ext>
                  </a:extLst>
                </p14:cNvPr>
                <p14:cNvContentPartPr/>
                <p14:nvPr/>
              </p14:nvContentPartPr>
              <p14:xfrm>
                <a:off x="7197116" y="970006"/>
                <a:ext cx="209160" cy="246240"/>
              </p14:xfrm>
            </p:contentPart>
          </mc:Choice>
          <mc:Fallback xmlns="">
            <p:pic>
              <p:nvPicPr>
                <p:cNvPr id="37928" name="잉크 37927">
                  <a:extLst>
                    <a:ext uri="{FF2B5EF4-FFF2-40B4-BE49-F238E27FC236}">
                      <a16:creationId xmlns:a16="http://schemas.microsoft.com/office/drawing/2014/main" id="{49D12B3C-0F1D-41F7-598A-C8CD25DFE9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88476" y="961366"/>
                  <a:ext cx="2268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7929" name="잉크 37928">
                  <a:extLst>
                    <a:ext uri="{FF2B5EF4-FFF2-40B4-BE49-F238E27FC236}">
                      <a16:creationId xmlns:a16="http://schemas.microsoft.com/office/drawing/2014/main" id="{80967C5D-67A5-35D1-294B-53183DE5E21F}"/>
                    </a:ext>
                  </a:extLst>
                </p14:cNvPr>
                <p14:cNvContentPartPr/>
                <p14:nvPr/>
              </p14:nvContentPartPr>
              <p14:xfrm>
                <a:off x="7335716" y="972886"/>
                <a:ext cx="231840" cy="231840"/>
              </p14:xfrm>
            </p:contentPart>
          </mc:Choice>
          <mc:Fallback xmlns="">
            <p:pic>
              <p:nvPicPr>
                <p:cNvPr id="37929" name="잉크 37928">
                  <a:extLst>
                    <a:ext uri="{FF2B5EF4-FFF2-40B4-BE49-F238E27FC236}">
                      <a16:creationId xmlns:a16="http://schemas.microsoft.com/office/drawing/2014/main" id="{80967C5D-67A5-35D1-294B-53183DE5E21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27076" y="963886"/>
                  <a:ext cx="249480" cy="24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38" name="그룹 37937">
            <a:extLst>
              <a:ext uri="{FF2B5EF4-FFF2-40B4-BE49-F238E27FC236}">
                <a16:creationId xmlns:a16="http://schemas.microsoft.com/office/drawing/2014/main" id="{50896B1B-CCDA-4A74-7D1B-69998D9D21FB}"/>
              </a:ext>
            </a:extLst>
          </p:cNvPr>
          <p:cNvGrpSpPr/>
          <p:nvPr/>
        </p:nvGrpSpPr>
        <p:grpSpPr>
          <a:xfrm>
            <a:off x="6581516" y="1446646"/>
            <a:ext cx="334440" cy="209880"/>
            <a:chOff x="6581516" y="1446646"/>
            <a:chExt cx="33444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7931" name="잉크 37930">
                  <a:extLst>
                    <a:ext uri="{FF2B5EF4-FFF2-40B4-BE49-F238E27FC236}">
                      <a16:creationId xmlns:a16="http://schemas.microsoft.com/office/drawing/2014/main" id="{3E0C580E-7A09-CFD3-423F-D0F3B588DFBB}"/>
                    </a:ext>
                  </a:extLst>
                </p14:cNvPr>
                <p14:cNvContentPartPr/>
                <p14:nvPr/>
              </p14:nvContentPartPr>
              <p14:xfrm>
                <a:off x="6581516" y="1446646"/>
                <a:ext cx="25200" cy="205560"/>
              </p14:xfrm>
            </p:contentPart>
          </mc:Choice>
          <mc:Fallback xmlns="">
            <p:pic>
              <p:nvPicPr>
                <p:cNvPr id="37931" name="잉크 37930">
                  <a:extLst>
                    <a:ext uri="{FF2B5EF4-FFF2-40B4-BE49-F238E27FC236}">
                      <a16:creationId xmlns:a16="http://schemas.microsoft.com/office/drawing/2014/main" id="{3E0C580E-7A09-CFD3-423F-D0F3B588DFB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572516" y="1438006"/>
                  <a:ext cx="42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7932" name="잉크 37931">
                  <a:extLst>
                    <a:ext uri="{FF2B5EF4-FFF2-40B4-BE49-F238E27FC236}">
                      <a16:creationId xmlns:a16="http://schemas.microsoft.com/office/drawing/2014/main" id="{6032752F-80C5-1968-DABF-1519C3D6D369}"/>
                    </a:ext>
                  </a:extLst>
                </p14:cNvPr>
                <p14:cNvContentPartPr/>
                <p14:nvPr/>
              </p14:nvContentPartPr>
              <p14:xfrm>
                <a:off x="6629756" y="1453846"/>
                <a:ext cx="132840" cy="182880"/>
              </p14:xfrm>
            </p:contentPart>
          </mc:Choice>
          <mc:Fallback xmlns="">
            <p:pic>
              <p:nvPicPr>
                <p:cNvPr id="37932" name="잉크 37931">
                  <a:extLst>
                    <a:ext uri="{FF2B5EF4-FFF2-40B4-BE49-F238E27FC236}">
                      <a16:creationId xmlns:a16="http://schemas.microsoft.com/office/drawing/2014/main" id="{6032752F-80C5-1968-DABF-1519C3D6D36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620756" y="1445206"/>
                  <a:ext cx="150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7933" name="잉크 37932">
                  <a:extLst>
                    <a:ext uri="{FF2B5EF4-FFF2-40B4-BE49-F238E27FC236}">
                      <a16:creationId xmlns:a16="http://schemas.microsoft.com/office/drawing/2014/main" id="{EE9D5B72-C798-64FA-2999-5DD36AD71110}"/>
                    </a:ext>
                  </a:extLst>
                </p14:cNvPr>
                <p14:cNvContentPartPr/>
                <p14:nvPr/>
              </p14:nvContentPartPr>
              <p14:xfrm>
                <a:off x="6792476" y="1475086"/>
                <a:ext cx="27360" cy="139680"/>
              </p14:xfrm>
            </p:contentPart>
          </mc:Choice>
          <mc:Fallback xmlns="">
            <p:pic>
              <p:nvPicPr>
                <p:cNvPr id="37933" name="잉크 37932">
                  <a:extLst>
                    <a:ext uri="{FF2B5EF4-FFF2-40B4-BE49-F238E27FC236}">
                      <a16:creationId xmlns:a16="http://schemas.microsoft.com/office/drawing/2014/main" id="{EE9D5B72-C798-64FA-2999-5DD36AD7111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83836" y="1466086"/>
                  <a:ext cx="45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7934" name="잉크 37933">
                  <a:extLst>
                    <a:ext uri="{FF2B5EF4-FFF2-40B4-BE49-F238E27FC236}">
                      <a16:creationId xmlns:a16="http://schemas.microsoft.com/office/drawing/2014/main" id="{949D3EA0-6875-9EA6-1151-9AFD83A502A5}"/>
                    </a:ext>
                  </a:extLst>
                </p14:cNvPr>
                <p14:cNvContentPartPr/>
                <p14:nvPr/>
              </p14:nvContentPartPr>
              <p14:xfrm>
                <a:off x="6815876" y="1502446"/>
                <a:ext cx="100080" cy="154080"/>
              </p14:xfrm>
            </p:contentPart>
          </mc:Choice>
          <mc:Fallback xmlns="">
            <p:pic>
              <p:nvPicPr>
                <p:cNvPr id="37934" name="잉크 37933">
                  <a:extLst>
                    <a:ext uri="{FF2B5EF4-FFF2-40B4-BE49-F238E27FC236}">
                      <a16:creationId xmlns:a16="http://schemas.microsoft.com/office/drawing/2014/main" id="{949D3EA0-6875-9EA6-1151-9AFD83A502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06876" y="1493806"/>
                  <a:ext cx="11772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937" name="그룹 37936">
            <a:extLst>
              <a:ext uri="{FF2B5EF4-FFF2-40B4-BE49-F238E27FC236}">
                <a16:creationId xmlns:a16="http://schemas.microsoft.com/office/drawing/2014/main" id="{C2CFC477-B35A-B59D-4CF2-6AC4E64D51FF}"/>
              </a:ext>
            </a:extLst>
          </p:cNvPr>
          <p:cNvGrpSpPr/>
          <p:nvPr/>
        </p:nvGrpSpPr>
        <p:grpSpPr>
          <a:xfrm>
            <a:off x="7080836" y="1389766"/>
            <a:ext cx="70200" cy="311400"/>
            <a:chOff x="7080836" y="1389766"/>
            <a:chExt cx="7020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7935" name="잉크 37934">
                  <a:extLst>
                    <a:ext uri="{FF2B5EF4-FFF2-40B4-BE49-F238E27FC236}">
                      <a16:creationId xmlns:a16="http://schemas.microsoft.com/office/drawing/2014/main" id="{0FE4F4B0-3540-7C02-97E6-F6176591566D}"/>
                    </a:ext>
                  </a:extLst>
                </p14:cNvPr>
                <p14:cNvContentPartPr/>
                <p14:nvPr/>
              </p14:nvContentPartPr>
              <p14:xfrm>
                <a:off x="7121876" y="1389766"/>
                <a:ext cx="29160" cy="193320"/>
              </p14:xfrm>
            </p:contentPart>
          </mc:Choice>
          <mc:Fallback xmlns="">
            <p:pic>
              <p:nvPicPr>
                <p:cNvPr id="37935" name="잉크 37934">
                  <a:extLst>
                    <a:ext uri="{FF2B5EF4-FFF2-40B4-BE49-F238E27FC236}">
                      <a16:creationId xmlns:a16="http://schemas.microsoft.com/office/drawing/2014/main" id="{0FE4F4B0-3540-7C02-97E6-F617659156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12876" y="1380766"/>
                  <a:ext cx="468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7936" name="잉크 37935">
                  <a:extLst>
                    <a:ext uri="{FF2B5EF4-FFF2-40B4-BE49-F238E27FC236}">
                      <a16:creationId xmlns:a16="http://schemas.microsoft.com/office/drawing/2014/main" id="{4B626D06-11DF-FB5E-954B-D2A190DEDAC0}"/>
                    </a:ext>
                  </a:extLst>
                </p14:cNvPr>
                <p14:cNvContentPartPr/>
                <p14:nvPr/>
              </p14:nvContentPartPr>
              <p14:xfrm>
                <a:off x="7080836" y="1665526"/>
                <a:ext cx="50040" cy="35640"/>
              </p14:xfrm>
            </p:contentPart>
          </mc:Choice>
          <mc:Fallback xmlns="">
            <p:pic>
              <p:nvPicPr>
                <p:cNvPr id="37936" name="잉크 37935">
                  <a:extLst>
                    <a:ext uri="{FF2B5EF4-FFF2-40B4-BE49-F238E27FC236}">
                      <a16:creationId xmlns:a16="http://schemas.microsoft.com/office/drawing/2014/main" id="{4B626D06-11DF-FB5E-954B-D2A190DEDAC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72196" y="1656526"/>
                  <a:ext cx="67680" cy="53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연결 구조</a:t>
            </a:r>
          </a:p>
        </p:txBody>
      </p:sp>
      <p:sp>
        <p:nvSpPr>
          <p:cNvPr id="3891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FBFB1D-B851-45F8-8F98-EB70D259395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8916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85" y="4094209"/>
            <a:ext cx="240982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60" y="4232322"/>
            <a:ext cx="2028825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224" y="4357541"/>
            <a:ext cx="1846475" cy="186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TextBox 6"/>
          <p:cNvSpPr txBox="1">
            <a:spLocks noChangeArrowheads="1"/>
          </p:cNvSpPr>
          <p:nvPr/>
        </p:nvSpPr>
        <p:spPr bwMode="auto">
          <a:xfrm>
            <a:off x="1380198" y="6350047"/>
            <a:ext cx="800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dirty="0" err="1">
                <a:latin typeface="Times New Roman" panose="02020603050405020304" pitchFamily="18" charset="0"/>
              </a:rPr>
              <a:t>메쉬</a:t>
            </a:r>
            <a:endParaRPr lang="ko-KR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8920" name="TextBox 9"/>
          <p:cNvSpPr txBox="1">
            <a:spLocks noChangeArrowheads="1"/>
          </p:cNvSpPr>
          <p:nvPr/>
        </p:nvSpPr>
        <p:spPr bwMode="auto">
          <a:xfrm>
            <a:off x="4210123" y="6290936"/>
            <a:ext cx="1492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dirty="0">
                <a:latin typeface="Times New Roman" panose="02020603050405020304" pitchFamily="18" charset="0"/>
              </a:rPr>
              <a:t>완전 연결</a:t>
            </a:r>
          </a:p>
        </p:txBody>
      </p:sp>
      <p:sp>
        <p:nvSpPr>
          <p:cNvPr id="38921" name="TextBox 10"/>
          <p:cNvSpPr txBox="1">
            <a:spLocks noChangeArrowheads="1"/>
          </p:cNvSpPr>
          <p:nvPr/>
        </p:nvSpPr>
        <p:spPr bwMode="auto">
          <a:xfrm>
            <a:off x="6851768" y="6251874"/>
            <a:ext cx="1646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400" dirty="0">
                <a:latin typeface="Times New Roman" panose="02020603050405020304" pitchFamily="18" charset="0"/>
              </a:rPr>
              <a:t>3</a:t>
            </a:r>
            <a:r>
              <a:rPr lang="ko-KR" altLang="en-US" sz="2400" dirty="0">
                <a:latin typeface="Times New Roman" panose="02020603050405020304" pitchFamily="18" charset="0"/>
              </a:rPr>
              <a:t>차원 큐브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3731203" y="1739016"/>
            <a:ext cx="1492234" cy="1404988"/>
            <a:chOff x="2514215" y="1807988"/>
            <a:chExt cx="1492234" cy="1404988"/>
          </a:xfrm>
        </p:grpSpPr>
        <p:cxnSp>
          <p:nvCxnSpPr>
            <p:cNvPr id="27" name="직선 연결선 26"/>
            <p:cNvCxnSpPr/>
            <p:nvPr/>
          </p:nvCxnSpPr>
          <p:spPr bwMode="auto">
            <a:xfrm flipH="1" flipV="1">
              <a:off x="3289662" y="2416634"/>
              <a:ext cx="605652" cy="176179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5" name="직선 연결선 24"/>
            <p:cNvCxnSpPr>
              <a:endCxn id="2" idx="7"/>
            </p:cNvCxnSpPr>
            <p:nvPr/>
          </p:nvCxnSpPr>
          <p:spPr bwMode="auto">
            <a:xfrm flipH="1">
              <a:off x="3326773" y="1881994"/>
              <a:ext cx="464254" cy="4879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22" name="직선 연결선 21"/>
            <p:cNvCxnSpPr>
              <a:endCxn id="15" idx="0"/>
            </p:cNvCxnSpPr>
            <p:nvPr/>
          </p:nvCxnSpPr>
          <p:spPr bwMode="auto">
            <a:xfrm>
              <a:off x="3311656" y="2397456"/>
              <a:ext cx="36208" cy="6715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19" name="직선 연결선 18"/>
            <p:cNvCxnSpPr>
              <a:stCxn id="2" idx="6"/>
            </p:cNvCxnSpPr>
            <p:nvPr/>
          </p:nvCxnSpPr>
          <p:spPr bwMode="auto">
            <a:xfrm flipH="1">
              <a:off x="2596912" y="2420888"/>
              <a:ext cx="750952" cy="18132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4" name="직선 연결선 3"/>
            <p:cNvCxnSpPr>
              <a:endCxn id="2" idx="5"/>
            </p:cNvCxnSpPr>
            <p:nvPr/>
          </p:nvCxnSpPr>
          <p:spPr bwMode="auto">
            <a:xfrm>
              <a:off x="2799224" y="1963688"/>
              <a:ext cx="527549" cy="50811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2" name="타원 1"/>
            <p:cNvSpPr/>
            <p:nvPr/>
          </p:nvSpPr>
          <p:spPr bwMode="auto">
            <a:xfrm>
              <a:off x="3203848" y="2348880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1" name="타원 10"/>
            <p:cNvSpPr/>
            <p:nvPr/>
          </p:nvSpPr>
          <p:spPr bwMode="auto">
            <a:xfrm>
              <a:off x="2699792" y="1844824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2" name="타원 11"/>
            <p:cNvSpPr/>
            <p:nvPr/>
          </p:nvSpPr>
          <p:spPr bwMode="auto">
            <a:xfrm>
              <a:off x="3862433" y="2562510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3" name="타원 12"/>
            <p:cNvSpPr/>
            <p:nvPr/>
          </p:nvSpPr>
          <p:spPr bwMode="auto">
            <a:xfrm>
              <a:off x="3719019" y="1807988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4" name="타원 13"/>
            <p:cNvSpPr/>
            <p:nvPr/>
          </p:nvSpPr>
          <p:spPr bwMode="auto">
            <a:xfrm>
              <a:off x="2514215" y="2565633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15" name="타원 14"/>
            <p:cNvSpPr/>
            <p:nvPr/>
          </p:nvSpPr>
          <p:spPr bwMode="auto">
            <a:xfrm>
              <a:off x="3275856" y="3068960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</p:grpSp>
      <p:sp>
        <p:nvSpPr>
          <p:cNvPr id="29" name="TextBox 6"/>
          <p:cNvSpPr txBox="1">
            <a:spLocks noChangeArrowheads="1"/>
          </p:cNvSpPr>
          <p:nvPr/>
        </p:nvSpPr>
        <p:spPr bwMode="auto">
          <a:xfrm>
            <a:off x="4092734" y="318073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dirty="0">
                <a:latin typeface="Times New Roman" panose="02020603050405020304" pitchFamily="18" charset="0"/>
              </a:rPr>
              <a:t>스타</a:t>
            </a:r>
          </a:p>
        </p:txBody>
      </p:sp>
      <p:grpSp>
        <p:nvGrpSpPr>
          <p:cNvPr id="28" name="그룹 27"/>
          <p:cNvGrpSpPr/>
          <p:nvPr/>
        </p:nvGrpSpPr>
        <p:grpSpPr>
          <a:xfrm>
            <a:off x="6270192" y="1725718"/>
            <a:ext cx="2298631" cy="1418286"/>
            <a:chOff x="6349887" y="1500758"/>
            <a:chExt cx="2298631" cy="1418286"/>
          </a:xfrm>
        </p:grpSpPr>
        <p:cxnSp>
          <p:nvCxnSpPr>
            <p:cNvPr id="32" name="직선 연결선 31"/>
            <p:cNvCxnSpPr/>
            <p:nvPr/>
          </p:nvCxnSpPr>
          <p:spPr bwMode="auto">
            <a:xfrm flipH="1">
              <a:off x="6421895" y="2231062"/>
              <a:ext cx="418834" cy="561977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3" name="직선 연결선 32"/>
            <p:cNvCxnSpPr/>
            <p:nvPr/>
          </p:nvCxnSpPr>
          <p:spPr bwMode="auto">
            <a:xfrm flipH="1">
              <a:off x="7684939" y="2265013"/>
              <a:ext cx="266119" cy="528026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4" name="직선 연결선 33"/>
            <p:cNvCxnSpPr>
              <a:endCxn id="39" idx="1"/>
            </p:cNvCxnSpPr>
            <p:nvPr/>
          </p:nvCxnSpPr>
          <p:spPr bwMode="auto">
            <a:xfrm>
              <a:off x="7382216" y="1586869"/>
              <a:ext cx="541896" cy="55610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5" name="직선 연결선 34"/>
            <p:cNvCxnSpPr>
              <a:endCxn id="38" idx="7"/>
            </p:cNvCxnSpPr>
            <p:nvPr/>
          </p:nvCxnSpPr>
          <p:spPr bwMode="auto">
            <a:xfrm flipH="1">
              <a:off x="6912737" y="1594739"/>
              <a:ext cx="389008" cy="54823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36" name="직선 연결선 35"/>
            <p:cNvCxnSpPr>
              <a:endCxn id="43" idx="0"/>
            </p:cNvCxnSpPr>
            <p:nvPr/>
          </p:nvCxnSpPr>
          <p:spPr bwMode="auto">
            <a:xfrm>
              <a:off x="6890414" y="2263595"/>
              <a:ext cx="84749" cy="49996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37" name="타원 36"/>
            <p:cNvSpPr/>
            <p:nvPr/>
          </p:nvSpPr>
          <p:spPr bwMode="auto">
            <a:xfrm>
              <a:off x="7607339" y="2763557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38" name="타원 37"/>
            <p:cNvSpPr/>
            <p:nvPr/>
          </p:nvSpPr>
          <p:spPr bwMode="auto">
            <a:xfrm>
              <a:off x="6789812" y="2121881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39" name="타원 38"/>
            <p:cNvSpPr/>
            <p:nvPr/>
          </p:nvSpPr>
          <p:spPr bwMode="auto">
            <a:xfrm>
              <a:off x="7903021" y="2121881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0" name="타원 39"/>
            <p:cNvSpPr/>
            <p:nvPr/>
          </p:nvSpPr>
          <p:spPr bwMode="auto">
            <a:xfrm>
              <a:off x="7258242" y="1500758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1" name="타원 40"/>
            <p:cNvSpPr/>
            <p:nvPr/>
          </p:nvSpPr>
          <p:spPr bwMode="auto">
            <a:xfrm>
              <a:off x="8004953" y="2763557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2" name="타원 41"/>
            <p:cNvSpPr/>
            <p:nvPr/>
          </p:nvSpPr>
          <p:spPr bwMode="auto">
            <a:xfrm>
              <a:off x="8504502" y="2763557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3" name="타원 42"/>
            <p:cNvSpPr/>
            <p:nvPr/>
          </p:nvSpPr>
          <p:spPr bwMode="auto">
            <a:xfrm>
              <a:off x="6903155" y="2763557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sp>
          <p:nvSpPr>
            <p:cNvPr id="44" name="타원 43"/>
            <p:cNvSpPr/>
            <p:nvPr/>
          </p:nvSpPr>
          <p:spPr bwMode="auto">
            <a:xfrm>
              <a:off x="6349887" y="2775028"/>
              <a:ext cx="144016" cy="144016"/>
            </a:xfrm>
            <a:prstGeom prst="ellipse">
              <a:avLst/>
            </a:prstGeom>
            <a:solidFill>
              <a:schemeClr val="accent4">
                <a:lumMod val="10000"/>
                <a:lumOff val="9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endParaRPr>
            </a:p>
          </p:txBody>
        </p:sp>
        <p:cxnSp>
          <p:nvCxnSpPr>
            <p:cNvPr id="50" name="직선 연결선 49"/>
            <p:cNvCxnSpPr/>
            <p:nvPr/>
          </p:nvCxnSpPr>
          <p:spPr bwMode="auto">
            <a:xfrm>
              <a:off x="8001701" y="2263595"/>
              <a:ext cx="84749" cy="49996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51" name="직선 연결선 50"/>
            <p:cNvCxnSpPr>
              <a:stCxn id="39" idx="5"/>
            </p:cNvCxnSpPr>
            <p:nvPr/>
          </p:nvCxnSpPr>
          <p:spPr bwMode="auto">
            <a:xfrm>
              <a:off x="8025946" y="2244806"/>
              <a:ext cx="528955" cy="532173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53" name="TextBox 6"/>
          <p:cNvSpPr txBox="1">
            <a:spLocks noChangeArrowheads="1"/>
          </p:cNvSpPr>
          <p:nvPr/>
        </p:nvSpPr>
        <p:spPr bwMode="auto">
          <a:xfrm>
            <a:off x="6915937" y="3161131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dirty="0">
                <a:latin typeface="Times New Roman" panose="02020603050405020304" pitchFamily="18" charset="0"/>
              </a:rPr>
              <a:t>트리</a:t>
            </a:r>
          </a:p>
        </p:txBody>
      </p:sp>
      <p:cxnSp>
        <p:nvCxnSpPr>
          <p:cNvPr id="46" name="직선 연결선 45"/>
          <p:cNvCxnSpPr>
            <a:stCxn id="56" idx="3"/>
            <a:endCxn id="59" idx="7"/>
          </p:cNvCxnSpPr>
          <p:nvPr/>
        </p:nvCxnSpPr>
        <p:spPr bwMode="auto">
          <a:xfrm flipH="1">
            <a:off x="1363897" y="2670154"/>
            <a:ext cx="484743" cy="4046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7" name="직선 연결선 46"/>
          <p:cNvCxnSpPr>
            <a:endCxn id="56" idx="0"/>
          </p:cNvCxnSpPr>
          <p:nvPr/>
        </p:nvCxnSpPr>
        <p:spPr bwMode="auto">
          <a:xfrm>
            <a:off x="1756143" y="1866713"/>
            <a:ext cx="143414" cy="68051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8" name="직선 연결선 47"/>
          <p:cNvCxnSpPr>
            <a:stCxn id="58" idx="5"/>
            <a:endCxn id="59" idx="1"/>
          </p:cNvCxnSpPr>
          <p:nvPr/>
        </p:nvCxnSpPr>
        <p:spPr bwMode="auto">
          <a:xfrm>
            <a:off x="602256" y="2673277"/>
            <a:ext cx="659807" cy="40149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49" name="직선 연결선 48"/>
          <p:cNvCxnSpPr>
            <a:stCxn id="55" idx="0"/>
          </p:cNvCxnSpPr>
          <p:nvPr/>
        </p:nvCxnSpPr>
        <p:spPr bwMode="auto">
          <a:xfrm flipH="1">
            <a:off x="562028" y="1829543"/>
            <a:ext cx="174888" cy="75738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52" name="직선 연결선 51"/>
          <p:cNvCxnSpPr>
            <a:stCxn id="55" idx="6"/>
            <a:endCxn id="57" idx="2"/>
          </p:cNvCxnSpPr>
          <p:nvPr/>
        </p:nvCxnSpPr>
        <p:spPr bwMode="auto">
          <a:xfrm flipV="1">
            <a:off x="808924" y="1864715"/>
            <a:ext cx="875211" cy="3683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5" name="타원 54"/>
          <p:cNvSpPr/>
          <p:nvPr/>
        </p:nvSpPr>
        <p:spPr bwMode="auto">
          <a:xfrm>
            <a:off x="664908" y="1829543"/>
            <a:ext cx="144016" cy="144016"/>
          </a:xfrm>
          <a:prstGeom prst="ellipse">
            <a:avLst/>
          </a:prstGeom>
          <a:solidFill>
            <a:schemeClr val="accent4">
              <a:lumMod val="10000"/>
              <a:lumOff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6" name="타원 55"/>
          <p:cNvSpPr/>
          <p:nvPr/>
        </p:nvSpPr>
        <p:spPr bwMode="auto">
          <a:xfrm>
            <a:off x="1827549" y="2547229"/>
            <a:ext cx="144016" cy="144016"/>
          </a:xfrm>
          <a:prstGeom prst="ellipse">
            <a:avLst/>
          </a:prstGeom>
          <a:solidFill>
            <a:schemeClr val="accent4">
              <a:lumMod val="10000"/>
              <a:lumOff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7" name="타원 56"/>
          <p:cNvSpPr/>
          <p:nvPr/>
        </p:nvSpPr>
        <p:spPr bwMode="auto">
          <a:xfrm>
            <a:off x="1684135" y="1792707"/>
            <a:ext cx="144016" cy="144016"/>
          </a:xfrm>
          <a:prstGeom prst="ellipse">
            <a:avLst/>
          </a:prstGeom>
          <a:solidFill>
            <a:schemeClr val="accent4">
              <a:lumMod val="10000"/>
              <a:lumOff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8" name="타원 57"/>
          <p:cNvSpPr/>
          <p:nvPr/>
        </p:nvSpPr>
        <p:spPr bwMode="auto">
          <a:xfrm>
            <a:off x="479331" y="2550352"/>
            <a:ext cx="144016" cy="144016"/>
          </a:xfrm>
          <a:prstGeom prst="ellipse">
            <a:avLst/>
          </a:prstGeom>
          <a:solidFill>
            <a:schemeClr val="accent4">
              <a:lumMod val="10000"/>
              <a:lumOff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9" name="타원 58"/>
          <p:cNvSpPr/>
          <p:nvPr/>
        </p:nvSpPr>
        <p:spPr bwMode="auto">
          <a:xfrm>
            <a:off x="1240972" y="3053679"/>
            <a:ext cx="144016" cy="144016"/>
          </a:xfrm>
          <a:prstGeom prst="ellipse">
            <a:avLst/>
          </a:prstGeom>
          <a:solidFill>
            <a:schemeClr val="accent4">
              <a:lumMod val="10000"/>
              <a:lumOff val="9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60" name="TextBox 6"/>
          <p:cNvSpPr txBox="1">
            <a:spLocks noChangeArrowheads="1"/>
          </p:cNvSpPr>
          <p:nvPr/>
        </p:nvSpPr>
        <p:spPr bwMode="auto">
          <a:xfrm>
            <a:off x="883916" y="3271103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400" dirty="0">
                <a:latin typeface="Times New Roman" panose="02020603050405020304" pitchFamily="18" charset="0"/>
              </a:rPr>
              <a:t>원형</a:t>
            </a:r>
          </a:p>
        </p:txBody>
      </p:sp>
      <p:grpSp>
        <p:nvGrpSpPr>
          <p:cNvPr id="38933" name="그룹 38932">
            <a:extLst>
              <a:ext uri="{FF2B5EF4-FFF2-40B4-BE49-F238E27FC236}">
                <a16:creationId xmlns:a16="http://schemas.microsoft.com/office/drawing/2014/main" id="{2E0638F4-9003-7BDB-3401-1DD534A93A62}"/>
              </a:ext>
            </a:extLst>
          </p:cNvPr>
          <p:cNvGrpSpPr/>
          <p:nvPr/>
        </p:nvGrpSpPr>
        <p:grpSpPr>
          <a:xfrm>
            <a:off x="3755167" y="6040645"/>
            <a:ext cx="598680" cy="286920"/>
            <a:chOff x="3755167" y="6040645"/>
            <a:chExt cx="59868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8925" name="잉크 38924">
                  <a:extLst>
                    <a:ext uri="{FF2B5EF4-FFF2-40B4-BE49-F238E27FC236}">
                      <a16:creationId xmlns:a16="http://schemas.microsoft.com/office/drawing/2014/main" id="{0B8D6E37-470B-E1CE-FA9E-310419C01A37}"/>
                    </a:ext>
                  </a:extLst>
                </p14:cNvPr>
                <p14:cNvContentPartPr/>
                <p14:nvPr/>
              </p14:nvContentPartPr>
              <p14:xfrm>
                <a:off x="3755167" y="6070525"/>
                <a:ext cx="75600" cy="164160"/>
              </p14:xfrm>
            </p:contentPart>
          </mc:Choice>
          <mc:Fallback xmlns="">
            <p:pic>
              <p:nvPicPr>
                <p:cNvPr id="38925" name="잉크 38924">
                  <a:extLst>
                    <a:ext uri="{FF2B5EF4-FFF2-40B4-BE49-F238E27FC236}">
                      <a16:creationId xmlns:a16="http://schemas.microsoft.com/office/drawing/2014/main" id="{0B8D6E37-470B-E1CE-FA9E-310419C01A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46527" y="6061885"/>
                  <a:ext cx="932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926" name="잉크 38925">
                  <a:extLst>
                    <a:ext uri="{FF2B5EF4-FFF2-40B4-BE49-F238E27FC236}">
                      <a16:creationId xmlns:a16="http://schemas.microsoft.com/office/drawing/2014/main" id="{868BC762-BDC0-7771-8FE0-ED7C5A8AD541}"/>
                    </a:ext>
                  </a:extLst>
                </p14:cNvPr>
                <p14:cNvContentPartPr/>
                <p14:nvPr/>
              </p14:nvContentPartPr>
              <p14:xfrm>
                <a:off x="3775687" y="6068725"/>
                <a:ext cx="125280" cy="121680"/>
              </p14:xfrm>
            </p:contentPart>
          </mc:Choice>
          <mc:Fallback xmlns="">
            <p:pic>
              <p:nvPicPr>
                <p:cNvPr id="38926" name="잉크 38925">
                  <a:extLst>
                    <a:ext uri="{FF2B5EF4-FFF2-40B4-BE49-F238E27FC236}">
                      <a16:creationId xmlns:a16="http://schemas.microsoft.com/office/drawing/2014/main" id="{868BC762-BDC0-7771-8FE0-ED7C5A8AD5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66687" y="6060085"/>
                  <a:ext cx="142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8927" name="잉크 38926">
                  <a:extLst>
                    <a:ext uri="{FF2B5EF4-FFF2-40B4-BE49-F238E27FC236}">
                      <a16:creationId xmlns:a16="http://schemas.microsoft.com/office/drawing/2014/main" id="{7DC1E8C2-51F9-5160-E8CB-A8CCD4245750}"/>
                    </a:ext>
                  </a:extLst>
                </p14:cNvPr>
                <p14:cNvContentPartPr/>
                <p14:nvPr/>
              </p14:nvContentPartPr>
              <p14:xfrm>
                <a:off x="3837247" y="6040645"/>
                <a:ext cx="96840" cy="250920"/>
              </p14:xfrm>
            </p:contentPart>
          </mc:Choice>
          <mc:Fallback xmlns="">
            <p:pic>
              <p:nvPicPr>
                <p:cNvPr id="38927" name="잉크 38926">
                  <a:extLst>
                    <a:ext uri="{FF2B5EF4-FFF2-40B4-BE49-F238E27FC236}">
                      <a16:creationId xmlns:a16="http://schemas.microsoft.com/office/drawing/2014/main" id="{7DC1E8C2-51F9-5160-E8CB-A8CCD42457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28607" y="6032005"/>
                  <a:ext cx="114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8928" name="잉크 38927">
                  <a:extLst>
                    <a:ext uri="{FF2B5EF4-FFF2-40B4-BE49-F238E27FC236}">
                      <a16:creationId xmlns:a16="http://schemas.microsoft.com/office/drawing/2014/main" id="{49ADFB95-D3E3-D749-75D9-1BE144C7060C}"/>
                    </a:ext>
                  </a:extLst>
                </p14:cNvPr>
                <p14:cNvContentPartPr/>
                <p14:nvPr/>
              </p14:nvContentPartPr>
              <p14:xfrm>
                <a:off x="3848047" y="6218125"/>
                <a:ext cx="106200" cy="45720"/>
              </p14:xfrm>
            </p:contentPart>
          </mc:Choice>
          <mc:Fallback xmlns="">
            <p:pic>
              <p:nvPicPr>
                <p:cNvPr id="38928" name="잉크 38927">
                  <a:extLst>
                    <a:ext uri="{FF2B5EF4-FFF2-40B4-BE49-F238E27FC236}">
                      <a16:creationId xmlns:a16="http://schemas.microsoft.com/office/drawing/2014/main" id="{49ADFB95-D3E3-D749-75D9-1BE144C706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39407" y="6209485"/>
                  <a:ext cx="123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8929" name="잉크 38928">
                  <a:extLst>
                    <a:ext uri="{FF2B5EF4-FFF2-40B4-BE49-F238E27FC236}">
                      <a16:creationId xmlns:a16="http://schemas.microsoft.com/office/drawing/2014/main" id="{DB073074-FD09-862F-90D3-7BA425E8E61F}"/>
                    </a:ext>
                  </a:extLst>
                </p14:cNvPr>
                <p14:cNvContentPartPr/>
                <p14:nvPr/>
              </p14:nvContentPartPr>
              <p14:xfrm>
                <a:off x="3936967" y="6084565"/>
                <a:ext cx="177840" cy="149760"/>
              </p14:xfrm>
            </p:contentPart>
          </mc:Choice>
          <mc:Fallback xmlns="">
            <p:pic>
              <p:nvPicPr>
                <p:cNvPr id="38929" name="잉크 38928">
                  <a:extLst>
                    <a:ext uri="{FF2B5EF4-FFF2-40B4-BE49-F238E27FC236}">
                      <a16:creationId xmlns:a16="http://schemas.microsoft.com/office/drawing/2014/main" id="{DB073074-FD09-862F-90D3-7BA425E8E61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27967" y="6075925"/>
                  <a:ext cx="195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931" name="잉크 38930">
                  <a:extLst>
                    <a:ext uri="{FF2B5EF4-FFF2-40B4-BE49-F238E27FC236}">
                      <a16:creationId xmlns:a16="http://schemas.microsoft.com/office/drawing/2014/main" id="{A6A703F6-07F7-A449-9770-802D6199712F}"/>
                    </a:ext>
                  </a:extLst>
                </p14:cNvPr>
                <p14:cNvContentPartPr/>
                <p14:nvPr/>
              </p14:nvContentPartPr>
              <p14:xfrm>
                <a:off x="4253407" y="6074485"/>
                <a:ext cx="41760" cy="253080"/>
              </p14:xfrm>
            </p:contentPart>
          </mc:Choice>
          <mc:Fallback xmlns="">
            <p:pic>
              <p:nvPicPr>
                <p:cNvPr id="38931" name="잉크 38930">
                  <a:extLst>
                    <a:ext uri="{FF2B5EF4-FFF2-40B4-BE49-F238E27FC236}">
                      <a16:creationId xmlns:a16="http://schemas.microsoft.com/office/drawing/2014/main" id="{A6A703F6-07F7-A449-9770-802D619971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44407" y="6065845"/>
                  <a:ext cx="594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932" name="잉크 38931">
                  <a:extLst>
                    <a:ext uri="{FF2B5EF4-FFF2-40B4-BE49-F238E27FC236}">
                      <a16:creationId xmlns:a16="http://schemas.microsoft.com/office/drawing/2014/main" id="{961551B0-3F08-1508-B264-D0957D0FF9AC}"/>
                    </a:ext>
                  </a:extLst>
                </p14:cNvPr>
                <p14:cNvContentPartPr/>
                <p14:nvPr/>
              </p14:nvContentPartPr>
              <p14:xfrm>
                <a:off x="4156567" y="6046045"/>
                <a:ext cx="197280" cy="171000"/>
              </p14:xfrm>
            </p:contentPart>
          </mc:Choice>
          <mc:Fallback xmlns="">
            <p:pic>
              <p:nvPicPr>
                <p:cNvPr id="38932" name="잉크 38931">
                  <a:extLst>
                    <a:ext uri="{FF2B5EF4-FFF2-40B4-BE49-F238E27FC236}">
                      <a16:creationId xmlns:a16="http://schemas.microsoft.com/office/drawing/2014/main" id="{961551B0-3F08-1508-B264-D0957D0FF9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47567" y="6037405"/>
                  <a:ext cx="2149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51" name="그룹 38950">
            <a:extLst>
              <a:ext uri="{FF2B5EF4-FFF2-40B4-BE49-F238E27FC236}">
                <a16:creationId xmlns:a16="http://schemas.microsoft.com/office/drawing/2014/main" id="{D77ED6D5-EA7A-D88E-87B8-CD5841D9C483}"/>
              </a:ext>
            </a:extLst>
          </p:cNvPr>
          <p:cNvGrpSpPr/>
          <p:nvPr/>
        </p:nvGrpSpPr>
        <p:grpSpPr>
          <a:xfrm>
            <a:off x="4210927" y="1265245"/>
            <a:ext cx="1625760" cy="1307160"/>
            <a:chOff x="4210927" y="1265245"/>
            <a:chExt cx="1625760" cy="13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8934" name="잉크 38933">
                  <a:extLst>
                    <a:ext uri="{FF2B5EF4-FFF2-40B4-BE49-F238E27FC236}">
                      <a16:creationId xmlns:a16="http://schemas.microsoft.com/office/drawing/2014/main" id="{3E1440FF-0BB1-4EF7-4607-577AA5CE0EF2}"/>
                    </a:ext>
                  </a:extLst>
                </p14:cNvPr>
                <p14:cNvContentPartPr/>
                <p14:nvPr/>
              </p14:nvContentPartPr>
              <p14:xfrm>
                <a:off x="4210927" y="2146885"/>
                <a:ext cx="525960" cy="425520"/>
              </p14:xfrm>
            </p:contentPart>
          </mc:Choice>
          <mc:Fallback xmlns="">
            <p:pic>
              <p:nvPicPr>
                <p:cNvPr id="38934" name="잉크 38933">
                  <a:extLst>
                    <a:ext uri="{FF2B5EF4-FFF2-40B4-BE49-F238E27FC236}">
                      <a16:creationId xmlns:a16="http://schemas.microsoft.com/office/drawing/2014/main" id="{3E1440FF-0BB1-4EF7-4607-577AA5CE0E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1927" y="2137885"/>
                  <a:ext cx="5436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935" name="잉크 38934">
                  <a:extLst>
                    <a:ext uri="{FF2B5EF4-FFF2-40B4-BE49-F238E27FC236}">
                      <a16:creationId xmlns:a16="http://schemas.microsoft.com/office/drawing/2014/main" id="{C1CC2C54-5197-C5DC-86D8-01FC8B101C66}"/>
                    </a:ext>
                  </a:extLst>
                </p14:cNvPr>
                <p14:cNvContentPartPr/>
                <p14:nvPr/>
              </p14:nvContentPartPr>
              <p14:xfrm>
                <a:off x="4412527" y="1618765"/>
                <a:ext cx="188640" cy="522000"/>
              </p14:xfrm>
            </p:contentPart>
          </mc:Choice>
          <mc:Fallback xmlns="">
            <p:pic>
              <p:nvPicPr>
                <p:cNvPr id="38935" name="잉크 38934">
                  <a:extLst>
                    <a:ext uri="{FF2B5EF4-FFF2-40B4-BE49-F238E27FC236}">
                      <a16:creationId xmlns:a16="http://schemas.microsoft.com/office/drawing/2014/main" id="{C1CC2C54-5197-C5DC-86D8-01FC8B101C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3527" y="1610125"/>
                  <a:ext cx="20628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937" name="잉크 38936">
                  <a:extLst>
                    <a:ext uri="{FF2B5EF4-FFF2-40B4-BE49-F238E27FC236}">
                      <a16:creationId xmlns:a16="http://schemas.microsoft.com/office/drawing/2014/main" id="{0CE96246-0EC9-5B49-7C91-0D4319DA5081}"/>
                    </a:ext>
                  </a:extLst>
                </p14:cNvPr>
                <p14:cNvContentPartPr/>
                <p14:nvPr/>
              </p14:nvContentPartPr>
              <p14:xfrm>
                <a:off x="4540687" y="1336885"/>
                <a:ext cx="119160" cy="122400"/>
              </p14:xfrm>
            </p:contentPart>
          </mc:Choice>
          <mc:Fallback xmlns="">
            <p:pic>
              <p:nvPicPr>
                <p:cNvPr id="38937" name="잉크 38936">
                  <a:extLst>
                    <a:ext uri="{FF2B5EF4-FFF2-40B4-BE49-F238E27FC236}">
                      <a16:creationId xmlns:a16="http://schemas.microsoft.com/office/drawing/2014/main" id="{0CE96246-0EC9-5B49-7C91-0D4319DA50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32047" y="1328245"/>
                  <a:ext cx="136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938" name="잉크 38937">
                  <a:extLst>
                    <a:ext uri="{FF2B5EF4-FFF2-40B4-BE49-F238E27FC236}">
                      <a16:creationId xmlns:a16="http://schemas.microsoft.com/office/drawing/2014/main" id="{00B112C3-4D70-4AB3-D8D2-861CD144AD01}"/>
                    </a:ext>
                  </a:extLst>
                </p14:cNvPr>
                <p14:cNvContentPartPr/>
                <p14:nvPr/>
              </p14:nvContentPartPr>
              <p14:xfrm>
                <a:off x="4546807" y="1401685"/>
                <a:ext cx="152640" cy="135360"/>
              </p14:xfrm>
            </p:contentPart>
          </mc:Choice>
          <mc:Fallback xmlns="">
            <p:pic>
              <p:nvPicPr>
                <p:cNvPr id="38938" name="잉크 38937">
                  <a:extLst>
                    <a:ext uri="{FF2B5EF4-FFF2-40B4-BE49-F238E27FC236}">
                      <a16:creationId xmlns:a16="http://schemas.microsoft.com/office/drawing/2014/main" id="{00B112C3-4D70-4AB3-D8D2-861CD144AD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37807" y="1392685"/>
                  <a:ext cx="170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939" name="잉크 38938">
                  <a:extLst>
                    <a:ext uri="{FF2B5EF4-FFF2-40B4-BE49-F238E27FC236}">
                      <a16:creationId xmlns:a16="http://schemas.microsoft.com/office/drawing/2014/main" id="{1E893145-4BFE-0341-F384-22347D52F261}"/>
                    </a:ext>
                  </a:extLst>
                </p14:cNvPr>
                <p14:cNvContentPartPr/>
                <p14:nvPr/>
              </p14:nvContentPartPr>
              <p14:xfrm>
                <a:off x="4678207" y="1357765"/>
                <a:ext cx="146880" cy="93240"/>
              </p14:xfrm>
            </p:contentPart>
          </mc:Choice>
          <mc:Fallback xmlns="">
            <p:pic>
              <p:nvPicPr>
                <p:cNvPr id="38939" name="잉크 38938">
                  <a:extLst>
                    <a:ext uri="{FF2B5EF4-FFF2-40B4-BE49-F238E27FC236}">
                      <a16:creationId xmlns:a16="http://schemas.microsoft.com/office/drawing/2014/main" id="{1E893145-4BFE-0341-F384-22347D52F2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69207" y="1348765"/>
                  <a:ext cx="1645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940" name="잉크 38939">
                  <a:extLst>
                    <a:ext uri="{FF2B5EF4-FFF2-40B4-BE49-F238E27FC236}">
                      <a16:creationId xmlns:a16="http://schemas.microsoft.com/office/drawing/2014/main" id="{6972EA5F-3DE3-C303-46CA-48C2DCD2DF11}"/>
                    </a:ext>
                  </a:extLst>
                </p14:cNvPr>
                <p14:cNvContentPartPr/>
                <p14:nvPr/>
              </p14:nvContentPartPr>
              <p14:xfrm>
                <a:off x="4825087" y="1331485"/>
                <a:ext cx="71280" cy="144720"/>
              </p14:xfrm>
            </p:contentPart>
          </mc:Choice>
          <mc:Fallback xmlns="">
            <p:pic>
              <p:nvPicPr>
                <p:cNvPr id="38940" name="잉크 38939">
                  <a:extLst>
                    <a:ext uri="{FF2B5EF4-FFF2-40B4-BE49-F238E27FC236}">
                      <a16:creationId xmlns:a16="http://schemas.microsoft.com/office/drawing/2014/main" id="{6972EA5F-3DE3-C303-46CA-48C2DCD2DF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16447" y="1322485"/>
                  <a:ext cx="889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941" name="잉크 38940">
                  <a:extLst>
                    <a:ext uri="{FF2B5EF4-FFF2-40B4-BE49-F238E27FC236}">
                      <a16:creationId xmlns:a16="http://schemas.microsoft.com/office/drawing/2014/main" id="{875AC257-6DB2-4299-E569-CD30BD928A2F}"/>
                    </a:ext>
                  </a:extLst>
                </p14:cNvPr>
                <p14:cNvContentPartPr/>
                <p14:nvPr/>
              </p14:nvContentPartPr>
              <p14:xfrm>
                <a:off x="4800967" y="1482325"/>
                <a:ext cx="101520" cy="85680"/>
              </p14:xfrm>
            </p:contentPart>
          </mc:Choice>
          <mc:Fallback xmlns="">
            <p:pic>
              <p:nvPicPr>
                <p:cNvPr id="38941" name="잉크 38940">
                  <a:extLst>
                    <a:ext uri="{FF2B5EF4-FFF2-40B4-BE49-F238E27FC236}">
                      <a16:creationId xmlns:a16="http://schemas.microsoft.com/office/drawing/2014/main" id="{875AC257-6DB2-4299-E569-CD30BD928A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91967" y="1473685"/>
                  <a:ext cx="119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942" name="잉크 38941">
                  <a:extLst>
                    <a:ext uri="{FF2B5EF4-FFF2-40B4-BE49-F238E27FC236}">
                      <a16:creationId xmlns:a16="http://schemas.microsoft.com/office/drawing/2014/main" id="{62B942AE-807D-6528-8051-2CC1D829BA86}"/>
                    </a:ext>
                  </a:extLst>
                </p14:cNvPr>
                <p14:cNvContentPartPr/>
                <p14:nvPr/>
              </p14:nvContentPartPr>
              <p14:xfrm>
                <a:off x="4939927" y="1345165"/>
                <a:ext cx="179640" cy="163080"/>
              </p14:xfrm>
            </p:contentPart>
          </mc:Choice>
          <mc:Fallback xmlns="">
            <p:pic>
              <p:nvPicPr>
                <p:cNvPr id="38942" name="잉크 38941">
                  <a:extLst>
                    <a:ext uri="{FF2B5EF4-FFF2-40B4-BE49-F238E27FC236}">
                      <a16:creationId xmlns:a16="http://schemas.microsoft.com/office/drawing/2014/main" id="{62B942AE-807D-6528-8051-2CC1D829BA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31287" y="1336165"/>
                  <a:ext cx="197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943" name="잉크 38942">
                  <a:extLst>
                    <a:ext uri="{FF2B5EF4-FFF2-40B4-BE49-F238E27FC236}">
                      <a16:creationId xmlns:a16="http://schemas.microsoft.com/office/drawing/2014/main" id="{45BF2F4C-7D6C-4D79-BDB0-798A4181E684}"/>
                    </a:ext>
                  </a:extLst>
                </p14:cNvPr>
                <p14:cNvContentPartPr/>
                <p14:nvPr/>
              </p14:nvContentPartPr>
              <p14:xfrm>
                <a:off x="5106967" y="1332565"/>
                <a:ext cx="67680" cy="122760"/>
              </p14:xfrm>
            </p:contentPart>
          </mc:Choice>
          <mc:Fallback xmlns="">
            <p:pic>
              <p:nvPicPr>
                <p:cNvPr id="38943" name="잉크 38942">
                  <a:extLst>
                    <a:ext uri="{FF2B5EF4-FFF2-40B4-BE49-F238E27FC236}">
                      <a16:creationId xmlns:a16="http://schemas.microsoft.com/office/drawing/2014/main" id="{45BF2F4C-7D6C-4D79-BDB0-798A4181E6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98327" y="1323565"/>
                  <a:ext cx="85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944" name="잉크 38943">
                  <a:extLst>
                    <a:ext uri="{FF2B5EF4-FFF2-40B4-BE49-F238E27FC236}">
                      <a16:creationId xmlns:a16="http://schemas.microsoft.com/office/drawing/2014/main" id="{EFA28234-A68A-DB13-F39A-487903A9252D}"/>
                    </a:ext>
                  </a:extLst>
                </p14:cNvPr>
                <p14:cNvContentPartPr/>
                <p14:nvPr/>
              </p14:nvContentPartPr>
              <p14:xfrm>
                <a:off x="5175007" y="1333645"/>
                <a:ext cx="92880" cy="65520"/>
              </p14:xfrm>
            </p:contentPart>
          </mc:Choice>
          <mc:Fallback xmlns="">
            <p:pic>
              <p:nvPicPr>
                <p:cNvPr id="38944" name="잉크 38943">
                  <a:extLst>
                    <a:ext uri="{FF2B5EF4-FFF2-40B4-BE49-F238E27FC236}">
                      <a16:creationId xmlns:a16="http://schemas.microsoft.com/office/drawing/2014/main" id="{EFA28234-A68A-DB13-F39A-487903A925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66367" y="1324645"/>
                  <a:ext cx="110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945" name="잉크 38944">
                  <a:extLst>
                    <a:ext uri="{FF2B5EF4-FFF2-40B4-BE49-F238E27FC236}">
                      <a16:creationId xmlns:a16="http://schemas.microsoft.com/office/drawing/2014/main" id="{9C1240C9-3B25-42A5-D60A-887305E5B2DC}"/>
                    </a:ext>
                  </a:extLst>
                </p14:cNvPr>
                <p14:cNvContentPartPr/>
                <p14:nvPr/>
              </p14:nvContentPartPr>
              <p14:xfrm>
                <a:off x="5207767" y="1275685"/>
                <a:ext cx="110880" cy="246240"/>
              </p14:xfrm>
            </p:contentPart>
          </mc:Choice>
          <mc:Fallback xmlns="">
            <p:pic>
              <p:nvPicPr>
                <p:cNvPr id="38945" name="잉크 38944">
                  <a:extLst>
                    <a:ext uri="{FF2B5EF4-FFF2-40B4-BE49-F238E27FC236}">
                      <a16:creationId xmlns:a16="http://schemas.microsoft.com/office/drawing/2014/main" id="{9C1240C9-3B25-42A5-D60A-887305E5B2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99127" y="1266685"/>
                  <a:ext cx="1285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946" name="잉크 38945">
                  <a:extLst>
                    <a:ext uri="{FF2B5EF4-FFF2-40B4-BE49-F238E27FC236}">
                      <a16:creationId xmlns:a16="http://schemas.microsoft.com/office/drawing/2014/main" id="{A13AA8E3-1262-DB67-4DC7-72BD27379D18}"/>
                    </a:ext>
                  </a:extLst>
                </p14:cNvPr>
                <p14:cNvContentPartPr/>
                <p14:nvPr/>
              </p14:nvContentPartPr>
              <p14:xfrm>
                <a:off x="5414767" y="1282165"/>
                <a:ext cx="85680" cy="69840"/>
              </p14:xfrm>
            </p:contentPart>
          </mc:Choice>
          <mc:Fallback xmlns="">
            <p:pic>
              <p:nvPicPr>
                <p:cNvPr id="38946" name="잉크 38945">
                  <a:extLst>
                    <a:ext uri="{FF2B5EF4-FFF2-40B4-BE49-F238E27FC236}">
                      <a16:creationId xmlns:a16="http://schemas.microsoft.com/office/drawing/2014/main" id="{A13AA8E3-1262-DB67-4DC7-72BD27379D1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06127" y="1273525"/>
                  <a:ext cx="103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947" name="잉크 38946">
                  <a:extLst>
                    <a:ext uri="{FF2B5EF4-FFF2-40B4-BE49-F238E27FC236}">
                      <a16:creationId xmlns:a16="http://schemas.microsoft.com/office/drawing/2014/main" id="{34971D30-DE46-48F7-653B-1D4EB56986F8}"/>
                    </a:ext>
                  </a:extLst>
                </p14:cNvPr>
                <p14:cNvContentPartPr/>
                <p14:nvPr/>
              </p14:nvContentPartPr>
              <p14:xfrm>
                <a:off x="5502607" y="1265245"/>
                <a:ext cx="58680" cy="84240"/>
              </p14:xfrm>
            </p:contentPart>
          </mc:Choice>
          <mc:Fallback xmlns="">
            <p:pic>
              <p:nvPicPr>
                <p:cNvPr id="38947" name="잉크 38946">
                  <a:extLst>
                    <a:ext uri="{FF2B5EF4-FFF2-40B4-BE49-F238E27FC236}">
                      <a16:creationId xmlns:a16="http://schemas.microsoft.com/office/drawing/2014/main" id="{34971D30-DE46-48F7-653B-1D4EB56986F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93607" y="1256245"/>
                  <a:ext cx="76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948" name="잉크 38947">
                  <a:extLst>
                    <a:ext uri="{FF2B5EF4-FFF2-40B4-BE49-F238E27FC236}">
                      <a16:creationId xmlns:a16="http://schemas.microsoft.com/office/drawing/2014/main" id="{2132C270-F4A7-C832-D571-8CACD8C7A493}"/>
                    </a:ext>
                  </a:extLst>
                </p14:cNvPr>
                <p14:cNvContentPartPr/>
                <p14:nvPr/>
              </p14:nvContentPartPr>
              <p14:xfrm>
                <a:off x="5446807" y="1355605"/>
                <a:ext cx="151920" cy="38880"/>
              </p14:xfrm>
            </p:contentPart>
          </mc:Choice>
          <mc:Fallback xmlns="">
            <p:pic>
              <p:nvPicPr>
                <p:cNvPr id="38948" name="잉크 38947">
                  <a:extLst>
                    <a:ext uri="{FF2B5EF4-FFF2-40B4-BE49-F238E27FC236}">
                      <a16:creationId xmlns:a16="http://schemas.microsoft.com/office/drawing/2014/main" id="{2132C270-F4A7-C832-D571-8CACD8C7A4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7807" y="1346605"/>
                  <a:ext cx="169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949" name="잉크 38948">
                  <a:extLst>
                    <a:ext uri="{FF2B5EF4-FFF2-40B4-BE49-F238E27FC236}">
                      <a16:creationId xmlns:a16="http://schemas.microsoft.com/office/drawing/2014/main" id="{FDD15C06-C174-87B1-2A66-BE38ABFDF52C}"/>
                    </a:ext>
                  </a:extLst>
                </p14:cNvPr>
                <p14:cNvContentPartPr/>
                <p14:nvPr/>
              </p14:nvContentPartPr>
              <p14:xfrm>
                <a:off x="5507287" y="1399885"/>
                <a:ext cx="193680" cy="144000"/>
              </p14:xfrm>
            </p:contentPart>
          </mc:Choice>
          <mc:Fallback xmlns="">
            <p:pic>
              <p:nvPicPr>
                <p:cNvPr id="38949" name="잉크 38948">
                  <a:extLst>
                    <a:ext uri="{FF2B5EF4-FFF2-40B4-BE49-F238E27FC236}">
                      <a16:creationId xmlns:a16="http://schemas.microsoft.com/office/drawing/2014/main" id="{FDD15C06-C174-87B1-2A66-BE38ABFDF5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98287" y="1390885"/>
                  <a:ext cx="211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950" name="잉크 38949">
                  <a:extLst>
                    <a:ext uri="{FF2B5EF4-FFF2-40B4-BE49-F238E27FC236}">
                      <a16:creationId xmlns:a16="http://schemas.microsoft.com/office/drawing/2014/main" id="{4401210F-0A8D-02DA-83F4-0E8FCDE510F3}"/>
                    </a:ext>
                  </a:extLst>
                </p14:cNvPr>
                <p14:cNvContentPartPr/>
                <p14:nvPr/>
              </p14:nvContentPartPr>
              <p14:xfrm>
                <a:off x="5765407" y="1415725"/>
                <a:ext cx="71280" cy="29520"/>
              </p14:xfrm>
            </p:contentPart>
          </mc:Choice>
          <mc:Fallback xmlns="">
            <p:pic>
              <p:nvPicPr>
                <p:cNvPr id="38950" name="잉크 38949">
                  <a:extLst>
                    <a:ext uri="{FF2B5EF4-FFF2-40B4-BE49-F238E27FC236}">
                      <a16:creationId xmlns:a16="http://schemas.microsoft.com/office/drawing/2014/main" id="{4401210F-0A8D-02DA-83F4-0E8FCDE510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56767" y="1406725"/>
                  <a:ext cx="889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8952" name="잉크 38951">
                <a:extLst>
                  <a:ext uri="{FF2B5EF4-FFF2-40B4-BE49-F238E27FC236}">
                    <a16:creationId xmlns:a16="http://schemas.microsoft.com/office/drawing/2014/main" id="{AE11C70E-AED3-B8FA-ABE3-F2C5469563E1}"/>
                  </a:ext>
                </a:extLst>
              </p14:cNvPr>
              <p14:cNvContentPartPr/>
              <p14:nvPr/>
            </p14:nvContentPartPr>
            <p14:xfrm>
              <a:off x="307087" y="4046965"/>
              <a:ext cx="2732760" cy="2840760"/>
            </p14:xfrm>
          </p:contentPart>
        </mc:Choice>
        <mc:Fallback xmlns="">
          <p:pic>
            <p:nvPicPr>
              <p:cNvPr id="38952" name="잉크 38951">
                <a:extLst>
                  <a:ext uri="{FF2B5EF4-FFF2-40B4-BE49-F238E27FC236}">
                    <a16:creationId xmlns:a16="http://schemas.microsoft.com/office/drawing/2014/main" id="{AE11C70E-AED3-B8FA-ABE3-F2C5469563E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98447" y="4037965"/>
                <a:ext cx="2750400" cy="28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54" name="그룹 38953">
            <a:extLst>
              <a:ext uri="{FF2B5EF4-FFF2-40B4-BE49-F238E27FC236}">
                <a16:creationId xmlns:a16="http://schemas.microsoft.com/office/drawing/2014/main" id="{1EDF2EC7-517C-3574-1EB6-5F93BF511026}"/>
              </a:ext>
            </a:extLst>
          </p:cNvPr>
          <p:cNvGrpSpPr/>
          <p:nvPr/>
        </p:nvGrpSpPr>
        <p:grpSpPr>
          <a:xfrm>
            <a:off x="5581807" y="4094845"/>
            <a:ext cx="3557520" cy="2779560"/>
            <a:chOff x="5581807" y="4094845"/>
            <a:chExt cx="3557520" cy="277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E1E42FC-BC02-0006-9C05-56C201BF84C7}"/>
                    </a:ext>
                  </a:extLst>
                </p14:cNvPr>
                <p14:cNvContentPartPr/>
                <p14:nvPr/>
              </p14:nvContentPartPr>
              <p14:xfrm>
                <a:off x="5581807" y="6066205"/>
                <a:ext cx="101880" cy="882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E1E42FC-BC02-0006-9C05-56C201BF84C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72807" y="6057205"/>
                  <a:ext cx="119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D3B7BF1-5D2B-ACDA-BF28-B4DB31DF4532}"/>
                    </a:ext>
                  </a:extLst>
                </p14:cNvPr>
                <p14:cNvContentPartPr/>
                <p14:nvPr/>
              </p14:nvContentPartPr>
              <p14:xfrm>
                <a:off x="5670727" y="6091765"/>
                <a:ext cx="69840" cy="702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D3B7BF1-5D2B-ACDA-BF28-B4DB31DF45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61727" y="6082765"/>
                  <a:ext cx="87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6B844D9-2676-3F2D-BFBE-1012FC06E937}"/>
                    </a:ext>
                  </a:extLst>
                </p14:cNvPr>
                <p14:cNvContentPartPr/>
                <p14:nvPr/>
              </p14:nvContentPartPr>
              <p14:xfrm>
                <a:off x="5609887" y="6149005"/>
                <a:ext cx="152640" cy="428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6B844D9-2676-3F2D-BFBE-1012FC06E93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01247" y="6140005"/>
                  <a:ext cx="170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20FC86F-7664-1204-4052-A8B0AF3DCFB7}"/>
                    </a:ext>
                  </a:extLst>
                </p14:cNvPr>
                <p14:cNvContentPartPr/>
                <p14:nvPr/>
              </p14:nvContentPartPr>
              <p14:xfrm>
                <a:off x="5676847" y="6191845"/>
                <a:ext cx="95760" cy="849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20FC86F-7664-1204-4052-A8B0AF3DCFB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68207" y="6183205"/>
                  <a:ext cx="113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6158E62-2416-E742-9C62-E36C3997C42B}"/>
                    </a:ext>
                  </a:extLst>
                </p14:cNvPr>
                <p14:cNvContentPartPr/>
                <p14:nvPr/>
              </p14:nvContentPartPr>
              <p14:xfrm>
                <a:off x="5783407" y="6060445"/>
                <a:ext cx="84240" cy="514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6158E62-2416-E742-9C62-E36C3997C42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74407" y="6051445"/>
                  <a:ext cx="101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D11BA7C-70B1-CF95-AC09-B4D0F44614A2}"/>
                    </a:ext>
                  </a:extLst>
                </p14:cNvPr>
                <p14:cNvContentPartPr/>
                <p14:nvPr/>
              </p14:nvContentPartPr>
              <p14:xfrm>
                <a:off x="5759647" y="6131005"/>
                <a:ext cx="185400" cy="1162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D11BA7C-70B1-CF95-AC09-B4D0F44614A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50647" y="6122005"/>
                  <a:ext cx="203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E0269CE-7E5B-8953-16A5-FBD51D8273FF}"/>
                    </a:ext>
                  </a:extLst>
                </p14:cNvPr>
                <p14:cNvContentPartPr/>
                <p14:nvPr/>
              </p14:nvContentPartPr>
              <p14:xfrm>
                <a:off x="5900407" y="6072325"/>
                <a:ext cx="118440" cy="1260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E0269CE-7E5B-8953-16A5-FBD51D8273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91407" y="6063685"/>
                  <a:ext cx="136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C5DFDB78-C3DB-DB4B-9EAA-1B71EA909BE2}"/>
                    </a:ext>
                  </a:extLst>
                </p14:cNvPr>
                <p14:cNvContentPartPr/>
                <p14:nvPr/>
              </p14:nvContentPartPr>
              <p14:xfrm>
                <a:off x="5978527" y="6101485"/>
                <a:ext cx="114840" cy="1083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C5DFDB78-C3DB-DB4B-9EAA-1B71EA909B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69527" y="6092845"/>
                  <a:ext cx="132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1599494-A51F-580A-8DD9-4182739CCB97}"/>
                    </a:ext>
                  </a:extLst>
                </p14:cNvPr>
                <p14:cNvContentPartPr/>
                <p14:nvPr/>
              </p14:nvContentPartPr>
              <p14:xfrm>
                <a:off x="6104167" y="6075205"/>
                <a:ext cx="28800" cy="1569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1599494-A51F-580A-8DD9-4182739CCB9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95527" y="6066205"/>
                  <a:ext cx="464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BA076BF-91BF-81F0-A81B-4A77507354A6}"/>
                    </a:ext>
                  </a:extLst>
                </p14:cNvPr>
                <p14:cNvContentPartPr/>
                <p14:nvPr/>
              </p14:nvContentPartPr>
              <p14:xfrm>
                <a:off x="5742367" y="6387685"/>
                <a:ext cx="16920" cy="1159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BA076BF-91BF-81F0-A81B-4A77507354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3727" y="6378685"/>
                  <a:ext cx="345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F91C4102-07BD-9C03-80F2-8E6143C9AF69}"/>
                    </a:ext>
                  </a:extLst>
                </p14:cNvPr>
                <p14:cNvContentPartPr/>
                <p14:nvPr/>
              </p14:nvContentPartPr>
              <p14:xfrm>
                <a:off x="5748127" y="6401005"/>
                <a:ext cx="86760" cy="1105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F91C4102-07BD-9C03-80F2-8E6143C9AF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39127" y="6392365"/>
                  <a:ext cx="104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407AE486-6A4D-4637-BD14-8901B7C4EDB2}"/>
                    </a:ext>
                  </a:extLst>
                </p14:cNvPr>
                <p14:cNvContentPartPr/>
                <p14:nvPr/>
              </p14:nvContentPartPr>
              <p14:xfrm>
                <a:off x="5744527" y="6383725"/>
                <a:ext cx="144360" cy="1609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407AE486-6A4D-4637-BD14-8901B7C4ED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35527" y="6374725"/>
                  <a:ext cx="162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A81E4A7-6CD4-E5CC-9751-B55BF21C5F2D}"/>
                    </a:ext>
                  </a:extLst>
                </p14:cNvPr>
                <p14:cNvContentPartPr/>
                <p14:nvPr/>
              </p14:nvContentPartPr>
              <p14:xfrm>
                <a:off x="5918047" y="6356005"/>
                <a:ext cx="83520" cy="1288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A81E4A7-6CD4-E5CC-9751-B55BF21C5F2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09047" y="6347365"/>
                  <a:ext cx="101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E306A54-8CD4-F05F-37C1-F4D24EDCE483}"/>
                    </a:ext>
                  </a:extLst>
                </p14:cNvPr>
                <p14:cNvContentPartPr/>
                <p14:nvPr/>
              </p14:nvContentPartPr>
              <p14:xfrm>
                <a:off x="5908687" y="6386245"/>
                <a:ext cx="141480" cy="1076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E306A54-8CD4-F05F-37C1-F4D24EDCE4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99687" y="6377605"/>
                  <a:ext cx="159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A280410-E10A-4E2B-A17E-ABA03E6844D1}"/>
                    </a:ext>
                  </a:extLst>
                </p14:cNvPr>
                <p14:cNvContentPartPr/>
                <p14:nvPr/>
              </p14:nvContentPartPr>
              <p14:xfrm>
                <a:off x="5950807" y="6506485"/>
                <a:ext cx="90000" cy="673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A280410-E10A-4E2B-A17E-ABA03E6844D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42167" y="6497845"/>
                  <a:ext cx="107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8922" name="잉크 38921">
                  <a:extLst>
                    <a:ext uri="{FF2B5EF4-FFF2-40B4-BE49-F238E27FC236}">
                      <a16:creationId xmlns:a16="http://schemas.microsoft.com/office/drawing/2014/main" id="{B87D9000-DA8A-7520-D394-D193371AD633}"/>
                    </a:ext>
                  </a:extLst>
                </p14:cNvPr>
                <p14:cNvContentPartPr/>
                <p14:nvPr/>
              </p14:nvContentPartPr>
              <p14:xfrm>
                <a:off x="6190927" y="6357085"/>
                <a:ext cx="50400" cy="257040"/>
              </p14:xfrm>
            </p:contentPart>
          </mc:Choice>
          <mc:Fallback xmlns="">
            <p:pic>
              <p:nvPicPr>
                <p:cNvPr id="38922" name="잉크 38921">
                  <a:extLst>
                    <a:ext uri="{FF2B5EF4-FFF2-40B4-BE49-F238E27FC236}">
                      <a16:creationId xmlns:a16="http://schemas.microsoft.com/office/drawing/2014/main" id="{B87D9000-DA8A-7520-D394-D193371AD6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82287" y="6348445"/>
                  <a:ext cx="680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8923" name="잉크 38922">
                  <a:extLst>
                    <a:ext uri="{FF2B5EF4-FFF2-40B4-BE49-F238E27FC236}">
                      <a16:creationId xmlns:a16="http://schemas.microsoft.com/office/drawing/2014/main" id="{E4C47E2F-9A33-DF54-FD7D-3EB2754F25A7}"/>
                    </a:ext>
                  </a:extLst>
                </p14:cNvPr>
                <p14:cNvContentPartPr/>
                <p14:nvPr/>
              </p14:nvContentPartPr>
              <p14:xfrm>
                <a:off x="6101287" y="6329725"/>
                <a:ext cx="179280" cy="127800"/>
              </p14:xfrm>
            </p:contentPart>
          </mc:Choice>
          <mc:Fallback xmlns="">
            <p:pic>
              <p:nvPicPr>
                <p:cNvPr id="38923" name="잉크 38922">
                  <a:extLst>
                    <a:ext uri="{FF2B5EF4-FFF2-40B4-BE49-F238E27FC236}">
                      <a16:creationId xmlns:a16="http://schemas.microsoft.com/office/drawing/2014/main" id="{E4C47E2F-9A33-DF54-FD7D-3EB2754F25A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092647" y="6320725"/>
                  <a:ext cx="196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8953" name="잉크 38952">
                  <a:extLst>
                    <a:ext uri="{FF2B5EF4-FFF2-40B4-BE49-F238E27FC236}">
                      <a16:creationId xmlns:a16="http://schemas.microsoft.com/office/drawing/2014/main" id="{47F3B1F1-6307-B275-EBA0-4A2DD76B40D2}"/>
                    </a:ext>
                  </a:extLst>
                </p14:cNvPr>
                <p14:cNvContentPartPr/>
                <p14:nvPr/>
              </p14:nvContentPartPr>
              <p14:xfrm>
                <a:off x="6415207" y="4094845"/>
                <a:ext cx="2724120" cy="2779560"/>
              </p14:xfrm>
            </p:contentPart>
          </mc:Choice>
          <mc:Fallback xmlns="">
            <p:pic>
              <p:nvPicPr>
                <p:cNvPr id="38953" name="잉크 38952">
                  <a:extLst>
                    <a:ext uri="{FF2B5EF4-FFF2-40B4-BE49-F238E27FC236}">
                      <a16:creationId xmlns:a16="http://schemas.microsoft.com/office/drawing/2014/main" id="{47F3B1F1-6307-B275-EBA0-4A2DD76B40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06207" y="4085845"/>
                  <a:ext cx="2741760" cy="27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8955" name="잉크 38954">
                <a:extLst>
                  <a:ext uri="{FF2B5EF4-FFF2-40B4-BE49-F238E27FC236}">
                    <a16:creationId xmlns:a16="http://schemas.microsoft.com/office/drawing/2014/main" id="{D7A032F9-7BB3-8870-16ED-BC4741A295DE}"/>
                  </a:ext>
                </a:extLst>
              </p14:cNvPr>
              <p14:cNvContentPartPr/>
              <p14:nvPr/>
            </p14:nvContentPartPr>
            <p14:xfrm>
              <a:off x="2481847" y="3872725"/>
              <a:ext cx="19080" cy="90720"/>
            </p14:xfrm>
          </p:contentPart>
        </mc:Choice>
        <mc:Fallback xmlns="">
          <p:pic>
            <p:nvPicPr>
              <p:cNvPr id="38955" name="잉크 38954">
                <a:extLst>
                  <a:ext uri="{FF2B5EF4-FFF2-40B4-BE49-F238E27FC236}">
                    <a16:creationId xmlns:a16="http://schemas.microsoft.com/office/drawing/2014/main" id="{D7A032F9-7BB3-8870-16ED-BC4741A295D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473207" y="3863725"/>
                <a:ext cx="367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8956" name="잉크 38955">
                <a:extLst>
                  <a:ext uri="{FF2B5EF4-FFF2-40B4-BE49-F238E27FC236}">
                    <a16:creationId xmlns:a16="http://schemas.microsoft.com/office/drawing/2014/main" id="{DBF86F1E-B172-19D2-E6F5-3A5DE9DB87B9}"/>
                  </a:ext>
                </a:extLst>
              </p14:cNvPr>
              <p14:cNvContentPartPr/>
              <p14:nvPr/>
            </p14:nvContentPartPr>
            <p14:xfrm>
              <a:off x="2468527" y="3846445"/>
              <a:ext cx="88200" cy="89640"/>
            </p14:xfrm>
          </p:contentPart>
        </mc:Choice>
        <mc:Fallback xmlns="">
          <p:pic>
            <p:nvPicPr>
              <p:cNvPr id="38956" name="잉크 38955">
                <a:extLst>
                  <a:ext uri="{FF2B5EF4-FFF2-40B4-BE49-F238E27FC236}">
                    <a16:creationId xmlns:a16="http://schemas.microsoft.com/office/drawing/2014/main" id="{DBF86F1E-B172-19D2-E6F5-3A5DE9DB87B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459887" y="3837805"/>
                <a:ext cx="1058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8957" name="잉크 38956">
                <a:extLst>
                  <a:ext uri="{FF2B5EF4-FFF2-40B4-BE49-F238E27FC236}">
                    <a16:creationId xmlns:a16="http://schemas.microsoft.com/office/drawing/2014/main" id="{5C4CA1A7-E1AE-0955-958C-035F3B108595}"/>
                  </a:ext>
                </a:extLst>
              </p14:cNvPr>
              <p14:cNvContentPartPr/>
              <p14:nvPr/>
            </p14:nvContentPartPr>
            <p14:xfrm>
              <a:off x="2567167" y="3790285"/>
              <a:ext cx="131760" cy="260280"/>
            </p14:xfrm>
          </p:contentPart>
        </mc:Choice>
        <mc:Fallback xmlns="">
          <p:pic>
            <p:nvPicPr>
              <p:cNvPr id="38957" name="잉크 38956">
                <a:extLst>
                  <a:ext uri="{FF2B5EF4-FFF2-40B4-BE49-F238E27FC236}">
                    <a16:creationId xmlns:a16="http://schemas.microsoft.com/office/drawing/2014/main" id="{5C4CA1A7-E1AE-0955-958C-035F3B10859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558167" y="3781645"/>
                <a:ext cx="1494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8958" name="잉크 38957">
                <a:extLst>
                  <a:ext uri="{FF2B5EF4-FFF2-40B4-BE49-F238E27FC236}">
                    <a16:creationId xmlns:a16="http://schemas.microsoft.com/office/drawing/2014/main" id="{074847A9-3CB7-AE45-DF8C-E6FE5A8661DE}"/>
                  </a:ext>
                </a:extLst>
              </p14:cNvPr>
              <p14:cNvContentPartPr/>
              <p14:nvPr/>
            </p14:nvContentPartPr>
            <p14:xfrm>
              <a:off x="2616487" y="3872005"/>
              <a:ext cx="183240" cy="187200"/>
            </p14:xfrm>
          </p:contentPart>
        </mc:Choice>
        <mc:Fallback xmlns="">
          <p:pic>
            <p:nvPicPr>
              <p:cNvPr id="38958" name="잉크 38957">
                <a:extLst>
                  <a:ext uri="{FF2B5EF4-FFF2-40B4-BE49-F238E27FC236}">
                    <a16:creationId xmlns:a16="http://schemas.microsoft.com/office/drawing/2014/main" id="{074847A9-3CB7-AE45-DF8C-E6FE5A8661D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607487" y="3863005"/>
                <a:ext cx="2008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8959" name="잉크 38958">
                <a:extLst>
                  <a:ext uri="{FF2B5EF4-FFF2-40B4-BE49-F238E27FC236}">
                    <a16:creationId xmlns:a16="http://schemas.microsoft.com/office/drawing/2014/main" id="{87FD8D02-555C-E7C2-548E-F426670C2D50}"/>
                  </a:ext>
                </a:extLst>
              </p14:cNvPr>
              <p14:cNvContentPartPr/>
              <p14:nvPr/>
            </p14:nvContentPartPr>
            <p14:xfrm>
              <a:off x="2836087" y="3833125"/>
              <a:ext cx="49680" cy="186840"/>
            </p14:xfrm>
          </p:contentPart>
        </mc:Choice>
        <mc:Fallback xmlns="">
          <p:pic>
            <p:nvPicPr>
              <p:cNvPr id="38959" name="잉크 38958">
                <a:extLst>
                  <a:ext uri="{FF2B5EF4-FFF2-40B4-BE49-F238E27FC236}">
                    <a16:creationId xmlns:a16="http://schemas.microsoft.com/office/drawing/2014/main" id="{87FD8D02-555C-E7C2-548E-F426670C2D5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827087" y="3824125"/>
                <a:ext cx="673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8960" name="잉크 38959">
                <a:extLst>
                  <a:ext uri="{FF2B5EF4-FFF2-40B4-BE49-F238E27FC236}">
                    <a16:creationId xmlns:a16="http://schemas.microsoft.com/office/drawing/2014/main" id="{6F28BA7B-3BB6-71B0-B5B4-8C9C666B1479}"/>
                  </a:ext>
                </a:extLst>
              </p14:cNvPr>
              <p14:cNvContentPartPr/>
              <p14:nvPr/>
            </p14:nvContentPartPr>
            <p14:xfrm>
              <a:off x="2977927" y="3823045"/>
              <a:ext cx="82440" cy="108000"/>
            </p14:xfrm>
          </p:contentPart>
        </mc:Choice>
        <mc:Fallback xmlns="">
          <p:pic>
            <p:nvPicPr>
              <p:cNvPr id="38960" name="잉크 38959">
                <a:extLst>
                  <a:ext uri="{FF2B5EF4-FFF2-40B4-BE49-F238E27FC236}">
                    <a16:creationId xmlns:a16="http://schemas.microsoft.com/office/drawing/2014/main" id="{6F28BA7B-3BB6-71B0-B5B4-8C9C666B147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968927" y="3814405"/>
                <a:ext cx="1000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8961" name="잉크 38960">
                <a:extLst>
                  <a:ext uri="{FF2B5EF4-FFF2-40B4-BE49-F238E27FC236}">
                    <a16:creationId xmlns:a16="http://schemas.microsoft.com/office/drawing/2014/main" id="{2E4A1DDB-848F-7FC4-1646-C835263D2836}"/>
                  </a:ext>
                </a:extLst>
              </p14:cNvPr>
              <p14:cNvContentPartPr/>
              <p14:nvPr/>
            </p14:nvContentPartPr>
            <p14:xfrm>
              <a:off x="2968927" y="3825925"/>
              <a:ext cx="183600" cy="101880"/>
            </p14:xfrm>
          </p:contentPart>
        </mc:Choice>
        <mc:Fallback xmlns="">
          <p:pic>
            <p:nvPicPr>
              <p:cNvPr id="38961" name="잉크 38960">
                <a:extLst>
                  <a:ext uri="{FF2B5EF4-FFF2-40B4-BE49-F238E27FC236}">
                    <a16:creationId xmlns:a16="http://schemas.microsoft.com/office/drawing/2014/main" id="{2E4A1DDB-848F-7FC4-1646-C835263D283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960287" y="3817285"/>
                <a:ext cx="2012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8962" name="잉크 38961">
                <a:extLst>
                  <a:ext uri="{FF2B5EF4-FFF2-40B4-BE49-F238E27FC236}">
                    <a16:creationId xmlns:a16="http://schemas.microsoft.com/office/drawing/2014/main" id="{F423BAC8-7AF1-D6C7-B9F8-B68979874DA8}"/>
                  </a:ext>
                </a:extLst>
              </p14:cNvPr>
              <p14:cNvContentPartPr/>
              <p14:nvPr/>
            </p14:nvContentPartPr>
            <p14:xfrm>
              <a:off x="3026527" y="3974965"/>
              <a:ext cx="30960" cy="68040"/>
            </p14:xfrm>
          </p:contentPart>
        </mc:Choice>
        <mc:Fallback xmlns="">
          <p:pic>
            <p:nvPicPr>
              <p:cNvPr id="38962" name="잉크 38961">
                <a:extLst>
                  <a:ext uri="{FF2B5EF4-FFF2-40B4-BE49-F238E27FC236}">
                    <a16:creationId xmlns:a16="http://schemas.microsoft.com/office/drawing/2014/main" id="{F423BAC8-7AF1-D6C7-B9F8-B68979874DA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017887" y="3965965"/>
                <a:ext cx="486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8963" name="잉크 38962">
                <a:extLst>
                  <a:ext uri="{FF2B5EF4-FFF2-40B4-BE49-F238E27FC236}">
                    <a16:creationId xmlns:a16="http://schemas.microsoft.com/office/drawing/2014/main" id="{0BC760C6-A0FC-ABC8-07BF-599307808289}"/>
                  </a:ext>
                </a:extLst>
              </p14:cNvPr>
              <p14:cNvContentPartPr/>
              <p14:nvPr/>
            </p14:nvContentPartPr>
            <p14:xfrm>
              <a:off x="3036967" y="3955525"/>
              <a:ext cx="125280" cy="84960"/>
            </p14:xfrm>
          </p:contentPart>
        </mc:Choice>
        <mc:Fallback xmlns="">
          <p:pic>
            <p:nvPicPr>
              <p:cNvPr id="38963" name="잉크 38962">
                <a:extLst>
                  <a:ext uri="{FF2B5EF4-FFF2-40B4-BE49-F238E27FC236}">
                    <a16:creationId xmlns:a16="http://schemas.microsoft.com/office/drawing/2014/main" id="{0BC760C6-A0FC-ABC8-07BF-59930780828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027967" y="3946885"/>
                <a:ext cx="1429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8964" name="잉크 38963">
                <a:extLst>
                  <a:ext uri="{FF2B5EF4-FFF2-40B4-BE49-F238E27FC236}">
                    <a16:creationId xmlns:a16="http://schemas.microsoft.com/office/drawing/2014/main" id="{2FBDD85B-807D-8067-AF2B-6933E9621304}"/>
                  </a:ext>
                </a:extLst>
              </p14:cNvPr>
              <p14:cNvContentPartPr/>
              <p14:nvPr/>
            </p14:nvContentPartPr>
            <p14:xfrm>
              <a:off x="3038047" y="3825565"/>
              <a:ext cx="47520" cy="81000"/>
            </p14:xfrm>
          </p:contentPart>
        </mc:Choice>
        <mc:Fallback xmlns="">
          <p:pic>
            <p:nvPicPr>
              <p:cNvPr id="38964" name="잉크 38963">
                <a:extLst>
                  <a:ext uri="{FF2B5EF4-FFF2-40B4-BE49-F238E27FC236}">
                    <a16:creationId xmlns:a16="http://schemas.microsoft.com/office/drawing/2014/main" id="{2FBDD85B-807D-8067-AF2B-6933E962130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029047" y="3816565"/>
                <a:ext cx="65160" cy="9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02" name="그룹 39001">
            <a:extLst>
              <a:ext uri="{FF2B5EF4-FFF2-40B4-BE49-F238E27FC236}">
                <a16:creationId xmlns:a16="http://schemas.microsoft.com/office/drawing/2014/main" id="{917DCD7F-C67D-0FC3-0751-5994C457F61E}"/>
              </a:ext>
            </a:extLst>
          </p:cNvPr>
          <p:cNvGrpSpPr/>
          <p:nvPr/>
        </p:nvGrpSpPr>
        <p:grpSpPr>
          <a:xfrm>
            <a:off x="4859996" y="2802546"/>
            <a:ext cx="1048320" cy="308160"/>
            <a:chOff x="4859996" y="2802546"/>
            <a:chExt cx="104832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8992" name="잉크 38991">
                  <a:extLst>
                    <a:ext uri="{FF2B5EF4-FFF2-40B4-BE49-F238E27FC236}">
                      <a16:creationId xmlns:a16="http://schemas.microsoft.com/office/drawing/2014/main" id="{F83B339D-19AC-BA2B-B198-B43F601CC14D}"/>
                    </a:ext>
                  </a:extLst>
                </p14:cNvPr>
                <p14:cNvContentPartPr/>
                <p14:nvPr/>
              </p14:nvContentPartPr>
              <p14:xfrm>
                <a:off x="4859996" y="2846826"/>
                <a:ext cx="95760" cy="101880"/>
              </p14:xfrm>
            </p:contentPart>
          </mc:Choice>
          <mc:Fallback xmlns="">
            <p:pic>
              <p:nvPicPr>
                <p:cNvPr id="38992" name="잉크 38991">
                  <a:extLst>
                    <a:ext uri="{FF2B5EF4-FFF2-40B4-BE49-F238E27FC236}">
                      <a16:creationId xmlns:a16="http://schemas.microsoft.com/office/drawing/2014/main" id="{F83B339D-19AC-BA2B-B198-B43F601CC1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51356" y="2838186"/>
                  <a:ext cx="113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8993" name="잉크 38992">
                  <a:extLst>
                    <a:ext uri="{FF2B5EF4-FFF2-40B4-BE49-F238E27FC236}">
                      <a16:creationId xmlns:a16="http://schemas.microsoft.com/office/drawing/2014/main" id="{DCCB94CB-BFAC-6E89-011C-91A4F15038D8}"/>
                    </a:ext>
                  </a:extLst>
                </p14:cNvPr>
                <p14:cNvContentPartPr/>
                <p14:nvPr/>
              </p14:nvContentPartPr>
              <p14:xfrm>
                <a:off x="4948916" y="2881386"/>
                <a:ext cx="57240" cy="28440"/>
              </p14:xfrm>
            </p:contentPart>
          </mc:Choice>
          <mc:Fallback xmlns="">
            <p:pic>
              <p:nvPicPr>
                <p:cNvPr id="38993" name="잉크 38992">
                  <a:extLst>
                    <a:ext uri="{FF2B5EF4-FFF2-40B4-BE49-F238E27FC236}">
                      <a16:creationId xmlns:a16="http://schemas.microsoft.com/office/drawing/2014/main" id="{DCCB94CB-BFAC-6E89-011C-91A4F15038D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39916" y="2872746"/>
                  <a:ext cx="74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8994" name="잉크 38993">
                  <a:extLst>
                    <a:ext uri="{FF2B5EF4-FFF2-40B4-BE49-F238E27FC236}">
                      <a16:creationId xmlns:a16="http://schemas.microsoft.com/office/drawing/2014/main" id="{BA4F0079-3588-CE1B-72A3-EB9DE79D1D0F}"/>
                    </a:ext>
                  </a:extLst>
                </p14:cNvPr>
                <p14:cNvContentPartPr/>
                <p14:nvPr/>
              </p14:nvContentPartPr>
              <p14:xfrm>
                <a:off x="4873676" y="2956266"/>
                <a:ext cx="158400" cy="154440"/>
              </p14:xfrm>
            </p:contentPart>
          </mc:Choice>
          <mc:Fallback xmlns="">
            <p:pic>
              <p:nvPicPr>
                <p:cNvPr id="38994" name="잉크 38993">
                  <a:extLst>
                    <a:ext uri="{FF2B5EF4-FFF2-40B4-BE49-F238E27FC236}">
                      <a16:creationId xmlns:a16="http://schemas.microsoft.com/office/drawing/2014/main" id="{BA4F0079-3588-CE1B-72A3-EB9DE79D1D0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64676" y="2947266"/>
                  <a:ext cx="1760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8995" name="잉크 38994">
                  <a:extLst>
                    <a:ext uri="{FF2B5EF4-FFF2-40B4-BE49-F238E27FC236}">
                      <a16:creationId xmlns:a16="http://schemas.microsoft.com/office/drawing/2014/main" id="{9E15C7E5-585A-BB84-9EBA-0012DE2687EA}"/>
                    </a:ext>
                  </a:extLst>
                </p14:cNvPr>
                <p14:cNvContentPartPr/>
                <p14:nvPr/>
              </p14:nvContentPartPr>
              <p14:xfrm>
                <a:off x="5068436" y="2835306"/>
                <a:ext cx="196560" cy="158400"/>
              </p14:xfrm>
            </p:contentPart>
          </mc:Choice>
          <mc:Fallback xmlns="">
            <p:pic>
              <p:nvPicPr>
                <p:cNvPr id="38995" name="잉크 38994">
                  <a:extLst>
                    <a:ext uri="{FF2B5EF4-FFF2-40B4-BE49-F238E27FC236}">
                      <a16:creationId xmlns:a16="http://schemas.microsoft.com/office/drawing/2014/main" id="{9E15C7E5-585A-BB84-9EBA-0012DE2687E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59796" y="2826666"/>
                  <a:ext cx="214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8996" name="잉크 38995">
                  <a:extLst>
                    <a:ext uri="{FF2B5EF4-FFF2-40B4-BE49-F238E27FC236}">
                      <a16:creationId xmlns:a16="http://schemas.microsoft.com/office/drawing/2014/main" id="{0458C07D-9F5B-F905-579C-CA3CBE00DCC0}"/>
                    </a:ext>
                  </a:extLst>
                </p14:cNvPr>
                <p14:cNvContentPartPr/>
                <p14:nvPr/>
              </p14:nvContentPartPr>
              <p14:xfrm>
                <a:off x="5174276" y="2904066"/>
                <a:ext cx="158760" cy="192240"/>
              </p14:xfrm>
            </p:contentPart>
          </mc:Choice>
          <mc:Fallback xmlns="">
            <p:pic>
              <p:nvPicPr>
                <p:cNvPr id="38996" name="잉크 38995">
                  <a:extLst>
                    <a:ext uri="{FF2B5EF4-FFF2-40B4-BE49-F238E27FC236}">
                      <a16:creationId xmlns:a16="http://schemas.microsoft.com/office/drawing/2014/main" id="{0458C07D-9F5B-F905-579C-CA3CBE00DCC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165276" y="2895426"/>
                  <a:ext cx="1764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8997" name="잉크 38996">
                  <a:extLst>
                    <a:ext uri="{FF2B5EF4-FFF2-40B4-BE49-F238E27FC236}">
                      <a16:creationId xmlns:a16="http://schemas.microsoft.com/office/drawing/2014/main" id="{FDDE91C8-D72E-F8AC-BED7-F65FAC44BDD0}"/>
                    </a:ext>
                  </a:extLst>
                </p14:cNvPr>
                <p14:cNvContentPartPr/>
                <p14:nvPr/>
              </p14:nvContentPartPr>
              <p14:xfrm>
                <a:off x="5402156" y="2861586"/>
                <a:ext cx="180000" cy="120240"/>
              </p14:xfrm>
            </p:contentPart>
          </mc:Choice>
          <mc:Fallback xmlns="">
            <p:pic>
              <p:nvPicPr>
                <p:cNvPr id="38997" name="잉크 38996">
                  <a:extLst>
                    <a:ext uri="{FF2B5EF4-FFF2-40B4-BE49-F238E27FC236}">
                      <a16:creationId xmlns:a16="http://schemas.microsoft.com/office/drawing/2014/main" id="{FDDE91C8-D72E-F8AC-BED7-F65FAC44BDD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393516" y="2852946"/>
                  <a:ext cx="197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8998" name="잉크 38997">
                  <a:extLst>
                    <a:ext uri="{FF2B5EF4-FFF2-40B4-BE49-F238E27FC236}">
                      <a16:creationId xmlns:a16="http://schemas.microsoft.com/office/drawing/2014/main" id="{0A6B5708-C12B-F871-9352-E1509B82D6D8}"/>
                    </a:ext>
                  </a:extLst>
                </p14:cNvPr>
                <p14:cNvContentPartPr/>
                <p14:nvPr/>
              </p14:nvContentPartPr>
              <p14:xfrm>
                <a:off x="5477036" y="2832426"/>
                <a:ext cx="147600" cy="169200"/>
              </p14:xfrm>
            </p:contentPart>
          </mc:Choice>
          <mc:Fallback xmlns="">
            <p:pic>
              <p:nvPicPr>
                <p:cNvPr id="38998" name="잉크 38997">
                  <a:extLst>
                    <a:ext uri="{FF2B5EF4-FFF2-40B4-BE49-F238E27FC236}">
                      <a16:creationId xmlns:a16="http://schemas.microsoft.com/office/drawing/2014/main" id="{0A6B5708-C12B-F871-9352-E1509B82D6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68036" y="2823426"/>
                  <a:ext cx="1652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8999" name="잉크 38998">
                  <a:extLst>
                    <a:ext uri="{FF2B5EF4-FFF2-40B4-BE49-F238E27FC236}">
                      <a16:creationId xmlns:a16="http://schemas.microsoft.com/office/drawing/2014/main" id="{40A06CCB-5005-63FE-81A1-B66E754C5BA5}"/>
                    </a:ext>
                  </a:extLst>
                </p14:cNvPr>
                <p14:cNvContentPartPr/>
                <p14:nvPr/>
              </p14:nvContentPartPr>
              <p14:xfrm>
                <a:off x="5513036" y="2847546"/>
                <a:ext cx="230400" cy="240120"/>
              </p14:xfrm>
            </p:contentPart>
          </mc:Choice>
          <mc:Fallback xmlns="">
            <p:pic>
              <p:nvPicPr>
                <p:cNvPr id="38999" name="잉크 38998">
                  <a:extLst>
                    <a:ext uri="{FF2B5EF4-FFF2-40B4-BE49-F238E27FC236}">
                      <a16:creationId xmlns:a16="http://schemas.microsoft.com/office/drawing/2014/main" id="{40A06CCB-5005-63FE-81A1-B66E754C5BA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04036" y="2838906"/>
                  <a:ext cx="2480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9000" name="잉크 38999">
                  <a:extLst>
                    <a:ext uri="{FF2B5EF4-FFF2-40B4-BE49-F238E27FC236}">
                      <a16:creationId xmlns:a16="http://schemas.microsoft.com/office/drawing/2014/main" id="{270BF1ED-AF13-471F-9328-91E2E4FDB7F6}"/>
                    </a:ext>
                  </a:extLst>
                </p14:cNvPr>
                <p14:cNvContentPartPr/>
                <p14:nvPr/>
              </p14:nvContentPartPr>
              <p14:xfrm>
                <a:off x="5745956" y="2802546"/>
                <a:ext cx="97560" cy="135720"/>
              </p14:xfrm>
            </p:contentPart>
          </mc:Choice>
          <mc:Fallback xmlns="">
            <p:pic>
              <p:nvPicPr>
                <p:cNvPr id="39000" name="잉크 38999">
                  <a:extLst>
                    <a:ext uri="{FF2B5EF4-FFF2-40B4-BE49-F238E27FC236}">
                      <a16:creationId xmlns:a16="http://schemas.microsoft.com/office/drawing/2014/main" id="{270BF1ED-AF13-471F-9328-91E2E4FDB7F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37316" y="2793546"/>
                  <a:ext cx="115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9001" name="잉크 39000">
                  <a:extLst>
                    <a:ext uri="{FF2B5EF4-FFF2-40B4-BE49-F238E27FC236}">
                      <a16:creationId xmlns:a16="http://schemas.microsoft.com/office/drawing/2014/main" id="{8594876F-BD99-527F-2F67-04A3CAE97D49}"/>
                    </a:ext>
                  </a:extLst>
                </p14:cNvPr>
                <p14:cNvContentPartPr/>
                <p14:nvPr/>
              </p14:nvContentPartPr>
              <p14:xfrm>
                <a:off x="5736236" y="2967426"/>
                <a:ext cx="172080" cy="111960"/>
              </p14:xfrm>
            </p:contentPart>
          </mc:Choice>
          <mc:Fallback xmlns="">
            <p:pic>
              <p:nvPicPr>
                <p:cNvPr id="39001" name="잉크 39000">
                  <a:extLst>
                    <a:ext uri="{FF2B5EF4-FFF2-40B4-BE49-F238E27FC236}">
                      <a16:creationId xmlns:a16="http://schemas.microsoft.com/office/drawing/2014/main" id="{8594876F-BD99-527F-2F67-04A3CAE97D4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27236" y="2958426"/>
                  <a:ext cx="18972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13" name="그룹 39012">
            <a:extLst>
              <a:ext uri="{FF2B5EF4-FFF2-40B4-BE49-F238E27FC236}">
                <a16:creationId xmlns:a16="http://schemas.microsoft.com/office/drawing/2014/main" id="{02BC8E96-D97F-B9B1-865A-C88D34FB82EB}"/>
              </a:ext>
            </a:extLst>
          </p:cNvPr>
          <p:cNvGrpSpPr/>
          <p:nvPr/>
        </p:nvGrpSpPr>
        <p:grpSpPr>
          <a:xfrm>
            <a:off x="4829396" y="3455586"/>
            <a:ext cx="1119600" cy="285480"/>
            <a:chOff x="4829396" y="3455586"/>
            <a:chExt cx="111960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9003" name="잉크 39002">
                  <a:extLst>
                    <a:ext uri="{FF2B5EF4-FFF2-40B4-BE49-F238E27FC236}">
                      <a16:creationId xmlns:a16="http://schemas.microsoft.com/office/drawing/2014/main" id="{8D60A5B8-2701-8E76-EF6C-979C06F6B2AD}"/>
                    </a:ext>
                  </a:extLst>
                </p14:cNvPr>
                <p14:cNvContentPartPr/>
                <p14:nvPr/>
              </p14:nvContentPartPr>
              <p14:xfrm>
                <a:off x="4829396" y="3455586"/>
                <a:ext cx="159840" cy="284040"/>
              </p14:xfrm>
            </p:contentPart>
          </mc:Choice>
          <mc:Fallback xmlns="">
            <p:pic>
              <p:nvPicPr>
                <p:cNvPr id="39003" name="잉크 39002">
                  <a:extLst>
                    <a:ext uri="{FF2B5EF4-FFF2-40B4-BE49-F238E27FC236}">
                      <a16:creationId xmlns:a16="http://schemas.microsoft.com/office/drawing/2014/main" id="{8D60A5B8-2701-8E76-EF6C-979C06F6B2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20396" y="3446586"/>
                  <a:ext cx="1774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9004" name="잉크 39003">
                  <a:extLst>
                    <a:ext uri="{FF2B5EF4-FFF2-40B4-BE49-F238E27FC236}">
                      <a16:creationId xmlns:a16="http://schemas.microsoft.com/office/drawing/2014/main" id="{803AA8BC-456B-949B-E869-3249B1CE5EA3}"/>
                    </a:ext>
                  </a:extLst>
                </p14:cNvPr>
                <p14:cNvContentPartPr/>
                <p14:nvPr/>
              </p14:nvContentPartPr>
              <p14:xfrm>
                <a:off x="4934516" y="3528306"/>
                <a:ext cx="205920" cy="212760"/>
              </p14:xfrm>
            </p:contentPart>
          </mc:Choice>
          <mc:Fallback xmlns="">
            <p:pic>
              <p:nvPicPr>
                <p:cNvPr id="39004" name="잉크 39003">
                  <a:extLst>
                    <a:ext uri="{FF2B5EF4-FFF2-40B4-BE49-F238E27FC236}">
                      <a16:creationId xmlns:a16="http://schemas.microsoft.com/office/drawing/2014/main" id="{803AA8BC-456B-949B-E869-3249B1CE5EA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25516" y="3519666"/>
                  <a:ext cx="223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9005" name="잉크 39004">
                  <a:extLst>
                    <a:ext uri="{FF2B5EF4-FFF2-40B4-BE49-F238E27FC236}">
                      <a16:creationId xmlns:a16="http://schemas.microsoft.com/office/drawing/2014/main" id="{7DA5FD61-D4DF-36C8-E7BB-530CE6DB5BAF}"/>
                    </a:ext>
                  </a:extLst>
                </p14:cNvPr>
                <p14:cNvContentPartPr/>
                <p14:nvPr/>
              </p14:nvContentPartPr>
              <p14:xfrm>
                <a:off x="5132876" y="3612906"/>
                <a:ext cx="240480" cy="113040"/>
              </p14:xfrm>
            </p:contentPart>
          </mc:Choice>
          <mc:Fallback xmlns="">
            <p:pic>
              <p:nvPicPr>
                <p:cNvPr id="39005" name="잉크 39004">
                  <a:extLst>
                    <a:ext uri="{FF2B5EF4-FFF2-40B4-BE49-F238E27FC236}">
                      <a16:creationId xmlns:a16="http://schemas.microsoft.com/office/drawing/2014/main" id="{7DA5FD61-D4DF-36C8-E7BB-530CE6DB5BA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24236" y="3603906"/>
                  <a:ext cx="258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9006" name="잉크 39005">
                  <a:extLst>
                    <a:ext uri="{FF2B5EF4-FFF2-40B4-BE49-F238E27FC236}">
                      <a16:creationId xmlns:a16="http://schemas.microsoft.com/office/drawing/2014/main" id="{22AFF8C7-0801-94EA-E8BC-7D7D59C5D422}"/>
                    </a:ext>
                  </a:extLst>
                </p14:cNvPr>
                <p14:cNvContentPartPr/>
                <p14:nvPr/>
              </p14:nvContentPartPr>
              <p14:xfrm>
                <a:off x="5498276" y="3477186"/>
                <a:ext cx="56880" cy="206640"/>
              </p14:xfrm>
            </p:contentPart>
          </mc:Choice>
          <mc:Fallback xmlns="">
            <p:pic>
              <p:nvPicPr>
                <p:cNvPr id="39006" name="잉크 39005">
                  <a:extLst>
                    <a:ext uri="{FF2B5EF4-FFF2-40B4-BE49-F238E27FC236}">
                      <a16:creationId xmlns:a16="http://schemas.microsoft.com/office/drawing/2014/main" id="{22AFF8C7-0801-94EA-E8BC-7D7D59C5D4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89276" y="3468546"/>
                  <a:ext cx="74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9007" name="잉크 39006">
                  <a:extLst>
                    <a:ext uri="{FF2B5EF4-FFF2-40B4-BE49-F238E27FC236}">
                      <a16:creationId xmlns:a16="http://schemas.microsoft.com/office/drawing/2014/main" id="{0BD91A40-E2FB-2118-3768-2939421DEADC}"/>
                    </a:ext>
                  </a:extLst>
                </p14:cNvPr>
                <p14:cNvContentPartPr/>
                <p14:nvPr/>
              </p14:nvContentPartPr>
              <p14:xfrm>
                <a:off x="5503676" y="3522906"/>
                <a:ext cx="157680" cy="90000"/>
              </p14:xfrm>
            </p:contentPart>
          </mc:Choice>
          <mc:Fallback xmlns="">
            <p:pic>
              <p:nvPicPr>
                <p:cNvPr id="39007" name="잉크 39006">
                  <a:extLst>
                    <a:ext uri="{FF2B5EF4-FFF2-40B4-BE49-F238E27FC236}">
                      <a16:creationId xmlns:a16="http://schemas.microsoft.com/office/drawing/2014/main" id="{0BD91A40-E2FB-2118-3768-2939421DEAD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95036" y="3514266"/>
                  <a:ext cx="175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9008" name="잉크 39007">
                  <a:extLst>
                    <a:ext uri="{FF2B5EF4-FFF2-40B4-BE49-F238E27FC236}">
                      <a16:creationId xmlns:a16="http://schemas.microsoft.com/office/drawing/2014/main" id="{4DE5C884-5273-E4C6-D8AE-BF3D157899C2}"/>
                    </a:ext>
                  </a:extLst>
                </p14:cNvPr>
                <p14:cNvContentPartPr/>
                <p14:nvPr/>
              </p14:nvContentPartPr>
              <p14:xfrm>
                <a:off x="5577116" y="3468906"/>
                <a:ext cx="85320" cy="263160"/>
              </p14:xfrm>
            </p:contentPart>
          </mc:Choice>
          <mc:Fallback xmlns="">
            <p:pic>
              <p:nvPicPr>
                <p:cNvPr id="39008" name="잉크 39007">
                  <a:extLst>
                    <a:ext uri="{FF2B5EF4-FFF2-40B4-BE49-F238E27FC236}">
                      <a16:creationId xmlns:a16="http://schemas.microsoft.com/office/drawing/2014/main" id="{4DE5C884-5273-E4C6-D8AE-BF3D157899C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68116" y="3459906"/>
                  <a:ext cx="102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9009" name="잉크 39008">
                  <a:extLst>
                    <a:ext uri="{FF2B5EF4-FFF2-40B4-BE49-F238E27FC236}">
                      <a16:creationId xmlns:a16="http://schemas.microsoft.com/office/drawing/2014/main" id="{1FF9DF6F-F2B4-5D65-FD38-EECC94700616}"/>
                    </a:ext>
                  </a:extLst>
                </p14:cNvPr>
                <p14:cNvContentPartPr/>
                <p14:nvPr/>
              </p14:nvContentPartPr>
              <p14:xfrm>
                <a:off x="5745956" y="3476826"/>
                <a:ext cx="10080" cy="67680"/>
              </p14:xfrm>
            </p:contentPart>
          </mc:Choice>
          <mc:Fallback xmlns="">
            <p:pic>
              <p:nvPicPr>
                <p:cNvPr id="39009" name="잉크 39008">
                  <a:extLst>
                    <a:ext uri="{FF2B5EF4-FFF2-40B4-BE49-F238E27FC236}">
                      <a16:creationId xmlns:a16="http://schemas.microsoft.com/office/drawing/2014/main" id="{1FF9DF6F-F2B4-5D65-FD38-EECC9470061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37316" y="3468186"/>
                  <a:ext cx="27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9010" name="잉크 39009">
                  <a:extLst>
                    <a:ext uri="{FF2B5EF4-FFF2-40B4-BE49-F238E27FC236}">
                      <a16:creationId xmlns:a16="http://schemas.microsoft.com/office/drawing/2014/main" id="{B480831C-AD81-6598-F8F7-6ECFA6E2AF00}"/>
                    </a:ext>
                  </a:extLst>
                </p14:cNvPr>
                <p14:cNvContentPartPr/>
                <p14:nvPr/>
              </p14:nvContentPartPr>
              <p14:xfrm>
                <a:off x="5670716" y="3533706"/>
                <a:ext cx="267480" cy="125280"/>
              </p14:xfrm>
            </p:contentPart>
          </mc:Choice>
          <mc:Fallback xmlns="">
            <p:pic>
              <p:nvPicPr>
                <p:cNvPr id="39010" name="잉크 39009">
                  <a:extLst>
                    <a:ext uri="{FF2B5EF4-FFF2-40B4-BE49-F238E27FC236}">
                      <a16:creationId xmlns:a16="http://schemas.microsoft.com/office/drawing/2014/main" id="{B480831C-AD81-6598-F8F7-6ECFA6E2AF0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62076" y="3524706"/>
                  <a:ext cx="2851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9011" name="잉크 39010">
                  <a:extLst>
                    <a:ext uri="{FF2B5EF4-FFF2-40B4-BE49-F238E27FC236}">
                      <a16:creationId xmlns:a16="http://schemas.microsoft.com/office/drawing/2014/main" id="{D9A7D55B-0188-DE22-3A3C-834FAC719638}"/>
                    </a:ext>
                  </a:extLst>
                </p14:cNvPr>
                <p14:cNvContentPartPr/>
                <p14:nvPr/>
              </p14:nvContentPartPr>
              <p14:xfrm>
                <a:off x="5903636" y="3483666"/>
                <a:ext cx="26640" cy="167400"/>
              </p14:xfrm>
            </p:contentPart>
          </mc:Choice>
          <mc:Fallback xmlns="">
            <p:pic>
              <p:nvPicPr>
                <p:cNvPr id="39011" name="잉크 39010">
                  <a:extLst>
                    <a:ext uri="{FF2B5EF4-FFF2-40B4-BE49-F238E27FC236}">
                      <a16:creationId xmlns:a16="http://schemas.microsoft.com/office/drawing/2014/main" id="{D9A7D55B-0188-DE22-3A3C-834FAC7196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94636" y="3474666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9012" name="잉크 39011">
                  <a:extLst>
                    <a:ext uri="{FF2B5EF4-FFF2-40B4-BE49-F238E27FC236}">
                      <a16:creationId xmlns:a16="http://schemas.microsoft.com/office/drawing/2014/main" id="{859C8206-CE60-E3B3-0E18-47645D8532EB}"/>
                    </a:ext>
                  </a:extLst>
                </p14:cNvPr>
                <p14:cNvContentPartPr/>
                <p14:nvPr/>
              </p14:nvContentPartPr>
              <p14:xfrm>
                <a:off x="5840276" y="3645306"/>
                <a:ext cx="108720" cy="85680"/>
              </p14:xfrm>
            </p:contentPart>
          </mc:Choice>
          <mc:Fallback xmlns="">
            <p:pic>
              <p:nvPicPr>
                <p:cNvPr id="39012" name="잉크 39011">
                  <a:extLst>
                    <a:ext uri="{FF2B5EF4-FFF2-40B4-BE49-F238E27FC236}">
                      <a16:creationId xmlns:a16="http://schemas.microsoft.com/office/drawing/2014/main" id="{859C8206-CE60-E3B3-0E18-47645D8532E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31276" y="3636306"/>
                  <a:ext cx="126360" cy="103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695325"/>
          </a:xfrm>
        </p:spPr>
        <p:txBody>
          <a:bodyPr/>
          <a:lstStyle/>
          <a:p>
            <a:r>
              <a:rPr lang="ko-KR" altLang="en-US" b="1"/>
              <a:t>분산 시스템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052513"/>
            <a:ext cx="8462962" cy="57610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/>
              <a:t> 컴퓨터들을 네트워크로 연결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느슨하게 결합</a:t>
            </a:r>
            <a:r>
              <a:rPr lang="en-US" altLang="ko-KR"/>
              <a:t>:  Loosely coupled system</a:t>
            </a:r>
          </a:p>
          <a:p>
            <a:pPr lvl="1">
              <a:lnSpc>
                <a:spcPct val="90000"/>
              </a:lnSpc>
            </a:pPr>
            <a:endParaRPr lang="en-US" altLang="ko-KR" sz="1600"/>
          </a:p>
          <a:p>
            <a:pPr>
              <a:lnSpc>
                <a:spcPct val="90000"/>
              </a:lnSpc>
            </a:pPr>
            <a:r>
              <a:rPr lang="ko-KR" altLang="en-US"/>
              <a:t> 구성 이유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자원 공유</a:t>
            </a:r>
            <a:r>
              <a:rPr lang="en-US" altLang="ko-KR"/>
              <a:t>, </a:t>
            </a:r>
            <a:r>
              <a:rPr lang="ko-KR" altLang="en-US"/>
              <a:t>계산의 신속화</a:t>
            </a:r>
            <a:r>
              <a:rPr lang="en-US" altLang="ko-KR"/>
              <a:t>, </a:t>
            </a:r>
            <a:r>
              <a:rPr lang="ko-KR" altLang="en-US"/>
              <a:t>신뢰성</a:t>
            </a:r>
            <a:r>
              <a:rPr lang="en-US" altLang="ko-KR"/>
              <a:t>, </a:t>
            </a:r>
            <a:r>
              <a:rPr lang="ko-KR" altLang="en-US"/>
              <a:t>통신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ko-KR" altLang="en-US" sz="1600"/>
          </a:p>
          <a:p>
            <a:pPr>
              <a:lnSpc>
                <a:spcPct val="90000"/>
              </a:lnSpc>
            </a:pPr>
            <a:r>
              <a:rPr lang="en-US" altLang="ko-KR"/>
              <a:t> Server-Client Systems</a:t>
            </a:r>
          </a:p>
          <a:p>
            <a:pPr>
              <a:lnSpc>
                <a:spcPct val="90000"/>
              </a:lnSpc>
            </a:pP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/>
          </a:p>
          <a:p>
            <a:pPr lvl="1">
              <a:lnSpc>
                <a:spcPct val="90000"/>
              </a:lnSpc>
            </a:pPr>
            <a:endParaRPr lang="en-US" altLang="ko-KR"/>
          </a:p>
          <a:p>
            <a:pPr>
              <a:lnSpc>
                <a:spcPct val="90000"/>
              </a:lnSpc>
            </a:pPr>
            <a:r>
              <a:rPr lang="en-US" altLang="ko-KR"/>
              <a:t>Peer-to-Peer Systems</a:t>
            </a:r>
          </a:p>
          <a:p>
            <a:pPr lvl="1">
              <a:lnSpc>
                <a:spcPct val="90000"/>
              </a:lnSpc>
              <a:buSzTx/>
              <a:buFont typeface="Wingdings" panose="05000000000000000000" pitchFamily="2" charset="2"/>
              <a:buChar char="§"/>
            </a:pPr>
            <a:r>
              <a:rPr lang="en-US" altLang="ko-KR"/>
              <a:t> Internet and World Wide Web(WWW)</a:t>
            </a:r>
          </a:p>
        </p:txBody>
      </p:sp>
      <p:sp>
        <p:nvSpPr>
          <p:cNvPr id="399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8F6B46-2290-45F1-91C2-4924F66C5BD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39941" name="Group 16"/>
          <p:cNvGrpSpPr>
            <a:grpSpLocks/>
          </p:cNvGrpSpPr>
          <p:nvPr/>
        </p:nvGrpSpPr>
        <p:grpSpPr bwMode="auto">
          <a:xfrm>
            <a:off x="1619250" y="4005263"/>
            <a:ext cx="6715125" cy="1604962"/>
            <a:chOff x="1104" y="1440"/>
            <a:chExt cx="4176" cy="1056"/>
          </a:xfrm>
        </p:grpSpPr>
        <p:sp>
          <p:nvSpPr>
            <p:cNvPr id="39942" name="Rectangle 4"/>
            <p:cNvSpPr>
              <a:spLocks noChangeArrowheads="1"/>
            </p:cNvSpPr>
            <p:nvPr/>
          </p:nvSpPr>
          <p:spPr bwMode="auto">
            <a:xfrm>
              <a:off x="1104" y="1440"/>
              <a:ext cx="720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client</a:t>
              </a:r>
            </a:p>
          </p:txBody>
        </p:sp>
        <p:sp>
          <p:nvSpPr>
            <p:cNvPr id="39943" name="Rectangle 5"/>
            <p:cNvSpPr>
              <a:spLocks noChangeArrowheads="1"/>
            </p:cNvSpPr>
            <p:nvPr/>
          </p:nvSpPr>
          <p:spPr bwMode="auto">
            <a:xfrm>
              <a:off x="2520" y="2160"/>
              <a:ext cx="723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server</a:t>
              </a:r>
            </a:p>
          </p:txBody>
        </p:sp>
        <p:sp>
          <p:nvSpPr>
            <p:cNvPr id="39944" name="Rectangle 6"/>
            <p:cNvSpPr>
              <a:spLocks noChangeArrowheads="1"/>
            </p:cNvSpPr>
            <p:nvPr/>
          </p:nvSpPr>
          <p:spPr bwMode="auto">
            <a:xfrm>
              <a:off x="2160" y="1440"/>
              <a:ext cx="720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client</a:t>
              </a:r>
            </a:p>
          </p:txBody>
        </p:sp>
        <p:sp>
          <p:nvSpPr>
            <p:cNvPr id="39945" name="Line 7"/>
            <p:cNvSpPr>
              <a:spLocks noChangeShapeType="1"/>
            </p:cNvSpPr>
            <p:nvPr/>
          </p:nvSpPr>
          <p:spPr bwMode="auto">
            <a:xfrm>
              <a:off x="1536" y="1920"/>
              <a:ext cx="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46" name="Line 8"/>
            <p:cNvSpPr>
              <a:spLocks noChangeShapeType="1"/>
            </p:cNvSpPr>
            <p:nvPr/>
          </p:nvSpPr>
          <p:spPr bwMode="auto">
            <a:xfrm>
              <a:off x="1440" y="177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47" name="Line 9"/>
            <p:cNvSpPr>
              <a:spLocks noChangeShapeType="1"/>
            </p:cNvSpPr>
            <p:nvPr/>
          </p:nvSpPr>
          <p:spPr bwMode="auto">
            <a:xfrm>
              <a:off x="1152" y="196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48" name="Line 10"/>
            <p:cNvSpPr>
              <a:spLocks noChangeShapeType="1"/>
            </p:cNvSpPr>
            <p:nvPr/>
          </p:nvSpPr>
          <p:spPr bwMode="auto">
            <a:xfrm>
              <a:off x="2496" y="177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49" name="Line 11"/>
            <p:cNvSpPr>
              <a:spLocks noChangeShapeType="1"/>
            </p:cNvSpPr>
            <p:nvPr/>
          </p:nvSpPr>
          <p:spPr bwMode="auto">
            <a:xfrm>
              <a:off x="4080" y="177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50" name="Line 12"/>
            <p:cNvSpPr>
              <a:spLocks noChangeShapeType="1"/>
            </p:cNvSpPr>
            <p:nvPr/>
          </p:nvSpPr>
          <p:spPr bwMode="auto">
            <a:xfrm>
              <a:off x="2880" y="19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951" name="Text Box 13"/>
            <p:cNvSpPr txBox="1">
              <a:spLocks noChangeArrowheads="1"/>
            </p:cNvSpPr>
            <p:nvPr/>
          </p:nvSpPr>
          <p:spPr bwMode="auto">
            <a:xfrm>
              <a:off x="2880" y="148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…</a:t>
              </a:r>
            </a:p>
          </p:txBody>
        </p:sp>
        <p:sp>
          <p:nvSpPr>
            <p:cNvPr id="39952" name="Rectangle 14"/>
            <p:cNvSpPr>
              <a:spLocks noChangeArrowheads="1"/>
            </p:cNvSpPr>
            <p:nvPr/>
          </p:nvSpPr>
          <p:spPr bwMode="auto">
            <a:xfrm>
              <a:off x="3744" y="1440"/>
              <a:ext cx="720" cy="33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client</a:t>
              </a:r>
            </a:p>
          </p:txBody>
        </p:sp>
        <p:sp>
          <p:nvSpPr>
            <p:cNvPr id="39953" name="Text Box 15"/>
            <p:cNvSpPr txBox="1">
              <a:spLocks noChangeArrowheads="1"/>
            </p:cNvSpPr>
            <p:nvPr/>
          </p:nvSpPr>
          <p:spPr bwMode="auto">
            <a:xfrm>
              <a:off x="4512" y="1872"/>
              <a:ext cx="7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2400">
                  <a:latin typeface="Times New Roman" panose="02020603050405020304" pitchFamily="18" charset="0"/>
                  <a:ea typeface="돋움" panose="020B0600000101010101" pitchFamily="50" charset="-127"/>
                </a:rPr>
                <a:t>network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746427F-E177-4858-F9A7-A3A3D00DC7A7}"/>
                  </a:ext>
                </a:extLst>
              </p14:cNvPr>
              <p14:cNvContentPartPr/>
              <p14:nvPr/>
            </p14:nvContentPartPr>
            <p14:xfrm>
              <a:off x="2749687" y="939120"/>
              <a:ext cx="1555920" cy="6408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746427F-E177-4858-F9A7-A3A3D00DC7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0687" y="930480"/>
                <a:ext cx="1573560" cy="65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8118A4C-EE5C-0C69-A778-54879A48FAB3}"/>
                  </a:ext>
                </a:extLst>
              </p14:cNvPr>
              <p14:cNvContentPartPr/>
              <p14:nvPr/>
            </p14:nvContentPartPr>
            <p14:xfrm>
              <a:off x="3393367" y="1945680"/>
              <a:ext cx="1207800" cy="198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8118A4C-EE5C-0C69-A778-54879A48FA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4727" y="1937040"/>
                <a:ext cx="12254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837AFC5-3558-9417-B890-033A85CD001F}"/>
                  </a:ext>
                </a:extLst>
              </p14:cNvPr>
              <p14:cNvContentPartPr/>
              <p14:nvPr/>
            </p14:nvContentPartPr>
            <p14:xfrm>
              <a:off x="1180087" y="3051960"/>
              <a:ext cx="1171080" cy="291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837AFC5-3558-9417-B890-033A85CD00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1447" y="3043320"/>
                <a:ext cx="1188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296A90C-29C8-5869-A0BF-9DC0B96FE4FF}"/>
                  </a:ext>
                </a:extLst>
              </p14:cNvPr>
              <p14:cNvContentPartPr/>
              <p14:nvPr/>
            </p14:nvContentPartPr>
            <p14:xfrm>
              <a:off x="2781007" y="3072480"/>
              <a:ext cx="1777320" cy="320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296A90C-29C8-5869-A0BF-9DC0B96FE4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72007" y="3063480"/>
                <a:ext cx="17949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DE12128-2458-F217-A4A4-691D2BD31FC3}"/>
                  </a:ext>
                </a:extLst>
              </p14:cNvPr>
              <p14:cNvContentPartPr/>
              <p14:nvPr/>
            </p14:nvContentPartPr>
            <p14:xfrm>
              <a:off x="5936767" y="3088320"/>
              <a:ext cx="710640" cy="172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DE12128-2458-F217-A4A4-691D2BD31FC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27767" y="3079320"/>
                <a:ext cx="7282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F9FD30F8-28A3-36D4-6D9A-63FCF7C1E033}"/>
                  </a:ext>
                </a:extLst>
              </p14:cNvPr>
              <p14:cNvContentPartPr/>
              <p14:nvPr/>
            </p14:nvContentPartPr>
            <p14:xfrm>
              <a:off x="4878007" y="3002640"/>
              <a:ext cx="920880" cy="1047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F9FD30F8-28A3-36D4-6D9A-63FCF7C1E03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69007" y="2994000"/>
                <a:ext cx="938520" cy="12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937" name="그룹 39936">
            <a:extLst>
              <a:ext uri="{FF2B5EF4-FFF2-40B4-BE49-F238E27FC236}">
                <a16:creationId xmlns:a16="http://schemas.microsoft.com/office/drawing/2014/main" id="{449E12E3-B852-5E9D-863C-F8F55BD906F6}"/>
              </a:ext>
            </a:extLst>
          </p:cNvPr>
          <p:cNvGrpSpPr/>
          <p:nvPr/>
        </p:nvGrpSpPr>
        <p:grpSpPr>
          <a:xfrm>
            <a:off x="5169967" y="3075360"/>
            <a:ext cx="2168640" cy="624960"/>
            <a:chOff x="5169967" y="3075360"/>
            <a:chExt cx="2168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1FE8FC3-70D4-080A-16CE-7EDF3AC444FF}"/>
                    </a:ext>
                  </a:extLst>
                </p14:cNvPr>
                <p14:cNvContentPartPr/>
                <p14:nvPr/>
              </p14:nvContentPartPr>
              <p14:xfrm>
                <a:off x="5169967" y="3075360"/>
                <a:ext cx="382680" cy="5965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1FE8FC3-70D4-080A-16CE-7EDF3AC444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60967" y="3066360"/>
                  <a:ext cx="40032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F7999EC-2928-B8A4-8C6E-886ABD3DDC12}"/>
                    </a:ext>
                  </a:extLst>
                </p14:cNvPr>
                <p14:cNvContentPartPr/>
                <p14:nvPr/>
              </p14:nvContentPartPr>
              <p14:xfrm>
                <a:off x="5701327" y="3400800"/>
                <a:ext cx="19800" cy="1476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F7999EC-2928-B8A4-8C6E-886ABD3DDC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692327" y="3392160"/>
                  <a:ext cx="374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F962C44-B05B-032B-E031-E47E2EF7CB44}"/>
                    </a:ext>
                  </a:extLst>
                </p14:cNvPr>
                <p14:cNvContentPartPr/>
                <p14:nvPr/>
              </p14:nvContentPartPr>
              <p14:xfrm>
                <a:off x="5705287" y="3401160"/>
                <a:ext cx="120960" cy="1162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F962C44-B05B-032B-E031-E47E2EF7CB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96287" y="3392160"/>
                  <a:ext cx="138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9EBACD4-447A-793E-C6A6-A489B4D0D318}"/>
                    </a:ext>
                  </a:extLst>
                </p14:cNvPr>
                <p14:cNvContentPartPr/>
                <p14:nvPr/>
              </p14:nvContentPartPr>
              <p14:xfrm>
                <a:off x="5701327" y="3510600"/>
                <a:ext cx="124920" cy="352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9EBACD4-447A-793E-C6A6-A489B4D0D3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92687" y="3501960"/>
                  <a:ext cx="142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EBA02A8-1366-3F65-E935-652B10FCDF11}"/>
                    </a:ext>
                  </a:extLst>
                </p14:cNvPr>
                <p14:cNvContentPartPr/>
                <p14:nvPr/>
              </p14:nvContentPartPr>
              <p14:xfrm>
                <a:off x="5698087" y="3567480"/>
                <a:ext cx="201240" cy="1328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EBA02A8-1366-3F65-E935-652B10FCDF1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89447" y="3558840"/>
                  <a:ext cx="2188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B2D2B29-5284-C3AF-2156-832D45C73CDD}"/>
                    </a:ext>
                  </a:extLst>
                </p14:cNvPr>
                <p14:cNvContentPartPr/>
                <p14:nvPr/>
              </p14:nvContentPartPr>
              <p14:xfrm>
                <a:off x="5868367" y="3420960"/>
                <a:ext cx="140400" cy="1782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B2D2B29-5284-C3AF-2156-832D45C73C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59727" y="3412320"/>
                  <a:ext cx="158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A58DB5E-DB73-7F24-C10B-C262ADCDC3A4}"/>
                    </a:ext>
                  </a:extLst>
                </p14:cNvPr>
                <p14:cNvContentPartPr/>
                <p14:nvPr/>
              </p14:nvContentPartPr>
              <p14:xfrm>
                <a:off x="5875927" y="3630480"/>
                <a:ext cx="136440" cy="554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A58DB5E-DB73-7F24-C10B-C262ADCDC3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67287" y="3621840"/>
                  <a:ext cx="154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0EC369B-E6E9-B775-B2DA-97DBC85A65CF}"/>
                    </a:ext>
                  </a:extLst>
                </p14:cNvPr>
                <p14:cNvContentPartPr/>
                <p14:nvPr/>
              </p14:nvContentPartPr>
              <p14:xfrm>
                <a:off x="6066367" y="3426360"/>
                <a:ext cx="155880" cy="2106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0EC369B-E6E9-B775-B2DA-97DBC85A65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57367" y="3417360"/>
                  <a:ext cx="173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A12AC0F-2717-59D4-BFF5-0D29A60C431C}"/>
                    </a:ext>
                  </a:extLst>
                </p14:cNvPr>
                <p14:cNvContentPartPr/>
                <p14:nvPr/>
              </p14:nvContentPartPr>
              <p14:xfrm>
                <a:off x="6179767" y="3513120"/>
                <a:ext cx="117720" cy="1368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A12AC0F-2717-59D4-BFF5-0D29A60C431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70767" y="3504120"/>
                  <a:ext cx="135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9CC6DE3-252C-B2A6-8D34-7292FE7C86EB}"/>
                    </a:ext>
                  </a:extLst>
                </p14:cNvPr>
                <p14:cNvContentPartPr/>
                <p14:nvPr/>
              </p14:nvContentPartPr>
              <p14:xfrm>
                <a:off x="6314407" y="3508800"/>
                <a:ext cx="34560" cy="1569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9CC6DE3-252C-B2A6-8D34-7292FE7C86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305407" y="3500160"/>
                  <a:ext cx="52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BEFABD1-FED7-0BEA-66E6-937A5752502C}"/>
                    </a:ext>
                  </a:extLst>
                </p14:cNvPr>
                <p14:cNvContentPartPr/>
                <p14:nvPr/>
              </p14:nvContentPartPr>
              <p14:xfrm>
                <a:off x="6363367" y="3485400"/>
                <a:ext cx="164160" cy="144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BEFABD1-FED7-0BEA-66E6-937A5752502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354367" y="3476760"/>
                  <a:ext cx="1818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E65616B0-04A5-5C7D-28FE-76794CE0183A}"/>
                    </a:ext>
                  </a:extLst>
                </p14:cNvPr>
                <p14:cNvContentPartPr/>
                <p14:nvPr/>
              </p14:nvContentPartPr>
              <p14:xfrm>
                <a:off x="6419527" y="3500160"/>
                <a:ext cx="242280" cy="18972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E65616B0-04A5-5C7D-28FE-76794CE018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10527" y="3491520"/>
                  <a:ext cx="259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C774A4B-3632-4612-7CC3-7ECE0CE54DA8}"/>
                    </a:ext>
                  </a:extLst>
                </p14:cNvPr>
                <p14:cNvContentPartPr/>
                <p14:nvPr/>
              </p14:nvContentPartPr>
              <p14:xfrm>
                <a:off x="6561727" y="3479640"/>
                <a:ext cx="214200" cy="19080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C774A4B-3632-4612-7CC3-7ECE0CE54D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53087" y="3470640"/>
                  <a:ext cx="231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02D74B4-34DC-0CD8-5D5C-7582848AD609}"/>
                    </a:ext>
                  </a:extLst>
                </p14:cNvPr>
                <p14:cNvContentPartPr/>
                <p14:nvPr/>
              </p14:nvContentPartPr>
              <p14:xfrm>
                <a:off x="6924607" y="3437880"/>
                <a:ext cx="47160" cy="385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02D74B4-34DC-0CD8-5D5C-7582848AD6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15607" y="3429240"/>
                  <a:ext cx="64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9237DED-F0FF-F679-04D8-856C43E14B4B}"/>
                    </a:ext>
                  </a:extLst>
                </p14:cNvPr>
                <p14:cNvContentPartPr/>
                <p14:nvPr/>
              </p14:nvContentPartPr>
              <p14:xfrm>
                <a:off x="6891127" y="3490080"/>
                <a:ext cx="140040" cy="1285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9237DED-F0FF-F679-04D8-856C43E14B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82487" y="3481080"/>
                  <a:ext cx="157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B7B9B29A-8719-0815-4443-B471A5AC349D}"/>
                    </a:ext>
                  </a:extLst>
                </p14:cNvPr>
                <p14:cNvContentPartPr/>
                <p14:nvPr/>
              </p14:nvContentPartPr>
              <p14:xfrm>
                <a:off x="7052047" y="3453360"/>
                <a:ext cx="20160" cy="1458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B7B9B29A-8719-0815-4443-B471A5AC34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43407" y="3444360"/>
                  <a:ext cx="378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3173598-40E5-710E-E4B4-1A8ADE14F6F5}"/>
                    </a:ext>
                  </a:extLst>
                </p14:cNvPr>
                <p14:cNvContentPartPr/>
                <p14:nvPr/>
              </p14:nvContentPartPr>
              <p14:xfrm>
                <a:off x="7015687" y="3462720"/>
                <a:ext cx="129240" cy="19296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3173598-40E5-710E-E4B4-1A8ADE14F6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07047" y="3454080"/>
                  <a:ext cx="146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57A3019-0B3E-AB45-3A27-615CB315BF81}"/>
                    </a:ext>
                  </a:extLst>
                </p14:cNvPr>
                <p14:cNvContentPartPr/>
                <p14:nvPr/>
              </p14:nvContentPartPr>
              <p14:xfrm>
                <a:off x="7192807" y="3456240"/>
                <a:ext cx="125280" cy="13644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57A3019-0B3E-AB45-3A27-615CB315BF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83807" y="3447240"/>
                  <a:ext cx="142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27FDA325-7707-3B6D-49BF-9A72D1AE9051}"/>
                    </a:ext>
                  </a:extLst>
                </p14:cNvPr>
                <p14:cNvContentPartPr/>
                <p14:nvPr/>
              </p14:nvContentPartPr>
              <p14:xfrm>
                <a:off x="7165087" y="3431400"/>
                <a:ext cx="157320" cy="24192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27FDA325-7707-3B6D-49BF-9A72D1AE905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56447" y="3422760"/>
                  <a:ext cx="174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936" name="잉크 39935">
                  <a:extLst>
                    <a:ext uri="{FF2B5EF4-FFF2-40B4-BE49-F238E27FC236}">
                      <a16:creationId xmlns:a16="http://schemas.microsoft.com/office/drawing/2014/main" id="{082E9FAE-1EC5-EB19-3D87-968D8061927F}"/>
                    </a:ext>
                  </a:extLst>
                </p14:cNvPr>
                <p14:cNvContentPartPr/>
                <p14:nvPr/>
              </p14:nvContentPartPr>
              <p14:xfrm>
                <a:off x="7184167" y="3606000"/>
                <a:ext cx="154440" cy="87480"/>
              </p14:xfrm>
            </p:contentPart>
          </mc:Choice>
          <mc:Fallback xmlns="">
            <p:pic>
              <p:nvPicPr>
                <p:cNvPr id="39936" name="잉크 39935">
                  <a:extLst>
                    <a:ext uri="{FF2B5EF4-FFF2-40B4-BE49-F238E27FC236}">
                      <a16:creationId xmlns:a16="http://schemas.microsoft.com/office/drawing/2014/main" id="{082E9FAE-1EC5-EB19-3D87-968D806192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75167" y="3597000"/>
                  <a:ext cx="17208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60" name="그룹 39959">
            <a:extLst>
              <a:ext uri="{FF2B5EF4-FFF2-40B4-BE49-F238E27FC236}">
                <a16:creationId xmlns:a16="http://schemas.microsoft.com/office/drawing/2014/main" id="{713E2FC6-B33B-E53D-68B7-2692499EC90A}"/>
              </a:ext>
            </a:extLst>
          </p:cNvPr>
          <p:cNvGrpSpPr/>
          <p:nvPr/>
        </p:nvGrpSpPr>
        <p:grpSpPr>
          <a:xfrm>
            <a:off x="4256636" y="999526"/>
            <a:ext cx="2183040" cy="284760"/>
            <a:chOff x="4256636" y="999526"/>
            <a:chExt cx="218304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954" name="잉크 39953">
                  <a:extLst>
                    <a:ext uri="{FF2B5EF4-FFF2-40B4-BE49-F238E27FC236}">
                      <a16:creationId xmlns:a16="http://schemas.microsoft.com/office/drawing/2014/main" id="{6C5284B6-9E2C-CE66-A65E-219AD415E4B0}"/>
                    </a:ext>
                  </a:extLst>
                </p14:cNvPr>
                <p14:cNvContentPartPr/>
                <p14:nvPr/>
              </p14:nvContentPartPr>
              <p14:xfrm>
                <a:off x="4256636" y="999526"/>
                <a:ext cx="1980360" cy="284760"/>
              </p14:xfrm>
            </p:contentPart>
          </mc:Choice>
          <mc:Fallback xmlns="">
            <p:pic>
              <p:nvPicPr>
                <p:cNvPr id="39954" name="잉크 39953">
                  <a:extLst>
                    <a:ext uri="{FF2B5EF4-FFF2-40B4-BE49-F238E27FC236}">
                      <a16:creationId xmlns:a16="http://schemas.microsoft.com/office/drawing/2014/main" id="{6C5284B6-9E2C-CE66-A65E-219AD415E4B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47996" y="990526"/>
                  <a:ext cx="19980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955" name="잉크 39954">
                  <a:extLst>
                    <a:ext uri="{FF2B5EF4-FFF2-40B4-BE49-F238E27FC236}">
                      <a16:creationId xmlns:a16="http://schemas.microsoft.com/office/drawing/2014/main" id="{F5829B60-C8DC-B5B1-D249-0BE160ED1583}"/>
                    </a:ext>
                  </a:extLst>
                </p14:cNvPr>
                <p14:cNvContentPartPr/>
                <p14:nvPr/>
              </p14:nvContentPartPr>
              <p14:xfrm>
                <a:off x="6416276" y="1012126"/>
                <a:ext cx="23400" cy="235800"/>
              </p14:xfrm>
            </p:contentPart>
          </mc:Choice>
          <mc:Fallback xmlns="">
            <p:pic>
              <p:nvPicPr>
                <p:cNvPr id="39955" name="잉크 39954">
                  <a:extLst>
                    <a:ext uri="{FF2B5EF4-FFF2-40B4-BE49-F238E27FC236}">
                      <a16:creationId xmlns:a16="http://schemas.microsoft.com/office/drawing/2014/main" id="{F5829B60-C8DC-B5B1-D249-0BE160ED15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407636" y="1003126"/>
                  <a:ext cx="4104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81" name="그룹 39980">
            <a:extLst>
              <a:ext uri="{FF2B5EF4-FFF2-40B4-BE49-F238E27FC236}">
                <a16:creationId xmlns:a16="http://schemas.microsoft.com/office/drawing/2014/main" id="{30F100F0-558A-B855-3A3B-572793732C87}"/>
              </a:ext>
            </a:extLst>
          </p:cNvPr>
          <p:cNvGrpSpPr/>
          <p:nvPr/>
        </p:nvGrpSpPr>
        <p:grpSpPr>
          <a:xfrm>
            <a:off x="6432476" y="1012486"/>
            <a:ext cx="1729800" cy="366480"/>
            <a:chOff x="6432476" y="1012486"/>
            <a:chExt cx="172980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962" name="잉크 39961">
                  <a:extLst>
                    <a:ext uri="{FF2B5EF4-FFF2-40B4-BE49-F238E27FC236}">
                      <a16:creationId xmlns:a16="http://schemas.microsoft.com/office/drawing/2014/main" id="{F2AE5A8C-AE41-A10D-4678-042878EDF155}"/>
                    </a:ext>
                  </a:extLst>
                </p14:cNvPr>
                <p14:cNvContentPartPr/>
                <p14:nvPr/>
              </p14:nvContentPartPr>
              <p14:xfrm>
                <a:off x="6440036" y="1124086"/>
                <a:ext cx="129960" cy="35280"/>
              </p14:xfrm>
            </p:contentPart>
          </mc:Choice>
          <mc:Fallback xmlns="">
            <p:pic>
              <p:nvPicPr>
                <p:cNvPr id="39962" name="잉크 39961">
                  <a:extLst>
                    <a:ext uri="{FF2B5EF4-FFF2-40B4-BE49-F238E27FC236}">
                      <a16:creationId xmlns:a16="http://schemas.microsoft.com/office/drawing/2014/main" id="{F2AE5A8C-AE41-A10D-4678-042878EDF15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31396" y="1115086"/>
                  <a:ext cx="147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963" name="잉크 39962">
                  <a:extLst>
                    <a:ext uri="{FF2B5EF4-FFF2-40B4-BE49-F238E27FC236}">
                      <a16:creationId xmlns:a16="http://schemas.microsoft.com/office/drawing/2014/main" id="{A4B6CCE6-9722-EC6F-9D55-EE5C976B9CCF}"/>
                    </a:ext>
                  </a:extLst>
                </p14:cNvPr>
                <p14:cNvContentPartPr/>
                <p14:nvPr/>
              </p14:nvContentPartPr>
              <p14:xfrm>
                <a:off x="6576836" y="1044526"/>
                <a:ext cx="13320" cy="182520"/>
              </p14:xfrm>
            </p:contentPart>
          </mc:Choice>
          <mc:Fallback xmlns="">
            <p:pic>
              <p:nvPicPr>
                <p:cNvPr id="39963" name="잉크 39962">
                  <a:extLst>
                    <a:ext uri="{FF2B5EF4-FFF2-40B4-BE49-F238E27FC236}">
                      <a16:creationId xmlns:a16="http://schemas.microsoft.com/office/drawing/2014/main" id="{A4B6CCE6-9722-EC6F-9D55-EE5C976B9CC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567836" y="1035886"/>
                  <a:ext cx="30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964" name="잉크 39963">
                  <a:extLst>
                    <a:ext uri="{FF2B5EF4-FFF2-40B4-BE49-F238E27FC236}">
                      <a16:creationId xmlns:a16="http://schemas.microsoft.com/office/drawing/2014/main" id="{8D4D1063-2F6F-E80B-D62A-B0B6D2BF0D5F}"/>
                    </a:ext>
                  </a:extLst>
                </p14:cNvPr>
                <p14:cNvContentPartPr/>
                <p14:nvPr/>
              </p14:nvContentPartPr>
              <p14:xfrm>
                <a:off x="6446516" y="1220566"/>
                <a:ext cx="117720" cy="112320"/>
              </p14:xfrm>
            </p:contentPart>
          </mc:Choice>
          <mc:Fallback xmlns="">
            <p:pic>
              <p:nvPicPr>
                <p:cNvPr id="39964" name="잉크 39963">
                  <a:extLst>
                    <a:ext uri="{FF2B5EF4-FFF2-40B4-BE49-F238E27FC236}">
                      <a16:creationId xmlns:a16="http://schemas.microsoft.com/office/drawing/2014/main" id="{8D4D1063-2F6F-E80B-D62A-B0B6D2BF0D5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437516" y="1211566"/>
                  <a:ext cx="135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965" name="잉크 39964">
                  <a:extLst>
                    <a:ext uri="{FF2B5EF4-FFF2-40B4-BE49-F238E27FC236}">
                      <a16:creationId xmlns:a16="http://schemas.microsoft.com/office/drawing/2014/main" id="{0D4B4CA8-74A0-9884-CD0A-36E33BE64103}"/>
                    </a:ext>
                  </a:extLst>
                </p14:cNvPr>
                <p14:cNvContentPartPr/>
                <p14:nvPr/>
              </p14:nvContentPartPr>
              <p14:xfrm>
                <a:off x="6432476" y="1133446"/>
                <a:ext cx="314280" cy="245520"/>
              </p14:xfrm>
            </p:contentPart>
          </mc:Choice>
          <mc:Fallback xmlns="">
            <p:pic>
              <p:nvPicPr>
                <p:cNvPr id="39965" name="잉크 39964">
                  <a:extLst>
                    <a:ext uri="{FF2B5EF4-FFF2-40B4-BE49-F238E27FC236}">
                      <a16:creationId xmlns:a16="http://schemas.microsoft.com/office/drawing/2014/main" id="{0D4B4CA8-74A0-9884-CD0A-36E33BE641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23836" y="1124806"/>
                  <a:ext cx="331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966" name="잉크 39965">
                  <a:extLst>
                    <a:ext uri="{FF2B5EF4-FFF2-40B4-BE49-F238E27FC236}">
                      <a16:creationId xmlns:a16="http://schemas.microsoft.com/office/drawing/2014/main" id="{8B94251D-151A-8423-2405-5EFAE7617157}"/>
                    </a:ext>
                  </a:extLst>
                </p14:cNvPr>
                <p14:cNvContentPartPr/>
                <p14:nvPr/>
              </p14:nvContentPartPr>
              <p14:xfrm>
                <a:off x="6797156" y="1100326"/>
                <a:ext cx="95040" cy="157320"/>
              </p14:xfrm>
            </p:contentPart>
          </mc:Choice>
          <mc:Fallback xmlns="">
            <p:pic>
              <p:nvPicPr>
                <p:cNvPr id="39966" name="잉크 39965">
                  <a:extLst>
                    <a:ext uri="{FF2B5EF4-FFF2-40B4-BE49-F238E27FC236}">
                      <a16:creationId xmlns:a16="http://schemas.microsoft.com/office/drawing/2014/main" id="{8B94251D-151A-8423-2405-5EFAE761715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88516" y="1091326"/>
                  <a:ext cx="1126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967" name="잉크 39966">
                  <a:extLst>
                    <a:ext uri="{FF2B5EF4-FFF2-40B4-BE49-F238E27FC236}">
                      <a16:creationId xmlns:a16="http://schemas.microsoft.com/office/drawing/2014/main" id="{EA04DB6E-BD71-98ED-9A61-A9D6A4EAEC6A}"/>
                    </a:ext>
                  </a:extLst>
                </p14:cNvPr>
                <p14:cNvContentPartPr/>
                <p14:nvPr/>
              </p14:nvContentPartPr>
              <p14:xfrm>
                <a:off x="6700316" y="1269166"/>
                <a:ext cx="177120" cy="81720"/>
              </p14:xfrm>
            </p:contentPart>
          </mc:Choice>
          <mc:Fallback xmlns="">
            <p:pic>
              <p:nvPicPr>
                <p:cNvPr id="39967" name="잉크 39966">
                  <a:extLst>
                    <a:ext uri="{FF2B5EF4-FFF2-40B4-BE49-F238E27FC236}">
                      <a16:creationId xmlns:a16="http://schemas.microsoft.com/office/drawing/2014/main" id="{EA04DB6E-BD71-98ED-9A61-A9D6A4EAEC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91316" y="1260526"/>
                  <a:ext cx="194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968" name="잉크 39967">
                  <a:extLst>
                    <a:ext uri="{FF2B5EF4-FFF2-40B4-BE49-F238E27FC236}">
                      <a16:creationId xmlns:a16="http://schemas.microsoft.com/office/drawing/2014/main" id="{3D4E0F20-C2F3-9F07-A66C-B34343573A06}"/>
                    </a:ext>
                  </a:extLst>
                </p14:cNvPr>
                <p14:cNvContentPartPr/>
                <p14:nvPr/>
              </p14:nvContentPartPr>
              <p14:xfrm>
                <a:off x="6897236" y="1114726"/>
                <a:ext cx="183240" cy="143640"/>
              </p14:xfrm>
            </p:contentPart>
          </mc:Choice>
          <mc:Fallback xmlns="">
            <p:pic>
              <p:nvPicPr>
                <p:cNvPr id="39968" name="잉크 39967">
                  <a:extLst>
                    <a:ext uri="{FF2B5EF4-FFF2-40B4-BE49-F238E27FC236}">
                      <a16:creationId xmlns:a16="http://schemas.microsoft.com/office/drawing/2014/main" id="{3D4E0F20-C2F3-9F07-A66C-B34343573A0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88596" y="1106086"/>
                  <a:ext cx="200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969" name="잉크 39968">
                  <a:extLst>
                    <a:ext uri="{FF2B5EF4-FFF2-40B4-BE49-F238E27FC236}">
                      <a16:creationId xmlns:a16="http://schemas.microsoft.com/office/drawing/2014/main" id="{D2EF1B55-A38F-B498-9AB6-8DD098FF6E83}"/>
                    </a:ext>
                  </a:extLst>
                </p14:cNvPr>
                <p14:cNvContentPartPr/>
                <p14:nvPr/>
              </p14:nvContentPartPr>
              <p14:xfrm>
                <a:off x="7083356" y="1083046"/>
                <a:ext cx="26280" cy="136440"/>
              </p14:xfrm>
            </p:contentPart>
          </mc:Choice>
          <mc:Fallback xmlns="">
            <p:pic>
              <p:nvPicPr>
                <p:cNvPr id="39969" name="잉크 39968">
                  <a:extLst>
                    <a:ext uri="{FF2B5EF4-FFF2-40B4-BE49-F238E27FC236}">
                      <a16:creationId xmlns:a16="http://schemas.microsoft.com/office/drawing/2014/main" id="{D2EF1B55-A38F-B498-9AB6-8DD098FF6E8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74716" y="1074406"/>
                  <a:ext cx="43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970" name="잉크 39969">
                  <a:extLst>
                    <a:ext uri="{FF2B5EF4-FFF2-40B4-BE49-F238E27FC236}">
                      <a16:creationId xmlns:a16="http://schemas.microsoft.com/office/drawing/2014/main" id="{17D533BB-E8E5-7C33-AC3D-6EE4440ACF4D}"/>
                    </a:ext>
                  </a:extLst>
                </p14:cNvPr>
                <p14:cNvContentPartPr/>
                <p14:nvPr/>
              </p14:nvContentPartPr>
              <p14:xfrm>
                <a:off x="7004876" y="1259086"/>
                <a:ext cx="142200" cy="115200"/>
              </p14:xfrm>
            </p:contentPart>
          </mc:Choice>
          <mc:Fallback xmlns="">
            <p:pic>
              <p:nvPicPr>
                <p:cNvPr id="39970" name="잉크 39969">
                  <a:extLst>
                    <a:ext uri="{FF2B5EF4-FFF2-40B4-BE49-F238E27FC236}">
                      <a16:creationId xmlns:a16="http://schemas.microsoft.com/office/drawing/2014/main" id="{17D533BB-E8E5-7C33-AC3D-6EE4440ACF4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96236" y="1250086"/>
                  <a:ext cx="159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971" name="잉크 39970">
                  <a:extLst>
                    <a:ext uri="{FF2B5EF4-FFF2-40B4-BE49-F238E27FC236}">
                      <a16:creationId xmlns:a16="http://schemas.microsoft.com/office/drawing/2014/main" id="{CD474021-2828-E262-563D-4EFFB292447E}"/>
                    </a:ext>
                  </a:extLst>
                </p14:cNvPr>
                <p14:cNvContentPartPr/>
                <p14:nvPr/>
              </p14:nvContentPartPr>
              <p14:xfrm>
                <a:off x="7320956" y="1012486"/>
                <a:ext cx="73440" cy="42840"/>
              </p14:xfrm>
            </p:contentPart>
          </mc:Choice>
          <mc:Fallback xmlns="">
            <p:pic>
              <p:nvPicPr>
                <p:cNvPr id="39971" name="잉크 39970">
                  <a:extLst>
                    <a:ext uri="{FF2B5EF4-FFF2-40B4-BE49-F238E27FC236}">
                      <a16:creationId xmlns:a16="http://schemas.microsoft.com/office/drawing/2014/main" id="{CD474021-2828-E262-563D-4EFFB29244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11956" y="1003486"/>
                  <a:ext cx="91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9972" name="잉크 39971">
                  <a:extLst>
                    <a:ext uri="{FF2B5EF4-FFF2-40B4-BE49-F238E27FC236}">
                      <a16:creationId xmlns:a16="http://schemas.microsoft.com/office/drawing/2014/main" id="{D852C08A-9024-F475-F3D5-0FF3CCFB7EFA}"/>
                    </a:ext>
                  </a:extLst>
                </p14:cNvPr>
                <p14:cNvContentPartPr/>
                <p14:nvPr/>
              </p14:nvContentPartPr>
              <p14:xfrm>
                <a:off x="7306556" y="1074046"/>
                <a:ext cx="168120" cy="50400"/>
              </p14:xfrm>
            </p:contentPart>
          </mc:Choice>
          <mc:Fallback xmlns="">
            <p:pic>
              <p:nvPicPr>
                <p:cNvPr id="39972" name="잉크 39971">
                  <a:extLst>
                    <a:ext uri="{FF2B5EF4-FFF2-40B4-BE49-F238E27FC236}">
                      <a16:creationId xmlns:a16="http://schemas.microsoft.com/office/drawing/2014/main" id="{D852C08A-9024-F475-F3D5-0FF3CCFB7E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97556" y="1065406"/>
                  <a:ext cx="185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9973" name="잉크 39972">
                  <a:extLst>
                    <a:ext uri="{FF2B5EF4-FFF2-40B4-BE49-F238E27FC236}">
                      <a16:creationId xmlns:a16="http://schemas.microsoft.com/office/drawing/2014/main" id="{DE8036D0-E061-C1BF-250A-0820BD32ABFA}"/>
                    </a:ext>
                  </a:extLst>
                </p14:cNvPr>
                <p14:cNvContentPartPr/>
                <p14:nvPr/>
              </p14:nvContentPartPr>
              <p14:xfrm>
                <a:off x="7320596" y="1040566"/>
                <a:ext cx="261720" cy="255960"/>
              </p14:xfrm>
            </p:contentPart>
          </mc:Choice>
          <mc:Fallback xmlns="">
            <p:pic>
              <p:nvPicPr>
                <p:cNvPr id="39973" name="잉크 39972">
                  <a:extLst>
                    <a:ext uri="{FF2B5EF4-FFF2-40B4-BE49-F238E27FC236}">
                      <a16:creationId xmlns:a16="http://schemas.microsoft.com/office/drawing/2014/main" id="{DE8036D0-E061-C1BF-250A-0820BD32AB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311596" y="1031566"/>
                  <a:ext cx="2793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9974" name="잉크 39973">
                  <a:extLst>
                    <a:ext uri="{FF2B5EF4-FFF2-40B4-BE49-F238E27FC236}">
                      <a16:creationId xmlns:a16="http://schemas.microsoft.com/office/drawing/2014/main" id="{B66A1299-C369-DC47-807F-3F10E9365473}"/>
                    </a:ext>
                  </a:extLst>
                </p14:cNvPr>
                <p14:cNvContentPartPr/>
                <p14:nvPr/>
              </p14:nvContentPartPr>
              <p14:xfrm>
                <a:off x="7351916" y="1090606"/>
                <a:ext cx="39240" cy="99720"/>
              </p14:xfrm>
            </p:contentPart>
          </mc:Choice>
          <mc:Fallback xmlns="">
            <p:pic>
              <p:nvPicPr>
                <p:cNvPr id="39974" name="잉크 39973">
                  <a:extLst>
                    <a:ext uri="{FF2B5EF4-FFF2-40B4-BE49-F238E27FC236}">
                      <a16:creationId xmlns:a16="http://schemas.microsoft.com/office/drawing/2014/main" id="{B66A1299-C369-DC47-807F-3F10E93654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342916" y="1081966"/>
                  <a:ext cx="56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9975" name="잉크 39974">
                  <a:extLst>
                    <a:ext uri="{FF2B5EF4-FFF2-40B4-BE49-F238E27FC236}">
                      <a16:creationId xmlns:a16="http://schemas.microsoft.com/office/drawing/2014/main" id="{4AFB67AF-73F6-CF2F-3CD1-0D98DDE040B5}"/>
                    </a:ext>
                  </a:extLst>
                </p14:cNvPr>
                <p14:cNvContentPartPr/>
                <p14:nvPr/>
              </p14:nvContentPartPr>
              <p14:xfrm>
                <a:off x="7587716" y="1088806"/>
                <a:ext cx="113400" cy="98640"/>
              </p14:xfrm>
            </p:contentPart>
          </mc:Choice>
          <mc:Fallback xmlns="">
            <p:pic>
              <p:nvPicPr>
                <p:cNvPr id="39975" name="잉크 39974">
                  <a:extLst>
                    <a:ext uri="{FF2B5EF4-FFF2-40B4-BE49-F238E27FC236}">
                      <a16:creationId xmlns:a16="http://schemas.microsoft.com/office/drawing/2014/main" id="{4AFB67AF-73F6-CF2F-3CD1-0D98DDE040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78716" y="1080166"/>
                  <a:ext cx="131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9976" name="잉크 39975">
                  <a:extLst>
                    <a:ext uri="{FF2B5EF4-FFF2-40B4-BE49-F238E27FC236}">
                      <a16:creationId xmlns:a16="http://schemas.microsoft.com/office/drawing/2014/main" id="{9BE55BA3-DB97-CE17-3F00-9355874D725C}"/>
                    </a:ext>
                  </a:extLst>
                </p14:cNvPr>
                <p14:cNvContentPartPr/>
                <p14:nvPr/>
              </p14:nvContentPartPr>
              <p14:xfrm>
                <a:off x="7741796" y="1040566"/>
                <a:ext cx="26280" cy="144360"/>
              </p14:xfrm>
            </p:contentPart>
          </mc:Choice>
          <mc:Fallback xmlns="">
            <p:pic>
              <p:nvPicPr>
                <p:cNvPr id="39976" name="잉크 39975">
                  <a:extLst>
                    <a:ext uri="{FF2B5EF4-FFF2-40B4-BE49-F238E27FC236}">
                      <a16:creationId xmlns:a16="http://schemas.microsoft.com/office/drawing/2014/main" id="{9BE55BA3-DB97-CE17-3F00-9355874D725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32796" y="1031566"/>
                  <a:ext cx="43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9977" name="잉크 39976">
                  <a:extLst>
                    <a:ext uri="{FF2B5EF4-FFF2-40B4-BE49-F238E27FC236}">
                      <a16:creationId xmlns:a16="http://schemas.microsoft.com/office/drawing/2014/main" id="{17B98FF5-4FC1-6E64-2CEB-A3A72B6C026E}"/>
                    </a:ext>
                  </a:extLst>
                </p14:cNvPr>
                <p14:cNvContentPartPr/>
                <p14:nvPr/>
              </p14:nvContentPartPr>
              <p14:xfrm>
                <a:off x="7761236" y="1090606"/>
                <a:ext cx="84600" cy="50760"/>
              </p14:xfrm>
            </p:contentPart>
          </mc:Choice>
          <mc:Fallback xmlns="">
            <p:pic>
              <p:nvPicPr>
                <p:cNvPr id="39977" name="잉크 39976">
                  <a:extLst>
                    <a:ext uri="{FF2B5EF4-FFF2-40B4-BE49-F238E27FC236}">
                      <a16:creationId xmlns:a16="http://schemas.microsoft.com/office/drawing/2014/main" id="{17B98FF5-4FC1-6E64-2CEB-A3A72B6C02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52236" y="1081966"/>
                  <a:ext cx="1022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9978" name="잉크 39977">
                  <a:extLst>
                    <a:ext uri="{FF2B5EF4-FFF2-40B4-BE49-F238E27FC236}">
                      <a16:creationId xmlns:a16="http://schemas.microsoft.com/office/drawing/2014/main" id="{0C85C87F-F41B-E014-9F34-7E27E5A89E6B}"/>
                    </a:ext>
                  </a:extLst>
                </p14:cNvPr>
                <p14:cNvContentPartPr/>
                <p14:nvPr/>
              </p14:nvContentPartPr>
              <p14:xfrm>
                <a:off x="7724876" y="1201126"/>
                <a:ext cx="258120" cy="90720"/>
              </p14:xfrm>
            </p:contentPart>
          </mc:Choice>
          <mc:Fallback xmlns="">
            <p:pic>
              <p:nvPicPr>
                <p:cNvPr id="39978" name="잉크 39977">
                  <a:extLst>
                    <a:ext uri="{FF2B5EF4-FFF2-40B4-BE49-F238E27FC236}">
                      <a16:creationId xmlns:a16="http://schemas.microsoft.com/office/drawing/2014/main" id="{0C85C87F-F41B-E014-9F34-7E27E5A89E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16236" y="1192486"/>
                  <a:ext cx="275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9979" name="잉크 39978">
                  <a:extLst>
                    <a:ext uri="{FF2B5EF4-FFF2-40B4-BE49-F238E27FC236}">
                      <a16:creationId xmlns:a16="http://schemas.microsoft.com/office/drawing/2014/main" id="{44C4F878-1153-240B-966B-B5BC2D953FFC}"/>
                    </a:ext>
                  </a:extLst>
                </p14:cNvPr>
                <p14:cNvContentPartPr/>
                <p14:nvPr/>
              </p14:nvContentPartPr>
              <p14:xfrm>
                <a:off x="8037716" y="1204726"/>
                <a:ext cx="124560" cy="17640"/>
              </p14:xfrm>
            </p:contentPart>
          </mc:Choice>
          <mc:Fallback xmlns="">
            <p:pic>
              <p:nvPicPr>
                <p:cNvPr id="39979" name="잉크 39978">
                  <a:extLst>
                    <a:ext uri="{FF2B5EF4-FFF2-40B4-BE49-F238E27FC236}">
                      <a16:creationId xmlns:a16="http://schemas.microsoft.com/office/drawing/2014/main" id="{44C4F878-1153-240B-966B-B5BC2D953FF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29076" y="1195726"/>
                  <a:ext cx="1422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990" name="그룹 39989">
            <a:extLst>
              <a:ext uri="{FF2B5EF4-FFF2-40B4-BE49-F238E27FC236}">
                <a16:creationId xmlns:a16="http://schemas.microsoft.com/office/drawing/2014/main" id="{BE9758EB-E5D3-F240-A4FF-647257921AEA}"/>
              </a:ext>
            </a:extLst>
          </p:cNvPr>
          <p:cNvGrpSpPr/>
          <p:nvPr/>
        </p:nvGrpSpPr>
        <p:grpSpPr>
          <a:xfrm>
            <a:off x="2025454" y="182770"/>
            <a:ext cx="856080" cy="370440"/>
            <a:chOff x="2025454" y="182770"/>
            <a:chExt cx="85608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9982" name="잉크 39981">
                  <a:extLst>
                    <a:ext uri="{FF2B5EF4-FFF2-40B4-BE49-F238E27FC236}">
                      <a16:creationId xmlns:a16="http://schemas.microsoft.com/office/drawing/2014/main" id="{3F8D0F1C-0706-1F1C-3E0D-1FBCC82263E1}"/>
                    </a:ext>
                  </a:extLst>
                </p14:cNvPr>
                <p14:cNvContentPartPr/>
                <p14:nvPr/>
              </p14:nvContentPartPr>
              <p14:xfrm>
                <a:off x="2025454" y="272410"/>
                <a:ext cx="151920" cy="178200"/>
              </p14:xfrm>
            </p:contentPart>
          </mc:Choice>
          <mc:Fallback xmlns="">
            <p:pic>
              <p:nvPicPr>
                <p:cNvPr id="39982" name="잉크 39981">
                  <a:extLst>
                    <a:ext uri="{FF2B5EF4-FFF2-40B4-BE49-F238E27FC236}">
                      <a16:creationId xmlns:a16="http://schemas.microsoft.com/office/drawing/2014/main" id="{3F8D0F1C-0706-1F1C-3E0D-1FBCC82263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16814" y="263410"/>
                  <a:ext cx="1695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9983" name="잉크 39982">
                  <a:extLst>
                    <a:ext uri="{FF2B5EF4-FFF2-40B4-BE49-F238E27FC236}">
                      <a16:creationId xmlns:a16="http://schemas.microsoft.com/office/drawing/2014/main" id="{D39B2951-FEDB-BCBA-DEF0-30B35CE37629}"/>
                    </a:ext>
                  </a:extLst>
                </p14:cNvPr>
                <p14:cNvContentPartPr/>
                <p14:nvPr/>
              </p14:nvContentPartPr>
              <p14:xfrm>
                <a:off x="2179534" y="300130"/>
                <a:ext cx="84960" cy="180720"/>
              </p14:xfrm>
            </p:contentPart>
          </mc:Choice>
          <mc:Fallback xmlns="">
            <p:pic>
              <p:nvPicPr>
                <p:cNvPr id="39983" name="잉크 39982">
                  <a:extLst>
                    <a:ext uri="{FF2B5EF4-FFF2-40B4-BE49-F238E27FC236}">
                      <a16:creationId xmlns:a16="http://schemas.microsoft.com/office/drawing/2014/main" id="{D39B2951-FEDB-BCBA-DEF0-30B35CE3762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70894" y="291490"/>
                  <a:ext cx="1026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9984" name="잉크 39983">
                  <a:extLst>
                    <a:ext uri="{FF2B5EF4-FFF2-40B4-BE49-F238E27FC236}">
                      <a16:creationId xmlns:a16="http://schemas.microsoft.com/office/drawing/2014/main" id="{FFD883F8-B175-39CF-A8AF-6B6C36E32F09}"/>
                    </a:ext>
                  </a:extLst>
                </p14:cNvPr>
                <p14:cNvContentPartPr/>
                <p14:nvPr/>
              </p14:nvContentPartPr>
              <p14:xfrm>
                <a:off x="2251174" y="264490"/>
                <a:ext cx="127080" cy="126360"/>
              </p14:xfrm>
            </p:contentPart>
          </mc:Choice>
          <mc:Fallback xmlns="">
            <p:pic>
              <p:nvPicPr>
                <p:cNvPr id="39984" name="잉크 39983">
                  <a:extLst>
                    <a:ext uri="{FF2B5EF4-FFF2-40B4-BE49-F238E27FC236}">
                      <a16:creationId xmlns:a16="http://schemas.microsoft.com/office/drawing/2014/main" id="{FFD883F8-B175-39CF-A8AF-6B6C36E32F0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42174" y="255850"/>
                  <a:ext cx="144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9985" name="잉크 39984">
                  <a:extLst>
                    <a:ext uri="{FF2B5EF4-FFF2-40B4-BE49-F238E27FC236}">
                      <a16:creationId xmlns:a16="http://schemas.microsoft.com/office/drawing/2014/main" id="{6599B44C-9BB0-F08C-B0BE-46B4D7792961}"/>
                    </a:ext>
                  </a:extLst>
                </p14:cNvPr>
                <p14:cNvContentPartPr/>
                <p14:nvPr/>
              </p14:nvContentPartPr>
              <p14:xfrm>
                <a:off x="2291494" y="404170"/>
                <a:ext cx="157680" cy="149040"/>
              </p14:xfrm>
            </p:contentPart>
          </mc:Choice>
          <mc:Fallback xmlns="">
            <p:pic>
              <p:nvPicPr>
                <p:cNvPr id="39985" name="잉크 39984">
                  <a:extLst>
                    <a:ext uri="{FF2B5EF4-FFF2-40B4-BE49-F238E27FC236}">
                      <a16:creationId xmlns:a16="http://schemas.microsoft.com/office/drawing/2014/main" id="{6599B44C-9BB0-F08C-B0BE-46B4D779296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282494" y="395530"/>
                  <a:ext cx="1753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9986" name="잉크 39985">
                  <a:extLst>
                    <a:ext uri="{FF2B5EF4-FFF2-40B4-BE49-F238E27FC236}">
                      <a16:creationId xmlns:a16="http://schemas.microsoft.com/office/drawing/2014/main" id="{2269638D-A499-4A9B-EB16-C321D85B4F8E}"/>
                    </a:ext>
                  </a:extLst>
                </p14:cNvPr>
                <p14:cNvContentPartPr/>
                <p14:nvPr/>
              </p14:nvContentPartPr>
              <p14:xfrm>
                <a:off x="2445574" y="291850"/>
                <a:ext cx="142560" cy="204480"/>
              </p14:xfrm>
            </p:contentPart>
          </mc:Choice>
          <mc:Fallback xmlns="">
            <p:pic>
              <p:nvPicPr>
                <p:cNvPr id="39986" name="잉크 39985">
                  <a:extLst>
                    <a:ext uri="{FF2B5EF4-FFF2-40B4-BE49-F238E27FC236}">
                      <a16:creationId xmlns:a16="http://schemas.microsoft.com/office/drawing/2014/main" id="{2269638D-A499-4A9B-EB16-C321D85B4F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36574" y="283210"/>
                  <a:ext cx="1602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9987" name="잉크 39986">
                  <a:extLst>
                    <a:ext uri="{FF2B5EF4-FFF2-40B4-BE49-F238E27FC236}">
                      <a16:creationId xmlns:a16="http://schemas.microsoft.com/office/drawing/2014/main" id="{E08DE184-6064-C8B5-5684-586DFF7EE6CC}"/>
                    </a:ext>
                  </a:extLst>
                </p14:cNvPr>
                <p14:cNvContentPartPr/>
                <p14:nvPr/>
              </p14:nvContentPartPr>
              <p14:xfrm>
                <a:off x="2499574" y="449890"/>
                <a:ext cx="189720" cy="57600"/>
              </p14:xfrm>
            </p:contentPart>
          </mc:Choice>
          <mc:Fallback xmlns="">
            <p:pic>
              <p:nvPicPr>
                <p:cNvPr id="39987" name="잉크 39986">
                  <a:extLst>
                    <a:ext uri="{FF2B5EF4-FFF2-40B4-BE49-F238E27FC236}">
                      <a16:creationId xmlns:a16="http://schemas.microsoft.com/office/drawing/2014/main" id="{E08DE184-6064-C8B5-5684-586DFF7EE6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90934" y="441250"/>
                  <a:ext cx="207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9988" name="잉크 39987">
                  <a:extLst>
                    <a:ext uri="{FF2B5EF4-FFF2-40B4-BE49-F238E27FC236}">
                      <a16:creationId xmlns:a16="http://schemas.microsoft.com/office/drawing/2014/main" id="{A54648BF-762B-0846-B7BF-AA41806D02F3}"/>
                    </a:ext>
                  </a:extLst>
                </p14:cNvPr>
                <p14:cNvContentPartPr/>
                <p14:nvPr/>
              </p14:nvContentPartPr>
              <p14:xfrm>
                <a:off x="2793334" y="182770"/>
                <a:ext cx="63360" cy="215280"/>
              </p14:xfrm>
            </p:contentPart>
          </mc:Choice>
          <mc:Fallback xmlns="">
            <p:pic>
              <p:nvPicPr>
                <p:cNvPr id="39988" name="잉크 39987">
                  <a:extLst>
                    <a:ext uri="{FF2B5EF4-FFF2-40B4-BE49-F238E27FC236}">
                      <a16:creationId xmlns:a16="http://schemas.microsoft.com/office/drawing/2014/main" id="{A54648BF-762B-0846-B7BF-AA41806D02F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84334" y="173770"/>
                  <a:ext cx="810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9989" name="잉크 39988">
                  <a:extLst>
                    <a:ext uri="{FF2B5EF4-FFF2-40B4-BE49-F238E27FC236}">
                      <a16:creationId xmlns:a16="http://schemas.microsoft.com/office/drawing/2014/main" id="{9FF8B19A-6EE8-D6E3-CB7D-1AD2F0A16996}"/>
                    </a:ext>
                  </a:extLst>
                </p14:cNvPr>
                <p14:cNvContentPartPr/>
                <p14:nvPr/>
              </p14:nvContentPartPr>
              <p14:xfrm>
                <a:off x="2864974" y="468610"/>
                <a:ext cx="16560" cy="27360"/>
              </p14:xfrm>
            </p:contentPart>
          </mc:Choice>
          <mc:Fallback xmlns="">
            <p:pic>
              <p:nvPicPr>
                <p:cNvPr id="39989" name="잉크 39988">
                  <a:extLst>
                    <a:ext uri="{FF2B5EF4-FFF2-40B4-BE49-F238E27FC236}">
                      <a16:creationId xmlns:a16="http://schemas.microsoft.com/office/drawing/2014/main" id="{9FF8B19A-6EE8-D6E3-CB7D-1AD2F0A1699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56334" y="459610"/>
                  <a:ext cx="342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06" name="그룹 40005">
            <a:extLst>
              <a:ext uri="{FF2B5EF4-FFF2-40B4-BE49-F238E27FC236}">
                <a16:creationId xmlns:a16="http://schemas.microsoft.com/office/drawing/2014/main" id="{F0BA39AD-5CBC-26AB-8A8B-F250DDEAC419}"/>
              </a:ext>
            </a:extLst>
          </p:cNvPr>
          <p:cNvGrpSpPr/>
          <p:nvPr/>
        </p:nvGrpSpPr>
        <p:grpSpPr>
          <a:xfrm>
            <a:off x="6241774" y="98890"/>
            <a:ext cx="1982880" cy="260640"/>
            <a:chOff x="6241774" y="98890"/>
            <a:chExt cx="198288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9991" name="잉크 39990">
                  <a:extLst>
                    <a:ext uri="{FF2B5EF4-FFF2-40B4-BE49-F238E27FC236}">
                      <a16:creationId xmlns:a16="http://schemas.microsoft.com/office/drawing/2014/main" id="{7D876CC1-D66F-0D4B-9418-F9792459BD90}"/>
                    </a:ext>
                  </a:extLst>
                </p14:cNvPr>
                <p14:cNvContentPartPr/>
                <p14:nvPr/>
              </p14:nvContentPartPr>
              <p14:xfrm>
                <a:off x="6241774" y="129130"/>
                <a:ext cx="167400" cy="177840"/>
              </p14:xfrm>
            </p:contentPart>
          </mc:Choice>
          <mc:Fallback xmlns="">
            <p:pic>
              <p:nvPicPr>
                <p:cNvPr id="39991" name="잉크 39990">
                  <a:extLst>
                    <a:ext uri="{FF2B5EF4-FFF2-40B4-BE49-F238E27FC236}">
                      <a16:creationId xmlns:a16="http://schemas.microsoft.com/office/drawing/2014/main" id="{7D876CC1-D66F-0D4B-9418-F9792459BD9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33134" y="120130"/>
                  <a:ext cx="185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9992" name="잉크 39991">
                  <a:extLst>
                    <a:ext uri="{FF2B5EF4-FFF2-40B4-BE49-F238E27FC236}">
                      <a16:creationId xmlns:a16="http://schemas.microsoft.com/office/drawing/2014/main" id="{B4E2EE01-0A0C-238A-E014-E533BA9423BC}"/>
                    </a:ext>
                  </a:extLst>
                </p14:cNvPr>
                <p14:cNvContentPartPr/>
                <p14:nvPr/>
              </p14:nvContentPartPr>
              <p14:xfrm>
                <a:off x="6381094" y="130930"/>
                <a:ext cx="114480" cy="191880"/>
              </p14:xfrm>
            </p:contentPart>
          </mc:Choice>
          <mc:Fallback xmlns="">
            <p:pic>
              <p:nvPicPr>
                <p:cNvPr id="39992" name="잉크 39991">
                  <a:extLst>
                    <a:ext uri="{FF2B5EF4-FFF2-40B4-BE49-F238E27FC236}">
                      <a16:creationId xmlns:a16="http://schemas.microsoft.com/office/drawing/2014/main" id="{B4E2EE01-0A0C-238A-E014-E533BA9423B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72094" y="121930"/>
                  <a:ext cx="132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9993" name="잉크 39992">
                  <a:extLst>
                    <a:ext uri="{FF2B5EF4-FFF2-40B4-BE49-F238E27FC236}">
                      <a16:creationId xmlns:a16="http://schemas.microsoft.com/office/drawing/2014/main" id="{BEFD2D00-639C-A5F8-1E47-8B580217409D}"/>
                    </a:ext>
                  </a:extLst>
                </p14:cNvPr>
                <p14:cNvContentPartPr/>
                <p14:nvPr/>
              </p14:nvContentPartPr>
              <p14:xfrm>
                <a:off x="6511414" y="147850"/>
                <a:ext cx="137520" cy="100800"/>
              </p14:xfrm>
            </p:contentPart>
          </mc:Choice>
          <mc:Fallback xmlns="">
            <p:pic>
              <p:nvPicPr>
                <p:cNvPr id="39993" name="잉크 39992">
                  <a:extLst>
                    <a:ext uri="{FF2B5EF4-FFF2-40B4-BE49-F238E27FC236}">
                      <a16:creationId xmlns:a16="http://schemas.microsoft.com/office/drawing/2014/main" id="{BEFD2D00-639C-A5F8-1E47-8B58021740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02414" y="139210"/>
                  <a:ext cx="155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9994" name="잉크 39993">
                  <a:extLst>
                    <a:ext uri="{FF2B5EF4-FFF2-40B4-BE49-F238E27FC236}">
                      <a16:creationId xmlns:a16="http://schemas.microsoft.com/office/drawing/2014/main" id="{5C575A04-8391-7044-27D4-C32010623754}"/>
                    </a:ext>
                  </a:extLst>
                </p14:cNvPr>
                <p14:cNvContentPartPr/>
                <p14:nvPr/>
              </p14:nvContentPartPr>
              <p14:xfrm>
                <a:off x="6659374" y="100330"/>
                <a:ext cx="69120" cy="159480"/>
              </p14:xfrm>
            </p:contentPart>
          </mc:Choice>
          <mc:Fallback xmlns="">
            <p:pic>
              <p:nvPicPr>
                <p:cNvPr id="39994" name="잉크 39993">
                  <a:extLst>
                    <a:ext uri="{FF2B5EF4-FFF2-40B4-BE49-F238E27FC236}">
                      <a16:creationId xmlns:a16="http://schemas.microsoft.com/office/drawing/2014/main" id="{5C575A04-8391-7044-27D4-C3201062375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50734" y="91330"/>
                  <a:ext cx="86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9995" name="잉크 39994">
                  <a:extLst>
                    <a:ext uri="{FF2B5EF4-FFF2-40B4-BE49-F238E27FC236}">
                      <a16:creationId xmlns:a16="http://schemas.microsoft.com/office/drawing/2014/main" id="{A9197638-9F9B-372A-E72E-B3DA20E8F3F7}"/>
                    </a:ext>
                  </a:extLst>
                </p14:cNvPr>
                <p14:cNvContentPartPr/>
                <p14:nvPr/>
              </p14:nvContentPartPr>
              <p14:xfrm>
                <a:off x="6652894" y="275290"/>
                <a:ext cx="79920" cy="84240"/>
              </p14:xfrm>
            </p:contentPart>
          </mc:Choice>
          <mc:Fallback xmlns="">
            <p:pic>
              <p:nvPicPr>
                <p:cNvPr id="39995" name="잉크 39994">
                  <a:extLst>
                    <a:ext uri="{FF2B5EF4-FFF2-40B4-BE49-F238E27FC236}">
                      <a16:creationId xmlns:a16="http://schemas.microsoft.com/office/drawing/2014/main" id="{A9197638-9F9B-372A-E72E-B3DA20E8F3F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43894" y="266290"/>
                  <a:ext cx="975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9996" name="잉크 39995">
                  <a:extLst>
                    <a:ext uri="{FF2B5EF4-FFF2-40B4-BE49-F238E27FC236}">
                      <a16:creationId xmlns:a16="http://schemas.microsoft.com/office/drawing/2014/main" id="{1512C171-320E-D2AB-A1D6-EE92858A8F33}"/>
                    </a:ext>
                  </a:extLst>
                </p14:cNvPr>
                <p14:cNvContentPartPr/>
                <p14:nvPr/>
              </p14:nvContentPartPr>
              <p14:xfrm>
                <a:off x="6813454" y="123010"/>
                <a:ext cx="223200" cy="107640"/>
              </p14:xfrm>
            </p:contentPart>
          </mc:Choice>
          <mc:Fallback xmlns="">
            <p:pic>
              <p:nvPicPr>
                <p:cNvPr id="39996" name="잉크 39995">
                  <a:extLst>
                    <a:ext uri="{FF2B5EF4-FFF2-40B4-BE49-F238E27FC236}">
                      <a16:creationId xmlns:a16="http://schemas.microsoft.com/office/drawing/2014/main" id="{1512C171-320E-D2AB-A1D6-EE92858A8F3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04454" y="114010"/>
                  <a:ext cx="240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9997" name="잉크 39996">
                  <a:extLst>
                    <a:ext uri="{FF2B5EF4-FFF2-40B4-BE49-F238E27FC236}">
                      <a16:creationId xmlns:a16="http://schemas.microsoft.com/office/drawing/2014/main" id="{CAC576EA-2183-32B7-70A7-2EA4203E17E3}"/>
                    </a:ext>
                  </a:extLst>
                </p14:cNvPr>
                <p14:cNvContentPartPr/>
                <p14:nvPr/>
              </p14:nvContentPartPr>
              <p14:xfrm>
                <a:off x="6944494" y="281770"/>
                <a:ext cx="95760" cy="76320"/>
              </p14:xfrm>
            </p:contentPart>
          </mc:Choice>
          <mc:Fallback xmlns="">
            <p:pic>
              <p:nvPicPr>
                <p:cNvPr id="39997" name="잉크 39996">
                  <a:extLst>
                    <a:ext uri="{FF2B5EF4-FFF2-40B4-BE49-F238E27FC236}">
                      <a16:creationId xmlns:a16="http://schemas.microsoft.com/office/drawing/2014/main" id="{CAC576EA-2183-32B7-70A7-2EA4203E17E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35854" y="272770"/>
                  <a:ext cx="113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9998" name="잉크 39997">
                  <a:extLst>
                    <a:ext uri="{FF2B5EF4-FFF2-40B4-BE49-F238E27FC236}">
                      <a16:creationId xmlns:a16="http://schemas.microsoft.com/office/drawing/2014/main" id="{117F5C42-FE1B-2B03-1AFB-ABF3ED436BEF}"/>
                    </a:ext>
                  </a:extLst>
                </p14:cNvPr>
                <p14:cNvContentPartPr/>
                <p14:nvPr/>
              </p14:nvContentPartPr>
              <p14:xfrm>
                <a:off x="7106854" y="102130"/>
                <a:ext cx="8280" cy="91440"/>
              </p14:xfrm>
            </p:contentPart>
          </mc:Choice>
          <mc:Fallback xmlns="">
            <p:pic>
              <p:nvPicPr>
                <p:cNvPr id="39998" name="잉크 39997">
                  <a:extLst>
                    <a:ext uri="{FF2B5EF4-FFF2-40B4-BE49-F238E27FC236}">
                      <a16:creationId xmlns:a16="http://schemas.microsoft.com/office/drawing/2014/main" id="{117F5C42-FE1B-2B03-1AFB-ABF3ED436BE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098214" y="93490"/>
                  <a:ext cx="25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9999" name="잉크 39998">
                  <a:extLst>
                    <a:ext uri="{FF2B5EF4-FFF2-40B4-BE49-F238E27FC236}">
                      <a16:creationId xmlns:a16="http://schemas.microsoft.com/office/drawing/2014/main" id="{FAC856CE-3F13-276D-9E96-EFBB6717ACD3}"/>
                    </a:ext>
                  </a:extLst>
                </p14:cNvPr>
                <p14:cNvContentPartPr/>
                <p14:nvPr/>
              </p14:nvContentPartPr>
              <p14:xfrm>
                <a:off x="7050694" y="146410"/>
                <a:ext cx="209520" cy="182880"/>
              </p14:xfrm>
            </p:contentPart>
          </mc:Choice>
          <mc:Fallback xmlns="">
            <p:pic>
              <p:nvPicPr>
                <p:cNvPr id="39999" name="잉크 39998">
                  <a:extLst>
                    <a:ext uri="{FF2B5EF4-FFF2-40B4-BE49-F238E27FC236}">
                      <a16:creationId xmlns:a16="http://schemas.microsoft.com/office/drawing/2014/main" id="{FAC856CE-3F13-276D-9E96-EFBB6717ACD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41694" y="137410"/>
                  <a:ext cx="227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0000" name="잉크 39999">
                  <a:extLst>
                    <a:ext uri="{FF2B5EF4-FFF2-40B4-BE49-F238E27FC236}">
                      <a16:creationId xmlns:a16="http://schemas.microsoft.com/office/drawing/2014/main" id="{E8D96687-E8DA-A00F-BB6D-CE2248D296E7}"/>
                    </a:ext>
                  </a:extLst>
                </p14:cNvPr>
                <p14:cNvContentPartPr/>
                <p14:nvPr/>
              </p14:nvContentPartPr>
              <p14:xfrm>
                <a:off x="7388374" y="136690"/>
                <a:ext cx="156240" cy="174240"/>
              </p14:xfrm>
            </p:contentPart>
          </mc:Choice>
          <mc:Fallback xmlns="">
            <p:pic>
              <p:nvPicPr>
                <p:cNvPr id="40000" name="잉크 39999">
                  <a:extLst>
                    <a:ext uri="{FF2B5EF4-FFF2-40B4-BE49-F238E27FC236}">
                      <a16:creationId xmlns:a16="http://schemas.microsoft.com/office/drawing/2014/main" id="{E8D96687-E8DA-A00F-BB6D-CE2248D296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79734" y="128050"/>
                  <a:ext cx="1738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0001" name="잉크 40000">
                  <a:extLst>
                    <a:ext uri="{FF2B5EF4-FFF2-40B4-BE49-F238E27FC236}">
                      <a16:creationId xmlns:a16="http://schemas.microsoft.com/office/drawing/2014/main" id="{D9D8A40A-3E56-DA1E-7043-A57985A0AB4F}"/>
                    </a:ext>
                  </a:extLst>
                </p14:cNvPr>
                <p14:cNvContentPartPr/>
                <p14:nvPr/>
              </p14:nvContentPartPr>
              <p14:xfrm>
                <a:off x="7473334" y="98890"/>
                <a:ext cx="144720" cy="216000"/>
              </p14:xfrm>
            </p:contentPart>
          </mc:Choice>
          <mc:Fallback xmlns="">
            <p:pic>
              <p:nvPicPr>
                <p:cNvPr id="40001" name="잉크 40000">
                  <a:extLst>
                    <a:ext uri="{FF2B5EF4-FFF2-40B4-BE49-F238E27FC236}">
                      <a16:creationId xmlns:a16="http://schemas.microsoft.com/office/drawing/2014/main" id="{D9D8A40A-3E56-DA1E-7043-A57985A0AB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64334" y="90250"/>
                  <a:ext cx="1623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0002" name="잉크 40001">
                  <a:extLst>
                    <a:ext uri="{FF2B5EF4-FFF2-40B4-BE49-F238E27FC236}">
                      <a16:creationId xmlns:a16="http://schemas.microsoft.com/office/drawing/2014/main" id="{11E1F380-B091-519D-878A-DDE950696A36}"/>
                    </a:ext>
                  </a:extLst>
                </p14:cNvPr>
                <p14:cNvContentPartPr/>
                <p14:nvPr/>
              </p14:nvContentPartPr>
              <p14:xfrm>
                <a:off x="7633174" y="151090"/>
                <a:ext cx="121680" cy="155520"/>
              </p14:xfrm>
            </p:contentPart>
          </mc:Choice>
          <mc:Fallback xmlns="">
            <p:pic>
              <p:nvPicPr>
                <p:cNvPr id="40002" name="잉크 40001">
                  <a:extLst>
                    <a:ext uri="{FF2B5EF4-FFF2-40B4-BE49-F238E27FC236}">
                      <a16:creationId xmlns:a16="http://schemas.microsoft.com/office/drawing/2014/main" id="{11E1F380-B091-519D-878A-DDE950696A3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24534" y="142450"/>
                  <a:ext cx="139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0003" name="잉크 40002">
                  <a:extLst>
                    <a:ext uri="{FF2B5EF4-FFF2-40B4-BE49-F238E27FC236}">
                      <a16:creationId xmlns:a16="http://schemas.microsoft.com/office/drawing/2014/main" id="{7704760C-8C9C-441A-384F-3A1419D231A1}"/>
                    </a:ext>
                  </a:extLst>
                </p14:cNvPr>
                <p14:cNvContentPartPr/>
                <p14:nvPr/>
              </p14:nvContentPartPr>
              <p14:xfrm>
                <a:off x="7722094" y="126250"/>
                <a:ext cx="143280" cy="203760"/>
              </p14:xfrm>
            </p:contentPart>
          </mc:Choice>
          <mc:Fallback xmlns="">
            <p:pic>
              <p:nvPicPr>
                <p:cNvPr id="40003" name="잉크 40002">
                  <a:extLst>
                    <a:ext uri="{FF2B5EF4-FFF2-40B4-BE49-F238E27FC236}">
                      <a16:creationId xmlns:a16="http://schemas.microsoft.com/office/drawing/2014/main" id="{7704760C-8C9C-441A-384F-3A1419D231A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13454" y="117250"/>
                  <a:ext cx="1609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0004" name="잉크 40003">
                  <a:extLst>
                    <a:ext uri="{FF2B5EF4-FFF2-40B4-BE49-F238E27FC236}">
                      <a16:creationId xmlns:a16="http://schemas.microsoft.com/office/drawing/2014/main" id="{5A529188-D468-2A5F-A75E-022B4FA4377A}"/>
                    </a:ext>
                  </a:extLst>
                </p14:cNvPr>
                <p14:cNvContentPartPr/>
                <p14:nvPr/>
              </p14:nvContentPartPr>
              <p14:xfrm>
                <a:off x="7950334" y="123010"/>
                <a:ext cx="103680" cy="173160"/>
              </p14:xfrm>
            </p:contentPart>
          </mc:Choice>
          <mc:Fallback xmlns="">
            <p:pic>
              <p:nvPicPr>
                <p:cNvPr id="40004" name="잉크 40003">
                  <a:extLst>
                    <a:ext uri="{FF2B5EF4-FFF2-40B4-BE49-F238E27FC236}">
                      <a16:creationId xmlns:a16="http://schemas.microsoft.com/office/drawing/2014/main" id="{5A529188-D468-2A5F-A75E-022B4FA437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41334" y="114010"/>
                  <a:ext cx="121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0005" name="잉크 40004">
                  <a:extLst>
                    <a:ext uri="{FF2B5EF4-FFF2-40B4-BE49-F238E27FC236}">
                      <a16:creationId xmlns:a16="http://schemas.microsoft.com/office/drawing/2014/main" id="{2417EE68-D900-4841-D451-1C57996FAE05}"/>
                    </a:ext>
                  </a:extLst>
                </p14:cNvPr>
                <p14:cNvContentPartPr/>
                <p14:nvPr/>
              </p14:nvContentPartPr>
              <p14:xfrm>
                <a:off x="8082094" y="108250"/>
                <a:ext cx="142560" cy="239760"/>
              </p14:xfrm>
            </p:contentPart>
          </mc:Choice>
          <mc:Fallback xmlns="">
            <p:pic>
              <p:nvPicPr>
                <p:cNvPr id="40005" name="잉크 40004">
                  <a:extLst>
                    <a:ext uri="{FF2B5EF4-FFF2-40B4-BE49-F238E27FC236}">
                      <a16:creationId xmlns:a16="http://schemas.microsoft.com/office/drawing/2014/main" id="{2417EE68-D900-4841-D451-1C57996FAE0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73094" y="99250"/>
                  <a:ext cx="160200" cy="257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911225"/>
          </a:xfrm>
          <a:noFill/>
        </p:spPr>
        <p:txBody>
          <a:bodyPr lIns="92075" tIns="46038" rIns="92075" bIns="46038"/>
          <a:lstStyle/>
          <a:p>
            <a:r>
              <a:rPr lang="ko-KR" altLang="en-US" b="1"/>
              <a:t>실시간 시스템</a:t>
            </a:r>
            <a:endParaRPr lang="ko-KR" alt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428750"/>
            <a:ext cx="8643938" cy="4857750"/>
          </a:xfrm>
          <a:noFill/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ko-KR" altLang="en-US"/>
              <a:t> 고정된 시간 제약</a:t>
            </a:r>
            <a:r>
              <a:rPr lang="en-US" altLang="ko-KR"/>
              <a:t>: </a:t>
            </a:r>
            <a:r>
              <a:rPr lang="ko-KR" altLang="en-US"/>
              <a:t>실행 완료 데드라인</a:t>
            </a:r>
            <a:r>
              <a:rPr lang="en-US" altLang="ko-KR"/>
              <a:t>(deadline)</a:t>
            </a:r>
          </a:p>
          <a:p>
            <a:pPr>
              <a:lnSpc>
                <a:spcPct val="90000"/>
              </a:lnSpc>
            </a:pPr>
            <a:endParaRPr lang="ko-KR" altLang="en-US" sz="1600"/>
          </a:p>
          <a:p>
            <a:pPr>
              <a:lnSpc>
                <a:spcPct val="90000"/>
              </a:lnSpc>
            </a:pPr>
            <a:r>
              <a:rPr lang="ko-KR" altLang="en-US"/>
              <a:t> 특수 목적 시스템에 사용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공정 제어</a:t>
            </a:r>
            <a:r>
              <a:rPr lang="en-US" altLang="ko-KR"/>
              <a:t>, </a:t>
            </a:r>
            <a:r>
              <a:rPr lang="ko-KR" altLang="en-US"/>
              <a:t>의료 영상</a:t>
            </a:r>
            <a:r>
              <a:rPr lang="en-US" altLang="ko-KR"/>
              <a:t>, </a:t>
            </a:r>
            <a:r>
              <a:rPr lang="ko-KR" altLang="en-US"/>
              <a:t>자동차 엔진 제어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ko-KR" altLang="en-US"/>
          </a:p>
          <a:p>
            <a:pPr>
              <a:lnSpc>
                <a:spcPct val="90000"/>
              </a:lnSpc>
            </a:pPr>
            <a:r>
              <a:rPr lang="en-US" altLang="ko-KR"/>
              <a:t> </a:t>
            </a:r>
            <a:r>
              <a:rPr lang="ko-KR" altLang="en-US"/>
              <a:t>경성 실시간 시스템</a:t>
            </a:r>
            <a:r>
              <a:rPr lang="en-US" altLang="ko-KR"/>
              <a:t>(Hard real-time system)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데드라인을 반드시 만족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항공 제어</a:t>
            </a:r>
            <a:endParaRPr lang="en-US" altLang="ko-KR"/>
          </a:p>
          <a:p>
            <a:pPr lvl="1">
              <a:lnSpc>
                <a:spcPct val="90000"/>
              </a:lnSpc>
            </a:pPr>
            <a:endParaRPr lang="ko-KR" altLang="en-US"/>
          </a:p>
          <a:p>
            <a:pPr>
              <a:lnSpc>
                <a:spcPct val="90000"/>
              </a:lnSpc>
            </a:pPr>
            <a:r>
              <a:rPr lang="en-US" altLang="ko-KR"/>
              <a:t> </a:t>
            </a:r>
            <a:r>
              <a:rPr lang="ko-KR" altLang="en-US"/>
              <a:t>연성 실시간 시스템</a:t>
            </a:r>
            <a:r>
              <a:rPr lang="en-US" altLang="ko-KR"/>
              <a:t>(Soft real-time system)</a:t>
            </a:r>
          </a:p>
          <a:p>
            <a:pPr lvl="1">
              <a:lnSpc>
                <a:spcPct val="90000"/>
              </a:lnSpc>
            </a:pPr>
            <a:r>
              <a:rPr lang="ko-KR" altLang="en-US"/>
              <a:t>데드라인을 일정 수준 이상 만족</a:t>
            </a:r>
            <a:endParaRPr lang="en-US" altLang="ko-KR"/>
          </a:p>
          <a:p>
            <a:pPr lvl="1">
              <a:lnSpc>
                <a:spcPct val="90000"/>
              </a:lnSpc>
            </a:pPr>
            <a:r>
              <a:rPr lang="ko-KR" altLang="en-US"/>
              <a:t>예</a:t>
            </a:r>
            <a:r>
              <a:rPr lang="en-US" altLang="ko-KR"/>
              <a:t>: </a:t>
            </a:r>
            <a:r>
              <a:rPr lang="ko-KR" altLang="en-US"/>
              <a:t>멀티미디어 서비스</a:t>
            </a:r>
          </a:p>
        </p:txBody>
      </p:sp>
      <p:sp>
        <p:nvSpPr>
          <p:cNvPr id="4096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AAF76C-BF20-4B41-8248-44098344845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AAA3386B-67E4-680A-2715-60D73C990884}"/>
                  </a:ext>
                </a:extLst>
              </p14:cNvPr>
              <p14:cNvContentPartPr/>
              <p14:nvPr/>
            </p14:nvContentPartPr>
            <p14:xfrm>
              <a:off x="640807" y="3267600"/>
              <a:ext cx="1010880" cy="72648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AAA3386B-67E4-680A-2715-60D73C9908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167" y="3258600"/>
                <a:ext cx="1028520" cy="74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FB7A506-6AAD-D40B-454F-5CFFE96B9AEA}"/>
                  </a:ext>
                </a:extLst>
              </p14:cNvPr>
              <p14:cNvContentPartPr/>
              <p14:nvPr/>
            </p14:nvContentPartPr>
            <p14:xfrm>
              <a:off x="1560607" y="4722360"/>
              <a:ext cx="1413360" cy="514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FB7A506-6AAD-D40B-454F-5CFFE96B9A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1607" y="4713360"/>
                <a:ext cx="14310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3EA9212-8201-FB6F-62F3-BFA29298481C}"/>
                  </a:ext>
                </a:extLst>
              </p14:cNvPr>
              <p14:cNvContentPartPr/>
              <p14:nvPr/>
            </p14:nvContentPartPr>
            <p14:xfrm>
              <a:off x="2682727" y="3807960"/>
              <a:ext cx="1822680" cy="6105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3EA9212-8201-FB6F-62F3-BFA2929848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4087" y="3799320"/>
                <a:ext cx="1840320" cy="6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83934E6-F55E-9F05-F2BF-42158CED0F04}"/>
                  </a:ext>
                </a:extLst>
              </p14:cNvPr>
              <p14:cNvContentPartPr/>
              <p14:nvPr/>
            </p14:nvContentPartPr>
            <p14:xfrm>
              <a:off x="740167" y="5099640"/>
              <a:ext cx="823680" cy="5396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83934E6-F55E-9F05-F2BF-42158CED0F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1527" y="5090640"/>
                <a:ext cx="84132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23D6BDC0-D531-A276-7CD1-E7600B119A26}"/>
                  </a:ext>
                </a:extLst>
              </p14:cNvPr>
              <p14:cNvContentPartPr/>
              <p14:nvPr/>
            </p14:nvContentPartPr>
            <p14:xfrm>
              <a:off x="1506967" y="6335880"/>
              <a:ext cx="2720520" cy="590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23D6BDC0-D531-A276-7CD1-E7600B119A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8327" y="6326880"/>
                <a:ext cx="2738160" cy="7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994" name="그룹 40993">
            <a:extLst>
              <a:ext uri="{FF2B5EF4-FFF2-40B4-BE49-F238E27FC236}">
                <a16:creationId xmlns:a16="http://schemas.microsoft.com/office/drawing/2014/main" id="{DB886DA0-3E57-63A2-7AD9-A0140EE2D6ED}"/>
              </a:ext>
            </a:extLst>
          </p:cNvPr>
          <p:cNvGrpSpPr/>
          <p:nvPr/>
        </p:nvGrpSpPr>
        <p:grpSpPr>
          <a:xfrm>
            <a:off x="4412167" y="6043920"/>
            <a:ext cx="4260240" cy="485280"/>
            <a:chOff x="4412167" y="6043920"/>
            <a:chExt cx="426024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2E0A1FB-4359-91EC-3032-D5CC7D823F5F}"/>
                    </a:ext>
                  </a:extLst>
                </p14:cNvPr>
                <p14:cNvContentPartPr/>
                <p14:nvPr/>
              </p14:nvContentPartPr>
              <p14:xfrm>
                <a:off x="4458247" y="6288360"/>
                <a:ext cx="72360" cy="277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2E0A1FB-4359-91EC-3032-D5CC7D823F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49247" y="6279720"/>
                  <a:ext cx="90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0496F4D-612C-B351-5B91-3952F2E1955A}"/>
                    </a:ext>
                  </a:extLst>
                </p14:cNvPr>
                <p14:cNvContentPartPr/>
                <p14:nvPr/>
              </p14:nvContentPartPr>
              <p14:xfrm>
                <a:off x="4412167" y="6329400"/>
                <a:ext cx="130320" cy="666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0496F4D-612C-B351-5B91-3952F2E1955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03167" y="6320400"/>
                  <a:ext cx="147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3436A6B-EEF4-680D-B735-C6B94815AAF0}"/>
                    </a:ext>
                  </a:extLst>
                </p14:cNvPr>
                <p14:cNvContentPartPr/>
                <p14:nvPr/>
              </p14:nvContentPartPr>
              <p14:xfrm>
                <a:off x="4412167" y="6396360"/>
                <a:ext cx="150480" cy="392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3436A6B-EEF4-680D-B735-C6B94815AAF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03167" y="6387720"/>
                  <a:ext cx="168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480D7A4-0338-C0FF-C6C6-A5AAA10348E7}"/>
                    </a:ext>
                  </a:extLst>
                </p14:cNvPr>
                <p14:cNvContentPartPr/>
                <p14:nvPr/>
              </p14:nvContentPartPr>
              <p14:xfrm>
                <a:off x="4437367" y="6433440"/>
                <a:ext cx="173160" cy="56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480D7A4-0338-C0FF-C6C6-A5AAA10348E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28367" y="6424800"/>
                  <a:ext cx="190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81E4C7B-F1FE-EC3B-9854-B3E33D3BACF3}"/>
                    </a:ext>
                  </a:extLst>
                </p14:cNvPr>
                <p14:cNvContentPartPr/>
                <p14:nvPr/>
              </p14:nvContentPartPr>
              <p14:xfrm>
                <a:off x="4595047" y="6289440"/>
                <a:ext cx="93960" cy="669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81E4C7B-F1FE-EC3B-9854-B3E33D3BAC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86047" y="6280440"/>
                  <a:ext cx="1116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BB0E40B-16B9-2C25-8C0B-1FD106F16A15}"/>
                    </a:ext>
                  </a:extLst>
                </p14:cNvPr>
                <p14:cNvContentPartPr/>
                <p14:nvPr/>
              </p14:nvContentPartPr>
              <p14:xfrm>
                <a:off x="4573087" y="6367560"/>
                <a:ext cx="171720" cy="1616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BB0E40B-16B9-2C25-8C0B-1FD106F16A1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64447" y="6358560"/>
                  <a:ext cx="189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78749CC-DFDA-95E2-AEDB-A0D72445C7BF}"/>
                    </a:ext>
                  </a:extLst>
                </p14:cNvPr>
                <p14:cNvContentPartPr/>
                <p14:nvPr/>
              </p14:nvContentPartPr>
              <p14:xfrm>
                <a:off x="4862527" y="6292320"/>
                <a:ext cx="100800" cy="1332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78749CC-DFDA-95E2-AEDB-A0D72445C7B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853887" y="6283680"/>
                  <a:ext cx="1184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50F60B4-2E43-8C7D-C212-71DC2B87AC8A}"/>
                    </a:ext>
                  </a:extLst>
                </p14:cNvPr>
                <p14:cNvContentPartPr/>
                <p14:nvPr/>
              </p14:nvContentPartPr>
              <p14:xfrm>
                <a:off x="4844887" y="6413280"/>
                <a:ext cx="219960" cy="910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50F60B4-2E43-8C7D-C212-71DC2B87AC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35887" y="6404280"/>
                  <a:ext cx="237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43010D1-BE8F-DB85-D515-F13D11F0A4E0}"/>
                    </a:ext>
                  </a:extLst>
                </p14:cNvPr>
                <p14:cNvContentPartPr/>
                <p14:nvPr/>
              </p14:nvContentPartPr>
              <p14:xfrm>
                <a:off x="5028487" y="6303480"/>
                <a:ext cx="292320" cy="1508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43010D1-BE8F-DB85-D515-F13D11F0A4E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019847" y="6294480"/>
                  <a:ext cx="3099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8EC1041-BFC1-24AB-319A-A297FFD55978}"/>
                    </a:ext>
                  </a:extLst>
                </p14:cNvPr>
                <p14:cNvContentPartPr/>
                <p14:nvPr/>
              </p14:nvContentPartPr>
              <p14:xfrm>
                <a:off x="5256007" y="6274680"/>
                <a:ext cx="200160" cy="2167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8EC1041-BFC1-24AB-319A-A297FFD5597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247007" y="6266040"/>
                  <a:ext cx="217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77FA7E2-5773-7D5D-93B4-9FBA06A906E7}"/>
                    </a:ext>
                  </a:extLst>
                </p14:cNvPr>
                <p14:cNvContentPartPr/>
                <p14:nvPr/>
              </p14:nvContentPartPr>
              <p14:xfrm>
                <a:off x="5554807" y="6281880"/>
                <a:ext cx="39960" cy="1512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77FA7E2-5773-7D5D-93B4-9FBA06A906E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45807" y="6273240"/>
                  <a:ext cx="57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0245DDA-D505-F536-A892-CA456FFAD556}"/>
                    </a:ext>
                  </a:extLst>
                </p14:cNvPr>
                <p14:cNvContentPartPr/>
                <p14:nvPr/>
              </p14:nvContentPartPr>
              <p14:xfrm>
                <a:off x="5562367" y="6336600"/>
                <a:ext cx="129240" cy="543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0245DDA-D505-F536-A892-CA456FFAD55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53367" y="6327600"/>
                  <a:ext cx="1468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80E23F9-19ED-C5F2-A5A1-25EFBC71A698}"/>
                    </a:ext>
                  </a:extLst>
                </p14:cNvPr>
                <p14:cNvContentPartPr/>
                <p14:nvPr/>
              </p14:nvContentPartPr>
              <p14:xfrm>
                <a:off x="5656327" y="6286920"/>
                <a:ext cx="90720" cy="128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80E23F9-19ED-C5F2-A5A1-25EFBC71A69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647687" y="6277920"/>
                  <a:ext cx="108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880422E-E9CF-D4B5-9AFA-FAABCA19C384}"/>
                    </a:ext>
                  </a:extLst>
                </p14:cNvPr>
                <p14:cNvContentPartPr/>
                <p14:nvPr/>
              </p14:nvContentPartPr>
              <p14:xfrm>
                <a:off x="5654167" y="6428400"/>
                <a:ext cx="90360" cy="5328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880422E-E9CF-D4B5-9AFA-FAABCA19C38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45167" y="6419760"/>
                  <a:ext cx="1080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098DF422-1818-6AB2-7FAB-32314FAA24D2}"/>
                    </a:ext>
                  </a:extLst>
                </p14:cNvPr>
                <p14:cNvContentPartPr/>
                <p14:nvPr/>
              </p14:nvContentPartPr>
              <p14:xfrm>
                <a:off x="5759647" y="6270360"/>
                <a:ext cx="133920" cy="1594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098DF422-1818-6AB2-7FAB-32314FAA24D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51007" y="6261720"/>
                  <a:ext cx="151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9D2E16B-331C-C1D1-8C70-5DF968FA3607}"/>
                    </a:ext>
                  </a:extLst>
                </p14:cNvPr>
                <p14:cNvContentPartPr/>
                <p14:nvPr/>
              </p14:nvContentPartPr>
              <p14:xfrm>
                <a:off x="5806447" y="6413640"/>
                <a:ext cx="99000" cy="662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9D2E16B-331C-C1D1-8C70-5DF968FA36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97807" y="6405000"/>
                  <a:ext cx="116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172C9E74-53A7-98FA-802B-287309E33CAE}"/>
                    </a:ext>
                  </a:extLst>
                </p14:cNvPr>
                <p14:cNvContentPartPr/>
                <p14:nvPr/>
              </p14:nvContentPartPr>
              <p14:xfrm>
                <a:off x="5928847" y="6285480"/>
                <a:ext cx="83520" cy="13536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172C9E74-53A7-98FA-802B-287309E33CA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20207" y="6276480"/>
                  <a:ext cx="1011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3618617-874A-233D-E2B9-631A5D1FB43B}"/>
                    </a:ext>
                  </a:extLst>
                </p14:cNvPr>
                <p14:cNvContentPartPr/>
                <p14:nvPr/>
              </p14:nvContentPartPr>
              <p14:xfrm>
                <a:off x="6010567" y="6262440"/>
                <a:ext cx="128160" cy="15084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3618617-874A-233D-E2B9-631A5D1FB43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001567" y="6253800"/>
                  <a:ext cx="1458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67E8A15E-B89C-6F35-CA05-66E95229B6CB}"/>
                    </a:ext>
                  </a:extLst>
                </p14:cNvPr>
                <p14:cNvContentPartPr/>
                <p14:nvPr/>
              </p14:nvContentPartPr>
              <p14:xfrm>
                <a:off x="6158527" y="6252000"/>
                <a:ext cx="35640" cy="1990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67E8A15E-B89C-6F35-CA05-66E95229B6C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149527" y="6243360"/>
                  <a:ext cx="53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E69EA58-269B-8AFB-5F6D-A0FF3F0AD210}"/>
                    </a:ext>
                  </a:extLst>
                </p14:cNvPr>
                <p14:cNvContentPartPr/>
                <p14:nvPr/>
              </p14:nvContentPartPr>
              <p14:xfrm>
                <a:off x="6308287" y="6242640"/>
                <a:ext cx="122760" cy="9252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E69EA58-269B-8AFB-5F6D-A0FF3F0AD21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299287" y="6234000"/>
                  <a:ext cx="140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4D66399-F293-F7CB-88C4-C18B0B459E75}"/>
                    </a:ext>
                  </a:extLst>
                </p14:cNvPr>
                <p14:cNvContentPartPr/>
                <p14:nvPr/>
              </p14:nvContentPartPr>
              <p14:xfrm>
                <a:off x="6449767" y="6246240"/>
                <a:ext cx="14760" cy="9108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4D66399-F293-F7CB-88C4-C18B0B459E7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41127" y="6237240"/>
                  <a:ext cx="32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9053B5DB-D858-1E0F-73F7-91F8875AA74F}"/>
                    </a:ext>
                  </a:extLst>
                </p14:cNvPr>
                <p14:cNvContentPartPr/>
                <p14:nvPr/>
              </p14:nvContentPartPr>
              <p14:xfrm>
                <a:off x="6350767" y="6358560"/>
                <a:ext cx="160200" cy="8532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9053B5DB-D858-1E0F-73F7-91F8875AA74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342127" y="6349560"/>
                  <a:ext cx="177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2F5E5E4-18DA-C9EA-3335-D2F4FA272D4B}"/>
                    </a:ext>
                  </a:extLst>
                </p14:cNvPr>
                <p14:cNvContentPartPr/>
                <p14:nvPr/>
              </p14:nvContentPartPr>
              <p14:xfrm>
                <a:off x="6472807" y="6245160"/>
                <a:ext cx="177480" cy="13428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2F5E5E4-18DA-C9EA-3335-D2F4FA272D4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63807" y="6236160"/>
                  <a:ext cx="1951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960" name="잉크 40959">
                  <a:extLst>
                    <a:ext uri="{FF2B5EF4-FFF2-40B4-BE49-F238E27FC236}">
                      <a16:creationId xmlns:a16="http://schemas.microsoft.com/office/drawing/2014/main" id="{CDFDB8EC-A796-3C6A-E5B9-FB032222EB76}"/>
                    </a:ext>
                  </a:extLst>
                </p14:cNvPr>
                <p14:cNvContentPartPr/>
                <p14:nvPr/>
              </p14:nvContentPartPr>
              <p14:xfrm>
                <a:off x="6658567" y="6232200"/>
                <a:ext cx="136080" cy="160200"/>
              </p14:xfrm>
            </p:contentPart>
          </mc:Choice>
          <mc:Fallback xmlns="">
            <p:pic>
              <p:nvPicPr>
                <p:cNvPr id="40960" name="잉크 40959">
                  <a:extLst>
                    <a:ext uri="{FF2B5EF4-FFF2-40B4-BE49-F238E27FC236}">
                      <a16:creationId xmlns:a16="http://schemas.microsoft.com/office/drawing/2014/main" id="{CDFDB8EC-A796-3C6A-E5B9-FB032222EB7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649927" y="6223200"/>
                  <a:ext cx="153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961" name="잉크 40960">
                  <a:extLst>
                    <a:ext uri="{FF2B5EF4-FFF2-40B4-BE49-F238E27FC236}">
                      <a16:creationId xmlns:a16="http://schemas.microsoft.com/office/drawing/2014/main" id="{6E932545-9D11-531A-8790-86E9C7F04F36}"/>
                    </a:ext>
                  </a:extLst>
                </p14:cNvPr>
                <p14:cNvContentPartPr/>
                <p14:nvPr/>
              </p14:nvContentPartPr>
              <p14:xfrm>
                <a:off x="6844327" y="6199800"/>
                <a:ext cx="151560" cy="194760"/>
              </p14:xfrm>
            </p:contentPart>
          </mc:Choice>
          <mc:Fallback xmlns="">
            <p:pic>
              <p:nvPicPr>
                <p:cNvPr id="40961" name="잉크 40960">
                  <a:extLst>
                    <a:ext uri="{FF2B5EF4-FFF2-40B4-BE49-F238E27FC236}">
                      <a16:creationId xmlns:a16="http://schemas.microsoft.com/office/drawing/2014/main" id="{6E932545-9D11-531A-8790-86E9C7F04F3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35327" y="6191160"/>
                  <a:ext cx="169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965" name="잉크 40964">
                  <a:extLst>
                    <a:ext uri="{FF2B5EF4-FFF2-40B4-BE49-F238E27FC236}">
                      <a16:creationId xmlns:a16="http://schemas.microsoft.com/office/drawing/2014/main" id="{E5DAAD57-CA33-24D8-4E71-9D520497563D}"/>
                    </a:ext>
                  </a:extLst>
                </p14:cNvPr>
                <p14:cNvContentPartPr/>
                <p14:nvPr/>
              </p14:nvContentPartPr>
              <p14:xfrm>
                <a:off x="7093087" y="6150840"/>
                <a:ext cx="95040" cy="70560"/>
              </p14:xfrm>
            </p:contentPart>
          </mc:Choice>
          <mc:Fallback xmlns="">
            <p:pic>
              <p:nvPicPr>
                <p:cNvPr id="40965" name="잉크 40964">
                  <a:extLst>
                    <a:ext uri="{FF2B5EF4-FFF2-40B4-BE49-F238E27FC236}">
                      <a16:creationId xmlns:a16="http://schemas.microsoft.com/office/drawing/2014/main" id="{E5DAAD57-CA33-24D8-4E71-9D520497563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84447" y="6141840"/>
                  <a:ext cx="112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966" name="잉크 40965">
                  <a:extLst>
                    <a:ext uri="{FF2B5EF4-FFF2-40B4-BE49-F238E27FC236}">
                      <a16:creationId xmlns:a16="http://schemas.microsoft.com/office/drawing/2014/main" id="{0C6C23E0-2F85-B127-934E-7EC75D0EF62B}"/>
                    </a:ext>
                  </a:extLst>
                </p14:cNvPr>
                <p14:cNvContentPartPr/>
                <p14:nvPr/>
              </p14:nvContentPartPr>
              <p14:xfrm>
                <a:off x="7061407" y="6235800"/>
                <a:ext cx="186840" cy="40680"/>
              </p14:xfrm>
            </p:contentPart>
          </mc:Choice>
          <mc:Fallback xmlns="">
            <p:pic>
              <p:nvPicPr>
                <p:cNvPr id="40966" name="잉크 40965">
                  <a:extLst>
                    <a:ext uri="{FF2B5EF4-FFF2-40B4-BE49-F238E27FC236}">
                      <a16:creationId xmlns:a16="http://schemas.microsoft.com/office/drawing/2014/main" id="{0C6C23E0-2F85-B127-934E-7EC75D0EF62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52767" y="6226800"/>
                  <a:ext cx="204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0967" name="잉크 40966">
                  <a:extLst>
                    <a:ext uri="{FF2B5EF4-FFF2-40B4-BE49-F238E27FC236}">
                      <a16:creationId xmlns:a16="http://schemas.microsoft.com/office/drawing/2014/main" id="{85A0B03C-0099-F47D-4D2B-E970374F9AFB}"/>
                    </a:ext>
                  </a:extLst>
                </p14:cNvPr>
                <p14:cNvContentPartPr/>
                <p14:nvPr/>
              </p14:nvContentPartPr>
              <p14:xfrm>
                <a:off x="7127647" y="6298080"/>
                <a:ext cx="139320" cy="88560"/>
              </p14:xfrm>
            </p:contentPart>
          </mc:Choice>
          <mc:Fallback xmlns="">
            <p:pic>
              <p:nvPicPr>
                <p:cNvPr id="40967" name="잉크 40966">
                  <a:extLst>
                    <a:ext uri="{FF2B5EF4-FFF2-40B4-BE49-F238E27FC236}">
                      <a16:creationId xmlns:a16="http://schemas.microsoft.com/office/drawing/2014/main" id="{85A0B03C-0099-F47D-4D2B-E970374F9AF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19007" y="6289080"/>
                  <a:ext cx="156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0968" name="잉크 40967">
                  <a:extLst>
                    <a:ext uri="{FF2B5EF4-FFF2-40B4-BE49-F238E27FC236}">
                      <a16:creationId xmlns:a16="http://schemas.microsoft.com/office/drawing/2014/main" id="{E6747839-ACFF-46FE-8967-FFCC9CB946BD}"/>
                    </a:ext>
                  </a:extLst>
                </p14:cNvPr>
                <p14:cNvContentPartPr/>
                <p14:nvPr/>
              </p14:nvContentPartPr>
              <p14:xfrm>
                <a:off x="7248607" y="6190800"/>
                <a:ext cx="92520" cy="91440"/>
              </p14:xfrm>
            </p:contentPart>
          </mc:Choice>
          <mc:Fallback xmlns="">
            <p:pic>
              <p:nvPicPr>
                <p:cNvPr id="40968" name="잉크 40967">
                  <a:extLst>
                    <a:ext uri="{FF2B5EF4-FFF2-40B4-BE49-F238E27FC236}">
                      <a16:creationId xmlns:a16="http://schemas.microsoft.com/office/drawing/2014/main" id="{E6747839-ACFF-46FE-8967-FFCC9CB946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39607" y="6182160"/>
                  <a:ext cx="1101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0969" name="잉크 40968">
                  <a:extLst>
                    <a:ext uri="{FF2B5EF4-FFF2-40B4-BE49-F238E27FC236}">
                      <a16:creationId xmlns:a16="http://schemas.microsoft.com/office/drawing/2014/main" id="{150808E2-208E-EC8B-4F5D-0370BFAD65E2}"/>
                    </a:ext>
                  </a:extLst>
                </p14:cNvPr>
                <p14:cNvContentPartPr/>
                <p14:nvPr/>
              </p14:nvContentPartPr>
              <p14:xfrm>
                <a:off x="7376767" y="6167040"/>
                <a:ext cx="90720" cy="122040"/>
              </p14:xfrm>
            </p:contentPart>
          </mc:Choice>
          <mc:Fallback xmlns="">
            <p:pic>
              <p:nvPicPr>
                <p:cNvPr id="40969" name="잉크 40968">
                  <a:extLst>
                    <a:ext uri="{FF2B5EF4-FFF2-40B4-BE49-F238E27FC236}">
                      <a16:creationId xmlns:a16="http://schemas.microsoft.com/office/drawing/2014/main" id="{150808E2-208E-EC8B-4F5D-0370BFAD65E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368127" y="6158400"/>
                  <a:ext cx="108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970" name="잉크 40969">
                  <a:extLst>
                    <a:ext uri="{FF2B5EF4-FFF2-40B4-BE49-F238E27FC236}">
                      <a16:creationId xmlns:a16="http://schemas.microsoft.com/office/drawing/2014/main" id="{B3A23529-3815-FF65-63B7-CB3EF36A885A}"/>
                    </a:ext>
                  </a:extLst>
                </p14:cNvPr>
                <p14:cNvContentPartPr/>
                <p14:nvPr/>
              </p14:nvContentPartPr>
              <p14:xfrm>
                <a:off x="7314847" y="6328680"/>
                <a:ext cx="114480" cy="46080"/>
              </p14:xfrm>
            </p:contentPart>
          </mc:Choice>
          <mc:Fallback xmlns="">
            <p:pic>
              <p:nvPicPr>
                <p:cNvPr id="40970" name="잉크 40969">
                  <a:extLst>
                    <a:ext uri="{FF2B5EF4-FFF2-40B4-BE49-F238E27FC236}">
                      <a16:creationId xmlns:a16="http://schemas.microsoft.com/office/drawing/2014/main" id="{B3A23529-3815-FF65-63B7-CB3EF36A885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305847" y="6320040"/>
                  <a:ext cx="132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0978" name="잉크 40977">
                  <a:extLst>
                    <a:ext uri="{FF2B5EF4-FFF2-40B4-BE49-F238E27FC236}">
                      <a16:creationId xmlns:a16="http://schemas.microsoft.com/office/drawing/2014/main" id="{5195AD59-9B66-557B-8B02-A0F4AC0BF352}"/>
                    </a:ext>
                  </a:extLst>
                </p14:cNvPr>
                <p14:cNvContentPartPr/>
                <p14:nvPr/>
              </p14:nvContentPartPr>
              <p14:xfrm>
                <a:off x="7566487" y="6157320"/>
                <a:ext cx="77760" cy="86400"/>
              </p14:xfrm>
            </p:contentPart>
          </mc:Choice>
          <mc:Fallback xmlns="">
            <p:pic>
              <p:nvPicPr>
                <p:cNvPr id="40978" name="잉크 40977">
                  <a:extLst>
                    <a:ext uri="{FF2B5EF4-FFF2-40B4-BE49-F238E27FC236}">
                      <a16:creationId xmlns:a16="http://schemas.microsoft.com/office/drawing/2014/main" id="{5195AD59-9B66-557B-8B02-A0F4AC0BF35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557847" y="6148320"/>
                  <a:ext cx="95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0979" name="잉크 40978">
                  <a:extLst>
                    <a:ext uri="{FF2B5EF4-FFF2-40B4-BE49-F238E27FC236}">
                      <a16:creationId xmlns:a16="http://schemas.microsoft.com/office/drawing/2014/main" id="{9CBE523E-988C-C03B-E680-587BA4E1B792}"/>
                    </a:ext>
                  </a:extLst>
                </p14:cNvPr>
                <p14:cNvContentPartPr/>
                <p14:nvPr/>
              </p14:nvContentPartPr>
              <p14:xfrm>
                <a:off x="7536247" y="6249840"/>
                <a:ext cx="124560" cy="27720"/>
              </p14:xfrm>
            </p:contentPart>
          </mc:Choice>
          <mc:Fallback xmlns="">
            <p:pic>
              <p:nvPicPr>
                <p:cNvPr id="40979" name="잉크 40978">
                  <a:extLst>
                    <a:ext uri="{FF2B5EF4-FFF2-40B4-BE49-F238E27FC236}">
                      <a16:creationId xmlns:a16="http://schemas.microsoft.com/office/drawing/2014/main" id="{9CBE523E-988C-C03B-E680-587BA4E1B79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27247" y="6240840"/>
                  <a:ext cx="142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0980" name="잉크 40979">
                  <a:extLst>
                    <a:ext uri="{FF2B5EF4-FFF2-40B4-BE49-F238E27FC236}">
                      <a16:creationId xmlns:a16="http://schemas.microsoft.com/office/drawing/2014/main" id="{42D5F098-1783-4DA9-0D14-88B461354288}"/>
                    </a:ext>
                  </a:extLst>
                </p14:cNvPr>
                <p14:cNvContentPartPr/>
                <p14:nvPr/>
              </p14:nvContentPartPr>
              <p14:xfrm>
                <a:off x="7585927" y="6297000"/>
                <a:ext cx="139680" cy="71280"/>
              </p14:xfrm>
            </p:contentPart>
          </mc:Choice>
          <mc:Fallback xmlns="">
            <p:pic>
              <p:nvPicPr>
                <p:cNvPr id="40980" name="잉크 40979">
                  <a:extLst>
                    <a:ext uri="{FF2B5EF4-FFF2-40B4-BE49-F238E27FC236}">
                      <a16:creationId xmlns:a16="http://schemas.microsoft.com/office/drawing/2014/main" id="{42D5F098-1783-4DA9-0D14-88B46135428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77287" y="6288360"/>
                  <a:ext cx="157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0981" name="잉크 40980">
                  <a:extLst>
                    <a:ext uri="{FF2B5EF4-FFF2-40B4-BE49-F238E27FC236}">
                      <a16:creationId xmlns:a16="http://schemas.microsoft.com/office/drawing/2014/main" id="{4C28569D-2502-5D57-C48B-3B3D30540396}"/>
                    </a:ext>
                  </a:extLst>
                </p14:cNvPr>
                <p14:cNvContentPartPr/>
                <p14:nvPr/>
              </p14:nvContentPartPr>
              <p14:xfrm>
                <a:off x="7667287" y="6185760"/>
                <a:ext cx="163080" cy="92160"/>
              </p14:xfrm>
            </p:contentPart>
          </mc:Choice>
          <mc:Fallback xmlns="">
            <p:pic>
              <p:nvPicPr>
                <p:cNvPr id="40981" name="잉크 40980">
                  <a:extLst>
                    <a:ext uri="{FF2B5EF4-FFF2-40B4-BE49-F238E27FC236}">
                      <a16:creationId xmlns:a16="http://schemas.microsoft.com/office/drawing/2014/main" id="{4C28569D-2502-5D57-C48B-3B3D3054039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58647" y="6177120"/>
                  <a:ext cx="180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0982" name="잉크 40981">
                  <a:extLst>
                    <a:ext uri="{FF2B5EF4-FFF2-40B4-BE49-F238E27FC236}">
                      <a16:creationId xmlns:a16="http://schemas.microsoft.com/office/drawing/2014/main" id="{D436C906-15AC-CFF2-FD5F-F31827A21A4E}"/>
                    </a:ext>
                  </a:extLst>
                </p14:cNvPr>
                <p14:cNvContentPartPr/>
                <p14:nvPr/>
              </p14:nvContentPartPr>
              <p14:xfrm>
                <a:off x="7789327" y="6162000"/>
                <a:ext cx="36000" cy="130320"/>
              </p14:xfrm>
            </p:contentPart>
          </mc:Choice>
          <mc:Fallback xmlns="">
            <p:pic>
              <p:nvPicPr>
                <p:cNvPr id="40982" name="잉크 40981">
                  <a:extLst>
                    <a:ext uri="{FF2B5EF4-FFF2-40B4-BE49-F238E27FC236}">
                      <a16:creationId xmlns:a16="http://schemas.microsoft.com/office/drawing/2014/main" id="{D436C906-15AC-CFF2-FD5F-F31827A21A4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780327" y="6153000"/>
                  <a:ext cx="53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0983" name="잉크 40982">
                  <a:extLst>
                    <a:ext uri="{FF2B5EF4-FFF2-40B4-BE49-F238E27FC236}">
                      <a16:creationId xmlns:a16="http://schemas.microsoft.com/office/drawing/2014/main" id="{A2889D6D-96E8-123B-5436-1B25AF8DD6DB}"/>
                    </a:ext>
                  </a:extLst>
                </p14:cNvPr>
                <p14:cNvContentPartPr/>
                <p14:nvPr/>
              </p14:nvContentPartPr>
              <p14:xfrm>
                <a:off x="7832527" y="6128160"/>
                <a:ext cx="182520" cy="160560"/>
              </p14:xfrm>
            </p:contentPart>
          </mc:Choice>
          <mc:Fallback xmlns="">
            <p:pic>
              <p:nvPicPr>
                <p:cNvPr id="40983" name="잉크 40982">
                  <a:extLst>
                    <a:ext uri="{FF2B5EF4-FFF2-40B4-BE49-F238E27FC236}">
                      <a16:creationId xmlns:a16="http://schemas.microsoft.com/office/drawing/2014/main" id="{A2889D6D-96E8-123B-5436-1B25AF8DD6D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23887" y="6119160"/>
                  <a:ext cx="2001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0985" name="잉크 40984">
                  <a:extLst>
                    <a:ext uri="{FF2B5EF4-FFF2-40B4-BE49-F238E27FC236}">
                      <a16:creationId xmlns:a16="http://schemas.microsoft.com/office/drawing/2014/main" id="{60EB82A1-F531-C451-DACE-25312A10B6AC}"/>
                    </a:ext>
                  </a:extLst>
                </p14:cNvPr>
                <p14:cNvContentPartPr/>
                <p14:nvPr/>
              </p14:nvContentPartPr>
              <p14:xfrm>
                <a:off x="8042407" y="6108360"/>
                <a:ext cx="117720" cy="109440"/>
              </p14:xfrm>
            </p:contentPart>
          </mc:Choice>
          <mc:Fallback xmlns="">
            <p:pic>
              <p:nvPicPr>
                <p:cNvPr id="40985" name="잉크 40984">
                  <a:extLst>
                    <a:ext uri="{FF2B5EF4-FFF2-40B4-BE49-F238E27FC236}">
                      <a16:creationId xmlns:a16="http://schemas.microsoft.com/office/drawing/2014/main" id="{60EB82A1-F531-C451-DACE-25312A10B6A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33407" y="6099720"/>
                  <a:ext cx="135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40986" name="잉크 40985">
                  <a:extLst>
                    <a:ext uri="{FF2B5EF4-FFF2-40B4-BE49-F238E27FC236}">
                      <a16:creationId xmlns:a16="http://schemas.microsoft.com/office/drawing/2014/main" id="{BBE18D14-D39C-ED4C-BF42-FB6210477EFC}"/>
                    </a:ext>
                  </a:extLst>
                </p14:cNvPr>
                <p14:cNvContentPartPr/>
                <p14:nvPr/>
              </p14:nvContentPartPr>
              <p14:xfrm>
                <a:off x="8029807" y="6200520"/>
                <a:ext cx="169560" cy="87480"/>
              </p14:xfrm>
            </p:contentPart>
          </mc:Choice>
          <mc:Fallback xmlns="">
            <p:pic>
              <p:nvPicPr>
                <p:cNvPr id="40986" name="잉크 40985">
                  <a:extLst>
                    <a:ext uri="{FF2B5EF4-FFF2-40B4-BE49-F238E27FC236}">
                      <a16:creationId xmlns:a16="http://schemas.microsoft.com/office/drawing/2014/main" id="{BBE18D14-D39C-ED4C-BF42-FB6210477EF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020807" y="6191520"/>
                  <a:ext cx="1872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40987" name="잉크 40986">
                  <a:extLst>
                    <a:ext uri="{FF2B5EF4-FFF2-40B4-BE49-F238E27FC236}">
                      <a16:creationId xmlns:a16="http://schemas.microsoft.com/office/drawing/2014/main" id="{3DFD1EA6-0EC6-1106-23D2-0DE0543F3164}"/>
                    </a:ext>
                  </a:extLst>
                </p14:cNvPr>
                <p14:cNvContentPartPr/>
                <p14:nvPr/>
              </p14:nvContentPartPr>
              <p14:xfrm>
                <a:off x="8218447" y="6100080"/>
                <a:ext cx="90000" cy="114120"/>
              </p14:xfrm>
            </p:contentPart>
          </mc:Choice>
          <mc:Fallback xmlns="">
            <p:pic>
              <p:nvPicPr>
                <p:cNvPr id="40987" name="잉크 40986">
                  <a:extLst>
                    <a:ext uri="{FF2B5EF4-FFF2-40B4-BE49-F238E27FC236}">
                      <a16:creationId xmlns:a16="http://schemas.microsoft.com/office/drawing/2014/main" id="{3DFD1EA6-0EC6-1106-23D2-0DE0543F316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209807" y="6091080"/>
                  <a:ext cx="1076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40988" name="잉크 40987">
                  <a:extLst>
                    <a:ext uri="{FF2B5EF4-FFF2-40B4-BE49-F238E27FC236}">
                      <a16:creationId xmlns:a16="http://schemas.microsoft.com/office/drawing/2014/main" id="{0DB4A969-3C58-BCA4-ECF7-73A09EDA4509}"/>
                    </a:ext>
                  </a:extLst>
                </p14:cNvPr>
                <p14:cNvContentPartPr/>
                <p14:nvPr/>
              </p14:nvContentPartPr>
              <p14:xfrm>
                <a:off x="8290087" y="6074520"/>
                <a:ext cx="136440" cy="140760"/>
              </p14:xfrm>
            </p:contentPart>
          </mc:Choice>
          <mc:Fallback xmlns="">
            <p:pic>
              <p:nvPicPr>
                <p:cNvPr id="40988" name="잉크 40987">
                  <a:extLst>
                    <a:ext uri="{FF2B5EF4-FFF2-40B4-BE49-F238E27FC236}">
                      <a16:creationId xmlns:a16="http://schemas.microsoft.com/office/drawing/2014/main" id="{0DB4A969-3C58-BCA4-ECF7-73A09EDA450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281447" y="6065880"/>
                  <a:ext cx="154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0989" name="잉크 40988">
                  <a:extLst>
                    <a:ext uri="{FF2B5EF4-FFF2-40B4-BE49-F238E27FC236}">
                      <a16:creationId xmlns:a16="http://schemas.microsoft.com/office/drawing/2014/main" id="{4B25A967-AA51-A418-D903-F12412C1E937}"/>
                    </a:ext>
                  </a:extLst>
                </p14:cNvPr>
                <p14:cNvContentPartPr/>
                <p14:nvPr/>
              </p14:nvContentPartPr>
              <p14:xfrm>
                <a:off x="8401687" y="6078480"/>
                <a:ext cx="114120" cy="130680"/>
              </p14:xfrm>
            </p:contentPart>
          </mc:Choice>
          <mc:Fallback xmlns="">
            <p:pic>
              <p:nvPicPr>
                <p:cNvPr id="40989" name="잉크 40988">
                  <a:extLst>
                    <a:ext uri="{FF2B5EF4-FFF2-40B4-BE49-F238E27FC236}">
                      <a16:creationId xmlns:a16="http://schemas.microsoft.com/office/drawing/2014/main" id="{4B25A967-AA51-A418-D903-F12412C1E93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392687" y="6069480"/>
                  <a:ext cx="13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0990" name="잉크 40989">
                  <a:extLst>
                    <a:ext uri="{FF2B5EF4-FFF2-40B4-BE49-F238E27FC236}">
                      <a16:creationId xmlns:a16="http://schemas.microsoft.com/office/drawing/2014/main" id="{D0BB8565-6D62-03D0-C22A-67DAD1A4BC2E}"/>
                    </a:ext>
                  </a:extLst>
                </p14:cNvPr>
                <p14:cNvContentPartPr/>
                <p14:nvPr/>
              </p14:nvContentPartPr>
              <p14:xfrm>
                <a:off x="8507167" y="6051840"/>
                <a:ext cx="122400" cy="97920"/>
              </p14:xfrm>
            </p:contentPart>
          </mc:Choice>
          <mc:Fallback xmlns="">
            <p:pic>
              <p:nvPicPr>
                <p:cNvPr id="40990" name="잉크 40989">
                  <a:extLst>
                    <a:ext uri="{FF2B5EF4-FFF2-40B4-BE49-F238E27FC236}">
                      <a16:creationId xmlns:a16="http://schemas.microsoft.com/office/drawing/2014/main" id="{D0BB8565-6D62-03D0-C22A-67DAD1A4BC2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98167" y="6042840"/>
                  <a:ext cx="140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0991" name="잉크 40990">
                  <a:extLst>
                    <a:ext uri="{FF2B5EF4-FFF2-40B4-BE49-F238E27FC236}">
                      <a16:creationId xmlns:a16="http://schemas.microsoft.com/office/drawing/2014/main" id="{1D8EF6A1-F3C8-3F74-DB0F-20B585C37EDC}"/>
                    </a:ext>
                  </a:extLst>
                </p14:cNvPr>
                <p14:cNvContentPartPr/>
                <p14:nvPr/>
              </p14:nvContentPartPr>
              <p14:xfrm>
                <a:off x="8634247" y="6043920"/>
                <a:ext cx="23760" cy="142200"/>
              </p14:xfrm>
            </p:contentPart>
          </mc:Choice>
          <mc:Fallback xmlns="">
            <p:pic>
              <p:nvPicPr>
                <p:cNvPr id="40991" name="잉크 40990">
                  <a:extLst>
                    <a:ext uri="{FF2B5EF4-FFF2-40B4-BE49-F238E27FC236}">
                      <a16:creationId xmlns:a16="http://schemas.microsoft.com/office/drawing/2014/main" id="{1D8EF6A1-F3C8-3F74-DB0F-20B585C37ED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25247" y="6035280"/>
                  <a:ext cx="414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0992" name="잉크 40991">
                  <a:extLst>
                    <a:ext uri="{FF2B5EF4-FFF2-40B4-BE49-F238E27FC236}">
                      <a16:creationId xmlns:a16="http://schemas.microsoft.com/office/drawing/2014/main" id="{166B63CB-58FD-6537-7960-EC70A5DCA314}"/>
                    </a:ext>
                  </a:extLst>
                </p14:cNvPr>
                <p14:cNvContentPartPr/>
                <p14:nvPr/>
              </p14:nvContentPartPr>
              <p14:xfrm>
                <a:off x="8533447" y="6181440"/>
                <a:ext cx="133560" cy="75240"/>
              </p14:xfrm>
            </p:contentPart>
          </mc:Choice>
          <mc:Fallback xmlns="">
            <p:pic>
              <p:nvPicPr>
                <p:cNvPr id="40992" name="잉크 40991">
                  <a:extLst>
                    <a:ext uri="{FF2B5EF4-FFF2-40B4-BE49-F238E27FC236}">
                      <a16:creationId xmlns:a16="http://schemas.microsoft.com/office/drawing/2014/main" id="{166B63CB-58FD-6537-7960-EC70A5DCA3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524447" y="6172800"/>
                  <a:ext cx="15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0993" name="잉크 40992">
                  <a:extLst>
                    <a:ext uri="{FF2B5EF4-FFF2-40B4-BE49-F238E27FC236}">
                      <a16:creationId xmlns:a16="http://schemas.microsoft.com/office/drawing/2014/main" id="{4ACEDD7C-45AB-2246-DD21-A4A61DB8AA64}"/>
                    </a:ext>
                  </a:extLst>
                </p14:cNvPr>
                <p14:cNvContentPartPr/>
                <p14:nvPr/>
              </p14:nvContentPartPr>
              <p14:xfrm>
                <a:off x="8551447" y="6235800"/>
                <a:ext cx="120960" cy="23760"/>
              </p14:xfrm>
            </p:contentPart>
          </mc:Choice>
          <mc:Fallback xmlns="">
            <p:pic>
              <p:nvPicPr>
                <p:cNvPr id="40993" name="잉크 40992">
                  <a:extLst>
                    <a:ext uri="{FF2B5EF4-FFF2-40B4-BE49-F238E27FC236}">
                      <a16:creationId xmlns:a16="http://schemas.microsoft.com/office/drawing/2014/main" id="{4ACEDD7C-45AB-2246-DD21-A4A61DB8AA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42807" y="6226800"/>
                  <a:ext cx="13860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40995" name="잉크 40994">
                <a:extLst>
                  <a:ext uri="{FF2B5EF4-FFF2-40B4-BE49-F238E27FC236}">
                    <a16:creationId xmlns:a16="http://schemas.microsoft.com/office/drawing/2014/main" id="{7BA50B1B-474C-53CD-B074-98C93BDA0F35}"/>
                  </a:ext>
                </a:extLst>
              </p14:cNvPr>
              <p14:cNvContentPartPr/>
              <p14:nvPr/>
            </p14:nvContentPartPr>
            <p14:xfrm>
              <a:off x="2722327" y="5912520"/>
              <a:ext cx="2836080" cy="37800"/>
            </p14:xfrm>
          </p:contentPart>
        </mc:Choice>
        <mc:Fallback xmlns="">
          <p:pic>
            <p:nvPicPr>
              <p:cNvPr id="40995" name="잉크 40994">
                <a:extLst>
                  <a:ext uri="{FF2B5EF4-FFF2-40B4-BE49-F238E27FC236}">
                    <a16:creationId xmlns:a16="http://schemas.microsoft.com/office/drawing/2014/main" id="{7BA50B1B-474C-53CD-B074-98C93BDA0F3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713327" y="5903880"/>
                <a:ext cx="2853720" cy="5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2463</TotalTime>
  <Words>1145</Words>
  <Application>Microsoft Office PowerPoint</Application>
  <PresentationFormat>화면 슬라이드 쇼(4:3)</PresentationFormat>
  <Paragraphs>288</Paragraphs>
  <Slides>28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굴림</vt:lpstr>
      <vt:lpstr>Arial</vt:lpstr>
      <vt:lpstr>Helvetica</vt:lpstr>
      <vt:lpstr>Times New Roman</vt:lpstr>
      <vt:lpstr>Wingdings</vt:lpstr>
      <vt:lpstr>직선과 네모</vt:lpstr>
      <vt:lpstr>1장. 운영체제 소개</vt:lpstr>
      <vt:lpstr>목  차</vt:lpstr>
      <vt:lpstr>1. 운영체제 서비스</vt:lpstr>
      <vt:lpstr>운영체제의 구성 요소</vt:lpstr>
      <vt:lpstr>PowerPoint 프레젠테이션</vt:lpstr>
      <vt:lpstr>2. 사용자 인터페이스</vt:lpstr>
      <vt:lpstr>시스템 호출</vt:lpstr>
      <vt:lpstr>3. 자체 관리</vt:lpstr>
      <vt:lpstr>PowerPoint 프레젠테이션</vt:lpstr>
      <vt:lpstr>PowerPoint 프레젠테이션</vt:lpstr>
      <vt:lpstr>4. 운영체제 구조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일괄처리 시스템(Batch System)</vt:lpstr>
      <vt:lpstr>다중 프로그래밍</vt:lpstr>
      <vt:lpstr> 시분할(Time Sharing) 시스템</vt:lpstr>
      <vt:lpstr>입출력 버퍼링</vt:lpstr>
      <vt:lpstr>스풀링</vt:lpstr>
      <vt:lpstr>PowerPoint 프레젠테이션</vt:lpstr>
      <vt:lpstr>PowerPoint 프레젠테이션</vt:lpstr>
      <vt:lpstr>병렬 시스템</vt:lpstr>
      <vt:lpstr>연결 구조</vt:lpstr>
      <vt:lpstr>분산 시스템</vt:lpstr>
      <vt:lpstr>실시간 시스템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274</cp:revision>
  <cp:lastPrinted>1996-03-06T04:51:07Z</cp:lastPrinted>
  <dcterms:created xsi:type="dcterms:W3CDTF">1996-06-05T03:01:40Z</dcterms:created>
  <dcterms:modified xsi:type="dcterms:W3CDTF">2023-09-15T01:34:09Z</dcterms:modified>
</cp:coreProperties>
</file>