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notesSlides/notesSlide4.xml" ContentType="application/vnd.openxmlformats-officedocument.presentationml.notesSlide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340" r:id="rId2"/>
    <p:sldId id="533" r:id="rId3"/>
    <p:sldId id="655" r:id="rId4"/>
    <p:sldId id="689" r:id="rId5"/>
    <p:sldId id="677" r:id="rId6"/>
    <p:sldId id="676" r:id="rId7"/>
    <p:sldId id="683" r:id="rId8"/>
    <p:sldId id="667" r:id="rId9"/>
    <p:sldId id="690" r:id="rId10"/>
    <p:sldId id="687" r:id="rId11"/>
    <p:sldId id="693" r:id="rId12"/>
    <p:sldId id="692" r:id="rId13"/>
    <p:sldId id="694" r:id="rId14"/>
    <p:sldId id="695" r:id="rId15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36" autoAdjust="0"/>
    <p:restoredTop sz="95942" autoAdjust="0"/>
  </p:normalViewPr>
  <p:slideViewPr>
    <p:cSldViewPr>
      <p:cViewPr varScale="1">
        <p:scale>
          <a:sx n="114" d="100"/>
          <a:sy n="114" d="100"/>
        </p:scale>
        <p:origin x="17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A3A010E9-4416-4428-AB33-988CD3F9F1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5:24.58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5773 3089 3305 0 0,'-1'-1'43'0'0,"-1"1"1"0"0,1 0-1 0 0,0 0 0 0 0,0 0 1 0 0,-1 0-1 0 0,1 0 1 0 0,0 0-1 0 0,0 0 1 0 0,-1 0-1 0 0,1 0 0 0 0,0 1 1 0 0,0-1-1 0 0,-1 0 1 0 0,1 1-1 0 0,0-1 1 0 0,0 1-1 0 0,0-1 0 0 0,0 1 1 0 0,-2 1-1 0 0,-27 20-66 0 0,11-8 103 0 0,-1-4-25 0 0,0-1-1 0 0,-1 0 1 0 0,0-2-1 0 0,-1 0 0 0 0,-27 4 1 0 0,-116 12 178 0 0,104-16-210 0 0,-593 81-443 0 0,7 42-540 0 0,-121 36 1357 0 0,-12-79 973 0 0,637-83-1302 0 0,1-5 0 0 0,0-7 0 0 0,1-6 0 0 0,0-6 0 0 0,1-6 0 0 0,1-7 0 0 0,-153-56 0 0 0,72 5-199 0 0,-296-160 1 0 0,481 225 235 0 0,2-2 1 0 0,0-1 0 0 0,2-2 0 0 0,0-1 0 0 0,-27-29-1 0 0,39 34-100 0 0,1-2 0 0 0,0-1-1 0 0,2 0 1 0 0,1-1 0 0 0,0 0-1 0 0,2-2 1 0 0,-17-44 0 0 0,10 11 68 0 0,2 0 1 0 0,3-1 0 0 0,2-1-1 0 0,3 0 1 0 0,-2-86 0 0 0,11 106 18 0 0,3 0 1 0 0,1 0 0 0 0,2 1-1 0 0,1 0 1 0 0,3 0-1 0 0,1 0 1 0 0,2 1 0 0 0,1 0-1 0 0,23-43 1 0 0,7 3-67 0 0,4 2 0 0 0,3 2 0 0 0,3 3 0 0 0,84-90 0 0 0,277-234 360 0 0,-329 325-359 0 0,3 5 0 0 0,3 3 0 0 0,146-75 1 0 0,313-117 95 0 0,-355 178 93 0 0,3 8 1 0 0,3 8-1 0 0,328-53 1 0 0,228 20 1326 0 0,-542 82-1443 0 0,332 24 0 0 0,-414 1-9 0 0,-1 6 0 0 0,-1 6 1 0 0,-1 6-1 0 0,-2 5 0 0 0,240 103 1 0 0,-321-116-72 0 0,0 1 0 0 0,-2 2 0 0 0,-1 3 0 0 0,-1 1 1 0 0,-1 2-1 0 0,-2 2 0 0 0,-2 2 0 0 0,-1 1 0 0 0,-1 2 0 0 0,-3 1 0 0 0,-1 2 1 0 0,-2 1-1 0 0,-2 1 0 0 0,-2 2 0 0 0,-2 1 0 0 0,-2 0 0 0 0,26 83 1 0 0,-32-76 35 0 0,-3 1 0 0 0,-2-1 0 0 0,-3 2 1 0 0,-2 0-1 0 0,-2 0 0 0 0,-5 64 0 0 0,-1-83-21 0 0,-3 0-1 0 0,-1 0 0 0 0,-1-1 1 0 0,-2 1-1 0 0,-2-2 1 0 0,-1 0-1 0 0,-2 0 0 0 0,-1-1 1 0 0,-2-1-1 0 0,-26 39 1 0 0,7-22 171 0 0,-3-2 0 0 0,-2-1 1 0 0,-2-3-1 0 0,-1-1 0 0 0,-3-2 1 0 0,-90 60-1 0 0,-583 359 830 0 0,590-392-803 0 0,-257 94-1 0 0,-154 11 26 0 0,477-154-234 0 0,-758 202 328 0 0,-121 36-396 0 0,378-93-1215 0 0,440-134-1221 0 0,-2-7 1 0 0,-201 12-1 0 0,280-34 1093 0 0,0-3 0 0 0,-53-9 0 0 0,7-2-1140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5:46.36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1533 2749 4297 0 0,'-29'14'1131'0'0,"22"-9"-789"0"0,-1-1-1 0 0,1-1 0 0 0,-1 1 1 0 0,0-1-1 0 0,0 0 0 0 0,-15 2 1 0 0,21-5-309 0 0,-1 0 0 0 0,1 0 0 0 0,-1 0 0 0 0,1 0 1 0 0,0-1-1 0 0,-1 1 0 0 0,1-1 0 0 0,0 1 1 0 0,0-1-1 0 0,-1 0 0 0 0,1 0 0 0 0,0 0 0 0 0,0-1 1 0 0,0 1-1 0 0,0 0 0 0 0,0-1 0 0 0,0 1 0 0 0,0-1 1 0 0,1 0-1 0 0,-1 1 0 0 0,1-1 0 0 0,-1 0 0 0 0,1 0 1 0 0,0 0-1 0 0,-1 0 0 0 0,1 0 0 0 0,0 0 0 0 0,0-1 1 0 0,0-1-1 0 0,-11-25 149 0 0,2 0 0 0 0,1 0 1 0 0,1-1-1 0 0,2 0 0 0 0,-4-41 1 0 0,0-160 867 0 0,10 173-800 0 0,23-785 911 0 0,-1 628-1807 0 0,95-401-1 0 0,-96 537 493 0 0,4-24 100 0 0,4 2 0 0 0,64-146 0 0 0,-92 245 52 0 0,0-1 1 0 0,0 0 0 0 0,1 1 0 0 0,-1-1-1 0 0,1 1 1 0 0,0-1 0 0 0,-1 1 0 0 0,1 0-1 0 0,0 0 1 0 0,0 0 0 0 0,1 0 0 0 0,-1 0-1 0 0,0 0 1 0 0,1 1 0 0 0,-1-1-1 0 0,1 1 1 0 0,4-2 0 0 0,-5 2-1 0 0,0 1 1 0 0,0 0-1 0 0,0 0 0 0 0,0 1 1 0 0,0-1-1 0 0,0 0 0 0 0,1 1 0 0 0,-1-1 1 0 0,0 1-1 0 0,0-1 0 0 0,0 1 1 0 0,0 0-1 0 0,-1 0 0 0 0,1 0 1 0 0,0 0-1 0 0,0 1 0 0 0,0-1 1 0 0,-1 0-1 0 0,1 1 0 0 0,-1-1 0 0 0,1 1 1 0 0,-1-1-1 0 0,0 1 0 0 0,1 0 1 0 0,0 2-1 0 0,11 15 40 0 0,0 0 0 0 0,-2 1 0 0 0,0 0 0 0 0,-2 1 0 0 0,9 25 0 0 0,30 118-13 0 0,-35-116-22 0 0,234 830-72 0 0,-66-210 606 0 0,-54 12 369 0 0,-127-679-905 0 0,16 175 91 0 0,-15-153-89 0 0,-1-1-1 0 0,-2 0 1 0 0,0 1 0 0 0,-1-1-1 0 0,-12 40 1 0 0,14-59 34 0 0,0 1-1 0 0,0-1 1 0 0,0 1-1 0 0,-1-1 1 0 0,0 0-1 0 0,1 1 1 0 0,-1-1-1 0 0,-1 0 1 0 0,1 0 0 0 0,0 0-1 0 0,-1 0 1 0 0,1-1-1 0 0,-1 1 1 0 0,0-1-1 0 0,0 0 1 0 0,0 1-1 0 0,0-1 1 0 0,0-1 0 0 0,-1 1-1 0 0,1 0 1 0 0,0-1-1 0 0,-1 1 1 0 0,1-1-1 0 0,-1 0 1 0 0,0 0 0 0 0,1-1-1 0 0,-1 1 1 0 0,0-1-1 0 0,0 0 1 0 0,1 0-1 0 0,-1 0 1 0 0,0 0-1 0 0,1-1 1 0 0,-1 1 0 0 0,-5-3-1 0 0,-12-2 212 0 0,1-2 1 0 0,1 0-1 0 0,-1-2 1 0 0,-36-20-1 0 0,47 23-245 0 0,-132-81 165 0 0,-198-160 0 0 0,69 45-67 0 0,-256-128 279 0 0,95 63-344 0 0,260 146-13 0 0,-47-31 118 0 0,211 148-155 0 0,-32-22 15 0 0,38 25-17 0 0,-1 0-1 0 0,1 0 1 0 0,-1 0-1 0 0,1 0 1 0 0,-1-1-1 0 0,1 1 1 0 0,0 0-1 0 0,0-1 1 0 0,-1 1-1 0 0,1-1 0 0 0,0 0 1 0 0,0 1-1 0 0,1-1 1 0 0,-1 0-1 0 0,0 1 1 0 0,1-1-1 0 0,-1 0 1 0 0,0-3-1 0 0,2 3-8 0 0,-1 1-1 0 0,1 0 1 0 0,0 0-1 0 0,0-1 1 0 0,-1 1-1 0 0,1 0 1 0 0,0 0-1 0 0,0 0 0 0 0,0 0 1 0 0,1 0-1 0 0,-1 0 1 0 0,0 0-1 0 0,0 1 1 0 0,0-1-1 0 0,1 0 1 0 0,-1 1-1 0 0,3-2 1 0 0,31-11-86 0 0,-24 9 75 0 0,133-42-156 0 0,202-38 1 0 0,-211 55 152 0 0,1112-198-210 0 0,-981 193 554 0 0,1 11 1 0 0,324 13-1 0 0,-550 11-138 0 0,56 4 96 0 0,-88-4-226 0 0,-1 0 0 0 0,1 1 0 0 0,-1 0 1 0 0,1 1-1 0 0,-1-1 0 0 0,0 2 0 0 0,0-1 0 0 0,10 6 0 0 0,-17-8-15 0 0,0 0-1 0 0,0-1 1 0 0,0 1 0 0 0,1 0 0 0 0,-1 0-1 0 0,0 0 1 0 0,0 0 0 0 0,0 0-1 0 0,-1 0 1 0 0,1 1 0 0 0,0-1-1 0 0,0 0 1 0 0,0 0 0 0 0,-1 0-1 0 0,1 1 1 0 0,-1-1 0 0 0,1 0 0 0 0,-1 1-1 0 0,0-1 1 0 0,1 1 0 0 0,-1-1-1 0 0,0 0 1 0 0,0 3 0 0 0,0-1 12 0 0,-1-1 0 0 0,1 1 1 0 0,-1 0-1 0 0,0-1 0 0 0,0 0 1 0 0,0 1-1 0 0,-1-1 0 0 0,1 0 1 0 0,0 1-1 0 0,-1-1 0 0 0,0 0 1 0 0,-1 2-1 0 0,-8 7 98 0 0,0-1 0 0 0,-1 0-1 0 0,-21 13 1 0 0,26-18-107 0 0,-203 127 489 0 0,18-13-366 0 0,-585 434 8 0 0,243-167-10 0 0,-368 257 89 0 0,748-524-700 0 0,-3 4-3020 0 0,156-123 3299 0 0,0 1 1 0 0,0 0-1 0 0,0 0 0 0 0,0 0 1 0 0,0-1-1 0 0,0 1 0 0 0,0-1 1 0 0,0 1-1 0 0,-1-1 0 0 0,1 1 1 0 0,0-1-1 0 0,0 0 0 0 0,-1 1 1 0 0,1-1-1 0 0,0 0 0 0 0,0 0 1 0 0,-1 0-1 0 0,1 0 0 0 0,0 0 1 0 0,0 0-1 0 0,-1 0 0 0 0,1-1 1 0 0,0 1-1 0 0,0 0 0 0 0,-1-1 1 0 0,1 1-1 0 0,0-1 1 0 0,0 1-1 0 0,0-1 0 0 0,0 0 1 0 0,0 1-1 0 0,0-1 0 0 0,0 0 1 0 0,-2-1-1 0 0,0-2-625 0 0,0-1 0 0 0,0 0 1 0 0,0 1-1 0 0,0-1 0 0 0,1 0 0 0 0,-3-8 1 0 0,1 2 654 0 0,-4-11-1817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5:48.14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784 1658 1856 0 0,'-1'0'35'0'0,"0"-1"0"0"0,1 1-1 0 0,-1 0 1 0 0,0-1 0 0 0,1 1-1 0 0,-1 0 1 0 0,0-1 0 0 0,1 1-1 0 0,-1-1 1 0 0,1 0 0 0 0,-1 1-1 0 0,1-1 1 0 0,-1 1-1 0 0,1-1 1 0 0,-1 0 0 0 0,1 1-1 0 0,-1-1 1 0 0,1 0 0 0 0,0 1-1 0 0,-1-1 1 0 0,1 0 0 0 0,0 0-1 0 0,0 1 1 0 0,0-1 0 0 0,0 0-1 0 0,-1 0 1 0 0,1 0 0 0 0,0 1-1 0 0,0-1 1 0 0,0 0 0 0 0,1 0-1 0 0,-1 0 1 0 0,0 1-1 0 0,0-1 1 0 0,0 0 0 0 0,1 0-1 0 0,-1 1 1 0 0,0-1 0 0 0,1 0-1 0 0,-1 1 1 0 0,0-1 0 0 0,1 0-1 0 0,-1 1 1 0 0,2-2 0 0 0,4-14 208 0 0,72-279 996 0 0,65-208-76 0 0,-67 277-877 0 0,44-121 334 0 0,-107 312-527 0 0,29-71 221 0 0,-37 96-288 0 0,1-1 0 0 0,0 1 0 0 0,0 0 0 0 0,1 0 0 0 0,0 1 0 0 0,1 0 0 0 0,9-9 0 0 0,-16 17-29 0 0,1-1 0 0 0,0 1 1 0 0,-1 0-1 0 0,1 0 1 0 0,0 0-1 0 0,-1 0 0 0 0,1 0 1 0 0,0 0-1 0 0,0 1 1 0 0,0-1-1 0 0,0 1 0 0 0,-1-1 1 0 0,1 1-1 0 0,0 0 1 0 0,0-1-1 0 0,0 1 0 0 0,0 0 1 0 0,0 0-1 0 0,0 1 1 0 0,4-1-1 0 0,-3 2-4 0 0,1-1 0 0 0,0 1-1 0 0,0-1 1 0 0,-1 1 0 0 0,1 0 0 0 0,-1 0 0 0 0,0 1 0 0 0,0-1 0 0 0,6 6 0 0 0,4 6-35 0 0,-1 1 0 0 0,0 0 0 0 0,14 26 0 0 0,-19-30 10 0 0,51 82-122 0 0,-4 2 0 0 0,66 161 0 0 0,-102-209 199 0 0,-2 0 0 0 0,-2 1 0 0 0,-2 1 0 0 0,-2 1 0 0 0,-2-1 1 0 0,-3 1-1 0 0,-2 99 0 0 0,-6-112 36 0 0,-2-1 0 0 0,-2 1-1 0 0,-1-1 1 0 0,-2-1 0 0 0,-23 57 0 0 0,25-73-16 0 0,-1 0 0 0 0,-1 0 0 0 0,-1-1 0 0 0,0 0 1 0 0,-1-1-1 0 0,-1 0 0 0 0,-1-1 0 0 0,0 0 0 0 0,-1-2 0 0 0,-1 1 1 0 0,-23 15-1 0 0,27-24 16 0 0,0 0 0 0 0,0 0 0 0 0,-1-1 0 0 0,1-1-1 0 0,-1 0 1 0 0,0-1 0 0 0,-1-1 0 0 0,1 0 0 0 0,0 0 0 0 0,-1-2 0 0 0,1 1 0 0 0,-1-2 0 0 0,-21-2 0 0 0,-17-6 127 0 0,-1-2 0 0 0,-54-19 0 0 0,73 20-169 0 0,-92-28-77 0 0,-206-91-1 0 0,264 95 45 0 0,2-2-1 0 0,2-3 1 0 0,1-2-1 0 0,-85-75 1 0 0,130 100-34 0 0,-100-96-129 0 0,105 99 141 0 0,1-1 0 0 0,1-1 0 0 0,0 1 0 0 0,1-2 0 0 0,1 0 1 0 0,-12-27-1 0 0,19 38-6 0 0,0 0 0 0 0,1-1 0 0 0,-1 1 1 0 0,1-1-1 0 0,0 1 0 0 0,1-1 0 0 0,0 0 0 0 0,0 1 1 0 0,0-1-1 0 0,0 0 0 0 0,1 1 0 0 0,0-1 0 0 0,0 1 1 0 0,0-1-1 0 0,1 1 0 0 0,0 0 0 0 0,0-1 0 0 0,0 1 1 0 0,1 0-1 0 0,0 0 0 0 0,0 1 0 0 0,0-1 0 0 0,0 0 1 0 0,1 1-1 0 0,0 0 0 0 0,0 0 0 0 0,0 0 0 0 0,0 0 1 0 0,8-4-1 0 0,11-8-23 0 0,2 1 0 0 0,0 1 1 0 0,0 1-1 0 0,43-15 0 0 0,-53 22 35 0 0,90-33-206 0 0,212-48 1 0 0,119 18 217 0 0,-342 62-17 0 0,0 4 0 0 0,0 3 0 0 0,0 5 0 0 0,0 4 0 0 0,-1 4 0 0 0,144 40 0 0 0,-174-38 55 0 0,96 29 7 0 0,-143-38-35 0 0,0 0-1 0 0,-1 1 1 0 0,0 1 0 0 0,0 0-1 0 0,0 1 1 0 0,-1 0 0 0 0,16 16-1 0 0,-27-23 23 0 0,0 1 0 0 0,-1-1 0 0 0,1 1 0 0 0,-1 0 0 0 0,0 0 1 0 0,0 0-1 0 0,0 0 0 0 0,0 0 0 0 0,-1 0 0 0 0,1 1 0 0 0,-1-1 0 0 0,0 1 0 0 0,0-1 0 0 0,0 1 0 0 0,0-1 0 0 0,0 1 0 0 0,-1-1 0 0 0,0 1 0 0 0,0 0 0 0 0,0 3 0 0 0,-1 0 29 0 0,-1-1-1 0 0,1 0 0 0 0,-1 0 0 0 0,0 0 0 0 0,-1-1 0 0 0,1 1 0 0 0,-1 0 0 0 0,-1-1 0 0 0,1 0 1 0 0,-8 9-1 0 0,-6 5 50 0 0,-1-1 0 0 0,0-1 1 0 0,-1-1-1 0 0,-37 24 1 0 0,-46 19-53 0 0,-3-4 0 0 0,-120 44 0 0 0,109-49 4 0 0,-127 67 6 0 0,5 10 0 0 0,-351 250 0 0 0,556-354-433 0 0,-1-2-1 0 0,0-1 1 0 0,-67 26-1 0 0,80-38-252 0 0,-1-1 0 0 0,1-1 0 0 0,-1-1 1 0 0,0-1-1 0 0,0-1 0 0 0,0-1 0 0 0,0-1 0 0 0,-30-2 0 0 0,-4-13-1238 0 0,34 10 179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5:49.35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1023 1810 3337 0 0,'-9'-9'160'0'0,"0"-1"-1"0"0,0 0 1 0 0,2 0 0 0 0,-1-1 0 0 0,1 0 0 0 0,1 0 0 0 0,0-1-1 0 0,0 0 1 0 0,1 0 0 0 0,1 0 0 0 0,-5-21 0 0 0,0-12 20 0 0,-7-90-1 0 0,13 102-80 0 0,0-63 16 0 0,3 0-1 0 0,5 0 1 0 0,3 0-1 0 0,5 1 1 0 0,44-161-1 0 0,-24 142-99 0 0,6 2 0 0 0,4 1 0 0 0,59-104 0 0 0,-94 199-57 0 0,1 1 0 0 0,0 0 0 0 0,1 0-1 0 0,1 1 1 0 0,0 1 0 0 0,25-23 0 0 0,-32 33 29 0 0,0 0-1 0 0,-1-1 1 0 0,2 2-1 0 0,-1-1 1 0 0,0 0-1 0 0,0 1 1 0 0,1 0 0 0 0,0 0-1 0 0,-1 0 1 0 0,1 1-1 0 0,0-1 1 0 0,0 1 0 0 0,0 0-1 0 0,0 1 1 0 0,-1-1-1 0 0,1 1 1 0 0,0 0-1 0 0,0 0 1 0 0,0 0 0 0 0,0 1-1 0 0,0 0 1 0 0,0 0-1 0 0,0 0 1 0 0,0 1 0 0 0,-1-1-1 0 0,1 1 1 0 0,0 0-1 0 0,5 4 1 0 0,6 5 6 0 0,-1 1 0 0 0,0 0 0 0 0,-1 1 0 0 0,0 1 0 0 0,-1 0 0 0 0,-1 0 0 0 0,0 2 0 0 0,-1-1 0 0 0,0 2 0 0 0,-2-1 0 0 0,12 27-1 0 0,-8-12 49 0 0,-1 0-1 0 0,-2 1 0 0 0,-1 0 0 0 0,-1 1 0 0 0,5 60 0 0 0,-9-7 148 0 0,-13 158 0 0 0,-32 83-63 0 0,36-293-93 0 0,-3 23 42 0 0,-18 66 0 0 0,22-108-16 0 0,-1-1 0 0 0,0 1 0 0 0,-1-1 0 0 0,-1 0 0 0 0,0 0 0 0 0,-1-1 0 0 0,0 0 0 0 0,-1 0 0 0 0,-15 16 1 0 0,19-25 0 0 0,1-1 1 0 0,-1 0 0 0 0,0 0 0 0 0,0 0 0 0 0,0-1-1 0 0,0 1 1 0 0,0-1 0 0 0,-1 0 0 0 0,1-1 0 0 0,-1 1 0 0 0,1-1-1 0 0,-1 0 1 0 0,1-1 0 0 0,-1 1 0 0 0,0-1 0 0 0,1 0 0 0 0,-1-1-1 0 0,0 1 1 0 0,1-1 0 0 0,-1 0 0 0 0,-7-3 0 0 0,-15-4 8 0 0,0-1 1 0 0,-49-24-1 0 0,59 25-66 0 0,-123-61-56 0 0,5-6 1 0 0,-167-120-1 0 0,196 120 83 0 0,-202-150 239 0 0,298 214-304 0 0,0 0 1 0 0,0 0 0 0 0,1-1-1 0 0,1 0 1 0 0,0 0-1 0 0,1-1 1 0 0,0-1 0 0 0,1 1-1 0 0,0-1 1 0 0,1 0 0 0 0,-5-20-1 0 0,9 27 14 0 0,0 1-1 0 0,1 0 1 0 0,-1 0-1 0 0,1 0 1 0 0,1-1-1 0 0,-1 1 1 0 0,1-1-1 0 0,0 1 1 0 0,0 0-1 0 0,1-1 1 0 0,0 1-1 0 0,0 0 1 0 0,1-1-1 0 0,0 1 1 0 0,0 0 0 0 0,0 0-1 0 0,1 0 1 0 0,-1 1-1 0 0,1-1 1 0 0,1 1-1 0 0,-1-1 1 0 0,1 1-1 0 0,0 0 1 0 0,0 0-1 0 0,1 1 1 0 0,-1-1-1 0 0,1 1 1 0 0,0 0-1 0 0,9-5 1 0 0,2 0 12 0 0,1 1 0 0 0,0 1 0 0 0,1 0 0 0 0,0 1 1 0 0,0 1-1 0 0,22-3 0 0 0,117-9-115 0 0,-112 13 87 0 0,64-5-71 0 0,508-52-352 0 0,-570 55 442 0 0,150-14 10 0 0,-171 19 15 0 0,0 1 0 0 0,0 2 0 0 0,-1 0 0 0 0,1 2 0 0 0,37 9 0 0 0,-53-10 8 0 0,-1 1 1 0 0,1-1-1 0 0,-1 2 0 0 0,1-1 0 0 0,-1 1 1 0 0,-1 1-1 0 0,1-1 0 0 0,-1 1 0 0 0,0 1 0 0 0,0 0 1 0 0,-1 0-1 0 0,0 0 0 0 0,0 1 0 0 0,-1 0 1 0 0,0 0-1 0 0,0 1 0 0 0,-1 0 0 0 0,0 0 1 0 0,0 0-1 0 0,-1 1 0 0 0,5 15 0 0 0,-5-7 24 0 0,-1-1 1 0 0,-1 1-1 0 0,0-1 0 0 0,-1 1 0 0 0,-1 0 0 0 0,0-1 0 0 0,-1 1 0 0 0,-2-1 1 0 0,1 1-1 0 0,-2-1 0 0 0,-10 31 0 0 0,2-17 35 0 0,-2-1 0 0 0,0-1 1 0 0,-2-1-1 0 0,-1 0 0 0 0,-1-1 1 0 0,-2 0-1 0 0,0-2 0 0 0,-43 40 0 0 0,3-11 88 0 0,-2-2 0 0 0,-95 59 0 0 0,23-32-69 0 0,-161 70 0 0 0,96-53-147 0 0,54-20-219 0 0,-14 7-3301 0 0,-222 84 0 0 0,324-147 2205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0:58.23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84 2377 0 0,'0'1'46'0'0,"1"-1"0"0"0,0 1 0 0 0,-1 0 0 0 0,1 0 1 0 0,-1-1-1 0 0,1 1 0 0 0,0 0 0 0 0,-1-1 0 0 0,1 1 1 0 0,0 0-1 0 0,0-1 0 0 0,0 1 0 0 0,0-1 0 0 0,-1 1 1 0 0,1-1-1 0 0,0 0 0 0 0,0 1 0 0 0,0-1 0 0 0,0 0 1 0 0,0 0-1 0 0,0 1 0 0 0,0-1 0 0 0,0 0 1 0 0,0 0-1 0 0,0 0 0 0 0,0 0 0 0 0,0 0 0 0 0,0-1 1 0 0,0 1-1 0 0,0 0 0 0 0,0 0 0 0 0,1-1 0 0 0,39-18 517 0 0,0 2 1169 0 0,-39 17-1696 0 0,0 1-1 0 0,0-1 1 0 0,-1 1 0 0 0,1 0 0 0 0,0-1-1 0 0,0 1 1 0 0,-1 0 0 0 0,1 0 0 0 0,0 0-1 0 0,-1 0 1 0 0,1 1 0 0 0,-1-1 0 0 0,0 0-1 0 0,1 1 1 0 0,-1-1 0 0 0,0 1-1 0 0,2 2 1 0 0,24 34 25 0 0,-23-32-33 0 0,-2-3-10 0 0,0 0 1 0 0,1 0-1 0 0,-1 0 0 0 0,1 0 0 0 0,-1-1 0 0 0,1 1 1 0 0,0-1-1 0 0,0 0 0 0 0,0 1 0 0 0,0-1 1 0 0,0-1-1 0 0,1 1 0 0 0,-1 0 0 0 0,1-1 1 0 0,-1 0-1 0 0,1 0 0 0 0,-1 0 0 0 0,1 0 0 0 0,6 0 1 0 0,3-1 146 0 0,0 0 1 0 0,0-1-1 0 0,0-1 0 0 0,18-4 1 0 0,-19 4-33 0 0,-1-1-1 0 0,1 2 1 0 0,0-1 0 0 0,0 2 0 0 0,17 0 0 0 0,-14 3-20 0 0,1 0 0 0 0,-1-2 0 0 0,1 0 0 0 0,-1 0 0 0 0,1-2 0 0 0,0 0 0 0 0,-1 0 0 0 0,1-2 0 0 0,-1 0 0 0 0,24-8 0 0 0,-15 4-28 0 0,1 1 0 0 0,-1 1 0 0 0,1 0 1 0 0,0 2-1 0 0,0 2 0 0 0,0 0 0 0 0,0 1 0 0 0,0 1 1 0 0,0 2-1 0 0,-1 0 0 0 0,1 2 0 0 0,32 10 1 0 0,41 2 96 0 0,-75-15-59 0 0,0 2 1 0 0,0 0 0 0 0,37 13 0 0 0,-41-12-86 0 0,1-1 0 0 0,-1-1 0 0 0,1 0 1 0 0,0-1-1 0 0,-1-2 0 0 0,1 0 0 0 0,0-1 0 0 0,30-5 0 0 0,47-1 73 0 0,-51 5-27 0 0,55-10 0 0 0,-72 7-58 0 0,0 1-1 0 0,-1 2 1 0 0,1 0-1 0 0,0 2 1 0 0,55 7-1 0 0,-18 4 36 0 0,1-3 0 0 0,94-1 0 0 0,-136-8-60 0 0,0-2 1 0 0,-1-1 0 0 0,0-1 0 0 0,34-11-1 0 0,-36 9 6 0 0,0 1 1 0 0,1 1-1 0 0,0 1 0 0 0,0 1 1 0 0,34 0-1 0 0,-8 2 29 0 0,0-1 0 0 0,0-3 0 0 0,51-11 0 0 0,20-3 52 0 0,-8 14 109 0 0,-90 6-178 0 0,0-1 1 0 0,0-1 0 0 0,0-1 0 0 0,0-1-1 0 0,-1 0 1 0 0,1-2 0 0 0,21-8 0 0 0,-19 4-11 0 0,0 1 1 0 0,1 1 0 0 0,1 1 0 0 0,-1 1-1 0 0,1 2 1 0 0,-1 0 0 0 0,1 2 0 0 0,39 2 0 0 0,183-10 146 0 0,-212 6-139 0 0,41 1 23 0 0,100 9 0 0 0,-105-2-29 0 0,128-7-1 0 0,-153-1 6 0 0,-1 1-1 0 0,0 3 0 0 0,53 7 1 0 0,136 37 288 0 0,39-6-24 0 0,-10-3-32 0 0,-224-30-207 0 0,0-2 1 0 0,0-2-1 0 0,0-1 0 0 0,0-2 1 0 0,46-8-1 0 0,9 1 11 0 0,-44 7 26 0 0,0 3 1 0 0,84 14 0 0 0,-85-8-53 0 0,0-3 0 0 0,92-1 1 0 0,-85-5-19 0 0,0 3 0 0 0,73 10 1 0 0,-53-4 52 0 0,-21-5-29 0 0,1-2 0 0 0,-1-3 0 0 0,0-2 0 0 0,0-3 0 0 0,0-2 0 0 0,62-20 0 0 0,35-2-9 0 0,160-11 0 0 0,-108 17 86 0 0,146 7 87 0 0,-179 14-153 0 0,-96 5 61 0 0,124 16 1 0 0,-66-3-35 0 0,47-15 13 0 0,-134-2-41 0 0,1 2 1 0 0,90 11-1 0 0,219 55 260 0 0,81-9 333 0 0,-320-44-562 0 0,259 3-22 0 0,-87-8 39 0 0,-138 0-53 0 0,236-18 1 0 0,-60-4-36 0 0,26-2 145 0 0,110-4-48 0 0,-235 16 129 0 0,-80 1-124 0 0,180-11 39 0 0,-202 0-119 0 0,-70 7-6 0 0,1 2 0 0 0,0 3 0 0 0,68 5 0 0 0,104 1 139 0 0,-3 0 136 0 0,-196-1-73 0 0,0-1 0 0 0,38-4 0 0 0,-3-8-814 0 0,-7-12-3575 0 0,-37-44-9741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7.4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0 232 1888 0 0,'1'-13'251'0'0,"0"0"0"0"0,1 0 0 0 0,0 1 0 0 0,1-1 0 0 0,0 1 0 0 0,1 0 0 0 0,1-1 0 0 0,0 2 0 0 0,0-1-1 0 0,1 1 1 0 0,1 0 0 0 0,14-19 0 0 0,-18 25-189 0 0,0 1-1 0 0,1 0 0 0 0,0 0 1 0 0,0 0-1 0 0,0 0 1 0 0,0 1-1 0 0,0 0 0 0 0,1-1 1 0 0,0 2-1 0 0,-1-1 1 0 0,1 0-1 0 0,0 1 0 0 0,0 0 1 0 0,1 0-1 0 0,-1 1 0 0 0,0-1 1 0 0,1 1-1 0 0,-1 0 1 0 0,1 0-1 0 0,-1 1 0 0 0,1 0 1 0 0,-1 0-1 0 0,1 0 1 0 0,-1 1-1 0 0,1 0 0 0 0,-1 0 1 0 0,1 0-1 0 0,-1 0 1 0 0,0 1-1 0 0,0 0 0 0 0,9 4 1 0 0,-7-1-27 0 0,-1 0 0 0 0,0 0 0 0 0,1 0 0 0 0,-2 1 0 0 0,1-1 0 0 0,-1 1 0 0 0,0 1 0 0 0,0-1 0 0 0,0 1 0 0 0,-1 0 1 0 0,0 0-1 0 0,-1 0 0 0 0,1 1 0 0 0,-1-1 0 0 0,-1 1 0 0 0,1 0 0 0 0,-1 0 0 0 0,0 8 0 0 0,4 20-1 0 0,-1 0 0 0 0,-1 57 0 0 0,-4-93-35 0 0,0 47-140 0 0,-2 0 0 0 0,-2 0 0 0 0,-2 0 1 0 0,-2 0-1 0 0,-21 66 0 0 0,23-91 130 0 0,-2-1-1 0 0,-1 1 0 0 0,0-1 1 0 0,-2-1-1 0 0,0 0 1 0 0,-1-1-1 0 0,-2 0 0 0 0,1-1 1 0 0,-2 0-1 0 0,0-1 1 0 0,-2-1-1 0 0,1 0 0 0 0,-25 17 1 0 0,35-30-5 0 0,-12 11 69 0 0,37-20 239 0 0,119-57 461 0 0,-91 39-1190 0 0,0 2 0 0 0,2 2 0 0 0,0 3 0 0 0,67-15 0 0 0,-79 24-2357 0 0,-19 5 544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7.83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0 103 3985 0 0,'9'-3'250'0'0,"-1"1"-1"0"0,1 0 1 0 0,0 1 0 0 0,0 0 0 0 0,-1 0-1 0 0,1 1 1 0 0,0 0 0 0 0,0 1 0 0 0,0 0 0 0 0,15 3-1 0 0,36 1-185 0 0,-33-8-494 0 0,-1-1 0 0 0,1-1 1 0 0,-1-2-1 0 0,0-1 0 0 0,-1 0 0 0 0,0-2 0 0 0,0-1 0 0 0,31-19 0 0 0,-29 18-343 0 0,6 7-717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8.22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 1480 0 0,'3'51'843'0'0,"3"1"0"0"0,19 84-1 0 0,-10-60-521 0 0,4 24 9 0 0,48 237 471 0 0,-43-240-1035 0 0,52 134 0 0 0,-64-206-472 0 0,-8-34-1202 0 0,-3-1 602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8.60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1 119 1280 0 0,'6'-8'339'0'0,"0"0"-1"0"0,1 1 0 0 0,0-1 1 0 0,1 2-1 0 0,0-1 0 0 0,0 1 1 0 0,0 0-1 0 0,0 1 0 0 0,1 0 1 0 0,0 0-1 0 0,17-6 0 0 0,-5 3-4 0 0,1 1 0 0 0,-1 1 0 0 0,1 0 0 0 0,28-2-1 0 0,-45 7-253 0 0,1 1-1 0 0,-1-1 1 0 0,1 1-1 0 0,-1 0 0 0 0,1 1 1 0 0,-1-1-1 0 0,1 1 0 0 0,-1 0 1 0 0,0 1-1 0 0,1-1 0 0 0,-1 1 1 0 0,7 3-1 0 0,-9-3-15 0 0,-1 0 1 0 0,1 0-1 0 0,0 0 0 0 0,-1 1 0 0 0,0-1 1 0 0,1 1-1 0 0,-1 0 0 0 0,0 0 1 0 0,0-1-1 0 0,-1 1 0 0 0,1 0 1 0 0,0 1-1 0 0,-1-1 0 0 0,0 0 1 0 0,0 0-1 0 0,0 1 0 0 0,0-1 0 0 0,0 0 1 0 0,-1 1-1 0 0,1 5 0 0 0,0 21 73 0 0,-1-1-1 0 0,-1 1 1 0 0,-2 0-1 0 0,-1-1 1 0 0,-1 0-1 0 0,-11 36 1 0 0,-66 169-2031 0 0,77-219 1591 0 0,-1-1-64 0 0,5-8 84 0 0,-1 0 0 0 0,-1-1 0 0 0,1 1 0 0 0,-1 0 0 0 0,0-1 1 0 0,0 0-1 0 0,0 1 0 0 0,-6 5 0 0 0,7-10-26 0 0,2-1 265 0 0,0 0 0 0 0,0 0-1 0 0,-1 0 1 0 0,1 0 0 0 0,0 0 0 0 0,0 0 0 0 0,-1 0-1 0 0,1 0 1 0 0,0 0 0 0 0,0 0 0 0 0,0 0 0 0 0,-1 0 0 0 0,1 0-1 0 0,0 0 1 0 0,0 0 0 0 0,-1 0 0 0 0,1 0 0 0 0,0 0-1 0 0,0-1 1 0 0,-3-4-1060 0 0,1-7 166 0 0,3-2-592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8.98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1 2312 0 0,'0'6'569'0'0,"2"5"-337"0"0,1 2-56 0 0,-2-1-80 0 0,1 1-104 0 0,-4-3-88 0 0,1-1-80 0 0,-1 2-40 0 0,1-5-16 0 0,-1 0-64 0 0,-4-7-305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9.33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59 246 1920 0 0,'-10'-5'2823'0'0,"9"16"-1702"0"0,10 25-831 0 0,-8-32-61 0 0,11 53 440 0 0,8 83 1 0 0,-14-79-1823 0 0,17 65 1 0 0,-25-155-3081 0 0,1 12 3153 0 0</inkml:trace>
  <inkml:trace contextRef="#ctx0" brushRef="#br0" timeOffset="1">0 125 2136 0 0,'2'2'274'0'0,"1"-1"0"0"0,-1 0 0 0 0,0 1 0 0 0,1 0 0 0 0,-1-1 0 0 0,0 1 0 0 0,0 0 0 0 0,-1 0 0 0 0,1 0 0 0 0,2 2 0 0 0,9 10 205 0 0,-7-10-388 0 0,0-2 0 0 0,1 1-1 0 0,-1-1 1 0 0,0 0 0 0 0,1 0-1 0 0,0 0 1 0 0,-1-1 0 0 0,1 0-1 0 0,0-1 1 0 0,-1 1 0 0 0,1-1-1 0 0,0-1 1 0 0,-1 1 0 0 0,1-1-1 0 0,0 0 1 0 0,-1-1 0 0 0,1 1 0 0 0,-1-1-1 0 0,1-1 1 0 0,-1 1 0 0 0,12-7-1 0 0,10-6 294 0 0,0-2-1 0 0,-2 0 0 0 0,29-24 1 0 0,-53 39-365 0 0,16-13 209 0 0,28-21 292 0 0,-43 34-472 0 0,-1 0 1 0 0,1 1-1 0 0,-1-1 1 0 0,1 1-1 0 0,0 0 1 0 0,-1 0-1 0 0,1 0 1 0 0,0 0-1 0 0,0 0 1 0 0,0 1-1 0 0,0-1 1 0 0,0 1-1 0 0,0 0 1 0 0,0 0-1 0 0,4 0 1 0 0,-6 1-8 0 0,0-1 1 0 0,0 1-1 0 0,0-1 1 0 0,0 1-1 0 0,-1 0 1 0 0,1 0-1 0 0,0-1 1 0 0,0 1-1 0 0,0 0 0 0 0,-1 0 1 0 0,1 0-1 0 0,0 0 1 0 0,-1 0-1 0 0,1 0 1 0 0,-1 0-1 0 0,1 0 1 0 0,-1 0-1 0 0,1 0 1 0 0,-1 0-1 0 0,0 1 0 0 0,1-1 1 0 0,-1 0-1 0 0,0 2 1 0 0,3 34 329 0 0,-3-26-310 0 0,88 691 1247 0 0,-4-238-4889 0 0,-60-340-3133 0 0,-19-105 4245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5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1 1264 0 0,'-4'1'187'0'0,"1"1"0"0"0,-1-1 0 0 0,1 1 0 0 0,0 0-1 0 0,0 0 1 0 0,0 1 0 0 0,0-1 0 0 0,0 1 0 0 0,1-1 0 0 0,-1 1 0 0 0,1 0-1 0 0,-1 0 1 0 0,1 0 0 0 0,0 0 0 0 0,0 0 0 0 0,0 1 0 0 0,1-1-1 0 0,-1 0 1 0 0,1 1 0 0 0,0-1 0 0 0,0 1 0 0 0,-1 6 0 0 0,-2 11-37 0 0,0 0 0 0 0,0 36 0 0 0,4-46 62 0 0,-1 4-95 0 0,0 72 440 0 0,1-82-471 0 0,0-1 0 0 0,1 0 0 0 0,-1 1 0 0 0,1-1-1 0 0,0 1 1 0 0,1-1 0 0 0,-1 0 0 0 0,1 0 0 0 0,-1 0-1 0 0,1 0 1 0 0,0 0 0 0 0,1 0 0 0 0,-1 0-1 0 0,1-1 1 0 0,5 7 0 0 0,-7-10-40 0 0,0 1 1 0 0,0 0-1 0 0,0-1 0 0 0,0 1 0 0 0,0-1 0 0 0,-1 0 1 0 0,1 1-1 0 0,0-1 0 0 0,0 0 0 0 0,0 0 0 0 0,0 1 1 0 0,0-1-1 0 0,0 0 0 0 0,0 0 0 0 0,0 0 1 0 0,1 0-1 0 0,-1 0 0 0 0,0-1 0 0 0,0 1 0 0 0,0 0 1 0 0,-1 0-1 0 0,1-1 0 0 0,0 1 0 0 0,2-1 0 0 0,23-21 918 0 0,-20 15-681 0 0,0 0 0 0 0,-1-1 0 0 0,0 0 0 0 0,8-17 0 0 0,-11 20-149 0 0,0-2-1 0 0,0 1 1 0 0,-1 0-1 0 0,1 0 1 0 0,-1-1-1 0 0,-1 1 1 0 0,1 0-1 0 0,-1-1 1 0 0,0 1 0 0 0,-1 0-1 0 0,1-1 1 0 0,-1 1-1 0 0,-1 0 1 0 0,-2-11-1 0 0,2 14-104 0 0,1-1 0 0 0,-1 1 1 0 0,0 1-1 0 0,0-1 0 0 0,0 0 0 0 0,0 0 0 0 0,-1 1 0 0 0,1-1 0 0 0,-1 1 0 0 0,1 0 1 0 0,-1 0-1 0 0,0 0 0 0 0,0 0 0 0 0,0 0 0 0 0,0 1 0 0 0,0-1 0 0 0,0 1 0 0 0,0 0 0 0 0,0 0 1 0 0,-1 0-1 0 0,1 0 0 0 0,0 1 0 0 0,-1-1 0 0 0,1 1 0 0 0,-1 0 0 0 0,1 0 0 0 0,-1 0 1 0 0,1 0-1 0 0,-4 1 0 0 0,0 0-270 0 0,1 0-1 0 0,0 1 1 0 0,0-1 0 0 0,-1 1 0 0 0,2 0 0 0 0,-8 4 0 0 0,-16 11-5339 0 0,32-23 460 0 0,2 0 3378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6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6 1168 0 0,'-2'0'318'0'0,"1"1"-1"0"0,0-1 1 0 0,-1 1 0 0 0,1-1-1 0 0,0 1 1 0 0,0 0 0 0 0,-1 0-1 0 0,1-1 1 0 0,0 1-1 0 0,0 0 1 0 0,0 0 0 0 0,0 0-1 0 0,0 0 1 0 0,0 0-1 0 0,0 0 1 0 0,1 1 0 0 0,-1-1-1 0 0,0 0 1 0 0,1 0 0 0 0,-1 1-1 0 0,0-1 1 0 0,1 0-1 0 0,0 1 1 0 0,-1-1 0 0 0,1 0-1 0 0,0 1 1 0 0,0-1-1 0 0,0 0 1 0 0,-1 1 0 0 0,2-1-1 0 0,-1 1 1 0 0,0-1-1 0 0,0 0 1 0 0,1 2 0 0 0,-1-1 8 0 0,1-1 1 0 0,0 0 0 0 0,0 1-1 0 0,-1-1 1 0 0,1 0 0 0 0,0 0-1 0 0,0 0 1 0 0,0 0 0 0 0,0 0-1 0 0,1 0 1 0 0,-1 0 0 0 0,0 0-1 0 0,0-1 1 0 0,0 1 0 0 0,1 0-1 0 0,2 0 1 0 0,19 2 526 0 0,2-6-757 0 0,-1-2 1 0 0,1-1 0 0 0,-1 0-1 0 0,40-18 1 0 0,-5 2-6808 0 0,-79 32-3904 0 0,9-4 8951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6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1 348 3409 0 0,'0'6'3886'0'0,"11"-4"-1565"0"0,12-2-36 0 0,-23 0-2247 0 0,63-9 2732 0 0,0-9-4258 0 0,-55 15 721 0 0,0 0 0 0 0,-1-1 0 0 0,0 1 0 0 0,0-2 0 0 0,0 1 0 0 0,0-1 0 0 0,-1 0 0 0 0,0 0 0 0 0,0-1 0 0 0,0 0 0 0 0,0 0 0 0 0,-1 0 0 0 0,8-13 0 0 0,-6 5-1156 0 0</inkml:trace>
  <inkml:trace contextRef="#ctx0" brushRef="#br0" timeOffset="1">187 4 2272 0 0,'-1'-1'194'0'0,"1"1"0"0"0,-1 0 0 0 0,0-1 0 0 0,1 1 0 0 0,-1-1-1 0 0,0 1 1 0 0,0 0 0 0 0,1 0 0 0 0,-1 0 0 0 0,0-1 0 0 0,0 1-1 0 0,1 0 1 0 0,-1 0 0 0 0,0 0 0 0 0,0 0 0 0 0,1 0 0 0 0,-1 0-1 0 0,0 0 1 0 0,0 0 0 0 0,1 1 0 0 0,-1-1 0 0 0,0 0 0 0 0,0 0-1 0 0,1 1 1 0 0,-1-1 0 0 0,0 0 0 0 0,1 1 0 0 0,-1-1 0 0 0,0 1-1 0 0,1-1 1 0 0,-1 1 0 0 0,1-1 0 0 0,-1 1 0 0 0,-1 1 93 0 0,1 1 0 0 0,0-1 0 0 0,0 0-1 0 0,0 1 1 0 0,1-1 0 0 0,-1 1 0 0 0,0-1 0 0 0,1 1 0 0 0,0-1 0 0 0,0 5 0 0 0,7 79 1459 0 0,-5-68-1012 0 0,28 223 1458 0 0,2-84-6931 0 0,-31-153 4009 0 0,5 16-1584 0 0,6-16-5722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7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76 3809 0 0,'-1'1'141'0'0,"1"-1"0"0"0,-1 0 0 0 0,1 1 0 0 0,-1-1 0 0 0,1 1 0 0 0,-1-1 0 0 0,1 1-1 0 0,-1-1 1 0 0,1 1 0 0 0,0-1 0 0 0,-1 1 0 0 0,1-1 0 0 0,0 1 0 0 0,-1-1 0 0 0,1 1 0 0 0,0 0 0 0 0,0-1 0 0 0,0 1 0 0 0,-1 0 0 0 0,1-1 0 0 0,0 1 0 0 0,0 0 0 0 0,0-1 0 0 0,0 1 0 0 0,0 0 0 0 0,0-1 0 0 0,0 1 0 0 0,0-1 0 0 0,1 1-1 0 0,-1 0 1 0 0,0-1 0 0 0,0 2 0 0 0,21 7 2514 0 0,29-8 92 0 0,-16-10-1451 0 0,-29 7-1084 0 0,1 0 1 0 0,0 1-1 0 0,0-1 0 0 0,-1 1 0 0 0,1 0 0 0 0,0 1 0 0 0,6-1 1 0 0,-11 2-177 0 0,0-1 1 0 0,0 1 0 0 0,0 0 0 0 0,0 0 0 0 0,-1-1-1 0 0,1 1 1 0 0,0 0 0 0 0,-1 0 0 0 0,1 0-1 0 0,0 0 1 0 0,-1 0 0 0 0,1 0 0 0 0,-1 0 0 0 0,0 0-1 0 0,1 0 1 0 0,-1 0 0 0 0,0 0 0 0 0,0 0 0 0 0,1 0-1 0 0,-1 0 1 0 0,0 0 0 0 0,0 0 0 0 0,0 0 0 0 0,0 1-1 0 0,-1-1 1 0 0,1 0 0 0 0,0 0 0 0 0,0 0-1 0 0,-1 2 1 0 0,-7 39 276 0 0,6-37-264 0 0,-14 55 168 0 0,7-30-107 0 0,-10 58 0 0 0,18-81-91 0 0,0 0 1 0 0,1 1-1 0 0,0-1 0 0 0,0 1 0 0 0,0-1 1 0 0,1 1-1 0 0,0-1 0 0 0,1 0 1 0 0,-1 1-1 0 0,2-1 0 0 0,-1 0 0 0 0,1 0 1 0 0,4 7-1 0 0,-7-12-11 0 0,1 0-1 0 0,0-1 1 0 0,0 1 0 0 0,0 0-1 0 0,1-1 1 0 0,-1 1-1 0 0,0-1 1 0 0,1 1 0 0 0,-1-1-1 0 0,1 0 1 0 0,-1 1 0 0 0,1-1-1 0 0,-1 0 1 0 0,1 0-1 0 0,0 0 1 0 0,0 0 0 0 0,-1-1-1 0 0,1 1 1 0 0,0 0 0 0 0,0-1-1 0 0,0 1 1 0 0,0-1-1 0 0,0 0 1 0 0,0 0 0 0 0,0 1-1 0 0,2-2 1 0 0,0 1-10 0 0,0-2-1 0 0,0 1 1 0 0,0 0-1 0 0,0-1 1 0 0,-1 0-1 0 0,1 0 1 0 0,-1 0-1 0 0,1 0 1 0 0,-1 0-1 0 0,0-1 1 0 0,0 0-1 0 0,3-3 1 0 0,8-9-732 0 0,-1 0 0 0 0,-1-1 0 0 0,0 0-1 0 0,9-19 1 0 0,-15 24-469 0 0,-1-1-1 0 0,0 1 0 0 0,0-1 1 0 0,-1 0-1 0 0,2-13 0 0 0,-5 22 965 0 0,-1 1 0 0 0,0-1 0 0 0,1 1 0 0 0,-1-1-1 0 0,0 1 1 0 0,0-1 0 0 0,-1 1 0 0 0,1 0 0 0 0,0-1-1 0 0,-1 1 1 0 0,1-1 0 0 0,-1 1 0 0 0,0 0 0 0 0,-1-4-1 0 0,1 5 198 0 0,0 0-1 0 0,-1 0 0 0 0,1 0 0 0 0,0 0 0 0 0,0 0 1 0 0,0 0-1 0 0,-1 0 0 0 0,1 1 0 0 0,-1-1 0 0 0,1 0 1 0 0,0 1-1 0 0,-1-1 0 0 0,1 1 0 0 0,-1-1 0 0 0,1 1 1 0 0,-1 0-1 0 0,0-1 0 0 0,1 1 0 0 0,-1 0 1 0 0,1 0-1 0 0,-1 0 0 0 0,1 1 0 0 0,-1-1 0 0 0,1 0 1 0 0,-3 1-1 0 0,0 0 101 0 0,0 1 0 0 0,0 0 1 0 0,0 0-1 0 0,0 0 1 0 0,0 0-1 0 0,0 0 0 0 0,-4 5 1 0 0,-5 9 912 0 0,13-16-915 0 0,0 1 0 0 0,0-1 0 0 0,0 1 0 0 0,0-1 1 0 0,0 1-1 0 0,0-1 0 0 0,0 1 0 0 0,0-1 0 0 0,0 1 0 0 0,0-1 1 0 0,0 1-1 0 0,1-1 0 0 0,-1 1 0 0 0,0-1 0 0 0,0 0 0 0 0,0 1 0 0 0,0-1 1 0 0,1 1-1 0 0,-1-1 0 0 0,0 0 0 0 0,1 1 0 0 0,-1-1 0 0 0,0 1 1 0 0,1-1-1 0 0,-1 0 0 0 0,0 1 0 0 0,1-1 0 0 0,-1 0 0 0 0,1 0 1 0 0,-1 1-1 0 0,0-1 0 0 0,1 0 0 0 0,0 0 0 0 0,2 1 104 0 0,0 0 0 0 0,1-1 0 0 0,-1 0 0 0 0,0 1-1 0 0,0-1 1 0 0,0-1 0 0 0,1 1 0 0 0,-1 0 0 0 0,0-1 0 0 0,0 1 0 0 0,0-1 0 0 0,0 0-1 0 0,0 0 1 0 0,0-1 0 0 0,0 1 0 0 0,3-2 0 0 0,46-27 209 0 0,-41 22-425 0 0,0-1 0 0 0,0 0-1 0 0,-1-1 1 0 0,0 0-1 0 0,-1 0 1 0 0,0-1-1 0 0,13-22 1 0 0,-19 27 104 0 0,1 1 1 0 0,-2-1 0 0 0,1 0-1 0 0,0 0 1 0 0,-1 0 0 0 0,0-1 0 0 0,-1 1-1 0 0,0 0 1 0 0,0-1 0 0 0,0 1-1 0 0,0-1 1 0 0,-1 1 0 0 0,0-1-1 0 0,-1 1 1 0 0,1-1 0 0 0,-1 1 0 0 0,-1-1-1 0 0,-3-11 1 0 0,13 43 4406 0 0,4 25-1993 0 0,5 22-1281 0 0,35 162-436 0 0,-34-133-7436 0 0,-18-112-716 0 0,0-5 5642 0 0,1-3-900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7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35 4105 0 0,'-29'28'4551'0'0,"29"-27"-4471"0"0,-1-1 1 0 0,1 0 0 0 0,-1 1 0 0 0,0-1-1 0 0,1 1 1 0 0,-1-1 0 0 0,1 1 0 0 0,0 0-1 0 0,-1-1 1 0 0,1 1 0 0 0,-1-1 0 0 0,1 1-1 0 0,0 0 1 0 0,-1-1 0 0 0,1 1-1 0 0,0 0 1 0 0,0-1 0 0 0,0 1 0 0 0,-1 0-1 0 0,1 0 1 0 0,0-1 0 0 0,0 1 0 0 0,0 0-1 0 0,0 0 1 0 0,0-1 0 0 0,0 1 0 0 0,1 0-1 0 0,-1-1 1 0 0,0 1 0 0 0,0 0 0 0 0,0 0-1 0 0,1-1 1 0 0,-1 1 0 0 0,0-1 0 0 0,1 1-1 0 0,-1 0 1 0 0,0-1 0 0 0,1 1 0 0 0,-1-1-1 0 0,1 1 1 0 0,-1 0 0 0 0,1-1-1 0 0,0 1 1 0 0,-1-1 0 0 0,1 0 0 0 0,-1 1-1 0 0,1-1 1 0 0,0 0 0 0 0,-1 1 0 0 0,2-1-1 0 0,1 1 100 0 0,-1-1-1 0 0,1-1 1 0 0,-1 1-1 0 0,1 0 1 0 0,-1-1-1 0 0,1 1 1 0 0,-1-1-1 0 0,1 0 1 0 0,-1 0-1 0 0,0 0 1 0 0,1 0 0 0 0,-1 0-1 0 0,0 0 1 0 0,3-2-1 0 0,36-27 1537 0 0,-27 20-1177 0 0,-6 4-350 0 0,0 0 38 0 0,-1 1 0 0 0,1 0 0 0 0,-1 0 0 0 0,1 1 0 0 0,10-4 0 0 0,-17 8-174 0 0,1-1 0 0 0,-1 1 0 0 0,1 0 0 0 0,-1-1-1 0 0,1 1 1 0 0,-1 0 0 0 0,1 0 0 0 0,-1 0 0 0 0,1 0-1 0 0,-1 0 1 0 0,1 0 0 0 0,-1 0 0 0 0,1 0 0 0 0,-1 1-1 0 0,1-1 1 0 0,-1 1 0 0 0,1-1 0 0 0,-1 1 0 0 0,0-1 0 0 0,1 1-1 0 0,-1 0 1 0 0,0 0 0 0 0,1 0 0 0 0,-1 0 0 0 0,0 0-1 0 0,0 0 1 0 0,0 0 0 0 0,0 0 0 0 0,0 0 0 0 0,0 0 0 0 0,0 0-1 0 0,0 1 1 0 0,-1-1 0 0 0,1 0 0 0 0,0 1 0 0 0,-1-1-1 0 0,1 2 1 0 0,7 22 60 0 0,-2-1 0 0 0,-1 1 0 0 0,-1 0-1 0 0,0 0 1 0 0,-2 0 0 0 0,-2 1 0 0 0,-2 29 0 0 0,2-14-3063 0 0,6 63 0 0 0,-6-102 2254 0 0,0 1 0 0 0,1 0 0 0 0,-1 0 0 0 0,1 0-1 0 0,0 0 1 0 0,0-1 0 0 0,0 1 0 0 0,0 0 0 0 0,3 3 0 0 0,4-4-3947 0 0,1-15 2460 0 0,1-2 40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7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3049 0 0,'-1'1'316'0'0,"-1"0"0"0"0,1 0 1 0 0,1 0-1 0 0,-1 0 1 0 0,0 0-1 0 0,0 0 0 0 0,0 1 1 0 0,1-1-1 0 0,-1 0 0 0 0,0 1 1 0 0,1-1-1 0 0,0 0 1 0 0,-1 1-1 0 0,1-1 0 0 0,0 1 1 0 0,-1-1-1 0 0,1 1 0 0 0,0-1 1 0 0,0 2-1 0 0,1 35 406 0 0,-1-29-184 0 0,2 61 517 0 0,14 201-115 0 0,-8-246-2994 0 0,-2-40-605 0 0,0-40 1516 0 0,-6 49 1476 0 0,-1 0 0 0 0,0 0 0 0 0,0 0 1 0 0,0 0-1 0 0,0 0 0 0 0,-1 0 0 0 0,0 1 0 0 0,0-1 0 0 0,-1 1 1 0 0,1-1-1 0 0,-5-4 0 0 0,7 13 2463 0 0,0-2-2757 0 0,-1 0-1 0 0,1-1 0 0 0,0 1 1 0 0,0 0-1 0 0,0-1 0 0 0,-1 1 1 0 0,1 0-1 0 0,0-1 0 0 0,0 1 1 0 0,0 0-1 0 0,0 0 0 0 0,0-1 1 0 0,0 1-1 0 0,0 0 0 0 0,0-1 1 0 0,1 1-1 0 0,-1 0 0 0 0,0 0 0 0 0,0-1 1 0 0,1 1-1 0 0,-1-1 0 0 0,0 1 1 0 0,1 0-1 0 0,-1-1 0 0 0,0 1 1 0 0,1-1-1 0 0,-1 1 0 0 0,1 0 1 0 0,-1-1-1 0 0,1 1 0 0 0,-1-1 1 0 0,1 0-1 0 0,-1 1 0 0 0,1-1 1 0 0,0 1-1 0 0,-1-1 0 0 0,1 0 0 0 0,0 0 1 0 0,-1 1-1 0 0,1-1 0 0 0,0 0 1 0 0,-1 0-1 0 0,1 0 0 0 0,0 0 1 0 0,0 1-1 0 0,-1-1 0 0 0,2-1 1 0 0,2 1-9 0 0,0-1 0 0 0,0 0 0 0 0,0 0 0 0 0,0 0 0 0 0,0 0 0 0 0,0-1 0 0 0,-1 1 0 0 0,1-1 0 0 0,0 0 0 0 0,-1 0 0 0 0,1-1 0 0 0,-1 1 0 0 0,0-1 0 0 0,0 0 0 0 0,3-3 0 0 0,44-54 123 0 0,-37 43-84 0 0,-5 6 123 0 0,0 1-1 0 0,0-1 1 0 0,-1 0-1 0 0,-1-1 1 0 0,0 0-1 0 0,-1 0 1 0 0,0 0-1 0 0,4-17 0 0 0,-13 58 450 0 0,1 0-1 0 0,1 0 0 0 0,1 0 0 0 0,4 37 0 0 0,12 30-2757 0 0,-10-78 207 0 0,0 0 0 0 0,14 30 0 0 0,-19-47 1856 0 0,1 1-426 0 0,0 0-1 0 0,0 0 1 0 0,0 0 0 0 0,0 0 0 0 0,0 1 0 0 0,0-1 0 0 0,1-1-1 0 0,-1 1 1 0 0,1 0 0 0 0,0 0 0 0 0,-1-1 0 0 0,1 1-1 0 0,0 0 1 0 0,0-1 0 0 0,0 0 0 0 0,0 1 0 0 0,0-1-1 0 0,3 1 1 0 0,10 4-2402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6 3537 0 0,'-5'3'836'0'0,"-1"0"0"0"0,1 0 0 0 0,0 1 0 0 0,0-1 0 0 0,0 1 0 0 0,0 0 0 0 0,1 1 1 0 0,-1-1-1 0 0,-6 10 0 0 0,9-10-700 0 0,0-1 0 0 0,0 1 0 0 0,0 1 0 0 0,0-1 0 0 0,1 0-1 0 0,-1 0 1 0 0,1 1 0 0 0,0-1 0 0 0,1 0 0 0 0,-1 1 0 0 0,1-1 0 0 0,0 1 0 0 0,0-1 0 0 0,0 1 0 0 0,0-1 0 0 0,1 1 0 0 0,0-1 0 0 0,0 1 0 0 0,0-1 0 0 0,0 0 0 0 0,1 0 0 0 0,3 6 0 0 0,-4-6-81 0 0,1 0 0 0 0,1 0 0 0 0,-1 0 0 0 0,0 0 0 0 0,1 0 0 0 0,0 0 0 0 0,0-1 0 0 0,0 1 0 0 0,0-1 0 0 0,1 0 0 0 0,-1 0 1 0 0,1 0-1 0 0,0-1 0 0 0,0 1 0 0 0,0-1 0 0 0,0 0 0 0 0,0 0 0 0 0,0 0 0 0 0,1-1 0 0 0,4 2 0 0 0,-4-2 41 0 0,-1-1 0 0 0,0 0 0 0 0,1 0 1 0 0,-1 0-1 0 0,0 0 0 0 0,1-1 0 0 0,-1 1 0 0 0,0-1 0 0 0,1 0 0 0 0,-1-1 0 0 0,0 1 0 0 0,0-1 0 0 0,0 1 0 0 0,0-1 0 0 0,0 0 0 0 0,-1-1 0 0 0,1 1 0 0 0,-1-1 0 0 0,1 1 0 0 0,-1-1 0 0 0,0 0 0 0 0,0-1 0 0 0,0 1 0 0 0,0 0 0 0 0,-1-1 0 0 0,1 1 1 0 0,-1-1-1 0 0,0 0 0 0 0,0 0 0 0 0,-1 0 0 0 0,1 0 0 0 0,1-5 0 0 0,-1 1-27 0 0,-1 0 1 0 0,1 0-1 0 0,-1 0 1 0 0,-1-1-1 0 0,0 1 1 0 0,0 0-1 0 0,0 0 1 0 0,-1-1-1 0 0,0 1 1 0 0,-1 0-1 0 0,-2-9 1 0 0,3 15-148 0 0,0-1-1 0 0,0 1 1 0 0,0-1 0 0 0,0 1 0 0 0,0 0-1 0 0,0 0 1 0 0,-1-1 0 0 0,1 1 0 0 0,-1 0-1 0 0,0 0 1 0 0,1 0 0 0 0,-1 1 0 0 0,0-1-1 0 0,0 0 1 0 0,0 1 0 0 0,-4-2 0 0 0,4 2-202 0 0,0 0 0 0 0,-1 1 0 0 0,1-1 0 0 0,0 1 0 0 0,-1 0 0 0 0,1 0 1 0 0,-1 0-1 0 0,1 0 0 0 0,0 0 0 0 0,-1 0 0 0 0,1 1 0 0 0,-1-1 0 0 0,1 1 0 0 0,0-1 1 0 0,-1 1-1 0 0,1 0 0 0 0,0 0 0 0 0,0 0 0 0 0,0 1 0 0 0,-4 2 0 0 0,1-1-657 0 0,0 0 0 0 0,0 1 0 0 0,1 0 0 0 0,-1 0 0 0 0,1 0 0 0 0,0 1 0 0 0,0 0 0 0 0,1-1 0 0 0,-4 7 0 0 0,-1 4-1790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8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0 395 2697 0 0,'2'4'228'0'0,"1"0"1"0"0,0-1-1 0 0,0 0 1 0 0,0 1-1 0 0,0-1 1 0 0,0 0-1 0 0,0-1 1 0 0,1 1-1 0 0,-1 0 1 0 0,1-1-1 0 0,0 0 1 0 0,0 0-1 0 0,0 0 1 0 0,0 0-1 0 0,0-1 1 0 0,0 0-1 0 0,1 1 1 0 0,4-1-1 0 0,-2 0-27 0 0,0-1 0 0 0,1 0-1 0 0,-1 0 1 0 0,0-1 0 0 0,0 0-1 0 0,1-1 1 0 0,-1 1 0 0 0,0-1-1 0 0,0 0 1 0 0,8-5 0 0 0,-1 0-184 0 0,1 0 0 0 0,-1-2 0 0 0,0 1 0 0 0,0-2 0 0 0,-1 0 0 0 0,-1-1-1 0 0,0 0 1 0 0,0-1 0 0 0,11-14 0 0 0,-11 10-716 0 0,-1-1-1 0 0,0 0 1 0 0,-1-1 0 0 0,12-28-1 0 0,-19 39 626 0 0,-1-1-1 0 0,1 0 1 0 0,-2 0 0 0 0,1 0-1 0 0,-1-1 1 0 0,0 1 0 0 0,-1 0-1 0 0,0 0 1 0 0,0 0-1 0 0,-1-1 1 0 0,0 1 0 0 0,0 0-1 0 0,-5-15 1 0 0,1 7 416 0 0,5 11 22 0 0,-1 1-1 0 0,0 0 1 0 0,0-1-1 0 0,-1 1 1 0 0,1 0-1 0 0,-1 0 1 0 0,0 0-1 0 0,0 0 1 0 0,0 0-1 0 0,0 0 1 0 0,-1 1-1 0 0,-4-6 1 0 0,9 50 4674 0 0,32 201 267 0 0,14-1-6600 0 0,-26-171-2186 0 0,-10-36-4073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8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0 8746 0 0,'-5'2'713'0'0,"0"0"-1"0"0,1 1 1 0 0,-1 0 0 0 0,1-1-1 0 0,0 1 1 0 0,0 1 0 0 0,0-1 0 0 0,0 0-1 0 0,0 1 1 0 0,-5 8 0 0 0,6-8-340 0 0,0 1 0 0 0,0 0 0 0 0,1 0-1 0 0,0 0 1 0 0,0 1 0 0 0,0-1 0 0 0,1 0 0 0 0,-2 11 0 0 0,2 47-1375 0 0,10 2-4233 0 0,-3-24-643 0 0,-5-30 2956 0 0,-1-1-695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9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69 2817 0 0,'-1'1'233'0'0,"0"0"0"0"0,0 1 0 0 0,0-1 0 0 0,0 0 1 0 0,0 1-1 0 0,0-1 0 0 0,1 1 0 0 0,-1-1 0 0 0,0 1 1 0 0,1 0-1 0 0,-1-1 0 0 0,1 1 0 0 0,-1 2 0 0 0,1-4-127 0 0,1 1 0 0 0,-1-1-1 0 0,0 1 1 0 0,0-1 0 0 0,0 0 0 0 0,0 1-1 0 0,1-1 1 0 0,-1 0 0 0 0,0 1-1 0 0,0-1 1 0 0,1 0 0 0 0,-1 1-1 0 0,0-1 1 0 0,1 0 0 0 0,-1 0-1 0 0,0 1 1 0 0,1-1 0 0 0,-1 0-1 0 0,0 0 1 0 0,1 0 0 0 0,-1 1 0 0 0,1-1-1 0 0,-1 0 1 0 0,0 0 0 0 0,1 0-1 0 0,-1 0 1 0 0,1 0 0 0 0,-1 0-1 0 0,0 0 1 0 0,1 0 0 0 0,-1 0-1 0 0,1 0 1 0 0,5-1 414 0 0,1 1 0 0 0,-1-2 0 0 0,-1 1 0 0 0,1-1 0 0 0,0 1 0 0 0,7-5 0 0 0,54-31 1183 0 0,-55 29-1399 0 0,0 1 0 0 0,1 0 0 0 0,-1 0 1 0 0,1 1-1 0 0,26-7 0 0 0,-38 13-261 0 0,0 0 0 0 0,-1 0 0 0 0,1 0 0 0 0,-1 0 0 0 0,1 0 0 0 0,-1 0 0 0 0,1 1 0 0 0,-1-1 0 0 0,1 0 0 0 0,-1 0 0 0 0,1 1 0 0 0,-1-1 0 0 0,1 0 0 0 0,-1 1 0 0 0,1-1 0 0 0,-1 0 0 0 0,0 1 0 0 0,1-1 0 0 0,-1 1 0 0 0,0-1 0 0 0,1 1 0 0 0,-1-1 0 0 0,0 1 0 0 0,0-1 0 0 0,1 1 0 0 0,-1-1 0 0 0,0 1 0 0 0,0-1 0 0 0,0 1 0 0 0,0-1 0 0 0,1 1 0 0 0,-1-1 0 0 0,0 1 0 0 0,0 0 0 0 0,0-1 0 0 0,0 1 0 0 0,0-1-1 0 0,-1 1 1 0 0,1-1 0 0 0,0 1 0 0 0,0-1 0 0 0,0 1 0 0 0,0-1 0 0 0,-1 1 0 0 0,1-1 0 0 0,0 1 0 0 0,-1 0 0 0 0,-9 35 479 0 0,9-33-468 0 0,-29 73 212 0 0,-14 43-107 0 0,41-108-252 0 0,0-1 0 0 0,1 0-1 0 0,1 1 1 0 0,0-1 0 0 0,0 1-1 0 0,1 0 1 0 0,0-1 0 0 0,1 1-1 0 0,2 12 1 0 0,-3-20 52 0 0,1 0 0 0 0,0 0 0 0 0,0 0 0 0 0,0 0 0 0 0,0 0-1 0 0,0 0 1 0 0,1 0 0 0 0,-1 0 0 0 0,1 0 0 0 0,0 0 0 0 0,0-1 0 0 0,0 1 0 0 0,0-1 0 0 0,0 0 0 0 0,1 1-1 0 0,-1-1 1 0 0,1 0 0 0 0,-1 0 0 0 0,1-1 0 0 0,0 1 0 0 0,4 2 0 0 0,-2-3 31 0 0,0 0 1 0 0,0 0-1 0 0,0 0 1 0 0,0-1-1 0 0,0 1 1 0 0,0-1-1 0 0,0 0 1 0 0,0-1-1 0 0,0 1 1 0 0,0-1-1 0 0,0 0 0 0 0,7-2 1 0 0,1-2 127 0 0,0 0 0 0 0,0 0 0 0 0,-1-1 0 0 0,0-1 0 0 0,0 0 0 0 0,-1 0 0 0 0,0-1 0 0 0,0-1 0 0 0,13-13 0 0 0,-20 18-22 0 0,-1 0 1 0 0,0 1-1 0 0,0-2 0 0 0,0 1 1 0 0,-1 0-1 0 0,0 0 0 0 0,1-1 1 0 0,-1 1-1 0 0,-1-1 1 0 0,1 0-1 0 0,-1 0 0 0 0,0 0 1 0 0,0 1-1 0 0,0-1 0 0 0,0 0 1 0 0,-1 0-1 0 0,0 0 0 0 0,0 0 1 0 0,-1 0-1 0 0,0-7 0 0 0,-1 8-42 0 0,1 0 0 0 0,-1 0-1 0 0,1 1 1 0 0,-1-1 0 0 0,0 0-1 0 0,-1 0 1 0 0,1 1 0 0 0,-1 0-1 0 0,1-1 1 0 0,-1 1 0 0 0,0 0-1 0 0,0 0 1 0 0,-1 0 0 0 0,1 1-1 0 0,0-1 1 0 0,-1 1 0 0 0,0 0-1 0 0,1 0 1 0 0,-1 0 0 0 0,0 0-1 0 0,0 1 1 0 0,0 0 0 0 0,-8-2-1 0 0,2 1-132 0 0,-1 0 0 0 0,0 1 0 0 0,0 0 0 0 0,1 1 0 0 0,-1 0 0 0 0,0 0 0 0 0,0 2 0 0 0,-14 2 0 0 0,-47 15-5619 0 0,61-16 4106 0 0,10-2 1192 0 0,0-1 0 0 0,0 1 0 0 0,-1-1 0 0 0,1 1 0 0 0,0-1 1 0 0,0 0-1 0 0,0 0 0 0 0,-1 0 0 0 0,1 0 0 0 0,0 0 0 0 0,0 0 0 0 0,-1 0 1 0 0,1 0-1 0 0,0 0 0 0 0,0 0 0 0 0,0-1 0 0 0,-1 1 0 0 0,1 0 1 0 0,0-1-1 0 0,0 1 0 0 0,0-1 0 0 0,-1 0 0 0 0,-2-5-3413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2889 0 0,'0'10'8458'0'0,"0"20"-5693"0"0,0-16-1675 0 0,1 41 411 0 0,7 65-1 0 0,-4-99-1810 0 0,0 0-1 0 0,8 24 0 0 0,-8-33-581 0 0,1 0 1 0 0,0-1-1 0 0,0 0 0 0 0,14 20 0 0 0,-18-31 676 0 0,-1 1 0 0 0,0 0 0 0 0,1-1 1 0 0,-1 1-1 0 0,0 0 0 0 0,1-1 0 0 0,-1 1 0 0 0,1 0 0 0 0,-1-1 0 0 0,1 1 1 0 0,0-1-1 0 0,-1 1 0 0 0,1-1 0 0 0,-1 1 0 0 0,1-1 0 0 0,0 1 0 0 0,0-1 0 0 0,-1 0 1 0 0,1 1-1 0 0,0-1 0 0 0,-1 0 0 0 0,1 0 0 0 0,0 0 0 0 0,0 1 0 0 0,0-1 1 0 0,-1 0-1 0 0,2 0 0 0 0,6-18-3161 0 0,-9-31 2266 0 0,-3 33 1424 0 0,-1 0 0 0 0,-1 1-1 0 0,-11-22 1 0 0,-1-4 3302 0 0,18 40-3531 0 0,0 1 1 0 0,0 0-1 0 0,0-1 1 0 0,0 1 0 0 0,0-1-1 0 0,0 1 1 0 0,0 0-1 0 0,0-1 1 0 0,1 1 0 0 0,-1 0-1 0 0,0-1 1 0 0,0 1 0 0 0,0-1-1 0 0,1 1 1 0 0,-1 0-1 0 0,0-1 1 0 0,0 1 0 0 0,0 0-1 0 0,1 0 1 0 0,-1-1-1 0 0,0 1 1 0 0,1 0 0 0 0,-1 0-1 0 0,0-1 1 0 0,1 1 0 0 0,-1 0-1 0 0,0 0 1 0 0,1 0-1 0 0,-1-1 1 0 0,1 1 0 0 0,-1 0-1 0 0,0 0 1 0 0,1 0 0 0 0,-1 0-1 0 0,0 0 1 0 0,1 0-1 0 0,-1 0 1 0 0,1 0 0 0 0,-1 0-1 0 0,0 0 1 0 0,1 0-1 0 0,-1 0 1 0 0,1 0 0 0 0,-1 0-1 0 0,0 0 1 0 0,1 1 0 0 0,-1-1-1 0 0,1 0 1 0 0,32 4 1045 0 0,-21-2-1124 0 0,-10-2 41 0 0,42-4-2270 0 0,-43 4 1912 0 0,1 0 0 0 0,-1-1 0 0 0,1 1 0 0 0,-1 0 0 0 0,1-1 0 0 0,-1 0 0 0 0,0 1 0 0 0,1-1 0 0 0,-1 0 0 0 0,0 0 0 0 0,1 0 0 0 0,-1 1 0 0 0,0-1 0 0 0,0-1 0 0 0,0 1 0 0 0,0 0 0 0 0,0 0 0 0 0,0 0 0 0 0,0 0 0 0 0,0-1 0 0 0,-1 1 0 0 0,1 0 0 0 0,0-1 0 0 0,-1 1 0 0 0,1-2 0 0 0,-1-3-1511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49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2072 0 0,'13'33'1755'0'0,"25"80"2502"0"0,-44-129-3509 0 0,2 8-813 0 0,1 0-1 0 0,0 0 1 0 0,0-1-1 0 0,-2-13 0 0 0,4 15 97 0 0,1-1-1 0 0,0 1 0 0 0,0 0 1 0 0,0 0-1 0 0,1-1 0 0 0,0 1 1 0 0,1 0-1 0 0,-1 0 0 0 0,1 0 0 0 0,1 0 1 0 0,-1 0-1 0 0,1 1 0 0 0,6-11 1 0 0,-7 14 132 0 0,1 0 0 0 0,-1 0 0 0 0,1 0 0 0 0,0 0 0 0 0,0 1 0 0 0,0-1 0 0 0,0 1 0 0 0,0 0 0 0 0,1 0 0 0 0,-1 0 0 0 0,1 0 0 0 0,-1 1 0 0 0,1-1 0 0 0,0 1 0 0 0,-1 0 0 0 0,1 0 0 0 0,0 0 0 0 0,0 1 0 0 0,0-1 0 0 0,0 1 0 0 0,-1 0 0 0 0,1 0 0 0 0,0 0 0 0 0,0 1 0 0 0,0-1 0 0 0,0 1 1 0 0,4 1-1 0 0,-7-2-98 0 0,1 0 0 0 0,0 1 1 0 0,0-1-1 0 0,0 1 1 0 0,-1-1-1 0 0,1 1 1 0 0,0-1-1 0 0,-1 1 0 0 0,1 0 1 0 0,0 0-1 0 0,-1 0 1 0 0,1 0-1 0 0,-1 0 1 0 0,0 0-1 0 0,1 0 1 0 0,-1 1-1 0 0,0-1 0 0 0,1 0 1 0 0,-1 1-1 0 0,0-1 1 0 0,0 1-1 0 0,0-1 1 0 0,-1 1-1 0 0,1 0 0 0 0,0-1 1 0 0,0 1-1 0 0,-1 0 1 0 0,1-1-1 0 0,-1 1 1 0 0,0 0-1 0 0,1 0 0 0 0,-1 0 1 0 0,0-1-1 0 0,0 1 1 0 0,0 0-1 0 0,0 0 1 0 0,-1 0-1 0 0,1 0 1 0 0,0-1-1 0 0,-1 1 0 0 0,1 0 1 0 0,-1-1-1 0 0,0 1 1 0 0,1 0-1 0 0,-1-1 1 0 0,0 1-1 0 0,-1 2 0 0 0,-7 11 25 0 0,1-1 0 0 0,-2 1-1 0 0,0-2 1 0 0,-12 15-1 0 0,10-15 14 0 0,0 2-114 0 0,1 1 1 0 0,-16 27-1 0 0,80-82-2611 0 0,-21 11-358 0 0,-2-2-1 0 0,-1-1 1 0 0,28-40 0 0 0,-36 46 978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0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 4113 0 0,'-2'0'299'0'0,"-1"1"0"0"0,1-1 0 0 0,0 1 1 0 0,-1 0-1 0 0,1 0 0 0 0,0 0 0 0 0,0 0 0 0 0,0 0 0 0 0,0 0 0 0 0,0 1 1 0 0,0-1-1 0 0,0 0 0 0 0,0 1 0 0 0,0 0 0 0 0,1-1 0 0 0,-1 1 1 0 0,0 0-1 0 0,1 0 0 0 0,0 0 0 0 0,0 0 0 0 0,-1 0 0 0 0,1 0 1 0 0,0 1-1 0 0,0-1 0 0 0,1 0 0 0 0,-2 5 0 0 0,-3 9-17 0 0,1 0 0 0 0,-3 30 0 0 0,4-30 186 0 0,-4 29-314 0 0,-9 64-751 0 0,17-38-3566 0 0,-2-70 4044 0 0,1-1 1 0 0,0 1-1 0 0,0-1 0 0 0,0 1 1 0 0,0-1-1 0 0,0 1 0 0 0,0-1 1 0 0,0 1-1 0 0,0 0 1 0 0,0-1-1 0 0,0 1 0 0 0,0-1 1 0 0,0 1-1 0 0,1-1 0 0 0,-1 0 1 0 0,0 1-1 0 0,0-1 1 0 0,0 1-1 0 0,1-1 0 0 0,-1 1 1 0 0,0-1-1 0 0,0 1 0 0 0,1-1 1 0 0,-1 0-1 0 0,0 1 1 0 0,1-1-1 0 0,-1 0 0 0 0,1 1 1 0 0,-1-1-1 0 0,0 0 0 0 0,1 1 1 0 0,-1-1-1 0 0,1 0 0 0 0,-1 0 1 0 0,2 1-1 0 0,9-17-1716 0 0,6-29 1218 0 0,-11 23 733 0 0,-1-1 0 0 0,-1 0 0 0 0,1-39 0 0 0,-4 48 1201 0 0,-2-1-1 0 0,0 1 1 0 0,0 0-1 0 0,-5-15 1 0 0,27 76 4263 0 0,14 0-3735 0 0,-29-40-2505 0 0,2 0 1 0 0,-1 0-1 0 0,0-1 0 0 0,1 0 1 0 0,0-1-1 0 0,1 1 0 0 0,-1-1 0 0 0,1-1 1 0 0,16 6-1 0 0,-18-10-2822 0 0,-15-4-2350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1 144 2280 0 0,'14'2'942'0'0,"1"-1"-1"0"0,-1-1 1 0 0,1 0-1 0 0,0-1 1 0 0,-1 0-1 0 0,1-1 0 0 0,-1-1 1 0 0,1-1-1 0 0,-1 0 1 0 0,27-11-1 0 0,-11 1-342 0 0,0-1 0 0 0,0-1 0 0 0,46-35 1 0 0,-51 30-552 0 0,-43 33-766 0 0,12-7 694 0 0,0-1 1 0 0,1 1-1 0 0,-1 0 0 0 0,1 0 1 0 0,0 0-1 0 0,1 1 0 0 0,-1-1 1 0 0,1 1-1 0 0,1 1 0 0 0,-1-1 1 0 0,1 0-1 0 0,0 1 0 0 0,-4 12 1 0 0,5-10 0 0 0,1 0 1 0 0,0 1-1 0 0,1-1 1 0 0,0 0-1 0 0,0 1 1 0 0,1-1-1 0 0,1 0 1 0 0,-1 1-1 0 0,1-1 1 0 0,5 11-1 0 0,19 55-2495 0 0,-23-69 2216 0 0,-1 0 0 0 0,1 0 0 0 0,0 0-1 0 0,1-1 1 0 0,-1 0 0 0 0,1 1 0 0 0,0-1 0 0 0,1-1 0 0 0,-1 1 0 0 0,7 4 0 0 0,-11-9 198 0 0,1 1-1 0 0,-1-1 1 0 0,0 1 0 0 0,1-1-1 0 0,-1 0 1 0 0,1 0 0 0 0,-1 1-1 0 0,1-1 1 0 0,0 0 0 0 0,-1 0-1 0 0,1 1 1 0 0,-1-1 0 0 0,1 0-1 0 0,-1 0 1 0 0,1 0 0 0 0,0 0-1 0 0,-1 0 1 0 0,1 0 0 0 0,-1 0-1 0 0,1 0 1 0 0,-1 0 0 0 0,1 0-1 0 0,0 0 1 0 0,-1-1 0 0 0,1 1-1 0 0,-1 0 1 0 0,1 0 0 0 0,-1 0-1 0 0,1-1 1 0 0,-1 1 0 0 0,1 0-1 0 0,-1-1 1 0 0,1 0 0 0 0,9-17-1893 0 0,-4 2 190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1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57 2849 0 0,'0'0'175'0'0,"-1"0"1"0"0,0-1 0 0 0,1 1 0 0 0,-1-1-1 0 0,0 1 1 0 0,1-1 0 0 0,-1 1 0 0 0,1-1 0 0 0,-1 1-1 0 0,1-1 1 0 0,-1 0 0 0 0,1 1 0 0 0,0-1-1 0 0,-1 0 1 0 0,1 1 0 0 0,0-1 0 0 0,0 0-1 0 0,-1 0 1 0 0,1 1 0 0 0,0-1 0 0 0,0 0-1 0 0,0 0 1 0 0,0 1 0 0 0,0-1 0 0 0,0 0 0 0 0,0 0-1 0 0,0 0 1 0 0,0 1 0 0 0,0-1 0 0 0,0 0-1 0 0,1 0 1 0 0,-1 1 0 0 0,0-1 0 0 0,0 0-1 0 0,1 1 1 0 0,-1-1 0 0 0,0 0 0 0 0,1 1 0 0 0,-1-1-1 0 0,1 0 1 0 0,-1 1 0 0 0,1-1 0 0 0,-1 1-1 0 0,1-1 1 0 0,0 1 0 0 0,-1-1 0 0 0,1 1-1 0 0,0-1 1 0 0,-1 1 0 0 0,2-1 0 0 0,46-15 4652 0 0,-29 12-3749 0 0,-17 3-954 0 0,0 0 0 0 0,0 1 0 0 0,0-1 0 0 0,0 1 0 0 0,0-1 0 0 0,0 1 0 0 0,0 0 0 0 0,0 0 0 0 0,0 0 0 0 0,0 0 0 0 0,0 0 0 0 0,0 0 0 0 0,0 1-1 0 0,0-1 1 0 0,0 1 0 0 0,0-1 0 0 0,0 1 0 0 0,0 0 0 0 0,0 0 0 0 0,0 0 0 0 0,0 0 0 0 0,-1 0 0 0 0,1 0 0 0 0,0 1 0 0 0,-1-1 0 0 0,1 0 0 0 0,-1 1 0 0 0,1-1 0 0 0,-1 1 0 0 0,0 0 0 0 0,0-1 0 0 0,0 1 0 0 0,0 0 0 0 0,0 0 0 0 0,0-1 0 0 0,0 1 0 0 0,0 0 0 0 0,-1 0 0 0 0,1 0 0 0 0,0 3 0 0 0,2 11 25 0 0,-1-1-1 0 0,0 1 1 0 0,-1 0-1 0 0,-1 22 1 0 0,0-15-74 0 0,-4 65-453 0 0,1 24-3052 0 0,4-101 1361 0 0,0 1 1 0 0,0-1 0 0 0,2 0-1 0 0,3 12 1 0 0,-6-23 1997 0 0,12-5-8481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1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3929 0 0,'-1'20'10432'0'0,"6"95"-7961"0"0,5-20-1938 0 0,9 89-419 0 0,-10-62-5616 0 0,-9-111-1351 0 0,-1-32 4308 0 0,-1-36 2024 0 0,2 40 786 0 0,0 0 0 0 0,-1 0 0 0 0,-5-26 0 0 0,-11-17 7038 0 0,18 59-7099 0 0,-1 0 0 0 0,0 1 0 0 0,0-1 0 0 0,1 1-1 0 0,-1-1 1 0 0,1 1 0 0 0,-1-1 0 0 0,0 1 0 0 0,1-1 0 0 0,-1 1 0 0 0,1 0 0 0 0,-1-1 0 0 0,1 1 0 0 0,-1 0 0 0 0,1-1 0 0 0,-1 1 0 0 0,1 0-1 0 0,-1-1 1 0 0,1 1 0 0 0,0 0 0 0 0,-1 0 0 0 0,1 0 0 0 0,-1 0 0 0 0,1 0 0 0 0,0-1 0 0 0,-1 1 0 0 0,1 0 0 0 0,1 1 0 0 0,28-6 791 0 0,-21 4-596 0 0,19-4-649 0 0,1-1-1 0 0,28-12 1 0 0,-48 15-888 0 0,0-1 0 0 0,-1 0 1 0 0,1-1-1 0 0,-1 0 0 0 0,0 0 1 0 0,8-7-1 0 0,4-5-2153 0 0,9 4-840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2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2761 0 0,'12'-16'5456'0'0,"-14"24"-28"0"0,-4 25-3616 0 0,2 25-1215 0 0,9 109 1 0 0,-1-135-1615 0 0,1 0 0 0 0,15 49 1 0 0,-20-80 849 0 0,0-1 1 0 0,0 1 0 0 0,0 0 0 0 0,0-1 0 0 0,0 1-1 0 0,0 0 1 0 0,0-1 0 0 0,0 1 0 0 0,1 0-1 0 0,-1-1 1 0 0,0 1 0 0 0,0 0 0 0 0,1-1 0 0 0,-1 1-1 0 0,0-1 1 0 0,1 1 0 0 0,-1 0 0 0 0,1-1 0 0 0,-1 1-1 0 0,1-1 1 0 0,-1 1 0 0 0,1-1 0 0 0,-1 0 0 0 0,1 1-1 0 0,-1-1 1 0 0,1 1 0 0 0,0-1 0 0 0,-1 0-1 0 0,2 1 1 0 0,6-19-3350 0 0,-2-36 846 0 0,-10 27 1955 0 0,3 0-607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2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25 127 928 0 0,'-6'-15'998'0'0,"2"0"-1"0"0,0-1 1 0 0,0 1-1 0 0,1-1 1 0 0,0-20-1 0 0,11 34 4576 0 0,20-2-2631 0 0,-5 1-1552 0 0,-19 1-1162 0 0,0 2 0 0 0,0-1-1 0 0,0 0 1 0 0,0 1-1 0 0,0 0 1 0 0,1-1 0 0 0,-1 2-1 0 0,0-1 1 0 0,0 0-1 0 0,0 1 1 0 0,0 0 0 0 0,0 0-1 0 0,6 3 1 0 0,-7-3-118 0 0,-1 1 1 0 0,0 0 0 0 0,1 0-1 0 0,-1 0 1 0 0,0 0-1 0 0,-1 1 1 0 0,1-1-1 0 0,0 0 1 0 0,-1 1-1 0 0,1-1 1 0 0,-1 1-1 0 0,0 0 1 0 0,1 0-1 0 0,-2-1 1 0 0,1 1-1 0 0,0 0 1 0 0,0 0-1 0 0,-1 0 1 0 0,1 5-1 0 0,2 30 184 0 0,-1 0-1 0 0,-5 58 1 0 0,0-10-2060 0 0,9-1-6200 0 0,-6-83 7524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2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1 366 2769 0 0,'-1'1'275'0'0,"1"0"0"0"0,0 0 0 0 0,0 0 0 0 0,1 0 0 0 0,-1 0 0 0 0,0 0 0 0 0,0 0 0 0 0,0-1 0 0 0,1 1 0 0 0,-1 0 0 0 0,0 0 0 0 0,1 0 0 0 0,-1 0 0 0 0,1 0 0 0 0,-1 0 0 0 0,1-1 0 0 0,-1 1 0 0 0,1 0 0 0 0,0-1 0 0 0,-1 1 0 0 0,1 0 0 0 0,0-1 0 0 0,-1 1 0 0 0,1 0 0 0 0,0-1 0 0 0,0 1 0 0 0,1-1 0 0 0,0 1 55 0 0,1 0 0 0 0,-1-1-1 0 0,1 1 1 0 0,0-1 0 0 0,-1 0 0 0 0,1 0-1 0 0,-1 0 1 0 0,1 0 0 0 0,-1 0 0 0 0,4-1 0 0 0,4-1 13 0 0,0-1-1 0 0,-1 0 1 0 0,1 0 0 0 0,12-7 0 0 0,38-26-1065 0 0,-40 22-1903 0 0,0-1 0 0 0,-1-1 0 0 0,-1 0 0 0 0,23-28 0 0 0,-24 25 853 0 0</inkml:trace>
  <inkml:trace contextRef="#ctx0" brushRef="#br0" timeOffset="1">320 0 3689 0 0,'4'74'5813'0'0,"3"0"-3880"0"0,4 75-1667 0 0,-10-81-2040 0 0,1 0-4600 0 0,-1-56 3709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3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13 313 3145 0 0,'-1'1'500'0'0,"0"0"0"0"0,0 0 0 0 0,0 0 0 0 0,0 1 0 0 0,0-1 0 0 0,0 0 0 0 0,0 1 0 0 0,1-1 0 0 0,-1 1 0 0 0,0-1 0 0 0,1 1 0 0 0,-1-1 0 0 0,1 1 0 0 0,0-1 0 0 0,-1 1 0 0 0,1 1 0 0 0,0-2-274 0 0,0 1 0 0 0,0-1-1 0 0,1 0 1 0 0,-1 1 0 0 0,0-1 0 0 0,1 0 0 0 0,-1 1 0 0 0,1-1 0 0 0,-1 0 0 0 0,1 0 0 0 0,-1 1 0 0 0,1-1 0 0 0,0 0 0 0 0,0 0 0 0 0,1 2 0 0 0,0-1-190 0 0,0-1-1 0 0,0 1 1 0 0,1 0 0 0 0,-1-1 0 0 0,0 1 0 0 0,1-1 0 0 0,-1 0 0 0 0,1 0 0 0 0,-1 0 0 0 0,1 0 0 0 0,0 0 0 0 0,-1 0 0 0 0,1-1-1 0 0,0 1 1 0 0,0-1 0 0 0,-1 0 0 0 0,1 0 0 0 0,3 0 0 0 0,50-14-2289 0 0,-47 11 1392 0 0,0-1-1 0 0,-1 0 0 0 0,0-1 0 0 0,1 1 0 0 0,-2-2 1 0 0,1 1-1 0 0,0-1 0 0 0,-1 0 0 0 0,0-1 0 0 0,-1 1 1 0 0,1-1-1 0 0,5-9 0 0 0,3-2-1112 0 0</inkml:trace>
  <inkml:trace contextRef="#ctx0" brushRef="#br0" timeOffset="1">283 0 3737 0 0,'-2'2'512'0'0,"0"0"-1"0"0,0 0 1 0 0,0 0 0 0 0,1 1-1 0 0,-1-1 1 0 0,1 0 0 0 0,-1 0 0 0 0,1 1-1 0 0,0-1 1 0 0,0 1 0 0 0,0-1-1 0 0,0 1 1 0 0,0 0 0 0 0,1-1 0 0 0,-1 5-1 0 0,-4 52 1349 0 0,2-24-922 0 0,-1 10-643 0 0,-1 10-1917 0 0,-6-23-3333 0 0,11-32 4809 0 0,0 1 0 0 0,0-1-1 0 0,0 0 1 0 0,0 1 0 0 0,-1-1-1 0 0,1 0 1 0 0,0 0-1 0 0,0 1 1 0 0,0-1 0 0 0,-1 0-1 0 0,1 0 1 0 0,0 1 0 0 0,0-1-1 0 0,-1 0 1 0 0,1 0-1 0 0,0 0 1 0 0,-1 0 0 0 0,1 1-1 0 0,0-1 1 0 0,-1 0 0 0 0,1 0-1 0 0,0 0 1 0 0,-1 0 0 0 0,1 0-1 0 0,0 0 1 0 0,-1 0-1 0 0,1 0 1 0 0,0 0 0 0 0,-1 0-1 0 0,1 0 1 0 0,0 0 0 0 0,-1 0-1 0 0,1 0 1 0 0,0 0-1 0 0,0 0 1 0 0,-1 0 0 0 0,-4-3-2143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3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85 2176 0 0,'-1'2'408'0'0,"0"0"0"0"0,1 0 0 0 0,-1 0 0 0 0,1 0 0 0 0,0 0 0 0 0,0 0-1 0 0,-1 0 1 0 0,2 0 0 0 0,-1 1 0 0 0,0-1 0 0 0,0 0 0 0 0,1 0-1 0 0,-1 0 1 0 0,1 0 0 0 0,-1 0 0 0 0,2 3 0 0 0,-1-4-234 0 0,0-1 0 0 0,0 1 0 0 0,0-1 0 0 0,0 1 1 0 0,0-1-1 0 0,0 1 0 0 0,0-1 0 0 0,0 0 0 0 0,0 1 1 0 0,0-1-1 0 0,0 0 0 0 0,0 0 0 0 0,0 0 0 0 0,0 0 0 0 0,0 0 1 0 0,0 0-1 0 0,0 0 0 0 0,0 0 0 0 0,0 0 0 0 0,0 0 0 0 0,0-1 1 0 0,0 1-1 0 0,0 0 0 0 0,0-1 0 0 0,0 1 0 0 0,0-1 1 0 0,-1 1-1 0 0,1-1 0 0 0,0 1 0 0 0,0-1 0 0 0,0 0 0 0 0,0 1 1 0 0,-1-1-1 0 0,2-1 0 0 0,55-44 3391 0 0,-43 33-3164 0 0,0 1-1 0 0,1 1 1 0 0,0 1-1 0 0,22-12 1 0 0,-37 21-378 0 0,1 1 0 0 0,0-1 1 0 0,-1 1-1 0 0,1 0 0 0 0,0-1 1 0 0,-1 1-1 0 0,1 0 0 0 0,0 0 1 0 0,0-1-1 0 0,0 1 0 0 0,-1 0 0 0 0,1 0 1 0 0,0 0-1 0 0,0 0 0 0 0,0 0 1 0 0,-1 0-1 0 0,1 0 0 0 0,0 0 1 0 0,0 0-1 0 0,-1 1 0 0 0,1-1 1 0 0,0 0-1 0 0,0 0 0 0 0,-1 1 1 0 0,1-1-1 0 0,0 0 0 0 0,0 1 0 0 0,-1-1 1 0 0,2 1-1 0 0,-2 1 8 0 0,1-1 0 0 0,0 1-1 0 0,0-1 1 0 0,-1 0 0 0 0,1 1-1 0 0,-1-1 1 0 0,1 1 0 0 0,-1 0 0 0 0,0-1-1 0 0,0 1 1 0 0,1-1 0 0 0,-1 1 0 0 0,-1 2-1 0 0,-8 51 224 0 0,-2-23-283 0 0,-2 0 0 0 0,-1-1 0 0 0,-2 0 0 0 0,-1-1 0 0 0,-21 28 0 0 0,-16 29-199 0 0,127-130 580 0 0,-45 25 53 0 0,60-29 0 0 0,-28 29-1577 0 0,10 13-4250 0 0,1 10-6177 0 0,-49 0 8411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4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44 3281 0 0,'-36'-44'13988'0'0,"35"60"-12030"0"0,3 16-874 0 0,22 176 1552 0 0,-1-13-2438 0 0,2-1-5931 0 0,-23-182 5348 0 0,2 4-5033 0 0,-1-39-5503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75 2288 0 0,'-24'17'2591'0'0,"24"-17"-2525"0"0,0 0 0 0 0,-1 0 0 0 0,1 1 0 0 0,-1-1 0 0 0,1 0 0 0 0,0 0 0 0 0,-1 1 0 0 0,1-1-1 0 0,0 0 1 0 0,-1 1 0 0 0,1-1 0 0 0,0 0 0 0 0,0 1 0 0 0,0-1 0 0 0,-1 1 0 0 0,1-1 0 0 0,0 0 0 0 0,0 1 0 0 0,0-1 0 0 0,0 1 0 0 0,-1-1 0 0 0,1 1 0 0 0,0-1 0 0 0,0 1 0 0 0,0-1 0 0 0,0 0 0 0 0,0 1 0 0 0,0-1-1 0 0,0 1 1 0 0,0-1 0 0 0,1 1 0 0 0,-1-1 0 0 0,0 0 0 0 0,0 1 0 0 0,0-1 0 0 0,0 1 0 0 0,1-1 0 0 0,-1 1 0 0 0,0-1 0 0 0,0 0 0 0 0,1 1 0 0 0,-1-1 0 0 0,0 0 0 0 0,0 1 0 0 0,1-1 0 0 0,-1 0 0 0 0,1 0 0 0 0,-1 1-1 0 0,0-1 1 0 0,1 0 0 0 0,-1 0 0 0 0,0 1 0 0 0,1-1 0 0 0,-1 0 0 0 0,1 0 0 0 0,-1 0 0 0 0,1 0 0 0 0,-1 0 0 0 0,0 0 0 0 0,1 0 0 0 0,4 0 274 0 0,0 0 1 0 0,0-1 0 0 0,0 0-1 0 0,0 0 1 0 0,0 0-1 0 0,-1-1 1 0 0,1 0-1 0 0,0 0 1 0 0,-1 0-1 0 0,1 0 1 0 0,-1-1-1 0 0,0 1 1 0 0,6-6-1 0 0,6-2 510 0 0,-8 6-455 0 0,3-1 127 0 0,-1-1 1 0 0,0 1 0 0 0,0-2-1 0 0,0 0 1 0 0,-1 0-1 0 0,0 0 1 0 0,16-18 0 0 0,-70 88 1034 0 0,27-40-1588 0 0,0 2 0 0 0,1 0 1 0 0,2 1-1 0 0,0 0 1 0 0,2 1-1 0 0,-18 53 1 0 0,31-78 7 0 0,-1 0 0 0 0,1 0 0 0 0,-1-1 1 0 0,1 1-1 0 0,-1 0 0 0 0,1 0 0 0 0,0 0 1 0 0,0 0-1 0 0,0 0 0 0 0,0 0 0 0 0,0 0 1 0 0,1 0-1 0 0,-1 0 0 0 0,0 0 0 0 0,1 0 1 0 0,0 0-1 0 0,-1-1 0 0 0,1 1 0 0 0,0 0 1 0 0,0 0-1 0 0,0-1 0 0 0,2 4 0 0 0,-1-4 10 0 0,0 0 0 0 0,-1 0-1 0 0,1 0 1 0 0,0 0-1 0 0,0 0 1 0 0,0-1 0 0 0,0 1-1 0 0,0-1 1 0 0,0 1 0 0 0,0-1-1 0 0,0 0 1 0 0,0 0-1 0 0,1 0 1 0 0,-1 0 0 0 0,0 0-1 0 0,0 0 1 0 0,3-1-1 0 0,5-1 10 0 0,0-1-1 0 0,-1 0 1 0 0,1 0-1 0 0,-1-1 1 0 0,0 0-1 0 0,0-1 1 0 0,13-9 0 0 0,6-11 103 0 0,-23 19-27 0 0,0 1 1 0 0,0 0-1 0 0,1 0 1 0 0,-1 0 0 0 0,1 1-1 0 0,0-1 1 0 0,1 2 0 0 0,-1-1-1 0 0,9-3 1 0 0,-14 7-40 0 0,1 1 0 0 0,-1-1 0 0 0,0 1 0 0 0,0-1 0 0 0,0 1 0 0 0,0-1-1 0 0,0 1 1 0 0,0-1 0 0 0,0 1 0 0 0,0 0 0 0 0,0 0 0 0 0,0 0 0 0 0,0-1 0 0 0,0 1 0 0 0,0 0 0 0 0,-1 0 0 0 0,1 0 0 0 0,0 0-1 0 0,-1 1 1 0 0,1-1 0 0 0,-1 0 0 0 0,1 0 0 0 0,-1 0 0 0 0,1 0 0 0 0,-1 1 0 0 0,0-1 0 0 0,0 0 0 0 0,1 0 0 0 0,-1 0-1 0 0,0 1 1 0 0,0-1 0 0 0,-1 1 0 0 0,5 44-71 0 0,-9 7-1105 0 0,4-47 272 0 0,-1 1 0 0 0,0-1 1 0 0,0 0-1 0 0,0 0 0 0 0,-1 0 1 0 0,0 0-1 0 0,0 0 0 0 0,-5 7 1 0 0,4-9 34 0 0,0 1 0 0 0,0-1 1 0 0,0 0-1 0 0,-1 0 0 0 0,1 0 0 0 0,-1-1 1 0 0,0 0-1 0 0,0 0 0 0 0,-8 4 1 0 0,-37 8-1234 0 0,9-11 1885 0 0,32-4 717 0 0,1 0 0 0 0,-1 1 0 0 0,0 0 0 0 0,1 1 0 0 0,0 0 0 0 0,-1 0-1 0 0,-10 5 1 0 0,18-7-334 0 0,1 0-1 0 0,-1 0 0 0 0,0 1 1 0 0,0-1-1 0 0,0 0 0 0 0,1 1 1 0 0,-1-1-1 0 0,0 1 0 0 0,1-1 0 0 0,-1 1 1 0 0,0-1-1 0 0,1 1 0 0 0,-1 0 1 0 0,1-1-1 0 0,-1 1 0 0 0,1 0 1 0 0,-1-1-1 0 0,1 1 0 0 0,-1 0 1 0 0,1 0-1 0 0,0-1 0 0 0,-1 1 1 0 0,1 0-1 0 0,0 0 0 0 0,0 0 1 0 0,-1-1-1 0 0,1 1 0 0 0,0 0 1 0 0,0 0-1 0 0,0 0 0 0 0,0 0 0 0 0,0 0 1 0 0,0-1-1 0 0,1 2 0 0 0,0-1-20 0 0,-1 0 0 0 0,1 0-1 0 0,0-1 1 0 0,0 1 0 0 0,0 0-1 0 0,0-1 1 0 0,0 1 0 0 0,0-1 0 0 0,0 1-1 0 0,0-1 1 0 0,0 1 0 0 0,0-1-1 0 0,0 0 1 0 0,0 0 0 0 0,0 1-1 0 0,0-1 1 0 0,0 0 0 0 0,0 0-1 0 0,0 0 1 0 0,0 0 0 0 0,0 0-1 0 0,0 0 1 0 0,1-1 0 0 0,-1 1-1 0 0,0 0 1 0 0,2-1 0 0 0,29-10 581 0 0,0-1 0 0 0,-1-1 0 0 0,-1-2 1 0 0,50-32-1 0 0,-49 28-1604 0 0,1 0 0 0 0,2 2 1 0 0,59-22-1 0 0,-66 30-2253 0 0,-20 6 1063 0 0,0 0 0 0 0,0 1 0 0 0,0 0 0 0 0,0 0 0 0 0,14-1 0 0 0,-18 4-222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4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20 3265 0 0,'-5'3'313'0'0,"1"1"1"0"0,1-1-1 0 0,-1 1 1 0 0,0 0-1 0 0,1 0 1 0 0,0 0-1 0 0,0 0 1 0 0,0 1-1 0 0,0-1 1 0 0,1 1-1 0 0,0 0 1 0 0,0 0-1 0 0,0-1 1 0 0,0 1 0 0 0,1 1-1 0 0,0-1 1 0 0,0 0-1 0 0,0 0 1 0 0,1 0-1 0 0,0 0 1 0 0,0 1-1 0 0,0-1 1 0 0,0 0-1 0 0,1 0 1 0 0,0 0-1 0 0,0 1 1 0 0,1-1-1 0 0,-1 0 1 0 0,3 4-1 0 0,-1-4-210 0 0,-1 0 0 0 0,1 0 0 0 0,1 0 0 0 0,-1-1 0 0 0,1 1 0 0 0,-1-1 0 0 0,1 0 0 0 0,1 0 0 0 0,-1-1 0 0 0,0 1 0 0 0,1-1 0 0 0,0 0 0 0 0,0 0 0 0 0,0 0 0 0 0,0-1 0 0 0,0 0 0 0 0,0 0 0 0 0,1 0 0 0 0,-1 0 0 0 0,1-1 0 0 0,-1 0 0 0 0,1 0 0 0 0,-1-1 0 0 0,1 0 0 0 0,0 1 0 0 0,10-3 0 0 0,-7 0 108 0 0,0 0-1 0 0,0 0 0 0 0,0-1 0 0 0,-1-1 1 0 0,1 1-1 0 0,-1-1 0 0 0,0-1 0 0 0,0 0 1 0 0,0 0-1 0 0,-1 0 0 0 0,0-1 0 0 0,11-10 1 0 0,-14 12-108 0 0,0 0 0 0 0,0 0 0 0 0,0 0 0 0 0,-1 0 0 0 0,0-1 1 0 0,0 1-1 0 0,0-1 0 0 0,0 0 0 0 0,0 0 0 0 0,-1 0 1 0 0,0 0-1 0 0,0 0 0 0 0,-1 0 0 0 0,1 0 0 0 0,-1-1 0 0 0,0 1 1 0 0,-1-1-1 0 0,1 1 0 0 0,-1-1 0 0 0,0 1 0 0 0,-1-1 1 0 0,-1-7-1 0 0,1 9-61 0 0,0 1 0 0 0,-1 0 0 0 0,0 0 0 0 0,0 0 0 0 0,0 0 0 0 0,0 0 0 0 0,0 0 0 0 0,-1 1 0 0 0,1-1 0 0 0,-1 1 0 0 0,0 0 0 0 0,0-1 0 0 0,0 1 1 0 0,0 0-1 0 0,0 1 0 0 0,0-1 0 0 0,0 0 0 0 0,0 1 0 0 0,-1 0 0 0 0,1 0 0 0 0,-1 0 0 0 0,1 0 0 0 0,-1 0 0 0 0,1 1 0 0 0,-7 0 0 0 0,1-1-203 0 0,0 1 0 0 0,0 0 0 0 0,0 0 0 0 0,1 1 0 0 0,-1 0 0 0 0,0 1 0 0 0,0 0-1 0 0,1 0 1 0 0,-11 5 0 0 0,4 0-857 0 0,1 1 0 0 0,1 0 0 0 0,-1 1 0 0 0,1 0 0 0 0,-16 16 0 0 0,23-19-241 0 0,1-1 1 0 0,0 1 0 0 0,0 0-1 0 0,0 0 1 0 0,1 1 0 0 0,0-1-1 0 0,-6 14 1 0 0,9-16-160 0 0,5-2-485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5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32 2601 0 0,'-5'-31'6746'0'0,"0"34"-2820"0"0,-2 17-2637 0 0,-3 32-570 0 0,3-1-1 0 0,-2 71 1 0 0,8-46-2606 0 0,1 0-3498 0 0,0-43 1555 0 0,-2-46 12 0 0,2-1 2468 0 0</inkml:trace>
  <inkml:trace contextRef="#ctx0" brushRef="#br0" timeOffset="1">46 145 2369 0 0,'4'-8'8717'0'0,"-2"21"-4864"0"0,5 22-1974 0 0,-1-23-1715 0 0,1 0 1 0 0,1 0-1 0 0,0-1 0 0 0,0 0 0 0 0,1-1 0 0 0,1 0 0 0 0,-1 0 1 0 0,16 11-1 0 0,-16-14-579 0 0,1-1 0 0 0,-1 0 0 0 0,1-1 0 0 0,16 7 0 0 0,-20-9-381 0 0,1-1 1 0 0,0 0 0 0 0,0 0 0 0 0,0-1 0 0 0,1 0 0 0 0,-1 0 0 0 0,11-1-1 0 0,-16 0 533 0 0,-1 1-1 0 0,1-1 0 0 0,-1-1 1 0 0,0 1-1 0 0,1 0 0 0 0,-1 0 1 0 0,0 0-1 0 0,1-1 0 0 0,-1 1 1 0 0,0-1-1 0 0,1 1 0 0 0,-1-1 1 0 0,0 1-1 0 0,0-1 0 0 0,1 0 1 0 0,-1 0-1 0 0,0 0 0 0 0,0 1 0 0 0,0-1 1 0 0,0 0-1 0 0,0 0 0 0 0,0 0 1 0 0,0-1-1 0 0,0 0 0 0 0,5-8-2227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5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 1632 0 0,'-1'0'98'0'0,"0"-1"-1"0"0,1 1 0 0 0,-1 0 1 0 0,0 0-1 0 0,1-1 1 0 0,-1 1-1 0 0,0 0 0 0 0,1 0 1 0 0,-1 0-1 0 0,0 0 0 0 0,0 0 1 0 0,1 0-1 0 0,-1 0 1 0 0,0 0-1 0 0,1 0 0 0 0,-1 1 1 0 0,0-1-1 0 0,1 0 0 0 0,-1 0 1 0 0,0 0-1 0 0,1 1 1 0 0,-1-1-1 0 0,0 0 0 0 0,1 1 1 0 0,-1-1-1 0 0,1 1 0 0 0,-1-1 1 0 0,1 1-1 0 0,-1-1 1 0 0,1 1-1 0 0,-1-1 0 0 0,1 1 1 0 0,-1-1-1 0 0,1 1 0 0 0,0 0 1 0 0,-1-1-1 0 0,1 1 1 0 0,0-1-1 0 0,0 1 0 0 0,-1 0 1 0 0,1-1-1 0 0,0 1 0 0 0,0 0 1 0 0,0 0-1 0 0,0-1 1 0 0,0 1-1 0 0,0 0 0 0 0,0 1 1 0 0,-5 37 2327 0 0,6 37-122 0 0,14 91 0 0 0,-9-128-4055 0 0,2 0 1 0 0,13 40-1 0 0,-20-75 1377 0 0,17 33-4392 0 0,-11-30 2465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6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113 106 4225 0 0,'-5'1'494'0'0,"1"-1"-1"0"0,-1 2 1 0 0,1-1-1 0 0,-1 0 1 0 0,1 1 0 0 0,0 0-1 0 0,0 0 1 0 0,0 0-1 0 0,0 1 1 0 0,0-1 0 0 0,0 1-1 0 0,1 0 1 0 0,-1 0-1 0 0,1 0 1 0 0,-4 5 0 0 0,2-1-244 0 0,1-1 0 0 0,-1 1 0 0 0,1 0 0 0 0,1 1 1 0 0,-1-1-1 0 0,1 1 0 0 0,0-1 0 0 0,-1 11 0 0 0,0-4-247 0 0,2 1 1 0 0,0-1-1 0 0,1 1 0 0 0,0-1 0 0 0,1 1 0 0 0,1-1 0 0 0,1 1 0 0 0,0-1 1 0 0,5 22-1 0 0,-6-33-17 0 0,-1 0 0 0 0,1 0 0 0 0,0-1 0 0 0,0 1 0 0 0,0 0 0 0 0,0-1 0 0 0,0 1-1 0 0,1-1 1 0 0,-1 1 0 0 0,1-1 0 0 0,-1 0 0 0 0,1 0 0 0 0,0 0 0 0 0,0 0 0 0 0,0 0 0 0 0,0 0 0 0 0,0 0 0 0 0,1 0 0 0 0,-1-1 0 0 0,1 1 0 0 0,-1-1 0 0 0,1 0 0 0 0,-1 0 0 0 0,1 0 0 0 0,0 0 0 0 0,-1 0 0 0 0,1 0 0 0 0,0-1 0 0 0,0 1 0 0 0,-1-1 0 0 0,1 0 0 0 0,5 0 0 0 0,-3-1-10 0 0,-1 0-1 0 0,1-1 1 0 0,-1 0 0 0 0,1 1 0 0 0,-1-1 0 0 0,0-1 0 0 0,0 1 0 0 0,0-1 0 0 0,0 1-1 0 0,0-1 1 0 0,0-1 0 0 0,-1 1 0 0 0,0 0 0 0 0,1-1 0 0 0,-1 1 0 0 0,0-1-1 0 0,-1 0 1 0 0,5-7 0 0 0,-2 0-29 0 0,0-1 0 0 0,-1 1 1 0 0,0-1-1 0 0,0 0 0 0 0,-2 1 0 0 0,1-2 0 0 0,-1 1 0 0 0,-1 0 0 0 0,0 0 0 0 0,-2-14 0 0 0,1 20 138 0 0,0-1 0 0 0,-1 1-1 0 0,1 0 1 0 0,-1-1-1 0 0,-1 1 1 0 0,1 0-1 0 0,-1 0 1 0 0,0 0 0 0 0,-1 0-1 0 0,0 0 1 0 0,0 1-1 0 0,0-1 1 0 0,0 1 0 0 0,-1-1-1 0 0,0 1 1 0 0,0 1-1 0 0,0-1 1 0 0,0 0-1 0 0,-1 1 1 0 0,0 0 0 0 0,-5-4-1 0 0,8 7 77 0 0,0 0 0 0 0,-1 1 0 0 0,1-1 0 0 0,0 0 0 0 0,0 1 0 0 0,-1-1 0 0 0,1 1 0 0 0,0-1 0 0 0,0 1 0 0 0,-1 0 0 0 0,1 0 0 0 0,-3 1 0 0 0,4-1-115 0 0,0 0 1 0 0,1 0 0 0 0,-1 0-1 0 0,0 0 1 0 0,0 0 0 0 0,1 0-1 0 0,-1 1 1 0 0,0-1-1 0 0,1 0 1 0 0,-1 1 0 0 0,0-1-1 0 0,1 0 1 0 0,-1 1 0 0 0,1-1-1 0 0,-1 1 1 0 0,1-1 0 0 0,-1 1-1 0 0,1-1 1 0 0,-1 1 0 0 0,1-1-1 0 0,-1 1 1 0 0,1 0-1 0 0,0-1 1 0 0,-1 1 0 0 0,1-1-1 0 0,0 1 1 0 0,-1 0 0 0 0,1-1-1 0 0,0 1 1 0 0,0 0 0 0 0,0 0-1 0 0,0-1 1 0 0,0 1 0 0 0,0 0-1 0 0,0-1 1 0 0,0 1-1 0 0,0 0 1 0 0,0 0 0 0 0,0-1-1 0 0,0 2 1 0 0,0-2-40 0 0,0 1 0 0 0,0-1-1 0 0,1 0 1 0 0,-1 0 0 0 0,0 1 0 0 0,0-1-1 0 0,0 0 1 0 0,0 1 0 0 0,0-1 0 0 0,0 0 0 0 0,1 0-1 0 0,-1 1 1 0 0,0-1 0 0 0,0 0 0 0 0,0 0-1 0 0,1 1 1 0 0,-1-1 0 0 0,0 0 0 0 0,0 0 0 0 0,1 0-1 0 0,-1 0 1 0 0,0 1 0 0 0,1-1 0 0 0,-1 0-1 0 0,0 0 1 0 0,1 0 0 0 0,-1 0 0 0 0,0 0 0 0 0,0 0-1 0 0,1 0 1 0 0,-1 0 0 0 0,0 0 0 0 0,1 0 0 0 0,-1 0-1 0 0,0 0 1 0 0,1 0 0 0 0,0 0 0 0 0,15-7 61 0 0,14-14-15 0 0,-30 20-37 0 0,39-35 142 0 0,-30 26 112 0 0,1 1 0 0 0,0 0-1 0 0,0 0 1 0 0,1 1 0 0 0,0 0 0 0 0,17-9 0 0 0,-27 17-208 0 0,0 0 0 0 0,0 0 0 0 0,0 0 0 0 0,0 0 0 0 0,0 0 0 0 0,0 0 0 0 0,0 0 0 0 0,0 0 0 0 0,0 0 0 0 0,0 0 0 0 0,0 1 0 0 0,0-1 0 0 0,0 0 0 0 0,0 1 0 0 0,0-1 0 0 0,0 1 0 0 0,0-1 0 0 0,0 1 0 0 0,0-1 0 0 0,-1 1 0 0 0,1 0 0 0 0,0-1 0 0 0,0 1 0 0 0,-1 0 0 0 0,1 0 0 0 0,0-1 0 0 0,-1 1 0 0 0,1 0 0 0 0,-1 0 0 0 0,1 0-1 0 0,-1 0 1 0 0,1 0 0 0 0,-1 0 0 0 0,0 0 0 0 0,0 0 0 0 0,1 0 0 0 0,-1 2 0 0 0,11 46 815 0 0,-9-40-754 0 0,18 194 518 0 0,-17-147-2092 0 0,2 0 0 0 0,22 98-1 0 0,-15-122-3173 0 0,-3-27-232 0 0,0-21 610 0 0,0-27 510 0 0,5 20 1239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6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19 2272 0 0,'-1'-1'343'0'0,"0"-1"0"0"0,0 1 0 0 0,0 0 0 0 0,0 0-1 0 0,0-1 1 0 0,0 1 0 0 0,0 0 0 0 0,-1 0 0 0 0,1 0-1 0 0,0 0 1 0 0,-1 0 0 0 0,1 1 0 0 0,-1-1-1 0 0,1 0 1 0 0,-1 1 0 0 0,1-1 0 0 0,-1 1 0 0 0,1-1-1 0 0,-1 1 1 0 0,0 0 0 0 0,-2-1 0 0 0,3 3-53 0 0,0 0 0 0 0,0 0 0 0 0,0 0-1 0 0,0-1 1 0 0,0 1 0 0 0,0 0 0 0 0,1 0 0 0 0,-1 0 0 0 0,1 0 0 0 0,-1 0 0 0 0,1 0 0 0 0,0 0 0 0 0,-1 1 0 0 0,1-1 0 0 0,0 0 0 0 0,1 0 0 0 0,0 4 0 0 0,8 137 4120 0 0,28 75-2804 0 0,-20-127-1584 0 0,-15-80-193 0 0,14 96-826 0 0,-11-36-5258 0 0,-5-71 6102 0 0,0 1-1 0 0,0-1 1 0 0,1 0-1 0 0,-1 1 1 0 0,0-1-1 0 0,0 0 0 0 0,0 1 1 0 0,0-1-1 0 0,0 0 1 0 0,0 1-1 0 0,0-1 1 0 0,0 1-1 0 0,0-1 1 0 0,0 0-1 0 0,0 1 0 0 0,0-1 1 0 0,0 0-1 0 0,0 1 1 0 0,0-1-1 0 0,0 0 1 0 0,-1 1-1 0 0,1-1 1 0 0,0 0-1 0 0,0 1 1 0 0,0-1-1 0 0,0 0 0 0 0,-1 1 1 0 0,1-1-1 0 0,0 0 1 0 0,0 0-1 0 0,-1 1 1 0 0,1-1-1 0 0,0 0 1 0 0,0 0-1 0 0,-1 1 0 0 0,1-1 1 0 0,0 0-1 0 0,-1 0 1 0 0,1 0-1 0 0,0 0 1 0 0,-1 0-1 0 0,1 1 1 0 0,0-1-1 0 0,-1 0 1 0 0,1 0-1 0 0,0 0 0 0 0,-1 0 1 0 0,1 0-1 0 0,-1 0 1 0 0,1 0-1 0 0,0 0 1 0 0,-1 0-1 0 0,1 0 1 0 0,0 0-1 0 0,-1-1 0 0 0,1 1 1 0 0,-1 0-1 0 0,-5-5-3420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82 1368 0 0,'-2'-8'181'0'0,"-1"-1"958"0"0,0 0 1 0 0,0 1 0 0 0,-1 0 0 0 0,0-1 0 0 0,-7-10 0 0 0,10 18-930 0 0,1 0 0 0 0,-1 0 0 0 0,0 0 0 0 0,0 0 0 0 0,0 1 0 0 0,1-1 0 0 0,-1 0 0 0 0,0 1 0 0 0,0-1 0 0 0,0 0 0 0 0,0 1-1 0 0,0-1 1 0 0,0 1 0 0 0,0 0 0 0 0,0-1 0 0 0,0 1 0 0 0,0 0 0 0 0,0-1 0 0 0,-1 1 0 0 0,1 0 0 0 0,-1 0 0 0 0,0 1-9 0 0,0-1 0 0 0,0 1 0 0 0,0 0 0 0 0,1 0 0 0 0,-1-1 0 0 0,0 1 0 0 0,1 0 1 0 0,-1 1-1 0 0,0-1 0 0 0,1 0 0 0 0,-1 0 0 0 0,1 1 0 0 0,0-1 0 0 0,-1 1 0 0 0,1-1 0 0 0,-2 4 0 0 0,-8 11 159 0 0,1 2 1 0 0,0-1-1 0 0,1 1 1 0 0,1 1-1 0 0,1 0 1 0 0,-9 34-1 0 0,6-10-254 0 0,2 0 0 0 0,-2 45-1 0 0,9-71-354 0 0,1 1 0 0 0,0 0 0 0 0,2-1 0 0 0,0 1 0 0 0,0-1 0 0 0,2 0-1 0 0,10 31 1 0 0,-12-43-87 0 0,0 0-1 0 0,0 0 1 0 0,1-1-1 0 0,-1 1 1 0 0,1-1-1 0 0,0 1 1 0 0,1-1-1 0 0,-1 0 1 0 0,1 0-1 0 0,0-1 1 0 0,0 1-1 0 0,0-1 1 0 0,4 3-1 0 0,-4-4-108 0 0,0 0 0 0 0,0 0 0 0 0,0-1 0 0 0,0 0 0 0 0,1 0 0 0 0,-1 0 0 0 0,0 0 0 0 0,0-1 0 0 0,1 0 0 0 0,-1 0 0 0 0,0 0 0 0 0,1 0 0 0 0,-1 0 0 0 0,0-1 0 0 0,0 0 0 0 0,1 0 0 0 0,-1 0 0 0 0,5-3 0 0 0,18-6-2589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1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66 4737 0 0,'-1'-2'366'0'0,"-1"1"0"0"0,1 0 1 0 0,-1-1-1 0 0,1 1 0 0 0,-1 0 0 0 0,1 0 0 0 0,-1 0 0 0 0,1 0 1 0 0,-1 0-1 0 0,0 0 0 0 0,0 1 0 0 0,1-1 0 0 0,-3 0 0 0 0,3 1-229 0 0,0 0-1 0 0,1 0 0 0 0,-1 0 0 0 0,0 0 0 0 0,0 0 0 0 0,1 0 1 0 0,-1 1-1 0 0,0-1 0 0 0,0 0 0 0 0,1 0 0 0 0,-1 1 0 0 0,0-1 1 0 0,1 0-1 0 0,-1 1 0 0 0,0-1 0 0 0,1 1 0 0 0,-1-1 0 0 0,1 1 1 0 0,-1-1-1 0 0,1 1 0 0 0,-1-1 0 0 0,0 2 0 0 0,-2 3 200 0 0,0 1-1 0 0,1 0 0 0 0,0-1 1 0 0,0 1-1 0 0,0 0 0 0 0,-1 9 1 0 0,0-3-194 0 0,-54 283 2623 0 0,29-96-5113 0 0,28-172-799 0 0,11-41-1810 0 0,-2-14 4653 0 0,-1 0 0 0 0,-1-1-1 0 0,-1 0 1 0 0,3-48 0 0 0,-6-53 5379 0 0,11 142-1042 0 0,18 27-3276 0 0,-21-24-735 0 0,1-1 0 0 0,1-1 0 0 0,0 0 0 0 0,0-1-1 0 0,19 13 1 0 0,-27-21-230 0 0,0-1-1 0 0,0 0 1 0 0,0-1-1 0 0,0 1 1 0 0,1-1-1 0 0,-1 0 1 0 0,1 0-1 0 0,0-1 1 0 0,7 2-1 0 0,-10-3-75 0 0,0 0 0 0 0,0 0 0 0 0,0 0 0 0 0,0-1 1 0 0,0 1-1 0 0,0-1 0 0 0,0 1 0 0 0,-1-1 0 0 0,1 0 0 0 0,0 0 0 0 0,0 0 0 0 0,0-1 0 0 0,-1 1 0 0 0,1-1 0 0 0,-1 1 1 0 0,1-1-1 0 0,-1 0 0 0 0,5-4 0 0 0,-3 1-101 0 0,0-1 0 0 0,-1 1 1 0 0,1-1-1 0 0,-1 0 0 0 0,0 0 0 0 0,-1-1 1 0 0,1 1-1 0 0,-1 0 0 0 0,-1-1 1 0 0,1 1-1 0 0,-1-1 0 0 0,0 0 0 0 0,0-8 1 0 0,0-8 126 0 0,-1-1 1 0 0,-4-33-1 0 0,3 42 705 0 0,-1-1-1 0 0,-1 0 1 0 0,0 1 0 0 0,-1-1-1 0 0,-1 1 1 0 0,0 0 0 0 0,-1 0-1 0 0,0 1 1 0 0,-17-26 0 0 0,17 39 1580 0 0,2 11-1027 0 0,3 13-128 0 0,6 59-340 0 0,5 0 0 0 0,2 0 0 0 0,35 116 0 0 0,-44-187-674 0 0,-20-110-3974 0 0,-2-14 5427 0 0,7 66 1266 0 0,15 49-2511 0 0,1 1-1 0 0,0-1 1 0 0,0 0 0 0 0,0 0 0 0 0,0 0 0 0 0,0-1 0 0 0,1 1 0 0 0,-1-1 0 0 0,8 1 0 0 0,-5-2-351 0 0,-1 1 0 0 0,0-2 0 0 0,1 1 1 0 0,-1-1-1 0 0,0 0 0 0 0,0 0 0 0 0,1-1 1 0 0,-1 0-1 0 0,0 0 0 0 0,0 0 0 0 0,-1-1 1 0 0,1 0-1 0 0,-1 0 0 0 0,1 0 1 0 0,-1-1-1 0 0,0 0 0 0 0,0 0 0 0 0,0 0 1 0 0,-1 0-1 0 0,1-1 0 0 0,-1 0 0 0 0,0 0 1 0 0,3-6-1 0 0,4-5-169 0 0,-1 0 1 0 0,-1-1 0 0 0,-1 0-1 0 0,0 0 1 0 0,-1-1-1 0 0,7-30 1 0 0,-10 15 697 0 0,-4 32-159 0 0,0 0-1 0 0,0 0 0 0 0,1 1 1 0 0,-1-1-1 0 0,0 0 0 0 0,0 0 1 0 0,0 0-1 0 0,0 1 0 0 0,0-1 1 0 0,0 0-1 0 0,0 0 0 0 0,0 0 1 0 0,0 1-1 0 0,0-1 0 0 0,-1 0 1 0 0,1 0-1 0 0,0 1 0 0 0,-1-1 0 0 0,1 0 1 0 0,0 0-1 0 0,-1 1 0 0 0,1-1 1 0 0,-1 0-1 0 0,1 1 0 0 0,-1-1 1 0 0,1 1-1 0 0,-1-1 0 0 0,1 1 1 0 0,-1-1-1 0 0,1 1 0 0 0,-1-1 1 0 0,0 1-1 0 0,1-1 0 0 0,-1 1 1 0 0,0 0-1 0 0,0-1 0 0 0,0 1 1 0 0,-1 2 108 0 0,-1 1 0 0 0,1 0-1 0 0,1 0 1 0 0,-1 0 0 0 0,0 0 0 0 0,1 1 0 0 0,-1-1 0 0 0,1 0 0 0 0,0 0 0 0 0,0 1-1 0 0,1-1 1 0 0,-1 1 0 0 0,1-1 0 0 0,-1 1 0 0 0,1 3 0 0 0,-2 4 195 0 0,-17 99 1221 0 0,12-64-1462 0 0,-2 0 1 0 0,-29 88-1 0 0,45-181-2347 0 0,-2 25 2084 0 0,-3 12 148 0 0,0-1 1 0 0,1 1-1 0 0,1 0 0 0 0,5-12 1 0 0,-8 20 56 0 0,0-1 1 0 0,0 1 0 0 0,0 0 0 0 0,1 1 0 0 0,-1-1 0 0 0,1 0 0 0 0,-1 0-1 0 0,1 1 1 0 0,0-1 0 0 0,-1 1 0 0 0,1-1 0 0 0,0 1 0 0 0,0 0 0 0 0,0-1-1 0 0,0 1 1 0 0,0 0 0 0 0,1 1 0 0 0,-1-1 0 0 0,0 0 0 0 0,0 0 0 0 0,1 1-1 0 0,-1 0 1 0 0,0-1 0 0 0,4 1 0 0 0,3 0-199 0 0,0-1 0 0 0,0 0 0 0 0,0 0 0 0 0,0-1 0 0 0,14-5 0 0 0,-12 3-543 0 0,-1 0 0 0 0,0-1-1 0 0,0-1 1 0 0,0 1 0 0 0,-1-2 0 0 0,0 1-1 0 0,12-12 1 0 0,-12 9-19 0 0,0 0 0 0 0,-1-1 0 0 0,0 0 0 0 0,0-1 0 0 0,-1 0 1 0 0,7-14-1 0 0,-9 15 739 0 0,-1-1 0 0 0,0 0 0 0 0,6-22 0 0 0,-13-7 853 0 0,3 39-761 0 0,0-1 0 0 0,0 1 0 0 0,-1 0 0 0 0,1 0 1 0 0,0-1-1 0 0,-1 1 0 0 0,1 0 0 0 0,-1 0 0 0 0,1 0 0 0 0,-1 0 1 0 0,0-1-1 0 0,1 1 0 0 0,-1 0 0 0 0,0 0 0 0 0,0 0 1 0 0,0 0-1 0 0,0 1 0 0 0,0-1 0 0 0,0 0 0 0 0,0 0 0 0 0,0 1 1 0 0,0-1-1 0 0,0 0 0 0 0,0 1 0 0 0,0-1 0 0 0,-1 1 0 0 0,-1-1 1 0 0,2 2-70 0 0,0 0 1 0 0,0-1 0 0 0,1 1 0 0 0,-1 0 0 0 0,0 1 0 0 0,1-1 0 0 0,-1 0-1 0 0,1 0 1 0 0,-1 0 0 0 0,1 0 0 0 0,0 0 0 0 0,-1 0 0 0 0,1 1 0 0 0,0-1-1 0 0,0 0 1 0 0,0 0 0 0 0,0 0 0 0 0,0 1 0 0 0,0-1 0 0 0,0 0-1 0 0,0 3 1 0 0,2 28 432 0 0,7 26-303 0 0,4 47-918 0 0,-14-37-2736 0 0,1-67 3240 0 0,-1 1-1 0 0,1-1 1 0 0,0 1-1 0 0,0-1 1 0 0,-1 0-1 0 0,1 1 1 0 0,-1-1-1 0 0,1 0 1 0 0,-1 1-1 0 0,1-1 1 0 0,-1 0-1 0 0,0 0 1 0 0,0 0-1 0 0,1 1 0 0 0,-1-1 1 0 0,0 0-1 0 0,-2 2 1 0 0,-5 1-1849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1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1 171 2721 0 0,'5'-2'578'0'0,"0"0"0"0"0,0 0 1 0 0,0-1-1 0 0,0 0 0 0 0,0 0 1 0 0,-1 0-1 0 0,1-1 0 0 0,-1 1 1 0 0,0-1-1 0 0,0 0 0 0 0,7-9 1 0 0,6-5 973 0 0,-4 6-966 0 0,1 0-1 0 0,1 1 0 0 0,0 0 1 0 0,0 1-1 0 0,1 0 1 0 0,1 2-1 0 0,-1 0 1 0 0,35-11-1 0 0,-51 19-573 0 0,1 0 1 0 0,-1-1-1 0 0,1 1 0 0 0,-1 0 0 0 0,1 0 1 0 0,-1 0-1 0 0,1 0 0 0 0,-1 0 0 0 0,1 0 1 0 0,0 0-1 0 0,-1 0 0 0 0,1 0 0 0 0,-1 0 1 0 0,1 1-1 0 0,-1-1 0 0 0,1 0 0 0 0,-1 0 1 0 0,1 0-1 0 0,-1 1 0 0 0,0-1 0 0 0,1 0 1 0 0,-1 1-1 0 0,1-1 0 0 0,-1 0 0 0 0,1 1 1 0 0,-1-1-1 0 0,0 0 0 0 0,1 1 0 0 0,-1-1 1 0 0,0 1-1 0 0,1-1 0 0 0,-1 0 0 0 0,0 1 1 0 0,0-1-1 0 0,1 2 0 0 0,-3 22-45 0 0,-18 26-721 0 0,20-49 693 0 0,-18 32-663 0 0,12-24 551 0 0,1 0 1 0 0,0 1 0 0 0,1-1-1 0 0,-1 1 1 0 0,2 0 0 0 0,0 0-1 0 0,0 0 1 0 0,0 0 0 0 0,1 1-1 0 0,0 14 1 0 0,2-24 171 0 0,0 0-1 0 0,0 0 1 0 0,0-1 0 0 0,0 1 0 0 0,0 0 0 0 0,0-1-1 0 0,0 1 1 0 0,1 0 0 0 0,-1 0 0 0 0,0-1 0 0 0,1 1-1 0 0,-1-1 1 0 0,0 1 0 0 0,1 0 0 0 0,-1-1 0 0 0,1 1-1 0 0,-1-1 1 0 0,1 1 0 0 0,-1-1 0 0 0,1 1 0 0 0,-1-1-1 0 0,1 1 1 0 0,-1-1 0 0 0,1 0 0 0 0,0 1-1 0 0,-1-1 1 0 0,1 0 0 0 0,0 1 0 0 0,-1-1 0 0 0,2 0-1 0 0,26-4 537 0 0,24-22 675 0 0,-26 4-952 0 0,0 0 1 0 0,-2-2 0 0 0,41-49-1 0 0,-12 12-6591 0 0,-53 60 6120 0 0,1 1-1 0 0,-1-1 0 0 0,1 0 1 0 0,0 0-1 0 0,-1 1 1 0 0,0-1-1 0 0,1 0 0 0 0,-1 0 1 0 0,0 0-1 0 0,1 1 0 0 0,-1-1 1 0 0,0 0-1 0 0,0 0 0 0 0,1 0 1 0 0,-1 0-1 0 0,0 0 0 0 0,0 0 1 0 0,0 0-1 0 0,0 0 0 0 0,0 1 1 0 0,-1-3-1 0 0,1-1-633 0 0,1-1-2437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2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0 5153 0 0,'-10'3'913'0'0,"0"1"0"0"0,0 0 0 0 0,0 1 0 0 0,1 0 0 0 0,-17 12-1 0 0,20-12-873 0 0,0 0 0 0 0,1 1-1 0 0,0-1 1 0 0,0 1-1 0 0,1 0 1 0 0,-1 0-1 0 0,1 1 1 0 0,1-1 0 0 0,-1 1-1 0 0,1 0 1 0 0,0 0-1 0 0,1 0 1 0 0,0 1-1 0 0,-2 10 1 0 0,1-3-22 0 0,0 1 0 0 0,2 0 1 0 0,0 0-1 0 0,0 0 0 0 0,4 25 0 0 0,-3-37-7 0 0,1 0-1 0 0,0 0 1 0 0,0 0 0 0 0,0 0 0 0 0,0-1-1 0 0,1 1 1 0 0,-1 0 0 0 0,1-1-1 0 0,0 1 1 0 0,0-1 0 0 0,1 1 0 0 0,2 3-1 0 0,-3-6 4 0 0,0 1 0 0 0,-1-1-1 0 0,1 0 1 0 0,0 0 0 0 0,0 0-1 0 0,0 0 1 0 0,0 0 0 0 0,0 0-1 0 0,0 0 1 0 0,0-1 0 0 0,1 1-1 0 0,-1-1 1 0 0,0 1 0 0 0,0-1-1 0 0,0 0 1 0 0,1 0 0 0 0,-1 0-1 0 0,0 0 1 0 0,0 0 0 0 0,1-1-1 0 0,-1 1 1 0 0,0-1 0 0 0,4-1 0 0 0,2-1 50 0 0,0-1 1 0 0,0 0 0 0 0,-1 0 0 0 0,0-1-1 0 0,1 0 1 0 0,-2 0 0 0 0,1-1 0 0 0,-1 0 0 0 0,1 0-1 0 0,-2 0 1 0 0,1-1 0 0 0,-1 0 0 0 0,0 0 0 0 0,5-8-1 0 0,-2 0 11 0 0,0 1 0 0 0,-1-1 0 0 0,0 0 0 0 0,-1-1 0 0 0,-1 1-1 0 0,5-26 1 0 0,-9 36-123 0 0,-1 0 0 0 0,1 0 1 0 0,-1 0-1 0 0,0-1 0 0 0,-1 1 0 0 0,1 0 0 0 0,-1 0 0 0 0,0 0 0 0 0,0 0 0 0 0,-1 0 1 0 0,0 0-1 0 0,1 0 0 0 0,-2 0 0 0 0,-3-6 0 0 0,5 10-6 0 0,1 0-1 0 0,-2-1 1 0 0,1 1-1 0 0,0 0 1 0 0,0 0-1 0 0,0 0 1 0 0,0 0-1 0 0,-1 0 1 0 0,1 0-1 0 0,-1 0 1 0 0,1 0-1 0 0,0 0 1 0 0,-1 0-1 0 0,0 1 1 0 0,1-1 0 0 0,-1 1-1 0 0,1-1 1 0 0,-4 1-1 0 0,2 0-12 0 0,1 0-1 0 0,-1 0 1 0 0,1 1-1 0 0,0-1 1 0 0,-1 1-1 0 0,1 0 1 0 0,-1 0-1 0 0,1 0 1 0 0,0 0-1 0 0,-1 0 1 0 0,1 0-1 0 0,0 1 1 0 0,0-1-1 0 0,0 1 1 0 0,0-1-1 0 0,-2 3 1 0 0,-1 1 116 0 0,0 0 0 0 0,0 0-1 0 0,0 0 1 0 0,1 0 0 0 0,0 1 0 0 0,0 0 0 0 0,0 0 0 0 0,1 0-1 0 0,0 0 1 0 0,0 1 0 0 0,1-1 0 0 0,-1 1 0 0 0,1-1 0 0 0,1 1-1 0 0,-1 0 1 0 0,1 0 0 0 0,0 0 0 0 0,1 0 0 0 0,0 0 0 0 0,1 13-1 0 0,3 3 657 0 0,1 0-1 0 0,1 0 1 0 0,1 0-1 0 0,18 37 0 0 0,-14-34-392 0 0,-9-22-326 0 0,-1-1 0 0 0,1 1 1 0 0,-1 0-1 0 0,0 0 0 0 0,0 1 1 0 0,-1-1-1 0 0,1 0 0 0 0,-1 0 1 0 0,1 0-1 0 0,-2 0 0 0 0,1 1 1 0 0,0-1-1 0 0,-1 0 1 0 0,1 0-1 0 0,-1 0 0 0 0,0 0 1 0 0,-1 0-1 0 0,1 0 0 0 0,-3 4 1 0 0,1-3-170 0 0,0 0 1 0 0,-1-1 0 0 0,1 1 0 0 0,-1-1 0 0 0,0 0 0 0 0,-1 0-1 0 0,1-1 1 0 0,-1 1 0 0 0,1-1 0 0 0,-1 0 0 0 0,0 0-1 0 0,-9 3 1 0 0,2-1 58 0 0,0 0 0 0 0,0-2 0 0 0,-1 1 0 0 0,0-2 0 0 0,1 1 0 0 0,-1-2 0 0 0,0 0 0 0 0,0 0 0 0 0,0-1 0 0 0,0-1 0 0 0,-24-4 0 0 0,26 2 2739 0 0,23 5-1015 0 0,48 7 186 0 0,-42-11-1562 0 0,0 1 0 0 0,0-2 1 0 0,0 0-1 0 0,-1-1 0 0 0,1-1 1 0 0,21-10-1 0 0,-21 7-709 0 0,0-1-1 0 0,0-1 1 0 0,-1-1 0 0 0,0 0-1 0 0,18-17 1 0 0,-16 11-534 0 0,-1-1-1 0 0,0-1 1 0 0,-2-1-1 0 0,0 0 0 0 0,-2-1 1 0 0,0-1-1 0 0,-1 0 1 0 0,-1-1-1 0 0,13-38 1 0 0,-24 59 1025 0 0,0 1 0 0 0,0-1-1 0 0,0 0 1 0 0,-1 0 0 0 0,1 0 0 0 0,-1 0 0 0 0,1 0 0 0 0,-1 1 0 0 0,0-1 0 0 0,1 0-1 0 0,-1 0 1 0 0,0 0 0 0 0,-1 0 0 0 0,1 0 0 0 0,0 0 0 0 0,0 0 0 0 0,-1 0 0 0 0,1 0-1 0 0,-1 0 1 0 0,0 1 0 0 0,1-1 0 0 0,-1 0 0 0 0,0 0 0 0 0,0 1 0 0 0,0-1 0 0 0,0 0-1 0 0,-2-1 1 0 0,0 1 133 0 0,0 1 0 0 0,0-1-1 0 0,0 1 1 0 0,0 0-1 0 0,0 0 1 0 0,0 0-1 0 0,0 0 1 0 0,0 1 0 0 0,0-1-1 0 0,-1 1 1 0 0,1 0-1 0 0,0-1 1 0 0,0 2-1 0 0,0-1 1 0 0,-7 1 0 0 0,9 0-92 0 0,0-1 0 0 0,0 0 0 0 0,0 1 0 0 0,1-1 0 0 0,-1 1 0 0 0,0-1 0 0 0,0 1 0 0 0,0-1 0 0 0,1 1 0 0 0,-1-1 0 0 0,0 1 0 0 0,1 0 1 0 0,-1 0-1 0 0,0-1 0 0 0,1 1 0 0 0,-1 0 0 0 0,1 0 0 0 0,-1 0 0 0 0,1-1 0 0 0,0 1 0 0 0,-1 0 0 0 0,1 0 0 0 0,0 0 0 0 0,0 0 0 0 0,-1 0 0 0 0,1 0 0 0 0,0 0 1 0 0,0 0-1 0 0,0 0 0 0 0,0 0 0 0 0,0 0 0 0 0,1 1 0 0 0,3 37 696 0 0,-3-30-645 0 0,5 36-133 0 0,1 0-1 0 0,2-1 1 0 0,2 0 0 0 0,18 45-1 0 0,-27-116-4618 0 0,-8-24 4315 0 0,-26-29 589 0 0,11 34 2165 0 0,35 41 994 0 0,22 1-3021 0 0,-35 4-281 0 0,12-1-251 0 0,1 0 1 0 0,-1-1 0 0 0,18-5 0 0 0,-26 6-403 0 0,-1 0 1 0 0,0-1-1 0 0,0 0 1 0 0,0 0 0 0 0,-1 0-1 0 0,1 0 1 0 0,0-1 0 0 0,6-5-1 0 0,-5-8-2327 0 0,-4 11 591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3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1 246 4337 0 0,'2'5'372'0'0,"0"1"1"0"0,1-1 0 0 0,0 0-1 0 0,0 0 1 0 0,0-1-1 0 0,0 1 1 0 0,1-1-1 0 0,0 1 1 0 0,0-1-1 0 0,0 0 1 0 0,1-1-1 0 0,-1 1 1 0 0,1-1 0 0 0,0 0-1 0 0,0 0 1 0 0,6 3-1 0 0,-6-5-218 0 0,-1 0 1 0 0,1 0-1 0 0,0 0 0 0 0,0 0 0 0 0,0-1 0 0 0,0 0 0 0 0,-1 0 1 0 0,1 0-1 0 0,0-1 0 0 0,0 0 0 0 0,0 0 0 0 0,0 0 0 0 0,-1 0 1 0 0,1-1-1 0 0,-1 1 0 0 0,1-1 0 0 0,-1-1 0 0 0,1 1 0 0 0,5-5 1 0 0,5-2-369 0 0,-2-2 1 0 0,1 1-1 0 0,-2-2 0 0 0,1 1 1 0 0,17-24-1 0 0,-19 21-941 0 0,-1-1 0 0 0,-1 0 0 0 0,0 0 0 0 0,-1 0 0 0 0,9-26 1 0 0,-15 36 864 0 0,-1 0 1 0 0,0 0-1 0 0,0 0 1 0 0,-1 0-1 0 0,1 0 1 0 0,-1 0-1 0 0,0-1 1 0 0,-2-7-1 0 0,1-3-411 0 0,6-13-1151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3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4249 0 0,'3'-4'621'0'0,"0"0"0"0"0,0 1 1 0 0,0-1-1 0 0,1 1 0 0 0,0-1 1 0 0,-1 1-1 0 0,1 0 0 0 0,0 0 0 0 0,1 1 1 0 0,-1-1-1 0 0,6-1 0 0 0,51-19 2582 0 0,-59 22-3124 0 0,-1 1-1 0 0,1-1 1 0 0,0 1 0 0 0,0-1-1 0 0,0 1 1 0 0,0 0 0 0 0,0 0-1 0 0,-1 0 1 0 0,1 0-1 0 0,0 0 1 0 0,0 0 0 0 0,0 1-1 0 0,0-1 1 0 0,0 0 0 0 0,-1 1-1 0 0,1 0 1 0 0,0-1-1 0 0,0 1 1 0 0,-1 0 0 0 0,1 0-1 0 0,0 0 1 0 0,-1 0 0 0 0,1 0-1 0 0,-1 0 1 0 0,2 2-1 0 0,-1 0 0 0 0,-1 0 0 0 0,1-1 0 0 0,-1 1 0 0 0,0 0 0 0 0,0 0-1 0 0,0 0 1 0 0,0 1 0 0 0,0-1 0 0 0,-1 0 0 0 0,1 0 0 0 0,-1 0 0 0 0,0 0-1 0 0,0 6 1 0 0,-2 9 42 0 0,-1 1 0 0 0,0-1-1 0 0,-11 34 1 0 0,-71 161-1414 0 0,56-146-415 0 0,36-86 915 0 0,-1 4 1087 0 0,0-1 0 0 0,1 1 0 0 0,1 1 0 0 0,1-1 0 0 0,13-18 0 0 0,-20 31-237 0 0,0 0 0 0 0,0-1 1 0 0,0 1-1 0 0,0 0 1 0 0,1 0-1 0 0,-1 1 0 0 0,0-1 1 0 0,1 0-1 0 0,0 1 0 0 0,-1-1 1 0 0,1 1-1 0 0,0 0 0 0 0,-1 0 1 0 0,1 0-1 0 0,0 0 0 0 0,0 1 1 0 0,0-1-1 0 0,0 1 1 0 0,0-1-1 0 0,0 1 0 0 0,0 0 1 0 0,0 0-1 0 0,0 1 0 0 0,0-1 1 0 0,0 1-1 0 0,0-1 0 0 0,-1 1 1 0 0,1 0-1 0 0,0 0 0 0 0,0 0 1 0 0,0 0-1 0 0,-1 1 1 0 0,1-1-1 0 0,-1 1 0 0 0,1 0 1 0 0,-1-1-1 0 0,0 1 0 0 0,3 3 1 0 0,-2-3 66 0 0,5 4-797 0 0,-1 0 0 0 0,1 0 1 0 0,1-1-1 0 0,12 6 1 0 0,-20-10 403 0 0,0-1 1 0 0,0 1 0 0 0,0-1-1 0 0,1 1 1 0 0,-1-1-1 0 0,0 0 1 0 0,0 1 0 0 0,1-1-1 0 0,-1 0 1 0 0,0 0 0 0 0,0 0-1 0 0,1 0 1 0 0,-1 0-1 0 0,0 0 1 0 0,1 0 0 0 0,-1 0-1 0 0,0 0 1 0 0,0-1-1 0 0,0 1 1 0 0,1 0 0 0 0,-1-1-1 0 0,0 1 1 0 0,0-1-1 0 0,0 0 1 0 0,0 1 0 0 0,0-1-1 0 0,0 0 1 0 0,0 0 0 0 0,0 1-1 0 0,0-1 1 0 0,0 0-1 0 0,0 0 1 0 0,0 0 0 0 0,0 0-1 0 0,-1 0 1 0 0,1 0-1 0 0,0-1 1 0 0,-1 1 0 0 0,1 0-1 0 0,-1 0 1 0 0,1 0 0 0 0,-1-1-1 0 0,0 0 1 0 0,3-10-2368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4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127 150 2665 0 0,'-1'0'118'0'0,"0"0"1"0"0,1 0 0 0 0,-1 0 0 0 0,0 0 0 0 0,1-1-1 0 0,-1 1 1 0 0,1 0 0 0 0,-1 0 0 0 0,0 1-1 0 0,1-1 1 0 0,-1 0 0 0 0,0 0 0 0 0,1 0 0 0 0,-1 0-1 0 0,1 0 1 0 0,-1 1 0 0 0,1-1 0 0 0,-1 0 0 0 0,0 1-1 0 0,1-1 1 0 0,-1 0 0 0 0,1 1 0 0 0,-1-1-1 0 0,1 0 1 0 0,-1 1 0 0 0,1-1 0 0 0,0 1 0 0 0,-1-1-1 0 0,1 1 1 0 0,0-1 0 0 0,-1 1 0 0 0,1-1 0 0 0,-1 2-1 0 0,2-2-48 0 0,0 1-1 0 0,-1-1 1 0 0,1 0-1 0 0,0 1 0 0 0,-1-1 1 0 0,1 0-1 0 0,0 0 1 0 0,0 0-1 0 0,-1 0 1 0 0,1 1-1 0 0,0-1 0 0 0,0 0 1 0 0,-1 0-1 0 0,1-1 1 0 0,0 1-1 0 0,0 0 0 0 0,-1 0 1 0 0,1 0-1 0 0,0 0 1 0 0,0-1-1 0 0,-1 1 0 0 0,1 0 1 0 0,0-1-1 0 0,-1 1 1 0 0,1 0-1 0 0,-1-1 1 0 0,1 1-1 0 0,0-1 0 0 0,-1 1 1 0 0,1-1-1 0 0,0 0 1 0 0,15-11 1234 0 0,-2 0 1 0 0,1-1-1 0 0,23-28 1 0 0,-25 27-346 0 0,-1 1 1 0 0,2 0-1 0 0,0 1 1 0 0,15-11-1 0 0,-28 23-906 0 0,-1-1 0 0 0,0 1 0 0 0,0 0 0 0 0,0 0 0 0 0,0 0-1 0 0,1 0 1 0 0,-1 0 0 0 0,0 0 0 0 0,0 0 0 0 0,0 0 0 0 0,1 0 0 0 0,-1 0 0 0 0,0 0 0 0 0,0 0-1 0 0,1 0 1 0 0,-1 0 0 0 0,0 0 0 0 0,0 0 0 0 0,0 0 0 0 0,1 0 0 0 0,-1 0 0 0 0,0 0 0 0 0,0 0-1 0 0,0 0 1 0 0,1 0 0 0 0,-1 0 0 0 0,0 0 0 0 0,0 1 0 0 0,0-1 0 0 0,0 0 0 0 0,1 0 0 0 0,-1 0 0 0 0,0 0-1 0 0,0 0 1 0 0,0 1 0 0 0,0-1 0 0 0,0 0 0 0 0,1 0 0 0 0,-1 0 0 0 0,0 1 0 0 0,0-1 0 0 0,0 0-1 0 0,0 0 1 0 0,0 0 0 0 0,0 1 0 0 0,0-1 0 0 0,0 0 0 0 0,0 0 0 0 0,2 20 1053 0 0,-4 26-781 0 0,1-39-160 0 0,-5 54-433 0 0,-4 87-19 0 0,15-76-2997 0 0,11-4-4353 0 0,-16-68 7622 0 0,0 0-142 0 0,0 0-1 0 0,0 0 1 0 0,0 1-1 0 0,0-1 0 0 0,0 0 1 0 0,0 0-1 0 0,0 0 1 0 0,0 1-1 0 0,0-1 0 0 0,0 0 1 0 0,0 0-1 0 0,0 0 1 0 0,0 1-1 0 0,0-1 0 0 0,0 0 1 0 0,0 0-1 0 0,0 0 1 0 0,0 1-1 0 0,5 1-3939 0 0,-5-2 3939 0 0,0 0 0 0 0,1 0 1 0 0,0-6-2860 0 0</inkml:trace>
  <inkml:trace contextRef="#ctx0" brushRef="#br0" timeOffset="1">0 600 2369 0 0,'3'3'387'0'0,"-1"0"0"0"0,1 0 1 0 0,0 0-1 0 0,0-1 0 0 0,0 1 1 0 0,1 0-1 0 0,-1-1 0 0 0,1 0 1 0 0,-1 0-1 0 0,1 0 0 0 0,0 0 1 0 0,-1-1-1 0 0,1 0 1 0 0,0 1-1 0 0,0-1 0 0 0,0 0 1 0 0,0-1-1 0 0,7 1 0 0 0,-4-1-10 0 0,0-1-1 0 0,-1 0 1 0 0,1 0-1 0 0,0-1 1 0 0,-1 0 0 0 0,1 0-1 0 0,-1 0 1 0 0,0-1-1 0 0,1 0 1 0 0,7-5-1 0 0,6-6-129 0 0,0-1 0 0 0,0-1 0 0 0,-2-1 0 0 0,0 0-1 0 0,16-22 1 0 0,1-1-4674 0 0,-2-3 0 0 0,40-69 0 0 0,-57 90 2645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4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8 3353 0 0,'0'-1'185'0'0,"0"1"1"0"0,-1 0-1 0 0,1-1 1 0 0,0 1 0 0 0,0-1-1 0 0,-1 1 1 0 0,1 0-1 0 0,0-1 1 0 0,0 1 0 0 0,-1 0-1 0 0,1-1 1 0 0,-1 1-1 0 0,1 0 1 0 0,0 0 0 0 0,-1-1-1 0 0,1 1 1 0 0,0 0-1 0 0,-1 0 1 0 0,1 0 0 0 0,-1-1-1 0 0,1 1 1 0 0,-1 0-1 0 0,1 0 1 0 0,-1 0-1 0 0,1 0 1 0 0,0 0 0 0 0,-1 0-1 0 0,1 0 1 0 0,-1 0-1 0 0,1 0 1 0 0,-1 0 0 0 0,1 0-1 0 0,-1 0 1 0 0,1 0-1 0 0,-1 1 1 0 0,1-1 0 0 0,0 0-1 0 0,-1 0 1 0 0,1 0-1 0 0,-1 1 1 0 0,-11 21 2657 0 0,-3 39-2560 0 0,14-54 123 0 0,-12 104-1703 0 0,4-29-6667 0 0,9-81 7903 0 0,0-1-1 0 0,0 0 1 0 0,0 0 0 0 0,0 1-1 0 0,0-1 1 0 0,0 0-1 0 0,0 1 1 0 0,0-1 0 0 0,-1 0-1 0 0,1 0 1 0 0,0 1-1 0 0,0-1 1 0 0,0 0 0 0 0,0 0-1 0 0,-1 1 1 0 0,1-1-1 0 0,0 0 1 0 0,0 0 0 0 0,0 1-1 0 0,-1-1 1 0 0,1 0-1 0 0,0 0 1 0 0,0 0 0 0 0,-1 0-1 0 0,1 0 1 0 0,0 1 0 0 0,-1-1-1 0 0,1 0 1 0 0,0 0-1 0 0,0 0 1 0 0,-1 0 0 0 0,1 0-1 0 0,0 0 1 0 0,-1 0-1 0 0,1 0 1 0 0,0 0 0 0 0,-1 0-1 0 0,1 0 1 0 0,0 0-1 0 0,0 0 1 0 0,-1 0 0 0 0,1 0-1 0 0,0 0 1 0 0,-1-1-1 0 0,1 1 1 0 0,0 0 0 0 0,0 0-1 0 0,-1 0 1 0 0,1 0-1 0 0,0-1 1 0 0,0 1 0 0 0,-1 0-1 0 0,1 0 1 0 0,0 0 0 0 0,0-1-1 0 0,0 1 1 0 0,-1 0-1 0 0,1-1 1 0 0,-2 0-175 0 0,-4 0-955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4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22 277 1568 0 0,'-2'1'213'0'0,"1"0"-1"0"0,-1 0 0 0 0,0 0 1 0 0,0 0-1 0 0,1 0 1 0 0,-1 0-1 0 0,1 1 0 0 0,-1-1 1 0 0,1 0-1 0 0,-1 1 1 0 0,1 0-1 0 0,-1 1 0 0 0,5 0 1872 0 0,14-12-434 0 0,43-31 2545 0 0,-24 15-1960 0 0,77-40 0 0 0,-113 64-2209 0 0,0 1 0 0 0,1 0 0 0 0,-1 0 0 0 0,0 0 0 0 0,0 0 0 0 0,0 0 0 0 0,0 0 0 0 0,0 0 0 0 0,1-1 1 0 0,-1 1-1 0 0,0 0 0 0 0,0 0 0 0 0,0 0 0 0 0,1 0 0 0 0,-1 0 0 0 0,0 0 0 0 0,0 0 0 0 0,0 0 0 0 0,1 0 1 0 0,-1 0-1 0 0,0 0 0 0 0,0 0 0 0 0,0 0 0 0 0,1 0 0 0 0,-1 0 0 0 0,0 0 0 0 0,0 0 0 0 0,0 0 1 0 0,0 1-1 0 0,1-1 0 0 0,-1 0 0 0 0,0 0 0 0 0,0 0 0 0 0,0 0 0 0 0,0 0 0 0 0,1 0 0 0 0,-1 0 0 0 0,0 1 1 0 0,0-1-1 0 0,0 0 0 0 0,0 0 0 0 0,0 0 0 0 0,0 0 0 0 0,0 1 0 0 0,1-1 0 0 0,-1 0 0 0 0,0 0 0 0 0,0 0 1 0 0,0 0-1 0 0,0 1 0 0 0,0-1 0 0 0,0 0 0 0 0,0 0 0 0 0,0 0 0 0 0,0 1 0 0 0,-4 17 580 0 0,-16 26-523 0 0,17-39-41 0 0,-24 48-259 0 0,16-36-32 0 0,1 0 0 0 0,1 1 0 0 0,1 0 0 0 0,1 1-1 0 0,0 0 1 0 0,2 0 0 0 0,0 0 0 0 0,-4 37 0 0 0,8-54 245 0 0,1 0 1 0 0,0 0-1 0 0,0 0 0 0 0,0-1 1 0 0,0 1-1 0 0,0 0 1 0 0,0 0-1 0 0,1 0 0 0 0,-1 0 1 0 0,1 0-1 0 0,-1 0 1 0 0,1 0-1 0 0,0 0 0 0 0,-1-1 1 0 0,1 1-1 0 0,0 0 1 0 0,0-1-1 0 0,0 1 0 0 0,1 0 1 0 0,-1-1-1 0 0,0 0 1 0 0,1 1-1 0 0,-1-1 0 0 0,1 0 1 0 0,-1 1-1 0 0,1-1 1 0 0,-1 0-1 0 0,1 0 0 0 0,0 0 1 0 0,0-1-1 0 0,-1 1 1 0 0,1 0-1 0 0,0-1 0 0 0,0 1 1 0 0,0-1-1 0 0,0 1 1 0 0,0-1-1 0 0,0 0 0 0 0,0 0 1 0 0,0 0-1 0 0,0 0 1 0 0,0 0-1 0 0,-1 0 0 0 0,5-1 1 0 0,0-1 83 0 0,1 0 1 0 0,0 0 0 0 0,-1 0-1 0 0,1 0 1 0 0,-1-1 0 0 0,0 0-1 0 0,0-1 1 0 0,0 1-1 0 0,0-1 1 0 0,-1 0 0 0 0,9-8-1 0 0,-8 5 63 0 0,0 0-1 0 0,0-1 1 0 0,-1 0-1 0 0,0 0 1 0 0,-1-1 0 0 0,1 1-1 0 0,-1-1 1 0 0,-1 0-1 0 0,0 0 1 0 0,4-17-1 0 0,-7 22-101 0 0,1 1-1 0 0,0 0 0 0 0,-1 0 0 0 0,0 0 1 0 0,0 0-1 0 0,0-1 0 0 0,0 1 1 0 0,0 0-1 0 0,-1 0 0 0 0,0 0 1 0 0,1 0-1 0 0,-1 0 0 0 0,0 0 1 0 0,0 0-1 0 0,-1 0 0 0 0,1 0 1 0 0,-1 0-1 0 0,1 1 0 0 0,-1-1 1 0 0,0 0-1 0 0,0 1 0 0 0,0 0 1 0 0,0-1-1 0 0,-1 1 0 0 0,1 0 0 0 0,0 0 1 0 0,-1 0-1 0 0,0 0 0 0 0,1 1 1 0 0,-1-1-1 0 0,0 1 0 0 0,0 0 1 0 0,0-1-1 0 0,0 1 0 0 0,-6-1 1 0 0,4 2-304 0 0,0-1 1 0 0,-1 1 0 0 0,1 0-1 0 0,0 1 1 0 0,-1-1 0 0 0,1 1 0 0 0,0 0-1 0 0,0 0 1 0 0,0 1 0 0 0,0 0-1 0 0,0 0 1 0 0,0 0 0 0 0,0 0-1 0 0,1 1 1 0 0,-1-1 0 0 0,-6 7 0 0 0,-28 12-6122 0 0,38-21 6260 0 0,1 1-1 0 0,0-1 0 0 0,-1 0 1 0 0,1 0-1 0 0,0 0 0 0 0,-1 1 1 0 0,1-1-1 0 0,0 0 0 0 0,-1 0 0 0 0,1 0 1 0 0,0 0-1 0 0,-1 0 0 0 0,1 0 1 0 0,0 0-1 0 0,-1 0 0 0 0,1 0 1 0 0,0 0-1 0 0,-1 0 0 0 0,1 0 1 0 0,-1 0-1 0 0,1 0 0 0 0,0 0 0 0 0,-1 0 1 0 0,1 0-1 0 0,0 0 0 0 0,-1-1 1 0 0,1 1-1 0 0,0 0 0 0 0,-1 0 1 0 0,1 0-1 0 0,0-1 0 0 0,0 1 1 0 0,-1 0-1 0 0,1 0 0 0 0,0-1 1 0 0,0 1-1 0 0,-1 0 0 0 0,1 0 0 0 0,0-1 1 0 0,0 1-1 0 0,0 0 0 0 0,-1-1 1 0 0,1 1-1 0 0,0 0 0 0 0,0-1 1 0 0,2-17-2000 0 0,5 4 780 0 0</inkml:trace>
  <inkml:trace contextRef="#ctx0" brushRef="#br0" timeOffset="1">382 11 1568 0 0,'0'-1'190'0'0,"0"1"-1"0"0,0-1 0 0 0,0 0 1 0 0,1 1-1 0 0,-1-1 1 0 0,0 1-1 0 0,0 0 0 0 0,1-1 1 0 0,-1 1-1 0 0,0-1 0 0 0,1 1 1 0 0,-1-1-1 0 0,1 1 0 0 0,-1 0 1 0 0,1-1-1 0 0,-1 1 1 0 0,0 0-1 0 0,1-1 0 0 0,-1 1 1 0 0,1 0-1 0 0,-1 0 0 0 0,1-1 1 0 0,0 1-1 0 0,-1 0 1 0 0,1 0-1 0 0,-1 0 0 0 0,1 0 1 0 0,-1 0-1 0 0,1 0 0 0 0,-1 0 1 0 0,1 0-1 0 0,0 0 1 0 0,-1 0-1 0 0,1 0 0 0 0,-1 0 1 0 0,1 0-1 0 0,-1 0 0 0 0,1 1 1 0 0,0-1-1 0 0,8 25 3609 0 0,-6 50-1716 0 0,-3-68-1820 0 0,-4 82 709 0 0,1-47-896 0 0,3 58 1 0 0,1-86-760 0 0,1-1 1 0 0,0 0-1 0 0,1 0 1 0 0,8 23-1 0 0,-11-36 505 0 0,0 1-1 0 0,1 0 0 0 0,-1 0 0 0 0,0-1 0 0 0,0 1 0 0 0,0 0 0 0 0,1 0 0 0 0,-1-1 0 0 0,0 1 1 0 0,1 0-1 0 0,-1-1 0 0 0,0 1 0 0 0,1-1 0 0 0,-1 1 0 0 0,1 0 0 0 0,-1-1 0 0 0,1 1 0 0 0,-1-1 1 0 0,1 1-1 0 0,0-1 0 0 0,-1 1 0 0 0,1-1 0 0 0,-1 0 0 0 0,1 1 0 0 0,0-1 0 0 0,0 0 0 0 0,-1 0 1 0 0,1 1-1 0 0,0-1 0 0 0,-1 0 0 0 0,1 0 0 0 0,0 0 0 0 0,1 0 0 0 0,-2 0-8 0 0,1-1-1 0 0,0 0 0 0 0,-1 1 1 0 0,1-1-1 0 0,0 0 1 0 0,-1 1-1 0 0,1-1 1 0 0,-1 0-1 0 0,1 0 0 0 0,-1 0 1 0 0,0 0-1 0 0,1 0 1 0 0,-1 1-1 0 0,0-1 0 0 0,0 0 1 0 0,1 0-1 0 0,-1 0 1 0 0,0 0-1 0 0,0 0 1 0 0,0 0-1 0 0,0 0 0 0 0,0 0 1 0 0,-1-1-1 0 0,2-9-1638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5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60 1688 0 0,'0'1'266'0'0,"0"-1"-1"0"0,1 1 0 0 0,-1-1 0 0 0,0 1 0 0 0,1-1 0 0 0,-1 1 1 0 0,1-1-1 0 0,-1 1 0 0 0,0-1 0 0 0,1 1 0 0 0,-1-1 1 0 0,1 1-1 0 0,-1-1 0 0 0,1 0 0 0 0,0 1 0 0 0,-1-1 0 0 0,1 0 1 0 0,-1 0-1 0 0,1 1 0 0 0,-1-1 0 0 0,1 0 0 0 0,0 0 0 0 0,0 0 1 0 0,28 6 1222 0 0,30-4-1643 0 0,-50-4-103 0 0,0 0 1 0 0,-1 0-1 0 0,1-1 0 0 0,-1 0 1 0 0,1 0-1 0 0,-1-1 0 0 0,0 0 0 0 0,-1 0 1 0 0,1-1-1 0 0,-1 0 0 0 0,0 0 1 0 0,8-8-1 0 0,-14 12 178 0 0,-1 1 0 0 0,0 0 0 0 0,1-1 0 0 0,-1 1 0 0 0,1-1 0 0 0,-1 1 0 0 0,0 0 0 0 0,0-1 0 0 0,1 1-1 0 0,-1-1 1 0 0,0 1 0 0 0,0-1 0 0 0,1 1 0 0 0,-1-1 0 0 0,0 1 0 0 0,0-1 0 0 0,0 1 0 0 0,0-1 0 0 0,0 1 0 0 0,0-1 0 0 0,0 1 0 0 0,0-1 0 0 0,0 0 0 0 0,0 1 0 0 0,0-1 0 0 0,0 1 0 0 0,0-1 0 0 0,-1 1-1 0 0,1-1 1 0 0,0 1 0 0 0,0-1 0 0 0,0 1 0 0 0,-1 0 0 0 0,1-1 0 0 0,0 1 0 0 0,-1-1 0 0 0,1 1 0 0 0,0-1 0 0 0,-1 1 0 0 0,-5-2-1986 0 0</inkml:trace>
  <inkml:trace contextRef="#ctx0" brushRef="#br0" timeOffset="1">0 566 4601 0 0,'13'4'1928'0'0,"5"1"-159"0"0,5 1-249 0 0,0-5-312 0 0,-2-1-327 0 0,-1-3-313 0 0,-1-3-232 0 0,1 0-256 0 0,-3-1-360 0 0,-2 0-496 0 0,-1 0-561 0 0,-3-1-471 0 0,-4 1-529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7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0 4985 0 0,'-1'1'291'0'0,"0"-1"0"0"0,0 0 0 0 0,0 1 0 0 0,0 0 0 0 0,0-1-1 0 0,0 1 1 0 0,0 0 0 0 0,0-1 0 0 0,0 1 0 0 0,0 0 0 0 0,1 0 0 0 0,-1 0 0 0 0,0 0-1 0 0,0 0 1 0 0,1 0 0 0 0,-1 0 0 0 0,1 0 0 0 0,-1 0 0 0 0,1 0 0 0 0,-1 2 0 0 0,-11 28 296 0 0,9-22-64 0 0,-13 35-649 0 0,2 1-1 0 0,1 0 1 0 0,-9 72 0 0 0,22-117 96 0 0,0 1 1 0 0,0-1 0 0 0,-1 0 0 0 0,1 0 0 0 0,0 0 0 0 0,0 0 0 0 0,0 0 0 0 0,0 0 0 0 0,0 0-1 0 0,0 0 1 0 0,0 1 0 0 0,0-1 0 0 0,0 0 0 0 0,0 0 0 0 0,0 0 0 0 0,-1 0 0 0 0,1 0 0 0 0,0 0-1 0 0,0 1 1 0 0,0-1 0 0 0,0 0 0 0 0,0 0 0 0 0,0 0 0 0 0,0 0 0 0 0,0 0 0 0 0,0 0 0 0 0,0 1-1 0 0,0-1 1 0 0,1 0 0 0 0,-1 0 0 0 0,0 0 0 0 0,0 0 0 0 0,0 0 0 0 0,0 1 0 0 0,0-1 0 0 0,0 0-1 0 0,0 0 1 0 0,0 0 0 0 0,0 0 0 0 0,0 0 0 0 0,0 0 0 0 0,0 0 0 0 0,1 0 0 0 0,-1 1 0 0 0,0-1-1 0 0,0 0 1 0 0,0 0 0 0 0,0 0 0 0 0,0 0 0 0 0,0 0 0 0 0,0 0 0 0 0,1 0 0 0 0,-1 0 0 0 0,0 0-1 0 0,0 0 1 0 0,0 0 0 0 0,0 0 0 0 0,0 0 0 0 0,1 0 0 0 0,-1 0 0 0 0,0 0 0 0 0,0 0 0 0 0,0 0-1 0 0,0 0 1 0 0,1 0 0 0 0,7-11-734 0 0,7-17 523 0 0,-5 1 630 0 0,-2-1 1 0 0,0 0-1 0 0,3-29 1 0 0,-4-42 4988 0 0,0 104-5027 0 0,0 1 0 0 0,1-2 0 0 0,-1 1 0 0 0,1-1 0 0 0,15 5 0 0 0,-22-8-291 0 0,62 22 962 0 0,-40-15-760 0 0,-1 1-1 0 0,35 18 1 0 0,-53-24 665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2:57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 2913 0 0,'0'0'155'0'0,"-1"0"1"0"0,1 0 0 0 0,0 0 0 0 0,0-1-1 0 0,-1 1 1 0 0,1 0 0 0 0,0 0 0 0 0,-1 0-1 0 0,1 0 1 0 0,0 0 0 0 0,0 0 0 0 0,-1 0 0 0 0,1 0-1 0 0,0 0 1 0 0,-1 0 0 0 0,1 0 0 0 0,0 0-1 0 0,0 0 1 0 0,-1 0 0 0 0,1 0 0 0 0,0 0-1 0 0,-1 0 1 0 0,1 0 0 0 0,0 0 0 0 0,0 0-1 0 0,-1 1 1 0 0,1-1 0 0 0,0 0 0 0 0,0 0-1 0 0,-1 0 1 0 0,1 0 0 0 0,0 1 0 0 0,0-1 0 0 0,-1 0-1 0 0,1 0 1 0 0,0 1 0 0 0,0-1 0 0 0,0 0-1 0 0,0 0 1 0 0,-1 1 0 0 0,1-1 0 0 0,0 0-1 0 0,0 0 1 0 0,0 1 0 0 0,0-1 0 0 0,0 0-1 0 0,0 1 1 0 0,0-1 0 0 0,0 0 0 0 0,0 0-1 0 0,0 1 1 0 0,0-1 0 0 0,7 26 3006 0 0,21 30-1537 0 0,-26-54-1211 0 0,35 59 1299 0 0,-15-27-1247 0 0,-2 0-1 0 0,27 64 1 0 0,-44-89-434 0 0,1-1 0 0 0,-2 1 0 0 0,1 0 0 0 0,-1 0-1 0 0,-1 0 1 0 0,1 0 0 0 0,-2 1 0 0 0,1-1 0 0 0,-1 0 0 0 0,0 0 0 0 0,-1 1 0 0 0,0-1 0 0 0,-1 0 0 0 0,0 0 0 0 0,0 0 0 0 0,-1 0 0 0 0,-4 9 0 0 0,4-14-55 0 0,1 0 1 0 0,-1 0 0 0 0,-1 0-1 0 0,1 0 1 0 0,0-1-1 0 0,-1 1 1 0 0,0-1 0 0 0,1 0-1 0 0,-1 0 1 0 0,-1 0 0 0 0,1-1-1 0 0,0 1 1 0 0,-1-1 0 0 0,1 0-1 0 0,-1 0 1 0 0,0 0 0 0 0,-8 1-1 0 0,10-2 13 0 0,-1 0 0 0 0,0-1 0 0 0,0 1 0 0 0,0-1-1 0 0,0 0 1 0 0,0 0 0 0 0,0 0 0 0 0,0 0 0 0 0,0-1 0 0 0,0 1-1 0 0,0-1 1 0 0,0 0 0 0 0,1-1 0 0 0,-1 1 0 0 0,0-1 0 0 0,1 1-1 0 0,-1-1 1 0 0,1 0 0 0 0,-1 0 0 0 0,1-1 0 0 0,0 1 0 0 0,-4-4-1 0 0,6 3 27 0 0,-1 1 0 0 0,1-1 0 0 0,0 1 0 0 0,0-1 0 0 0,0 0 0 0 0,0 0-1 0 0,1 1 1 0 0,-1-1 0 0 0,1 0 0 0 0,-1 0 0 0 0,1 0 0 0 0,0 0-1 0 0,0 0 1 0 0,1 1 0 0 0,-1-1 0 0 0,0 0 0 0 0,1 0 0 0 0,0 0-1 0 0,-1 1 1 0 0,1-1 0 0 0,1 0 0 0 0,-1 0 0 0 0,0 1 0 0 0,0-1-1 0 0,3-3 1 0 0,-1 1 47 0 0,0 0-1 0 0,1 0 1 0 0,-1 0-1 0 0,1 0 1 0 0,0 1-1 0 0,0-1 1 0 0,0 1-1 0 0,1 0 1 0 0,-1 0-1 0 0,1 0 1 0 0,6-3-1 0 0,-8 6-12 0 0,-1 0 0 0 0,1 0 0 0 0,-1 1 0 0 0,0-1 1 0 0,1 0-1 0 0,-1 1 0 0 0,1 0 0 0 0,-1 0 0 0 0,1 0 0 0 0,-1 0 0 0 0,1 0 0 0 0,-1 0 0 0 0,1 1 0 0 0,-1-1 1 0 0,1 1-1 0 0,-1-1 0 0 0,0 1 0 0 0,5 2 0 0 0,-2 0 44 0 0,0 0 1 0 0,-1 0-1 0 0,1 1 1 0 0,-1-1 0 0 0,0 1-1 0 0,0 0 1 0 0,0 0-1 0 0,3 6 1 0 0,3 5 113 0 0,0 0 1 0 0,-1 0 0 0 0,-1 1-1 0 0,8 23 1 0 0,-8-17-31 0 0,-1 0 1 0 0,-1 0-1 0 0,-1 0 1 0 0,-2 1-1 0 0,0-1 1 0 0,0 35-1 0 0,-3-46-315 0 0,0 0 0 0 0,-1 0 0 0 0,-1 0 0 0 0,0-1 0 0 0,0 1 0 0 0,-1-1 0 0 0,0 1 0 0 0,-1-1 0 0 0,0 0 0 0 0,-1 0 0 0 0,0 0 0 0 0,0-1 0 0 0,-1 0 0 0 0,0 0 0 0 0,-13 14 0 0 0,31-62-14521 0 0,-3 11 10943 0 0,0 7 582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6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9 133 4001 0 0,'8'-10'916'0'0,"1"1"0"0"0,-1 0 0 0 0,1 1 0 0 0,1 0 0 0 0,0 0 0 0 0,13-7 0 0 0,32-28 292 0 0,-39 24-361 0 0,-17 15 63 0 0,-11 11-309 0 0,-1 3-572 0 0,1 1 0 0 0,0 1 0 0 0,1 0 0 0 0,0 0 0 0 0,1 1 0 0 0,0 1 0 0 0,1 0 0 0 0,0 0 0 0 0,1 1 0 0 0,1 0 0 0 0,0 0 0 0 0,2 0 0 0 0,-1 1 0 0 0,2 0 0 0 0,-4 20 0 0 0,8-33-32 0 0,-1 0 1 0 0,1 0-1 0 0,-1-1 1 0 0,1 1-1 0 0,0 0 0 0 0,0 0 1 0 0,0 0-1 0 0,1 0 1 0 0,-1 0-1 0 0,1 0 0 0 0,-1 0 1 0 0,1 0-1 0 0,0-1 0 0 0,0 1 1 0 0,1 0-1 0 0,-1-1 1 0 0,0 1-1 0 0,1-1 0 0 0,-1 1 1 0 0,1-1-1 0 0,0 0 1 0 0,0 1-1 0 0,0-1 0 0 0,0 0 1 0 0,0 0-1 0 0,1-1 0 0 0,-1 1 1 0 0,1 0-1 0 0,-1-1 1 0 0,1 1-1 0 0,-1-1 0 0 0,1 0 1 0 0,0 0-1 0 0,0 0 1 0 0,-1 0-1 0 0,1 0 0 0 0,0-1 1 0 0,3 1-1 0 0,0-1 49 0 0,0 0-1 0 0,0 0 0 0 0,0-1 1 0 0,0 0-1 0 0,0 0 1 0 0,0 0-1 0 0,0 0 1 0 0,0-1-1 0 0,0 0 1 0 0,-1-1-1 0 0,1 1 1 0 0,-1-1-1 0 0,0 0 0 0 0,0 0 1 0 0,0-1-1 0 0,0 0 1 0 0,7-7-1 0 0,74-99 2030 0 0,-86 110-2048 0 0,0-1-1 0 0,0 1 1 0 0,0 0-1 0 0,1-1 1 0 0,-1 1-1 0 0,0 0 1 0 0,1 0-1 0 0,-1-1 1 0 0,0 1-1 0 0,1 0 1 0 0,-1 0-1 0 0,0 0 1 0 0,1-1-1 0 0,-1 1 1 0 0,0 0-1 0 0,1 0 1 0 0,-1 0-1 0 0,0 0 1 0 0,1 0-1 0 0,-1 0 1 0 0,1 0-1 0 0,-1 0 0 0 0,0 0 1 0 0,1 0-1 0 0,-1 0 1 0 0,0 0-1 0 0,1 0 1 0 0,-1 0-1 0 0,1 0 1 0 0,-1 0-1 0 0,0 0 1 0 0,1 1-1 0 0,-1-1 1 0 0,0 0-1 0 0,1 0 1 0 0,-1 0-1 0 0,1 1 1 0 0,8 16 446 0 0,0 31-287 0 0,-8-41-147 0 0,3 19-447 0 0,-1-1 0 0 0,-1 33 0 0 0,-2-49-923 0 0,-1 0 0 0 0,0 0 0 0 0,0 0 0 0 0,-1 0 0 0 0,-6 16 0 0 0,8-24 1020 0 0,0 0 0 0 0,-1 0 1 0 0,0 0-1 0 0,1 0 0 0 0,-1 0 0 0 0,0 0 1 0 0,1 0-1 0 0,-1 0 0 0 0,0-1 0 0 0,0 1 1 0 0,0 0-1 0 0,1 0 0 0 0,-1-1 0 0 0,0 1 1 0 0,0-1-1 0 0,0 1 0 0 0,0-1 1 0 0,0 1-1 0 0,-3 0 0 0 0,-4 3-2339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6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0 266 3361 0 0,'24'-9'9873'0'0,"22"-25"-7989"0"0,-21 16-880 0 0,77-59-1 0 0,5-2-4256 0 0,-32 34-6347 0 0,-67 42 8179 0 0,0 3-726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97 1904 0 0,'-1'1'103'0'0,"0"0"-1"0"0,0 1 0 0 0,0-1 0 0 0,0 1 0 0 0,0-1 0 0 0,0 1 0 0 0,1 0 0 0 0,-1-1 0 0 0,1 1 0 0 0,-1 0 1 0 0,1-1-1 0 0,0 1 0 0 0,-1 0 0 0 0,1 0 0 0 0,0-1 0 0 0,0 1 0 0 0,0 0 0 0 0,0 0 0 0 0,1-1 0 0 0,-1 1 1 0 0,0 0-1 0 0,1-1 0 0 0,-1 1 0 0 0,1 0 0 0 0,0-1 0 0 0,-1 1 0 0 0,1-1 0 0 0,0 1 0 0 0,0-1 1 0 0,0 1-1 0 0,0-1 0 0 0,0 1 0 0 0,0-1 0 0 0,1 0 0 0 0,-1 0 0 0 0,0 0 0 0 0,1 1 0 0 0,-1-1 0 0 0,1-1 1 0 0,-1 1-1 0 0,1 0 0 0 0,-1 0 0 0 0,1 0 0 0 0,0-1 0 0 0,-1 1 0 0 0,4 0 0 0 0,1 0 124 0 0,0 0 0 0 0,0 0 0 0 0,0-1 1 0 0,0 0-1 0 0,0 0 0 0 0,1 0 0 0 0,-1-1 0 0 0,0 0 0 0 0,0 0 0 0 0,0 0 0 0 0,0-1 0 0 0,7-3 0 0 0,-2 0 223 0 0,1-2 0 0 0,-1 0 0 0 0,0 0 0 0 0,0-1 0 0 0,13-13 0 0 0,-19 16-265 0 0,0 0 1 0 0,0 0-1 0 0,0-1 1 0 0,-1 1-1 0 0,0-1 1 0 0,0 0-1 0 0,-1 0 1 0 0,0 0-1 0 0,0-1 1 0 0,0 1-1 0 0,3-13 1 0 0,-6 18-157 0 0,0 1-1 0 0,0-1 1 0 0,1 1 0 0 0,-1-1 0 0 0,0 1 0 0 0,0-1 0 0 0,0 1-1 0 0,0-1 1 0 0,0 1 0 0 0,0-1 0 0 0,0 1 0 0 0,0 0-1 0 0,-1-1 1 0 0,1 1 0 0 0,0-1 0 0 0,0 1 0 0 0,0-1 0 0 0,0 1-1 0 0,-1-1 1 0 0,1 1 0 0 0,0 0 0 0 0,0-1 0 0 0,-1 1 0 0 0,1 0-1 0 0,0-1 1 0 0,-1 1 0 0 0,1 0 0 0 0,0-1 0 0 0,-1 1 0 0 0,1 0-1 0 0,-1-1 1 0 0,1 1 0 0 0,0 0 0 0 0,-1 0 0 0 0,1 0-1 0 0,-1-1 1 0 0,1 1 0 0 0,-1 0 0 0 0,-25 2 329 0 0,-22 17-547 0 0,1 9-462 0 0,37-21-144 0 0,0 0 1 0 0,0-1-1 0 0,-1 0 1 0 0,1-1-1 0 0,-16 5 1 0 0,26-10 718 0 0,0 0 1 0 0,-1 0-1 0 0,1 0 1 0 0,0 0-1 0 0,0 0 1 0 0,0 0-1 0 0,0 0 1 0 0,-1 0-1 0 0,1 0 1 0 0,0 0-1 0 0,0 0 0 0 0,0 0 1 0 0,0 0-1 0 0,-1 0 1 0 0,1 0-1 0 0,0 0 1 0 0,0 0-1 0 0,0 0 1 0 0,0-1-1 0 0,0 1 1 0 0,-1 0-1 0 0,1 0 1 0 0,0 0-1 0 0,0 0 1 0 0,0 0-1 0 0,0 0 1 0 0,0 0-1 0 0,0-1 0 0 0,0 1 1 0 0,0 0-1 0 0,-1 0 1 0 0,1 0-1 0 0,0 0 1 0 0,0-1-1 0 0,0 1 1 0 0,0 0-1 0 0,0 0 1 0 0,0 0-1 0 0,0 0 1 0 0,0-1-1 0 0,0 1 1 0 0,0 0-1 0 0,0 0 0 0 0,0 0 1 0 0,0 0-1 0 0,0-1 1 0 0,0 1-1 0 0,0 0 1 0 0,0 0-1 0 0,0 0 1 0 0,0 0-1 0 0,1-1 1 0 0,3-15-1642 0 0,10-13 101 0 0,-4 11 166 0 0,4-5 68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7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61 3193 0 0,'-2'1'513'0'0,"0"0"0"0"0,0 0 0 0 0,1 0 0 0 0,-1 0 0 0 0,0 0 0 0 0,0 1 0 0 0,0-1 0 0 0,1 1 0 0 0,-1-1 0 0 0,1 1 0 0 0,-1-1 0 0 0,-1 4 0 0 0,-14 29 2460 0 0,1 35-429 0 0,5 24-1436 0 0,-6 33-1047 0 0,2-43-2814 0 0,23-103-4992 0 0,13-39 6487 0 0,-16 34 1353 0 0,-4 18 384 0 0,0-1 1 0 0,0 1-1 0 0,1 0 1 0 0,0 0-1 0 0,1 0 1 0 0,-1 1 0 0 0,5-8-1 0 0,-3 14 17 0 0,-1 1 0 0 0,1-1 0 0 0,0 1 0 0 0,-1 0 0 0 0,1 0 0 0 0,-1 0 0 0 0,0 1 0 0 0,1-1 0 0 0,4 4 0 0 0,4 1 8 0 0,2-3-504 0 0,-1 1 1 0 0,1-2-1 0 0,0 0 1 0 0,0 0-1 0 0,0-1 1 0 0,0-1-1 0 0,0-1 1 0 0,17-2-1 0 0,-21 2-696 0 0,0-1 0 0 0,0-1 0 0 0,0 0-1 0 0,18-9 1 0 0,-21 9-244 0 0,-1 0 1 0 0,0-1-1 0 0,0 0 0 0 0,0 0 0 0 0,-1-1 0 0 0,1 0 0 0 0,7-9 0 0 0,-2 2-1459 0 0</inkml:trace>
  <inkml:trace contextRef="#ctx0" brushRef="#br0" timeOffset="1">335 1 2336 0 0,'5'-1'5509'0'0,"-5"2"-5413"0"0,6 10 2058 0 0,1 16-480 0 0,1 34 261 0 0,1 79 0 0 0,-3-35-3358 0 0,7-2-6182 0 0,-11-95 5251 0 0,2-3-791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7746 0 0,'-14'-1'7507'0'0,"0"9"-5637"0"0,14-8-1979 0 0,-1 1 0 0 0,0-1 1 0 0,1 0-1 0 0,-1 1 1 0 0,1-1-1 0 0,-1 1 0 0 0,1-1 1 0 0,-1 1-1 0 0,1-1 1 0 0,0 1-1 0 0,-1-1 0 0 0,1 1 1 0 0,-1 0-1 0 0,1-1 1 0 0,0 1-1 0 0,0-1 1 0 0,-1 1-1 0 0,1 0 0 0 0,0-1 1 0 0,0 1-1 0 0,0 0 1 0 0,0-1-1 0 0,0 1 0 0 0,0 0 1 0 0,0-1-1 0 0,0 1 1 0 0,0 0-1 0 0,0-1 0 0 0,0 1 1 0 0,0 0-1 0 0,0-1 1 0 0,0 1-1 0 0,1 0 0 0 0,-1-1 1 0 0,0 1-1 0 0,1 0 1 0 0,-1 0-1 0 0,1-1-287 0 0,0 0 0 0 0,0 0 0 0 0,0 0 0 0 0,0 0 1 0 0,0 0-1 0 0,0 0 0 0 0,0 0 0 0 0,0-1 0 0 0,0 1 0 0 0,0 0 0 0 0,0-1 0 0 0,0 1 0 0 0,0-1 0 0 0,0 1 0 0 0,-1-1 0 0 0,1 1 1 0 0,0-1-1 0 0,0 1 0 0 0,-1-1 0 0 0,1 0 0 0 0,0 1 0 0 0,-1-1 0 0 0,2-1 0 0 0,5-4-2218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2537 0 0,'6'9'8470'0'0,"6"-10"-8261"0"0,-11 1-439 0 0,-1-1 0 0 0,1 1 0 0 0,0 0 0 0 0,0 0 0 0 0,-1-1 0 0 0,1 1 0 0 0,0-1 0 0 0,-1 1 0 0 0,1 0 0 0 0,-1-1 0 0 0,1 1 0 0 0,0-1 0 0 0,-1 0 0 0 0,1 1 0 0 0,-1-1 0 0 0,1 1 0 0 0,-1-1 0 0 0,0 0 0 0 0,1 1 0 0 0,-1-1 0 0 0,0 0 0 0 0,1 1 0 0 0,-1-1 0 0 0,0 0 0 0 0,0 0 0 0 0,0 1 0 0 0,0-1 0 0 0,1 0 0 0 0,-1 0 0 0 0,0 1 0 0 0,-1-3 0 0 0,-5-13-1383 0 0,7 9-238 0 0</inkml:trace>
  <inkml:trace contextRef="#ctx0" brushRef="#br0" timeOffset="1">179 43 1272 0 0,'1'-1'1129'0'0,"2"1"-273"0"0,0 1 288 0 0,2-2 72 0 0,-2 1-24 0 0,-2-2-167 0 0,1 2-177 0 0,-1-2 192 0 0,1 1-768 0 0,-2-1-136 0 0,0-1-248 0 0,0 2-384 0 0,-2-1-576 0 0,2-2-601 0 0,-7-15-2335 0 0,5 13 1711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8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5673 0 0,'-4'14'5372'0'0,"5"20"-4090"0"0,-1-14-792 0 0,-6 34-64 0 0,3-35-405 0 0,1 1 0 0 0,0-1 1 0 0,1 0-1 0 0,1 0 1 0 0,1 1-1 0 0,5 27 0 0 0,-6-46-22 0 0,0-1 0 0 0,0 1-1 0 0,1-1 1 0 0,-1 1 0 0 0,0 0 0 0 0,0-1 0 0 0,0 1-1 0 0,0-1 1 0 0,1 1 0 0 0,-1-1 0 0 0,0 1-1 0 0,1-1 1 0 0,-1 0 0 0 0,0 1 0 0 0,1-1-1 0 0,-1 1 1 0 0,1-1 0 0 0,-1 0 0 0 0,0 1-1 0 0,1-1 1 0 0,-1 0 0 0 0,1 1 0 0 0,-1-1-1 0 0,1 0 1 0 0,-1 0 0 0 0,1 1 0 0 0,-1-1 0 0 0,1 0-1 0 0,-1 0 1 0 0,1 0 0 0 0,1 0 0 0 0,16-10 155 0 0,17-30 581 0 0,-31 35-509 0 0,28-40 1056 0 0,20-25 205 0 0,-48 65-1419 0 0,1-1 1 0 0,1 1 0 0 0,-1 0-1 0 0,1 1 1 0 0,0-1 0 0 0,0 1-1 0 0,0 0 1 0 0,13-6-1 0 0,-18 10-110 0 0,-1 0-1 0 0,1-1 0 0 0,0 1 0 0 0,-1 0 1 0 0,1 0-1 0 0,0-1 0 0 0,-1 1 0 0 0,1 0 1 0 0,-1 0-1 0 0,1 0 0 0 0,0 0 0 0 0,0 0 1 0 0,-1 0-1 0 0,1 0 0 0 0,0 0 0 0 0,-1 0 0 0 0,1 0 1 0 0,0 0-1 0 0,-1 0 0 0 0,1 0 0 0 0,0 1 1 0 0,-1-1-1 0 0,1 0 0 0 0,-1 1 0 0 0,1-1 1 0 0,0 0-1 0 0,-1 1 0 0 0,1-1 0 0 0,-1 1 0 0 0,1-1 1 0 0,-1 0-1 0 0,1 1 0 0 0,-1-1 0 0 0,1 1 1 0 0,-1 0-1 0 0,0-1 0 0 0,1 1 0 0 0,-1 0-305 0 0,1 0 0 0 0,-1 0 1 0 0,0 0-1 0 0,1 0 0 0 0,-1-1 0 0 0,0 1 0 0 0,0 0 0 0 0,0 0 0 0 0,1 0 0 0 0,-1 0 0 0 0,0 0 0 0 0,0 0 0 0 0,0-1 0 0 0,-1 1 0 0 0,1 0 0 0 0,0 0 0 0 0,0 0 0 0 0,0 0 0 0 0,-1 0 0 0 0,1-1 0 0 0,0 1 0 0 0,-1 0 0 0 0,1 0 0 0 0,-1 0 0 0 0,1-1 0 0 0,-1 1 0 0 0,1 0 0 0 0,-1-1 1 0 0,-1 2-1 0 0,-15-6-2286 0 0,9 8 37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8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1 224 4793 0 0,'10'-5'1319'0'0,"59"-30"5277"0"0,1-2-3382 0 0,-26 13-3904 0 0,-2-2 1 0 0,68-54 0 0 0,-94 63-4414 0 0,-30 28 709 0 0,-13 11 4498 0 0,2 1 0 0 0,1 1-1 0 0,1 1 1 0 0,0 2 0 0 0,3 0 0 0 0,-19 31 0 0 0,35-51 443 0 0,0 1 0 0 0,1-1 1 0 0,0 0-1 0 0,0 1 0 0 0,1 0 0 0 0,0-1 1 0 0,1 1-1 0 0,-2 12 0 0 0,3-19-382 0 0,0 1 0 0 0,0-1-1 0 0,0 1 1 0 0,0-1 0 0 0,1 1 0 0 0,-1-1-1 0 0,0 0 1 0 0,1 1 0 0 0,-1-1 0 0 0,1 1 0 0 0,-1-1-1 0 0,1 0 1 0 0,0 0 0 0 0,-1 1 0 0 0,1-1-1 0 0,0 0 1 0 0,0 0 0 0 0,0 0 0 0 0,0 0-1 0 0,2 2 1 0 0,-1-2-19 0 0,0 0 0 0 0,1 0 0 0 0,-1-1 0 0 0,0 1 0 0 0,1-1 0 0 0,-1 1 0 0 0,0-1 0 0 0,1 0 0 0 0,-1 0 0 0 0,1 0 0 0 0,-1 0 0 0 0,0 0 0 0 0,1 0 0 0 0,-1-1 0 0 0,0 1 0 0 0,1-1 0 0 0,2-1 0 0 0,27-7 771 0 0,-1-2 1 0 0,1-1-1 0 0,-2-2 1 0 0,34-20-1 0 0,-6-4-2651 0 0,-6-5-4435 0 0,-34 20-625 0 0,-12 13 2455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9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0 4585 0 0,'-4'1'333'0'0,"0"-1"-1"0"0,0 0 1 0 0,0 1-1 0 0,0 0 1 0 0,0 0 0 0 0,0 0-1 0 0,0 0 1 0 0,0 1-1 0 0,0-1 1 0 0,0 1 0 0 0,0 0-1 0 0,1 0 1 0 0,-1 0-1 0 0,1 1 1 0 0,0 0 0 0 0,-5 4-1 0 0,3-1-82 0 0,0 0-1 0 0,0 0 1 0 0,0 1-1 0 0,1 0 1 0 0,0 0-1 0 0,1 0 1 0 0,0 0-1 0 0,-4 11 1 0 0,3-4-129 0 0,0-1 1 0 0,1 1 0 0 0,1 0 0 0 0,0 0 0 0 0,1 0 0 0 0,1 0-1 0 0,0 0 1 0 0,1 0 0 0 0,4 25 0 0 0,-4-35-114 0 0,-1-1 0 0 0,1 1 0 0 0,0-1 0 0 0,0 1 0 0 0,1-1 0 0 0,-1 1 0 0 0,1-1 0 0 0,0 0 0 0 0,-1 0 0 0 0,1 0 0 0 0,1 0 0 0 0,-1 0 0 0 0,0 0 0 0 0,1 0 0 0 0,-1-1 0 0 0,1 1 0 0 0,0-1-1 0 0,0 0 1 0 0,0 0 0 0 0,0 0 0 0 0,0 0 0 0 0,1-1 0 0 0,-1 1 0 0 0,0-1 0 0 0,1 1 0 0 0,-1-1 0 0 0,1-1 0 0 0,-1 1 0 0 0,1 0 0 0 0,0-1 0 0 0,-1 0 0 0 0,1 1 0 0 0,6-2 0 0 0,-3 0 48 0 0,1-1-1 0 0,-1 1 1 0 0,0-1-1 0 0,1-1 1 0 0,-1 0-1 0 0,0 0 0 0 0,0 0 1 0 0,-1-1-1 0 0,1 0 1 0 0,-1 0-1 0 0,0-1 1 0 0,0 1-1 0 0,0-1 1 0 0,0-1-1 0 0,5-6 1 0 0,-1-1 56 0 0,-2 1 0 0 0,0-2 0 0 0,0 1 0 0 0,-1-1 0 0 0,-1 0 0 0 0,0 0 0 0 0,-1-1 0 0 0,4-16 0 0 0,-8 25-96 0 0,0 0-1 0 0,0 0 1 0 0,-1 1-1 0 0,1-1 1 0 0,-1 0 0 0 0,-1 0-1 0 0,1 0 1 0 0,-1 1-1 0 0,0-1 1 0 0,-3-11-1 0 0,2 14-79 0 0,1 0-1 0 0,-1 0 1 0 0,0 0 0 0 0,1 0-1 0 0,-1 1 1 0 0,0-1-1 0 0,-1 0 1 0 0,1 1 0 0 0,0 0-1 0 0,-1-1 1 0 0,1 1-1 0 0,-1 0 1 0 0,0 0-1 0 0,0 1 1 0 0,0-1 0 0 0,0 1-1 0 0,0-1 1 0 0,0 1-1 0 0,0 0 1 0 0,-5-1-1 0 0,3 1-350 0 0,0 0 0 0 0,0 1-1 0 0,-1 0 1 0 0,1 0 0 0 0,0 0-1 0 0,0 0 1 0 0,0 1-1 0 0,0 0 1 0 0,-1 0 0 0 0,1 0-1 0 0,0 1 1 0 0,-5 2 0 0 0,-33 6-3522 0 0,14-9 1815 0 0,9 7-420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0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1 204 4121 0 0,'6'3'831'0'0,"-1"0"1"0"0,1 0 0 0 0,0 0-1 0 0,0-1 1 0 0,0 0 0 0 0,1 0-1 0 0,-1 0 1 0 0,0-1-1 0 0,1 0 1 0 0,-1 0 0 0 0,8 0-1 0 0,-2-1-440 0 0,0-1-1 0 0,0 0 1 0 0,0-1 0 0 0,0 0-1 0 0,17-6 1 0 0,-1-3-1726 0 0,0 0 1 0 0,-1-2 0 0 0,49-31-1 0 0,-19 1-4087 0 0,-54 40 5193 0 0,0 1-1 0 0,0-1 1 0 0,-1 0-1 0 0,1 0 1 0 0,-1 0 0 0 0,0 0-1 0 0,0-1 1 0 0,0 1-1 0 0,-1 0 1 0 0,1-1 0 0 0,-1 0-1 0 0,1 1 1 0 0,-1-1 0 0 0,-1 0-1 0 0,1 1 1 0 0,0-6-1 0 0,-1 0-1098 0 0</inkml:trace>
  <inkml:trace contextRef="#ctx0" brushRef="#br0" timeOffset="1">354 4 1344 0 0,'-1'-1'209'0'0,"-1"1"-1"0"0,1-1 1 0 0,-1 1-1 0 0,1 0 1 0 0,-1-1-1 0 0,1 1 1 0 0,-1 0-1 0 0,1 0 1 0 0,-1 0-1 0 0,1 0 1 0 0,-1 0-1 0 0,1 0 1 0 0,-1 0-1 0 0,1 1 1 0 0,-1-1-1 0 0,1 1 1 0 0,-1-1-1 0 0,1 1 1 0 0,-1-1-1 0 0,1 1 1 0 0,0 0-1 0 0,-1 0 1 0 0,1-1-1 0 0,0 1 1 0 0,0 0-1 0 0,-1 0 1 0 0,1 0-1 0 0,0 1 1 0 0,-1 1-1 0 0,1 1 476 0 0,0 0 0 0 0,0 0 0 0 0,1 0-1 0 0,-1 1 1 0 0,1-1 0 0 0,0 0 0 0 0,1 1-1 0 0,-1-1 1 0 0,2 5 0 0 0,0 11-1206 0 0,13 154 650 0 0,-1-59-7352 0 0,-14-115 7157 0 0,0 0 0 0 0,0 0 0 0 0,1 1 1 0 0,-1-1-1 0 0,0 0 0 0 0,0 0 0 0 0,0 1 1 0 0,0-1-1 0 0,1 0 0 0 0,-1 1 0 0 0,0-1 0 0 0,0 0 1 0 0,0 1-1 0 0,0-1 0 0 0,0 0 0 0 0,0 1 0 0 0,0-1 1 0 0,0 0-1 0 0,0 1 0 0 0,0-1 0 0 0,0 0 1 0 0,0 1-1 0 0,0-1 0 0 0,0 0 0 0 0,-1 0 0 0 0,1 1 1 0 0,0-1-1 0 0,0 0 0 0 0,0 1 0 0 0,0-1 0 0 0,0 0 1 0 0,-1 0-1 0 0,1 1 0 0 0,0-1 0 0 0,0 0 1 0 0,-1 0-1 0 0,1 1 0 0 0,0-1 0 0 0,0 0 0 0 0,-1 0 1 0 0,1 0-1 0 0,-1 1 0 0 0,-2 0-931 0 0,2 5-1327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0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4193 0 0,'-3'6'441'0'0,"0"-1"0"0"0,0 0 0 0 0,0 1-1 0 0,1-1 1 0 0,0 1 0 0 0,0 0 0 0 0,1 0 0 0 0,0-1 0 0 0,0 1 0 0 0,0 0 0 0 0,1 0 0 0 0,-1 0-1 0 0,1 0 1 0 0,1 0 0 0 0,-1 0 0 0 0,3 11 0 0 0,3 12-11 0 0,2-1-1 0 0,11 31 1 0 0,-13-43-232 0 0,-2-3-418 0 0,12 31-1137 0 0,-15-42 1024 0 0,0 1 0 0 0,0-1 0 0 0,1 0 0 0 0,-1 0 0 0 0,0 0 0 0 0,1 0 0 0 0,-1 0 0 0 0,1 0 0 0 0,0-1 0 0 0,-1 1 0 0 0,1-1 0 0 0,0 1 0 0 0,0-1-1 0 0,0 1 1 0 0,3 0 0 0 0,-4-1 236 0 0,-1-1 0 0 0,1 0 0 0 0,-1 0 0 0 0,1 0 0 0 0,-1 0 0 0 0,1 0 0 0 0,-1 0 0 0 0,0 0 1 0 0,1 0-1 0 0,-1 0 0 0 0,1 0 0 0 0,-1 0 0 0 0,1 0 0 0 0,-1 0 0 0 0,1-1 0 0 0,-1 1 0 0 0,1 0 0 0 0,-1 0 0 0 0,0 0 0 0 0,1-1 0 0 0,-1 1 0 0 0,1 0 0 0 0,-1 0 0 0 0,0-1 0 0 0,1 1 0 0 0,-1 0 0 0 0,0-1 0 0 0,1 1 0 0 0,-1 0 0 0 0,0-1 0 0 0,1 0 0 0 0,0 0-204 0 0,7-7-1916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0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3529 0 0,'-1'4'296'0'0,"0"0"1"0"0,0-1-1 0 0,0 1 1 0 0,1 0-1 0 0,-1 0 1 0 0,1-1-1 0 0,0 1 1 0 0,0 0-1 0 0,0 0 1 0 0,1 0-1 0 0,-1-1 1 0 0,1 1-1 0 0,0 0 1 0 0,2 7-1 0 0,26 57 1012 0 0,-16-43-486 0 0,-4-3-399 0 0,0 0-1 0 0,-2 0 1 0 0,0 0-1 0 0,6 42 1 0 0,-12-58-392 0 0,-1-1 1 0 0,1 0 0 0 0,-1 0 0 0 0,0 1-1 0 0,0-1 1 0 0,0 0 0 0 0,-1 1 0 0 0,0-1-1 0 0,0 0 1 0 0,0 0 0 0 0,-1 0 0 0 0,1 0 0 0 0,-1 0-1 0 0,-1 0 1 0 0,1 0 0 0 0,-1-1 0 0 0,1 1-1 0 0,-1-1 1 0 0,0 0 0 0 0,-1 1 0 0 0,1-1 0 0 0,-1-1-1 0 0,0 1 1 0 0,0-1 0 0 0,0 1 0 0 0,0-1-1 0 0,-8 4 1 0 0,10-6-42 0 0,0 0 0 0 0,0-1 0 0 0,0 1 0 0 0,0 0 0 0 0,-1-1 0 0 0,1 1 0 0 0,0-1 0 0 0,0 0 0 0 0,-1 1 0 0 0,1-1 0 0 0,0 0 0 0 0,0-1 0 0 0,-1 1-1 0 0,1 0 1 0 0,0-1 0 0 0,0 1 0 0 0,-1-1 0 0 0,1 1 0 0 0,0-1 0 0 0,0 0 0 0 0,0 0 0 0 0,0 0 0 0 0,0 0 0 0 0,0-1 0 0 0,0 1 0 0 0,0 0 0 0 0,1-1 0 0 0,-1 0 0 0 0,0 1 0 0 0,1-1 0 0 0,-1 0 0 0 0,1 0 0 0 0,0 1-1 0 0,0-1 1 0 0,0 0 0 0 0,0 0 0 0 0,0-1 0 0 0,-2-3 0 0 0,2 2 9 0 0,-1 0 0 0 0,0 0 0 0 0,1 0 0 0 0,0 0 0 0 0,0 0-1 0 0,0-1 1 0 0,1 1 0 0 0,-1-1 0 0 0,1 1 0 0 0,0 0 0 0 0,0-1 0 0 0,1 1-1 0 0,-1 0 1 0 0,1-1 0 0 0,0 1 0 0 0,0 0 0 0 0,0 0 0 0 0,1-1 0 0 0,3-6-1 0 0,6-2-700 0 0,0 0-1 0 0,1 0 1 0 0,17-13-1 0 0,27-28-4507 0 0,-38 33 3676 0 0,8 9-725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0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1912 0 0,'-38'86'5178'0'0,"27"-65"-4689"0"0,2-1 1 0 0,0 1 0 0 0,1 1-1 0 0,0-1 1 0 0,2 1-1 0 0,1 1 1 0 0,-4 41-1 0 0,9-64-504 0 0,-1 0 0 0 0,1 0 0 0 0,0 1 0 0 0,0-1 0 0 0,0 0 0 0 0,0 0-1 0 0,0 0 1 0 0,0 1 0 0 0,0-1 0 0 0,0 0 0 0 0,0 0 0 0 0,0 1 0 0 0,0-1 0 0 0,0 0-1 0 0,0 0 1 0 0,0 0 0 0 0,0 1 0 0 0,0-1 0 0 0,0 0 0 0 0,0 0 0 0 0,0 1 0 0 0,0-1-1 0 0,0 0 1 0 0,0 0 0 0 0,0 0 0 0 0,0 1 0 0 0,0-1 0 0 0,0 0 0 0 0,0 0 0 0 0,1 0-1 0 0,-1 1 1 0 0,0-1 0 0 0,0 0 0 0 0,0 0 0 0 0,0 0 0 0 0,1 0 0 0 0,-1 0 0 0 0,0 1-1 0 0,0-1 1 0 0,0 0 0 0 0,1 0 0 0 0,-1 0 0 0 0,0 0 0 0 0,0 0 0 0 0,0 0 0 0 0,1 0 0 0 0,-1 0-1 0 0,0 0 1 0 0,0 0 0 0 0,1 0 0 0 0,-1 0 0 0 0,0 0 0 0 0,0 0 0 0 0,0 0 0 0 0,1 0-1 0 0,-1 0 1 0 0,12-14-460 0 0,8-23 53 0 0,-7 0 236 0 0,-6 15 954 0 0,1 1 0 0 0,15-30 0 0 0,-23 50-711 0 0,0 1-1 0 0,0 0 1 0 0,0 0-1 0 0,0 0 1 0 0,0-1-1 0 0,0 1 1 0 0,0 0 0 0 0,1 0-1 0 0,-1 0 1 0 0,0-1-1 0 0,0 1 1 0 0,0 0-1 0 0,1 0 1 0 0,-1 0-1 0 0,0 0 1 0 0,0 0 0 0 0,0 0-1 0 0,1 0 1 0 0,-1-1-1 0 0,0 1 1 0 0,0 0-1 0 0,0 0 1 0 0,1 0-1 0 0,-1 0 1 0 0,0 0 0 0 0,0 0-1 0 0,1 0 1 0 0,-1 0-1 0 0,0 0 1 0 0,0 0-1 0 0,0 0 1 0 0,1 0-1 0 0,-1 0 1 0 0,0 0 0 0 0,0 1-1 0 0,1-1 1 0 0,-1 0-1 0 0,0 0 1 0 0,0 0-1 0 0,0 0 1 0 0,1 0-1 0 0,-1 1 1 0 0,11 11 1114 0 0,8 25-575 0 0,-15-28-317 0 0,6 8-204 0 0,-1 2 25 0 0,1-1 0 0 0,19 26-1 0 0,-27-41-284 0 0,0 0 0 0 0,0-1 0 0 0,1 1 1 0 0,-1 0-1 0 0,1-1 0 0 0,-1 1 0 0 0,1-1 0 0 0,0 0 0 0 0,0 0 0 0 0,0 0 0 0 0,0 0 0 0 0,0-1 0 0 0,1 1 0 0 0,-1-1 0 0 0,0 0 0 0 0,1 0 0 0 0,-1 0 0 0 0,1 0 0 0 0,-1-1 0 0 0,1 1 0 0 0,5-1 0 0 0,-7 0-47 0 0,0-1 1 0 0,-1 1 0 0 0,1-1-1 0 0,0 1 1 0 0,-1-1-1 0 0,1 0 1 0 0,-1 1-1 0 0,1-1 1 0 0,-1 0-1 0 0,1 0 1 0 0,-1 0-1 0 0,0 0 1 0 0,1-1-1 0 0,-1 1 1 0 0,0 0-1 0 0,0 0 1 0 0,0-1-1 0 0,0 1 1 0 0,0-1-1 0 0,0 1 1 0 0,0-1-1 0 0,-1 1 1 0 0,2-3 0 0 0,6-40-3521 0 0,-6 21 1583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1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1 196 1992 0 0,'35'12'5856'0'0,"-25"-14"-5051"0"0,1 0 0 0 0,-1 0 0 0 0,0-1 0 0 0,0-1 0 0 0,0 1 0 0 0,16-10 0 0 0,-21 11-660 0 0,1-1-1 0 0,-1 0 1 0 0,1-1 0 0 0,-1 1-1 0 0,0-1 1 0 0,-1 0-1 0 0,1 0 1 0 0,-1-1 0 0 0,1 1-1 0 0,-1-1 1 0 0,0 0 0 0 0,4-8-1 0 0,-7 12-108 0 0,-1 1 0 0 0,1-1 0 0 0,-1 0-1 0 0,0 1 1 0 0,1-1 0 0 0,-1 0 0 0 0,0 0 0 0 0,1 1-1 0 0,-1-1 1 0 0,0 0 0 0 0,0 1 0 0 0,1-1-1 0 0,-1 0 1 0 0,0 0 0 0 0,0 0 0 0 0,0 1 0 0 0,0-1-1 0 0,0 0 1 0 0,0 0 0 0 0,0 1 0 0 0,-1-1-1 0 0,1 0 1 0 0,0 0 0 0 0,0 1 0 0 0,-1-1 0 0 0,1 0-1 0 0,0 0 1 0 0,-1 1 0 0 0,1-1 0 0 0,-1 0-1 0 0,1 0 1 0 0,-2 1-4 0 0,1 0 0 0 0,-1 0-1 0 0,1 0 1 0 0,0 0 0 0 0,-1 0-1 0 0,1 0 1 0 0,0 0 0 0 0,-1 1-1 0 0,1-1 1 0 0,0 0 0 0 0,-1 1-1 0 0,1-1 1 0 0,0 1 0 0 0,0 0-1 0 0,-2 0 1 0 0,-44 32-43 0 0,37-22-21 0 0,1 1 1 0 0,1 0 0 0 0,0 0 0 0 0,1 1 0 0 0,0 0 0 0 0,1 0 0 0 0,0 1 0 0 0,1 0-1 0 0,1 0 1 0 0,0 0 0 0 0,1 0 0 0 0,0 1 0 0 0,1-1 0 0 0,1 1 0 0 0,0 0-1 0 0,1-1 1 0 0,1 1 0 0 0,0 0 0 0 0,5 19 0 0 0,-6-31 38 0 0,1 0 0 0 0,0 0 0 0 0,0 0 0 0 0,0 0 0 0 0,0 0 0 0 0,0 0-1 0 0,0-1 1 0 0,1 1 0 0 0,-1 0 0 0 0,1-1 0 0 0,0 1 0 0 0,0-1 0 0 0,0 1 0 0 0,0-1 0 0 0,0 0 0 0 0,1 0 0 0 0,-1 0 0 0 0,0 0 0 0 0,1 0 0 0 0,0-1 0 0 0,4 3 0 0 0,-3-3 1 0 0,0 0 0 0 0,0-1 0 0 0,-1 0 0 0 0,1 1 0 0 0,0-1 0 0 0,0 0 1 0 0,0-1-1 0 0,0 1 0 0 0,0-1 0 0 0,-1 0 0 0 0,1 0 0 0 0,0 0 0 0 0,0 0 0 0 0,6-4 0 0 0,2-1-142 0 0,0-1 0 0 0,0-1 0 0 0,0 0 0 0 0,-1 0-1 0 0,0-1 1 0 0,-1-1 0 0 0,0 0 0 0 0,13-16-1 0 0,-12 9-580 0 0,0-1 0 0 0,-2 0 0 0 0,0-1 0 0 0,0 0 0 0 0,-2 0 0 0 0,-1-1-1 0 0,7-34 1 0 0,-7 25 854 0 0,-2 0 0 0 0,-2-1-1 0 0,-1 0 1 0 0,-4-51 0 0 0,23 225 4834 0 0,30 91-5381 0 0,-48-228 133 0 0,-2-4-15 0 0,1 0 1 0 0,-1 1-1 0 0,1-1 0 0 0,0 0 1 0 0,0 0-1 0 0,0 0 1 0 0,1 0-1 0 0,-1 0 0 0 0,1 0 1 0 0,0 0-1 0 0,2 4 0 0 0,-1-45-5325 0 0,-2-5 4176 0 0,-2-57 1067 0 0,0 90 715 0 0,0 1 0 0 0,-1-1 1 0 0,0 1-1 0 0,0 0 0 0 0,-1 0 1 0 0,-1 0-1 0 0,1 0 0 0 0,-6-9 0 0 0,-5 4 1891 0 0,6 18 1315 0 0,8-3-3402 0 0,0 0 1 0 0,0 1-1 0 0,-1-1 0 0 0,1 0 0 0 0,0 0 0 0 0,0 1 0 0 0,1-1 0 0 0,-1 0 0 0 0,0 1 0 0 0,0-1 0 0 0,1 0 0 0 0,-1 0 1 0 0,0 0-1 0 0,1 1 0 0 0,-1-1 0 0 0,1 0 0 0 0,0 0 0 0 0,-1 0 0 0 0,1 0 0 0 0,0 0 0 0 0,0 0 0 0 0,0 0 1 0 0,-1 0-1 0 0,1 0 0 0 0,2 1 0 0 0,0 0-107 0 0,1 1 0 0 0,0-1 0 0 0,1 0 1 0 0,-1 0-1 0 0,0 0 0 0 0,1-1 0 0 0,-1 0 0 0 0,0 1 1 0 0,1-2-1 0 0,0 1 0 0 0,-1 0 0 0 0,1-1 1 0 0,-1 0-1 0 0,1 0 0 0 0,0 0 0 0 0,-1-1 0 0 0,9-1 1 0 0,35-10-2299 0 0,-9-6-3919 0 0,-38 17 6031 0 0,0 1-1 0 0,0-1 1 0 0,-1 1 0 0 0,1-1 0 0 0,0 1-1 0 0,-1-1 1 0 0,1 1 0 0 0,-1-1 0 0 0,1 0-1 0 0,-1 1 1 0 0,1-1 0 0 0,-1 0-1 0 0,1 1 1 0 0,-1-1 0 0 0,1 0 0 0 0,-1 0-1 0 0,0 0 1 0 0,1 1 0 0 0,-1-1 0 0 0,0 0-1 0 0,0 0 1 0 0,0 0 0 0 0,0 0 0 0 0,0 1-1 0 0,0-1 1 0 0,0 0 0 0 0,0 0 0 0 0,0-1-1 0 0,0-7-970 0 0,8-3-1638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1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63 6281 0 0,'2'1'7290'0'0,"-1"-2"-6130"0"0,-1-1-376 0 0,0-1-216 0 0,0 0-127 0 0,-1 0-137 0 0,1 0-120 0 0,-3 0-312 0 0,1-2-561 0 0,2 1-679 0 0,0-2-864 0 0,-1-4-729 0 0,-1 1-224 0 0,2-3-1480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2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29 3329 0 0,'-5'1'400'0'0,"0"0"0"0"0,0 0 0 0 0,0 0-1 0 0,0 0 1 0 0,0 1 0 0 0,0 0 0 0 0,0 0 0 0 0,1 1 0 0 0,-1-1 0 0 0,1 1 0 0 0,0 0 0 0 0,0 0 0 0 0,0 0 0 0 0,0 1 0 0 0,0-1 0 0 0,0 1 0 0 0,1 0-1 0 0,0 0 1 0 0,0 0 0 0 0,-4 7 0 0 0,5-8-338 0 0,0 1-1 0 0,0-1 1 0 0,0 1-1 0 0,0 0 0 0 0,1-1 1 0 0,-1 1-1 0 0,1 0 1 0 0,0 0-1 0 0,0 0 0 0 0,0 0 1 0 0,1 0-1 0 0,-1 0 1 0 0,1 0-1 0 0,0 0 1 0 0,0 0-1 0 0,1 0 0 0 0,-1 0 1 0 0,1 0-1 0 0,0 0 1 0 0,0 0-1 0 0,0 0 0 0 0,1 0 1 0 0,-1 0-1 0 0,1 0 1 0 0,0-1-1 0 0,3 5 1 0 0,-4-6-49 0 0,1 0 0 0 0,-1 0 1 0 0,1 0-1 0 0,0-1 1 0 0,0 1-1 0 0,-1-1 1 0 0,1 0-1 0 0,0 1 1 0 0,0-1-1 0 0,0 0 1 0 0,1 0-1 0 0,-1 0 1 0 0,0 0-1 0 0,0-1 1 0 0,0 1-1 0 0,1-1 1 0 0,-1 1-1 0 0,0-1 0 0 0,1 0 1 0 0,-1 0-1 0 0,3 0 1 0 0,0 0-6 0 0,-1-1 1 0 0,1 0 0 0 0,-1-1-1 0 0,1 1 1 0 0,-1-1 0 0 0,0 0-1 0 0,0 0 1 0 0,0 0-1 0 0,0 0 1 0 0,5-5 0 0 0,1 0-14 0 0,-1-1 0 0 0,0-1 0 0 0,0 0-1 0 0,-1 0 1 0 0,0-1 0 0 0,-1 1 0 0 0,8-16 0 0 0,-11 17-25 0 0,0 0 0 0 0,-1-1 0 0 0,0 1 0 0 0,-1-1 0 0 0,0 0-1 0 0,2-11 1 0 0,-4 19 43 0 0,0 0 0 0 0,1-1 0 0 0,-1 1 0 0 0,0 0 0 0 0,0-1 0 0 0,0 1 0 0 0,0-1 0 0 0,0 1 0 0 0,0 0 0 0 0,0-1 1 0 0,0 1-1 0 0,-1-1 0 0 0,1 1 0 0 0,-1 0 0 0 0,1-1 0 0 0,-1 1 0 0 0,1 0 0 0 0,-1 0 0 0 0,0-1 0 0 0,1 1 0 0 0,-1 0 0 0 0,0 0 0 0 0,0 0 0 0 0,0 0 0 0 0,0 0 0 0 0,0 0 0 0 0,0 0 0 0 0,0 0 0 0 0,0 0 0 0 0,-1 1 0 0 0,1-1 0 0 0,0 0 0 0 0,0 1 0 0 0,-1-1 0 0 0,1 1 0 0 0,0-1 0 0 0,-1 1 0 0 0,1 0 0 0 0,0-1 0 0 0,-1 1 0 0 0,1 0 0 0 0,-1 0 0 0 0,1 0 0 0 0,0 0 0 0 0,-1 0 0 0 0,1 1 0 0 0,-1-1 0 0 0,-1 1 0 0 0,1-1 33 0 0,1 0-1 0 0,-1 1 1 0 0,1-1-1 0 0,-1 1 1 0 0,1-1-1 0 0,0 1 1 0 0,-1 0-1 0 0,1-1 1 0 0,0 1-1 0 0,-1 0 1 0 0,1 0-1 0 0,0 0 1 0 0,0 0 0 0 0,0 0-1 0 0,-1 0 1 0 0,1 0-1 0 0,0 1 1 0 0,1-1-1 0 0,-1 0 1 0 0,0 1-1 0 0,-1 2 1 0 0,1 0 11 0 0,-1 0 1 0 0,1 0 0 0 0,0 0-1 0 0,1 0 1 0 0,-1 0-1 0 0,1 0 1 0 0,0 0 0 0 0,0 6-1 0 0,1 3 22 0 0,1 1 0 0 0,1 0 0 0 0,0 0 0 0 0,5 13 0 0 0,-3-16-199 0 0,-1 0-1 0 0,-1 1 1 0 0,0-1-1 0 0,-1 1 1 0 0,0 0 0 0 0,1 14-1 0 0,-4-22-13 0 0,1 0 0 0 0,-1 0 0 0 0,0 0 0 0 0,0 0 0 0 0,0-1 1 0 0,0 1-1 0 0,-1 0 0 0 0,1 0 0 0 0,-1-1 0 0 0,0 1 0 0 0,0-1 0 0 0,0 0 0 0 0,-1 1 0 0 0,1-1 0 0 0,-1 0 0 0 0,0 0 0 0 0,0-1 0 0 0,0 1 0 0 0,0-1 0 0 0,0 1 0 0 0,-1-1 1 0 0,-3 2-1 0 0,-97 40 1586 0 0,104-44-1408 0 0,0 0 0 0 0,-1 0-1 0 0,1 0 1 0 0,0 0 0 0 0,0 0 0 0 0,0 0 0 0 0,-1 0 0 0 0,1 1-1 0 0,0-1 1 0 0,0 0 0 0 0,0 0 0 0 0,-1 0 0 0 0,1 0 0 0 0,0 0-1 0 0,0 0 1 0 0,0 1 0 0 0,0-1 0 0 0,0 0 0 0 0,0 0 0 0 0,-1 0-1 0 0,1 0 1 0 0,0 1 0 0 0,0-1 0 0 0,0 0 0 0 0,0 0 0 0 0,0 0-1 0 0,0 1 1 0 0,0-1 0 0 0,0 0 0 0 0,0 0 0 0 0,0 0 0 0 0,0 1-1 0 0,0-1 1 0 0,0 0 0 0 0,0 0 0 0 0,0 0 0 0 0,0 1 0 0 0,0-1-1 0 0,0 0 1 0 0,0 0 0 0 0,0 0 0 0 0,0 1 0 0 0,0-1 0 0 0,0 0-1 0 0,1 0 1 0 0,10 6 1106 0 0,14-2-59 0 0,-10-7-853 0 0,0 0 0 0 0,0-1 0 0 0,0-1 0 0 0,-1 0 1 0 0,0-1-1 0 0,20-12 0 0 0,-3 0-1624 0 0,47-36-1 0 0,-65 44-229 0 0,0-2-1 0 0,0 0 1 0 0,-1 0-1 0 0,-1-2 1 0 0,0 1-1 0 0,-1-1 1 0 0,0-1-1 0 0,10-20 1 0 0,-13 29 86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3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1512 0 0,'-2'1'3300'0'0,"1"10"-1000"0"0,4 30 44 0 0,8 51-1483 0 0,-9-76-1074 0 0,-2-9-295 0 0,1 0 0 0 0,0 0 0 0 0,0-1 0 0 0,0 1 0 0 0,1-1 0 0 0,0 1 0 0 0,1-1 0 0 0,5 12 0 0 0,-4-66-1475 0 0,-11 16 2662 0 0,5 28-399 0 0,1 0 0 0 0,-1 0 0 0 0,1 0 0 0 0,0-1 0 0 0,1 1 1 0 0,-1 0-1 0 0,1 0 0 0 0,-1-1 0 0 0,1 1 0 0 0,1 0 0 0 0,0-9 1 0 0,2 11-226 0 0,1-1 1 0 0,0 1 0 0 0,-1 0-1 0 0,1 0 1 0 0,0 0 0 0 0,0 0-1 0 0,0 1 1 0 0,0 0 0 0 0,0 0-1 0 0,0 0 1 0 0,1 0 0 0 0,-1 0-1 0 0,6 1 1 0 0,12-5-1106 0 0,5-4-2742 0 0,-22 6 1209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3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23 247 2785 0 0,'-3'1'376'0'0,"1"1"0"0"0,0 0 0 0 0,0-1 0 0 0,0 1 1 0 0,0 0-1 0 0,0 0 0 0 0,1 0 0 0 0,-1 0 1 0 0,0 0-1 0 0,-1 4 0 0 0,3-4 242 0 0,11-22-1048 0 0,-2 0 475 0 0,-7 14 554 0 0,0 0 0 0 0,1 0-1 0 0,0 1 1 0 0,0-1 0 0 0,0 1 0 0 0,5-6 0 0 0,-8 11-402 0 0,1 0 0 0 0,-1-1 1 0 0,1 1-1 0 0,0 0 0 0 0,-1 0 0 0 0,1 0 1 0 0,-1 0-1 0 0,1 0 0 0 0,-1-1 0 0 0,1 1 1 0 0,-1 0-1 0 0,1 0 0 0 0,0 0 1 0 0,-1 1-1 0 0,1-1 0 0 0,-1 0 0 0 0,1 0 1 0 0,-1 0-1 0 0,1 0 0 0 0,-1 0 0 0 0,1 1 1 0 0,-1-1-1 0 0,1 0 0 0 0,-1 0 1 0 0,1 1-1 0 0,20 11 1570 0 0,0 1-1218 0 0,-16-13-551 0 0,-1 1-1 0 0,1-1 1 0 0,0 0-1 0 0,-1 0 1 0 0,1 0-1 0 0,-1-1 1 0 0,1 1-1 0 0,-1-1 0 0 0,7-2 1 0 0,-5 1-435 0 0,-1-1-1 0 0,1 0 1 0 0,-1 0-1 0 0,0 0 1 0 0,0 0 0 0 0,0-1-1 0 0,-1 1 1 0 0,1-1 0 0 0,-1-1-1 0 0,6-7 1 0 0,4-6-2010 0 0,-2-2 0 0 0,0 0-1 0 0,17-40 1 0 0,-12 23 1642 0 0,-15 28 2333 0 0,-14 21-240 0 0,-17 25 248 0 0,19-19-863 0 0,0 2-1 0 0,-8 23 1 0 0,12-27-393 0 0,-1 0 1 0 0,0-1-1 0 0,-1 0 0 0 0,-16 23 0 0 0,47-104-249 0 0,-16 51-163 0 0,-4 9 495 0 0,0-1 0 0 0,0 1 0 0 0,0 0 0 0 0,1 0 0 0 0,0 0 0 0 0,6-7 0 0 0,-9 12-240 0 0,0 1 0 0 0,0-1 0 0 0,1 0 0 0 0,-1 0 0 0 0,0 0 0 0 0,0 1 0 0 0,1-1 0 0 0,-1 1 0 0 0,0-1 0 0 0,1 1 0 0 0,-1-1 0 0 0,1 1 1 0 0,-1 0-1 0 0,0 0 0 0 0,1 0 0 0 0,-1-1 0 0 0,1 1 0 0 0,-1 1 0 0 0,1-1 0 0 0,-1 0 0 0 0,0 0 0 0 0,1 0 0 0 0,-1 1 0 0 0,1-1 0 0 0,-1 1 0 0 0,0-1 0 0 0,1 1 0 0 0,-1 0 0 0 0,0-1 0 0 0,0 1 0 0 0,0 0 0 0 0,1 0 0 0 0,-1 0 0 0 0,0 0 0 0 0,0 0 0 0 0,1 1 1 0 0,5 5-29 0 0,1-1 1 0 0,0-1 0 0 0,1 1 0 0 0,-1-2 0 0 0,1 1 0 0 0,0-1 0 0 0,0 0 0 0 0,0-1 0 0 0,1 0 0 0 0,-1 0 0 0 0,13 1 0 0 0,-18-4-349 0 0,0 1 0 0 0,0-1 0 0 0,0 0 0 0 0,0-1 0 0 0,-1 1 0 0 0,1-1 0 0 0,0 0 0 0 0,0 0 0 0 0,0 0 0 0 0,-1 0 0 0 0,1 0 0 0 0,-1-1 0 0 0,5-3 0 0 0,-4 3-344 0 0,-1-1 0 0 0,1 0 0 0 0,-1 0-1 0 0,0 0 1 0 0,-1 0 0 0 0,1-1 0 0 0,0 1 0 0 0,-1-1 0 0 0,0 0 0 0 0,0 0 0 0 0,0 1 0 0 0,0-1 0 0 0,0-1 0 0 0,0-4 0 0 0,4-16-2070 0 0,0 2-462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4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14 130 2336 0 0,'0'0'152'0'0,"-1"1"0"0"0,0-1 0 0 0,0 0 0 0 0,0 1-1 0 0,1-1 1 0 0,-1 0 0 0 0,0 1 0 0 0,0-1 0 0 0,1 1-1 0 0,-1-1 1 0 0,0 1 0 0 0,1 0 0 0 0,-1-1 0 0 0,1 1-1 0 0,-1-1 1 0 0,1 1 0 0 0,-1 0 0 0 0,1 0 0 0 0,-1-1-1 0 0,1 2 1 0 0,10 5 2331 0 0,-6-6-2108 0 0,1 0 1 0 0,-1-1-1 0 0,1 1 0 0 0,-1-1 1 0 0,1-1-1 0 0,-1 1 1 0 0,5-1-1 0 0,64-25 2289 0 0,-67 24-2515 0 0,-1 0-1 0 0,0-1 0 0 0,0 0 0 0 0,1 0 0 0 0,-2-1 0 0 0,1 1 0 0 0,0-1 0 0 0,-1 0 0 0 0,0 0 0 0 0,8-9 0 0 0,-19 15 132 0 0,0 0 0 0 0,1 0-1 0 0,-1 1 1 0 0,1 0-1 0 0,-10 6 1 0 0,7-3-269 0 0,0 1 0 0 0,0-1-1 0 0,1 2 1 0 0,0-1 0 0 0,0 1 0 0 0,0 1 0 0 0,1-1 0 0 0,1 1-1 0 0,-9 15 1 0 0,12-18-22 0 0,0 0 0 0 0,1 0 1 0 0,0 0-1 0 0,1 0 0 0 0,-1 1 0 0 0,1-1 0 0 0,0 0 0 0 0,1 1 0 0 0,0-1 0 0 0,0 1 0 0 0,0-1 0 0 0,0 0 1 0 0,1 1-1 0 0,0-1 0 0 0,1 0 0 0 0,-1 0 0 0 0,1 0 0 0 0,4 8 0 0 0,-4-8-3 0 0,0-1 0 0 0,1 1-1 0 0,0-1 1 0 0,0 1 0 0 0,0-1 0 0 0,1 0-1 0 0,0 0 1 0 0,0 0 0 0 0,0-1 0 0 0,1 1-1 0 0,-1-1 1 0 0,1 0 0 0 0,0-1 0 0 0,0 1-1 0 0,0-1 1 0 0,1 0 0 0 0,6 3 0 0 0,-7-5-60 0 0,-1 0 1 0 0,0 0 0 0 0,0 0-1 0 0,1-1 1 0 0,-1 0 0 0 0,0 1 0 0 0,1-2-1 0 0,-1 1 1 0 0,0 0 0 0 0,1-1 0 0 0,-1 0-1 0 0,0 0 1 0 0,0 0 0 0 0,0-1-1 0 0,0 1 1 0 0,0-1 0 0 0,0 0 0 0 0,0 0-1 0 0,0 0 1 0 0,-1-1 0 0 0,1 1 0 0 0,-1-1-1 0 0,1 0 1 0 0,-1 0 0 0 0,4-5-1 0 0,3-4-523 0 0,-1 0 0 0 0,1-1 0 0 0,-2 0 0 0 0,0 0 0 0 0,-1-1-1 0 0,0 0 1 0 0,-1 0 0 0 0,0-1 0 0 0,5-24 0 0 0,-7 21 514 0 0,0 0 1 0 0,-2 0 0 0 0,0 0-1 0 0,-1 0 1 0 0,0 0-1 0 0,-2-1 1 0 0,-5-34 0 0 0,6 51 218 0 0,-1 0 0 0 0,1 0 0 0 0,-1-1-1 0 0,0 1 1 0 0,1 0 0 0 0,-1 0 0 0 0,0 0 0 0 0,0 0 0 0 0,-1 0 0 0 0,1 0 0 0 0,0 0 0 0 0,-3-2 0 0 0,-5 5 1486 0 0,4 18-937 0 0,3 14-581 0 0,1 0 0 0 0,2-1 1 0 0,2 1-1 0 0,1 0 0 0 0,1-1 0 0 0,2 0 0 0 0,18 54 0 0 0,-11-59-1606 0 0,-11-27 311 0 0,-6-17 712 0 0,-13-14 794 0 0,13 28-186 0 0,1 0 0 0 0,0 0 0 0 0,0-1 0 0 0,0 1 0 0 0,0 0 0 0 0,0-1 0 0 0,1 1 0 0 0,-1-1 0 0 0,1 0 0 0 0,0 1-1 0 0,0-1 1 0 0,1 0 0 0 0,-1 0 0 0 0,1 1 0 0 0,0-1 0 0 0,0-5 0 0 0,3 6-19 0 0,1 1 0 0 0,-1 0 0 0 0,1-1 0 0 0,0 1 0 0 0,0 1 0 0 0,0-1 0 0 0,0 1 0 0 0,0-1 0 0 0,0 1 0 0 0,0 0 0 0 0,6 0 0 0 0,18-7-682 0 0,-22 4 88 0 0,0 0 0 0 0,0-1-1 0 0,0 0 1 0 0,-1 0 0 0 0,0 0 0 0 0,0 0 0 0 0,0-1-1 0 0,-1 0 1 0 0,0 0 0 0 0,0 0 0 0 0,0 0-1 0 0,-1-1 1 0 0,0 0 0 0 0,0 1 0 0 0,-1-1 0 0 0,0 0-1 0 0,0 0 1 0 0,0-1 0 0 0,-1 1 0 0 0,0 0-1 0 0,-1-13 1 0 0,0 20 494 0 0,0-1 0 0 0,0 0 0 0 0,0 0-1 0 0,0 1 1 0 0,0-1 0 0 0,0 0 0 0 0,-1 0 0 0 0,1 1-1 0 0,0-1 1 0 0,0 0 0 0 0,-1 1 0 0 0,1-1 0 0 0,-1 0-1 0 0,1 1 1 0 0,-1-1 0 0 0,1 0 0 0 0,-1 1 0 0 0,1-1-1 0 0,-1 1 1 0 0,1-1 0 0 0,-1 1 0 0 0,0 0 0 0 0,1-1 0 0 0,-1 1-1 0 0,0-1 1 0 0,1 1 0 0 0,-1 0 0 0 0,0 0 0 0 0,-1-1-1 0 0,-24 1 684 0 0,25 1-608 0 0,-1-1 0 0 0,1 0 0 0 0,0 1 0 0 0,0-1 0 0 0,-1 0 1 0 0,1 0-1 0 0,0 1 0 0 0,0-1 0 0 0,-1 0 0 0 0,1-1 0 0 0,0 1 0 0 0,0 0 0 0 0,-1 0 0 0 0,1 0 0 0 0,0-1 0 0 0,0 1 0 0 0,-1 0 0 0 0,1-1 1 0 0,0 0-1 0 0,0 1 0 0 0,0-1 0 0 0,0 1 0 0 0,0-1 0 0 0,0 0 0 0 0,0 0 0 0 0,0 0 0 0 0,0 0 0 0 0,-1-1 0 0 0,2 1 93 0 0,0 0 1 0 0,1 0-1 0 0,-1 0 0 0 0,1 0 0 0 0,-1 0 0 0 0,1-1 1 0 0,-1 1-1 0 0,1 0 0 0 0,0 1 0 0 0,-1-1 0 0 0,1 0 1 0 0,0 0-1 0 0,0 0 0 0 0,0 0 0 0 0,0 0 0 0 0,0 1 1 0 0,0-1-1 0 0,0 0 0 0 0,0 1 0 0 0,0-1 0 0 0,0 1 1 0 0,2-1-1 0 0,25-13 3664 0 0,-26 14-3719 0 0,-1-1-1 0 0,1 1 1 0 0,-1-1 0 0 0,1 1 0 0 0,-1-1 0 0 0,1 1 0 0 0,0 0 0 0 0,-1 0 0 0 0,1 0 0 0 0,0 0 0 0 0,-1 0 0 0 0,1 0 0 0 0,0 0 0 0 0,-1 0 0 0 0,1 1-1 0 0,0-1 1 0 0,-1 1 0 0 0,1-1 0 0 0,-1 1 0 0 0,1 0 0 0 0,-1-1 0 0 0,1 1 0 0 0,-1 0 0 0 0,0 0 0 0 0,1 0 0 0 0,-1 0 0 0 0,0 0 0 0 0,0 0 0 0 0,1 1-1 0 0,-1-1 1 0 0,0 0 0 0 0,0 1 0 0 0,-1-1 0 0 0,1 0 0 0 0,0 1 0 0 0,0-1 0 0 0,-1 1 0 0 0,1 0 0 0 0,-1-1 0 0 0,1 1 0 0 0,-1-1 0 0 0,0 1 0 0 0,1 0-1 0 0,-1-1 1 0 0,0 3 0 0 0,2 12-274 0 0,-1 0 0 0 0,-1 0 0 0 0,-2 29 0 0 0,1-26-133 0 0,0-7-288 0 0,3 55-2904 0 0,-2-63 2801 0 0,1-1 1 0 0,-1 1-1 0 0,1-1 1 0 0,0 1-1 0 0,0-1 1 0 0,1 1-1 0 0,-1-1 1 0 0,1 0-1 0 0,2 4 1 0 0,-4-7 585 0 0,0 1 1 0 0,0-1-1 0 0,1 0 1 0 0,-1 1-1 0 0,0-1 1 0 0,0 0-1 0 0,1 1 1 0 0,-1-1-1 0 0,0 0 1 0 0,1 1-1 0 0,-1-1 1 0 0,0 0-1 0 0,1 0 0 0 0,-1 1 1 0 0,1-1-1 0 0,-1 0 1 0 0,0 0-1 0 0,1 0 1 0 0,-1 1-1 0 0,1-1 1 0 0,-1 0-1 0 0,0 0 1 0 0,1 0-1 0 0,-1 0 1 0 0,1 0-1 0 0,-1 0 1 0 0,1 0-1 0 0,-1 0 0 0 0,0 0 1 0 0,1 0-1 0 0,-1 0 1 0 0,1 0-1 0 0,-1-1 1 0 0,1 1-1 0 0,-1 0 1 0 0,0 0-1 0 0,1 0 1 0 0,-1-1-1 0 0,1 1 1 0 0,-1 0-1 0 0,0 0 0 0 0,1-1 1 0 0,-1 1-1 0 0,0 0 1 0 0,0 0-1 0 0,1-1 1 0 0,-1 1-1 0 0,0-1 1 0 0,1 1-1 0 0,-1 0 1 0 0,0-1-1 0 0,0 1 1 0 0,0 0-1 0 0,0-1 1 0 0,1 0-1 0 0,9-25-1070 0 0,-10 23 875 0 0,8-14-902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4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96 1560 0 0,'-8'-32'2032'0'0,"7"25"-1283"0"0,-1 1 1 0 0,0-1 0 0 0,0 0 0 0 0,0 0 0 0 0,-1 1-1 0 0,0-1 1 0 0,-6-9 0 0 0,9 26 2811 0 0,3 41-2244 0 0,5 9-513 0 0,12 66-793 0 0,5-46-3293 0 0,-32-103 962 0 0,-11-64 4057 0 0,18 84-1675 0 0,0 0-1 0 0,0 0 1 0 0,1 0-1 0 0,-1 0 0 0 0,1 0 1 0 0,0 0-1 0 0,0 0 1 0 0,0 0-1 0 0,0 0 1 0 0,0 0-1 0 0,1 1 0 0 0,0-1 1 0 0,-1 0-1 0 0,1 1 1 0 0,0 0-1 0 0,0-1 0 0 0,0 1 1 0 0,0 0-1 0 0,1 0 1 0 0,-1 0-1 0 0,0 0 0 0 0,4-2 1 0 0,8-5-613 0 0,1 1 0 0 0,29-14 0 0 0,-21 12-3296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5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36 3337 0 0,'-5'5'912'0'0,"2"1"-1"0"0,-1 0 1 0 0,1 0 0 0 0,-1 0 0 0 0,2 0 0 0 0,-1 1 0 0 0,-2 10-1 0 0,-12 48 48 0 0,37-100-3706 0 0,3-4 2879 0 0,-21 34 103 0 0,0 0-1 0 0,0 0 0 0 0,1 0 1 0 0,0 0-1 0 0,0 1 0 0 0,0-1 1 0 0,0 1-1 0 0,1 0 0 0 0,0 0 0 0 0,0 0 1 0 0,0 0-1 0 0,0 1 0 0 0,1 0 1 0 0,-1-1-1 0 0,1 2 0 0 0,0-1 1 0 0,0 0-1 0 0,0 1 0 0 0,0 0 1 0 0,0 0-1 0 0,0 1 0 0 0,1-1 1 0 0,-1 1-1 0 0,1 1 0 0 0,-1-1 1 0 0,6 0-1 0 0,-10 2-187 0 0,-1-1-1 0 0,1 1 1 0 0,-1-1-1 0 0,1 1 1 0 0,-1 0 0 0 0,1-1-1 0 0,-1 1 1 0 0,1 0-1 0 0,-1-1 1 0 0,1 1 0 0 0,-1 0-1 0 0,0 0 1 0 0,0-1-1 0 0,1 1 1 0 0,-1 0 0 0 0,0 0-1 0 0,0-1 1 0 0,0 1-1 0 0,0 0 1 0 0,0 0 0 0 0,0 0-1 0 0,0-1 1 0 0,0 1-1 0 0,0 0 1 0 0,0 0 0 0 0,0 0-1 0 0,-1-1 1 0 0,1 1-1 0 0,0 0 1 0 0,0 0 0 0 0,-1-1-1 0 0,0 2 1 0 0,-7 29 466 0 0,-5-3-410 0 0,9-20-270 0 0,0-1 1 0 0,1 1-1 0 0,0 0 0 0 0,0 1 0 0 0,1-1 1 0 0,-3 14-1 0 0,7-27-2 0 0,0 0 0 0 0,0 0 0 0 0,0 1 0 0 0,0-1 0 0 0,1 1 0 0 0,-1-1 1 0 0,5-3-1 0 0,1-6 190 0 0,-2 5 97 0 0,-5 4 159 0 0,1 0 1 0 0,1 1 0 0 0,-1 0-1 0 0,1-1 1 0 0,-1 1 0 0 0,1 0-1 0 0,0 0 1 0 0,1 0 0 0 0,-1 1-1 0 0,1-1 1 0 0,-1 1 0 0 0,1 0-1 0 0,8-5 1 0 0,-10 8-179 0 0,0 0 0 0 0,-1 1-1 0 0,1 0 1 0 0,-1-1 0 0 0,1 1 0 0 0,-1 0-1 0 0,0 0 1 0 0,1 0 0 0 0,-1 0 0 0 0,0 0-1 0 0,0 0 1 0 0,1 0 0 0 0,-1 0 0 0 0,0 0-1 0 0,0 1 1 0 0,0-1 0 0 0,0 0 0 0 0,-1 1-1 0 0,1-1 1 0 0,0 1 0 0 0,-1-1 0 0 0,2 3-1 0 0,14 19-655 0 0,-16-23 436 0 0,1 1-1 0 0,-1 0 1 0 0,1-1 0 0 0,0 1-1 0 0,-1-1 1 0 0,1 0 0 0 0,-1 1-1 0 0,1-1 1 0 0,0 1-1 0 0,0-1 1 0 0,-1 0 0 0 0,1 0-1 0 0,0 1 1 0 0,-1-1 0 0 0,1 0-1 0 0,0 0 1 0 0,0 0-1 0 0,0 0 1 0 0,-1 0 0 0 0,1 0-1 0 0,0 0 1 0 0,0 0 0 0 0,-1 0-1 0 0,1 0 1 0 0,0 0-1 0 0,0-1 1 0 0,1 1 0 0 0,2-3-705 0 0,-1 0 1 0 0,1 0-1 0 0,0 0 1 0 0,-1 0-1 0 0,0 0 0 0 0,0-1 1 0 0,0 1-1 0 0,0-1 1 0 0,0 0-1 0 0,-1 0 1 0 0,1 0-1 0 0,-1 0 1 0 0,0 0-1 0 0,-1-1 0 0 0,3-5 1 0 0,-1 3-39 0 0,3-7-1607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6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64 146 2136 0 0,'42'-27'7629'0'0,"13"-25"-1400"0"0,-54 52-6154 0 0,-40 35 2520 0 0,23-21-2388 0 0,-1 1 0 0 0,2 0 1 0 0,0 1-1 0 0,-20 29 0 0 0,32-40-224 0 0,0 1 1 0 0,0-1-1 0 0,0 0 0 0 0,1 1 1 0 0,0 0-1 0 0,0 0 0 0 0,0 0 1 0 0,1-1-1 0 0,0 1 0 0 0,0 1 1 0 0,0-1-1 0 0,1 0 0 0 0,0 0 1 0 0,0 0-1 0 0,1 0 0 0 0,-1 0 1 0 0,1 0-1 0 0,1 0 0 0 0,-1 0 1 0 0,1 0-1 0 0,4 10 0 0 0,-4-12-4 0 0,-1 0-1 0 0,1 0 1 0 0,0-1-1 0 0,0 1 0 0 0,0-1 1 0 0,0 1-1 0 0,0-1 1 0 0,1 0-1 0 0,0 0 0 0 0,0 0 1 0 0,0 0-1 0 0,0-1 1 0 0,0 1-1 0 0,0-1 0 0 0,0 0 1 0 0,1 1-1 0 0,-1-2 1 0 0,1 1-1 0 0,0 0 0 0 0,0-1 1 0 0,0 1-1 0 0,-1-1 1 0 0,1 0-1 0 0,0-1 0 0 0,0 1 1 0 0,0-1-1 0 0,0 1 1 0 0,1-1-1 0 0,-1 0 0 0 0,0-1 1 0 0,0 1-1 0 0,0-1 1 0 0,6-1-1 0 0,-1-1-224 0 0,-1-1 0 0 0,0 1 0 0 0,0-1 0 0 0,0-1 0 0 0,0 1 0 0 0,-1-1 0 0 0,1-1 0 0 0,-2 1 0 0 0,1-1 0 0 0,0-1 0 0 0,-1 1 0 0 0,0-1 0 0 0,-1 0 0 0 0,7-11 0 0 0,6-13-744 0 0,-1-1 0 0 0,20-56 0 0 0,-29 67 1067 0 0,-2 0 0 0 0,-1 0-1 0 0,0-1 1 0 0,-1 1 0 0 0,0-36 0 0 0,-4 54 1722 0 0,-2 10-684 0 0,-3 29-317 0 0,-3 51-583 0 0,2 4 81 0 0,2-51-1029 0 0,1 0 0 0 0,2 0 0 0 0,2 0 1 0 0,8 49-1 0 0,-7-104-2660 0 0,3-63 3573 0 0,-26-54 3171 0 0,21 132-3297 0 0,0-1-1 0 0,0 1 0 0 0,0 0 0 0 0,0-1 0 0 0,0 1 1 0 0,0 0-1 0 0,1 0 0 0 0,-1-1 0 0 0,0 1 0 0 0,0 0 1 0 0,0-1-1 0 0,0 1 0 0 0,0 0 0 0 0,1 0 0 0 0,-1-1 1 0 0,0 1-1 0 0,0 0 0 0 0,0 0 0 0 0,1 0 0 0 0,-1-1 1 0 0,0 1-1 0 0,0 0 0 0 0,1 0 0 0 0,-1 0 0 0 0,0 0 1 0 0,0-1-1 0 0,1 1 0 0 0,-1 0 0 0 0,0 0 0 0 0,0 0 0 0 0,1 0 1 0 0,-1 0-1 0 0,0 0 0 0 0,1 0 0 0 0,-1 0 0 0 0,0 0 1 0 0,1 0-1 0 0,-1 0 0 0 0,0 0 0 0 0,0 0 0 0 0,1 0 1 0 0,-1 0-1 0 0,0 0 0 0 0,1 0 0 0 0,-1 0 0 0 0,1 1 1 0 0,23 5 255 0 0,-1 0-455 0 0,-18-7-149 0 0,0 0 0 0 0,0 0 0 0 0,0-1 0 0 0,0 1 0 0 0,-1-1 0 0 0,1 0 0 0 0,0 0 0 0 0,-1-1 0 0 0,1 1 0 0 0,-1-1 0 0 0,0 0 0 0 0,0 0-1 0 0,0-1 1 0 0,4-4 0 0 0,-6 6-1 0 0,0 0 0 0 0,0 0 0 0 0,0-1 0 0 0,0 1 0 0 0,-1-1 0 0 0,1 1 0 0 0,-1-1 0 0 0,1 0 0 0 0,-1 1 0 0 0,0-1 0 0 0,0 0 0 0 0,0 0 0 0 0,-1 0 0 0 0,1 0 0 0 0,-1 0 0 0 0,1 0 0 0 0,-1 0 0 0 0,0 0-1 0 0,0 0 1 0 0,-1 0 0 0 0,1 0 0 0 0,0 0 0 0 0,-1 0 0 0 0,0 0 0 0 0,-1-4 0 0 0,-6-9-868 0 0,3 1-726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16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16 2521 0 0,'-9'-13'3248'0'0,"16"10"783"0"0,23 15 696 0 0,-18-4-4226 0 0,-1 0-1 0 0,0 0 1 0 0,-1 1 0 0 0,1 1-1 0 0,-2-1 1 0 0,0 2 0 0 0,0-1-1 0 0,0 1 1 0 0,-2 1 0 0 0,11 19-1 0 0,-10-14-414 0 0,-2-1 0 0 0,0 1 0 0 0,-1 0 0 0 0,-1 0 0 0 0,-1 1 0 0 0,0-1 0 0 0,1 35 0 0 0,-4 13-56 0 0,-3 1 1 0 0,-17 99-1 0 0,-24 27-6696 0 0,24-138-1981 0 0,20-44 4675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2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2961 0 0,'-14'67'4916'0'0,"10"39"-2056"0"0,3-28-1661 0 0,0-75-1255 0 0,-1 62 317 0 0,5-23-4723 0 0,-2-51-2537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2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24 3041 0 0,'-1'1'264'0'0,"0"1"0"0"0,1-1 0 0 0,-1 0 1 0 0,0 1-1 0 0,1 0 0 0 0,-1-1 0 0 0,1 1 0 0 0,0-1 1 0 0,-1 1-1 0 0,1-1 0 0 0,0 1 0 0 0,0 0 1 0 0,0-1-1 0 0,0 1 0 0 0,0 0 0 0 0,0-1 0 0 0,1 1 1 0 0,0 1-1 0 0,-1-2-129 0 0,1 0-1 0 0,-1 0 1 0 0,1 0 0 0 0,0 0 0 0 0,-1 0 0 0 0,1-1-1 0 0,0 1 1 0 0,0 0 0 0 0,0 0 0 0 0,0-1-1 0 0,0 1 1 0 0,0 0 0 0 0,0-1 0 0 0,0 1 0 0 0,0-1-1 0 0,0 0 1 0 0,0 1 0 0 0,0-1 0 0 0,2 1 0 0 0,1-1 10 0 0,1 0 1 0 0,-1 1-1 0 0,1-1 1 0 0,-1-1 0 0 0,0 1-1 0 0,1-1 1 0 0,-1 1 0 0 0,1-1-1 0 0,-1 0 1 0 0,0-1-1 0 0,6-2 1 0 0,27-15 518 0 0,-17 8-23 0 0,42-17 0 0 0,-62 27-592 0 0,1 1 0 0 0,0 0 0 0 0,0 0 0 0 0,-1 0 0 0 0,1 0 0 0 0,0-1 0 0 0,-1 1 0 0 0,1 0 0 0 0,0 0 0 0 0,0 1 0 0 0,-1-1 0 0 0,1 0 0 0 0,0 0 0 0 0,-1 0 0 0 0,1 0 0 0 0,0 0 0 0 0,-1 1 0 0 0,1-1 0 0 0,0 0 0 0 0,-1 1 0 0 0,1-1 0 0 0,0 0 1 0 0,-1 1-1 0 0,1-1 0 0 0,-1 1 0 0 0,1-1 0 0 0,-1 1 0 0 0,1 0 0 0 0,9 24 963 0 0,-5 29-303 0 0,-5-52-722 0 0,-2 31-207 0 0,3 35 743 0 0,10-26-5098 0 0,-19-62-5892 0 0,4 12 8258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3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90 3425 0 0,'-11'19'5177'0'0,"26"-26"441"0"0,16-9-3755 0 0,-17 12-1549 0 0,0 1-1 0 0,0 1 0 0 0,0 0 0 0 0,0 1 0 0 0,0 0 0 0 0,16 2 1 0 0,-13-1-644 0 0,0 0 0 0 0,0-1 1 0 0,25-4-1 0 0,-41 4-51 0 0,1 1 0 0 0,0 0-1 0 0,-1-1 1 0 0,1 1 0 0 0,0-1 0 0 0,-1 1 0 0 0,1-1-1 0 0,0 0 1 0 0,-1 0 0 0 0,1 0 0 0 0,-1 0 0 0 0,1 0-1 0 0,-1 0 1 0 0,0 0 0 0 0,1 0 0 0 0,-1-1 0 0 0,0 1 0 0 0,0 0-1 0 0,0-1 1 0 0,0 1 0 0 0,0-1 0 0 0,0 1 0 0 0,0-1-1 0 0,-1 1 1 0 0,1-1 0 0 0,0 0 0 0 0,-1 1 0 0 0,0-1-1 0 0,1 0 1 0 0,-1 0 0 0 0,0-2 0 0 0,-7-17-2000 0 0,4 14 491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3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5 116 3321 0 0,'-1'0'106'0'0,"1"0"1"0"0,0 1 0 0 0,-1-1 0 0 0,1 0-1 0 0,0 0 1 0 0,0 1 0 0 0,-1-1-1 0 0,1 0 1 0 0,0 0 0 0 0,0 1 0 0 0,0-1-1 0 0,0 0 1 0 0,-1 1 0 0 0,1-1-1 0 0,0 0 1 0 0,0 1 0 0 0,0-1 0 0 0,0 0-1 0 0,0 1 1 0 0,0-1 0 0 0,0 1-1 0 0,0-1 1 0 0,0 0 0 0 0,0 1 0 0 0,0-1-1 0 0,0 0 1 0 0,0 1 0 0 0,0-1-1 0 0,0 0 1 0 0,0 1 0 0 0,0-1 0 0 0,1 0-1 0 0,-1 1 1 0 0,0-1 0 0 0,0 0-1 0 0,0 1 1 0 0,1-1 0 0 0,-1 0 0 0 0,0 1-1 0 0,17-1 1913 0 0,20-12-17 0 0,48-34 1062 0 0,-63 32-2660 0 0,1 2 1 0 0,1 0-1 0 0,0 1 0 0 0,31-9 1 0 0,-54 20-390 0 0,0-1 0 0 0,-1 1 0 0 0,1 0 0 0 0,-1 0 1 0 0,1 0-1 0 0,-1 0 0 0 0,1 0 0 0 0,0-1 1 0 0,-1 1-1 0 0,1 0 0 0 0,0 0 0 0 0,-1 0 0 0 0,1 1 1 0 0,-1-1-1 0 0,1 0 0 0 0,0 0 0 0 0,-1 0 1 0 0,1 0-1 0 0,-1 0 0 0 0,1 1 0 0 0,0-1 0 0 0,-1 0 1 0 0,1 1-1 0 0,-1-1 0 0 0,1 0 0 0 0,-1 1 1 0 0,1-1-1 0 0,-1 1 0 0 0,0-1 0 0 0,1 1 0 0 0,-1-1 1 0 0,1 1-1 0 0,-1 23 290 0 0,-23 34-13 0 0,19-48-225 0 0,0 5-136 0 0,0 1-1 0 0,2-1 0 0 0,0 1 0 0 0,-1 27 0 0 0,3-29-4632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4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2889 0 0,'-4'4'725'0'0,"1"0"0"0"0,-1 1 0 0 0,1 0 0 0 0,0-1 0 0 0,0 1 0 0 0,0 0 1 0 0,1 0-1 0 0,0 1 0 0 0,0-1 0 0 0,-2 8 0 0 0,2-2-11 0 0,0 1-1 0 0,0-1 1 0 0,1 1 0 0 0,1 17-1 0 0,3 7-9 0 0,2-1 0 0 0,11 42 0 0 0,-16-73-614 0 0,1-1-1 0 0,0 1 1 0 0,-1-1 0 0 0,2 1 0 0 0,-1-1 0 0 0,0 1-1 0 0,1-1 1 0 0,-1 0 0 0 0,1 0 0 0 0,0 0 0 0 0,0 0-1 0 0,1 0 1 0 0,-1 0 0 0 0,0-1 0 0 0,6 5 0 0 0,-5-6-22 0 0,-1 1 1 0 0,1-1-1 0 0,0 0 1 0 0,1-1 0 0 0,-1 1-1 0 0,0 0 1 0 0,0-1 0 0 0,0 0-1 0 0,0 0 1 0 0,0 0-1 0 0,1 0 1 0 0,-1 0 0 0 0,0-1-1 0 0,0 1 1 0 0,0-1 0 0 0,0 0-1 0 0,0 0 1 0 0,5-2-1 0 0,31-13 186 0 0,1-2 0 0 0,55-35 0 0 0,-62 34-1681 0 0,-32 19 949 0 0,0 0 1 0 0,0-1-1 0 0,0 1 0 0 0,0-1 1 0 0,0 0-1 0 0,0 1 0 0 0,0-1 1 0 0,0 0-1 0 0,0 1 0 0 0,0-1 1 0 0,0 0-1 0 0,0 0 0 0 0,-1 0 1 0 0,1 0-1 0 0,0 0 0 0 0,0 0 1 0 0,-1 0-1 0 0,1 0 0 0 0,-1 0 1 0 0,1 0-1 0 0,-1 0 1 0 0,0 0-1 0 0,1 0 0 0 0,-1-1 1 0 0,0 1-1 0 0,0 0 0 0 0,1 0 1 0 0,-1 0-1 0 0,-1-3 0 0 0,3-5-2732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4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39 4793 0 0,'-14'-12'5680'0'0,"15"24"-1624"0"0,3 7-3618 0 0,5 58 1469 0 0,0 98-1 0 0,-5-44-3937 0 0,-2-124-2306 0 0,7-31-2153 0 0,2-31 3994 0 0,6-204-895 0 0,-16 252 3653 0 0,-1 0 0 0 0,0 0 0 0 0,0 0 0 0 0,0 0 0 0 0,-1 0 0 0 0,0 0 0 0 0,0 1 1 0 0,0-1-1 0 0,-1 0 0 0 0,0 0 0 0 0,-1 1 0 0 0,-4-10 0 0 0,7 16-162 0 0,0 0 1 0 0,0 0-1 0 0,0-1 0 0 0,-1 1 0 0 0,1 0 1 0 0,0 0-1 0 0,0 0 0 0 0,0-1 0 0 0,-1 1 1 0 0,1 0-1 0 0,0 0 0 0 0,0 0 1 0 0,-1 0-1 0 0,1 0 0 0 0,0 0 0 0 0,0-1 1 0 0,-1 1-1 0 0,1 0 0 0 0,0 0 0 0 0,-1 0 1 0 0,1 0-1 0 0,0 0 0 0 0,0 0 0 0 0,-1 0 1 0 0,1 0-1 0 0,0 0 0 0 0,-1 0 0 0 0,1 0 1 0 0,0 0-1 0 0,0 0 0 0 0,-1 1 1 0 0,1-1-1 0 0,0 0 0 0 0,0 0 0 0 0,-1 0 1 0 0,1 0-1 0 0,0 0 0 0 0,0 0 0 0 0,-1 1 1 0 0,1-1-1 0 0,-9 14 2335 0 0,-1 16 928 0 0,10-29-3262 0 0,0-1 0 0 0,-1 1 0 0 0,1-1 0 0 0,0 1 0 0 0,0-1 0 0 0,0 0 0 0 0,0 1 0 0 0,0-1 0 0 0,0 1 0 0 0,0-1 0 0 0,0 1 0 0 0,0-1 0 0 0,0 1 0 0 0,0-1 0 0 0,0 1 0 0 0,0-1 0 0 0,0 1 0 0 0,1-1 0 0 0,-1 1 0 0 0,0-1 0 0 0,0 0 0 0 0,0 1 0 0 0,1-1 0 0 0,-1 1 0 0 0,0-1 0 0 0,1 0 0 0 0,-1 1 0 0 0,0-1 0 0 0,1 0 0 0 0,-1 1 0 0 0,0-1 0 0 0,1 0 0 0 0,0 1 0 0 0,18-5 1682 0 0,36-30-763 0 0,-31 18-402 0 0,-20 14-519 0 0,0 0 1 0 0,0 0 0 0 0,0 0-1 0 0,0 1 1 0 0,0-1-1 0 0,1 1 1 0 0,-1 0 0 0 0,0 0-1 0 0,0 1 1 0 0,1-1 0 0 0,-1 1-1 0 0,7 0 1 0 0,-8 1-40 0 0,-1-1 0 0 0,0 1 0 0 0,-1 0-1 0 0,1 0 1 0 0,0 0 0 0 0,0 0 0 0 0,0 0 0 0 0,0 0 0 0 0,-1 1 0 0 0,1-1-1 0 0,-1 1 1 0 0,1-1 0 0 0,-1 1 0 0 0,1-1 0 0 0,-1 1 0 0 0,0 0 0 0 0,0 0-1 0 0,0 0 1 0 0,0 0 0 0 0,0 0 0 0 0,0 0 0 0 0,0 0 0 0 0,-1 0 0 0 0,1 0-1 0 0,-1 0 1 0 0,0 0 0 0 0,1 3 0 0 0,2 17 125 0 0,-1 0 0 0 0,-1 0 0 0 0,-1 1 0 0 0,-4 30 0 0 0,0 17-1052 0 0,9-1-3308 0 0,-2-62 78 0 0,3-29-6497 0 0,-6 11 7401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4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29 433 4321 0 0,'0'0'7'0'0,"-5"6"1296"0"0,0 1 0 0 0,0 0 0 0 0,1 1-1 0 0,-6 14 1 0 0,26-35 2986 0 0,6-3-3115 0 0,1-6-1298 0 0,-7 6 796 0 0,1 0 1 0 0,28-19-1 0 0,0 13-3989 0 0,-38 20 1581 0 0,0 0 0 0 0,0 1 0 0 0,0 0 0 0 0,1 0 0 0 0,8 0 0 0 0,-9 1-1569 0 0</inkml:trace>
  <inkml:trace contextRef="#ctx0" brushRef="#br0" timeOffset="1">294 0 5713 0 0,'-2'2'449'0'0,"1"0"0"0"0,0 0 0 0 0,0 1 0 0 0,-1-1 0 0 0,2 0 1 0 0,-1 1-1 0 0,0-1 0 0 0,0 0 0 0 0,1 1 0 0 0,-1-1 0 0 0,1 1 0 0 0,0-1 0 0 0,0 1 0 0 0,0 2 0 0 0,3 45 256 0 0,-1-22-32 0 0,-7 138-433 0 0,-6-58-7231 0 0,11-107 6846 0 0,0-1 68 0 0,1 1 0 0 0,-1-1 0 0 0,0 0 0 0 0,0 0-1 0 0,0 1 1 0 0,0-1 0 0 0,0 0 0 0 0,0 0 0 0 0,0 1-1 0 0,0-1 1 0 0,1 0 0 0 0,-1 0 0 0 0,0 1 0 0 0,0-1-1 0 0,0 0 1 0 0,0 0 0 0 0,0 1 0 0 0,-1-1 0 0 0,1 0-1 0 0,0 0 1 0 0,0 1 0 0 0,0-1 0 0 0,0 0 0 0 0,0 0-1 0 0,0 1 1 0 0,0-1 0 0 0,0 0 0 0 0,0 0 0 0 0,-1 1-1 0 0,1-1 1 0 0,0 0 0 0 0,0 0 0 0 0,0 0 0 0 0,-1 1-1 0 0,1-1 1 0 0,0 0 0 0 0,0 0 0 0 0,0 0 0 0 0,-1 0-1 0 0,1 0 1 0 0,0 1 0 0 0,0-1 0 0 0,-1 0 0 0 0,1 0-1 0 0,0 0 1 0 0,0 0 0 0 0,-1 0 0 0 0,1 0 0 0 0,0 0-1 0 0,0 0 1 0 0,-1 0 0 0 0,1 0 0 0 0,0 0 0 0 0,0 0-1 0 0,-1 0 1 0 0,1 0 0 0 0,0 0 0 0 0,-1 0 0 0 0,-1-3-1772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5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0 257 3961 0 0,'9'0'10223'0'0,"12"-2"-8640"0"0,-11-3-1814 0 0,0 0 0 0 0,0-1 0 0 0,0 0 0 0 0,-1-1 0 0 0,1 0 0 0 0,-2-1-1 0 0,1 0 1 0 0,-1 0 0 0 0,0-1 0 0 0,-1 1 0 0 0,11-17 0 0 0,-13 17-25 0 0,-1 1 1 0 0,1-1-1 0 0,-1-1 1 0 0,0 1-1 0 0,-1 0 0 0 0,0-1 1 0 0,0 0-1 0 0,-1 0 1 0 0,0 1-1 0 0,-1-1 0 0 0,0-1 1 0 0,0 1-1 0 0,-1 0 1 0 0,0 0-1 0 0,-4-14 2380 0 0,2 27-389 0 0,-2 19 321 0 0,-2 31-7 0 0,5 82 355 0 0,7-45-3711 0 0,-6-85 380 0 0,2 13-4134 0 0,-4-3-3863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5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14 143 2401 0 0,'-14'1'7908'0'0,"38"-15"-4067"0"0,6-13-1756 0 0,34-24 1 0 0,-53 43-1865 0 0,0 1-1 0 0,0 1 0 0 0,0 0 1 0 0,1 0-1 0 0,0 1 1 0 0,0 1-1 0 0,18-5 0 0 0,-28 9-157 0 0,-1 0-1 0 0,1-1 1 0 0,-1 1-1 0 0,1 0 0 0 0,-1 0 1 0 0,1 0-1 0 0,-1 0 1 0 0,0 0-1 0 0,1 0 1 0 0,-1 1-1 0 0,1-1 0 0 0,-1 0 1 0 0,1 1-1 0 0,-1-1 1 0 0,0 1-1 0 0,1 0 0 0 0,-1-1 1 0 0,0 1-1 0 0,1 0 1 0 0,-1 0-1 0 0,0 0 1 0 0,0 0-1 0 0,1 1 0 0 0,0 0 16 0 0,0 1 0 0 0,0 0 0 0 0,-1-1 0 0 0,1 1 0 0 0,-1 0 0 0 0,0 0 0 0 0,0 0 0 0 0,0 0 0 0 0,0 0 0 0 0,1 5 0 0 0,-1 9 65 0 0,0 0 0 0 0,-1 0 0 0 0,-2 22 0 0 0,1-26-103 0 0,-12 156-1170 0 0,14-156-1234 0 0,15-39-10546 0 0,-12 18 11890 0 0,6-7-2968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5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32 127 3961 0 0,'-21'15'3522'0'0,"11"-8"1715"0"0,23-23-2119 0 0,-8 11-2706 0 0,65-68 2263 0 0,-62 66-2501 0 0,1 0 1 0 0,-1 0-1 0 0,1 0 1 0 0,0 1-1 0 0,1 1 0 0 0,-1 0 1 0 0,11-4-1 0 0,-18 8-112 0 0,0 1-1 0 0,0 0 1 0 0,-1 0-1 0 0,1 0 1 0 0,0 0-1 0 0,-1 0 1 0 0,1 0-1 0 0,0 0 1 0 0,-1 0-1 0 0,1 1 1 0 0,0-1-1 0 0,-1 1 1 0 0,1-1-1 0 0,0 1 1 0 0,-1 0 0 0 0,1-1-1 0 0,-1 1 1 0 0,1 0-1 0 0,-1 0 1 0 0,0 0-1 0 0,1 0 1 0 0,-1 1-1 0 0,0-1 1 0 0,0 0-1 0 0,0 0 1 0 0,0 1-1 0 0,0-1 1 0 0,0 1-1 0 0,0-1 1 0 0,0 1-1 0 0,0-1 1 0 0,-1 1-1 0 0,1-1 1 0 0,-1 1-1 0 0,1 0 1 0 0,-1-1-1 0 0,1 3 1 0 0,3 10 226 0 0,-1 0 0 0 0,0 0 0 0 0,0 18 0 0 0,-2-25-286 0 0,4 88 281 0 0,-6-67-475 0 0,3 0 0 0 0,0-1 1 0 0,12 55-1 0 0,-4-60-840 0 0,0-19-3470 0 0,10-29-6524 0 0,-14 16 9031 0 0,4 1-1442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6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3153 0 0,'-1'1'413'0'0,"0"-1"0"0"0,0 1 0 0 0,0 0-1 0 0,1 1 1 0 0,-1-1 0 0 0,0 0 0 0 0,1 0 0 0 0,-1 0 0 0 0,1 0 0 0 0,-1 1 0 0 0,1-1 0 0 0,-1 0 0 0 0,1 0 0 0 0,0 1 0 0 0,0-1 0 0 0,0 0 0 0 0,0 0 0 0 0,0 1 0 0 0,0 1 0 0 0,2 34 1946 0 0,-1-21-1383 0 0,-2 36 473 0 0,3 76 79 0 0,10-48-3743 0 0,-5-66-615 0 0,0-16-1421 0 0,5-20-804 0 0,-6 4 2514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6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0 4777 0 0,'-2'12'1013'0'0,"0"0"-1"0"0,0-1 1 0 0,1 1 0 0 0,1 0-1 0 0,1 16 1 0 0,11 58 1063 0 0,0-5-3437 0 0,-12-80 1124 0 0,1 1-1 0 0,-1-1 1 0 0,0 0 0 0 0,0 1 0 0 0,0-1-1 0 0,0 0 1 0 0,0 0 0 0 0,0 1 0 0 0,-1-1-1 0 0,1 0 1 0 0,0 1 0 0 0,-1-1 0 0 0,1 0-1 0 0,-1 0 1 0 0,1 1 0 0 0,-1-1 0 0 0,1 0-1 0 0,-1 0 1 0 0,0 0 0 0 0,0 0 0 0 0,1 0 0 0 0,-1 0-1 0 0,0 0 1 0 0,0 0 0 0 0,0 0 0 0 0,0 0-1 0 0,0-1 1 0 0,0 1 0 0 0,-1 0 0 0 0,1-1-1 0 0,0 1 1 0 0,0-1 0 0 0,0 1 0 0 0,-1-1-1 0 0,1 1 1 0 0,-3-1 0 0 0,-6 3-1833 0 0</inkml:trace>
  <inkml:trace contextRef="#ctx0" brushRef="#br0" timeOffset="1">8 385 2673 0 0,'-1'2'271'0'0,"1"-1"0"0"0,-1 0 0 0 0,0 0 0 0 0,0 0 0 0 0,1 1 0 0 0,-1-1 0 0 0,1 0 0 0 0,-1 1 0 0 0,1-1-1 0 0,0 1 1 0 0,-1-1 0 0 0,1 0 0 0 0,0 1 0 0 0,0-1 0 0 0,0 1 0 0 0,0-1 0 0 0,0 0 0 0 0,0 1 0 0 0,1-1 0 0 0,-1 1 0 0 0,0-1 0 0 0,1 0 0 0 0,0 3 0 0 0,0-4-23 0 0,0 1 1 0 0,0 0-1 0 0,0-1 0 0 0,0 1 0 0 0,0 0 0 0 0,1-1 0 0 0,-1 0 0 0 0,0 1 0 0 0,0-1 0 0 0,1 0 1 0 0,-1 1-1 0 0,0-1 0 0 0,0 0 0 0 0,1 0 0 0 0,-1 0 0 0 0,0 0 0 0 0,0 0 0 0 0,1 0 0 0 0,1-1 1 0 0,9-1 682 0 0,-1-1 1 0 0,0-1-1 0 0,0 0 1 0 0,12-6-1 0 0,42-24 764 0 0,-41 20-1400 0 0,0 2-1 0 0,38-15 1 0 0,-51 24-721 0 0,0 0-1 0 0,0 1 1 0 0,0 0-1 0 0,1 0 1 0 0,15 1-1 0 0,-25 1 194 0 0,2 0-423 0 0,-1 1-1 0 0,0-1 1 0 0,0 0-1 0 0,0 0 1 0 0,1 0-1 0 0,-1-1 1 0 0,0 1-1 0 0,0-1 1 0 0,0 1-1 0 0,0-1 1 0 0,0 0-1 0 0,0 0 1 0 0,0-1 0 0 0,0 1-1 0 0,0 0 1 0 0,0-1-1 0 0,0 0 1 0 0,-1 0-1 0 0,1 0 1 0 0,-1 0-1 0 0,5-4 1 0 0,1-4-2445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7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7234 0 0,'-2'3'565'0'0,"1"-1"0"0"0,0 0 1 0 0,0 0-1 0 0,1 1 0 0 0,-1-1 0 0 0,0 1 1 0 0,1-1-1 0 0,-1 1 0 0 0,1-1 1 0 0,0 5-1 0 0,7 51 1384 0 0,-2-25-1203 0 0,-2 37 236 0 0,1 22-1928 0 0,3-32-7015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0 242 5857 0 0,'1'1'139'0'0,"-1"-1"0"0"0,0 1-1 0 0,1 0 1 0 0,-1-1-1 0 0,0 1 1 0 0,1-1 0 0 0,-1 1-1 0 0,1-1 1 0 0,-1 0 0 0 0,1 1-1 0 0,-1-1 1 0 0,1 1 0 0 0,0-1-1 0 0,-1 0 1 0 0,1 0 0 0 0,-1 1-1 0 0,1-1 1 0 0,0 0 0 0 0,-1 0-1 0 0,1 0 1 0 0,-1 1 0 0 0,1-1-1 0 0,0 0 1 0 0,-1 0-1 0 0,1 0 1 0 0,0 0 0 0 0,-1 0-1 0 0,1 0 1 0 0,0-1 0 0 0,-1 1-1 0 0,1 0 1 0 0,0 0 0 0 0,-1 0-1 0 0,1-1 1 0 0,-1 1 0 0 0,1 0-1 0 0,0 0 1 0 0,-1-1 0 0 0,1 1-1 0 0,-1-1 1 0 0,1 1-1 0 0,-1 0 1 0 0,1-1 0 0 0,-1 1-1 0 0,1-1 1 0 0,-1 1 0 0 0,1-2-1 0 0,32-28 954 0 0,-27 24-473 0 0,75-81 1068 0 0,-55 56-2428 0 0,2 1 1 0 0,34-29-1 0 0,-62 59 712 0 0,0 0 0 0 0,0 0 0 0 0,0 1 0 0 0,0-1 0 0 0,0 0 0 0 0,0 0 0 0 0,0 0 0 0 0,0 0 0 0 0,0 0 1 0 0,0 0-1 0 0,0 0 0 0 0,0 0 0 0 0,0 1 0 0 0,0-1 0 0 0,0 0 0 0 0,0 0 0 0 0,0 0 0 0 0,0 0 0 0 0,0 0 0 0 0,0 0 0 0 0,0 0 0 0 0,0 0 0 0 0,1 1 0 0 0,-1-1 0 0 0,0 0 0 0 0,0 0 0 0 0,0 0 0 0 0,0 0 0 0 0,0 0 0 0 0,0 0 0 0 0,0 0 0 0 0,0 0 0 0 0,0 0 0 0 0,0 0 0 0 0,0 0 0 0 0,0 0 0 0 0,1 0 0 0 0,-1 0 0 0 0,0 0 0 0 0,0 1 0 0 0,0-1 0 0 0,0 0 0 0 0,0 0 0 0 0,0 0 0 0 0,0 0 0 0 0,0 0 0 0 0,1 0 0 0 0,-1 0 0 0 0,0 0 0 0 0,0 0 0 0 0,0 0 1 0 0,0 0-1 0 0,0 0 0 0 0,0-1 0 0 0,0 1 0 0 0,0 0 0 0 0,1 0 0 0 0,-1 0 0 0 0,0 0 0 0 0,0 0 0 0 0,0 0 0 0 0,0 0 0 0 0,0 0 0 0 0,0 0 0 0 0,-4 16-618 0 0,-7 16 146 0 0,-5 2-188 0 0,0-1 137 0 0,-16 46 0 0 0,30-71 576 0 0,-1 1 1 0 0,1 0-1 0 0,0 0 1 0 0,1 0-1 0 0,0 0 0 0 0,0 0 1 0 0,1 0-1 0 0,0 0 1 0 0,1 0-1 0 0,2 15 1 0 0,-3-22 63 0 0,1 0 0 0 0,-1-1 0 0 0,0 1 0 0 0,1 0 0 0 0,-1-1 0 0 0,1 1 0 0 0,0 0 1 0 0,-1-1-1 0 0,1 1 0 0 0,0-1 0 0 0,0 1 0 0 0,0-1 0 0 0,0 1 0 0 0,0-1 0 0 0,1 0 1 0 0,-1 0-1 0 0,0 1 0 0 0,1-1 0 0 0,-1 0 0 0 0,0 0 0 0 0,1 0 0 0 0,3 1 0 0 0,-4-2 45 0 0,1 0 0 0 0,0 0 0 0 0,0 0 0 0 0,0 0 0 0 0,-1 0 0 0 0,1-1 0 0 0,0 1 0 0 0,0-1 0 0 0,-1 1 0 0 0,1-1 0 0 0,0 0 0 0 0,-1 1 0 0 0,1-1 0 0 0,-1 0 0 0 0,1 0 0 0 0,-1 0 0 0 0,1 0 0 0 0,0-2 0 0 0,6-4 398 0 0,0-1 0 0 0,-1 0 0 0 0,0 0 0 0 0,0-1 0 0 0,10-18 0 0 0,-8 10 35 0 0,26-55 911 0 0,-32 67-1381 0 0,-1-1 0 0 0,0 0 1 0 0,-1 0-1 0 0,1 0 1 0 0,-1 0-1 0 0,0 0 0 0 0,-1 0 1 0 0,1 0-1 0 0,-1 0 1 0 0,-1-8-1 0 0,1 14-87 0 0,0-1-1 0 0,0 1 1 0 0,0-1 0 0 0,0 1-1 0 0,0-1 1 0 0,0 1 0 0 0,0-1-1 0 0,-1 1 1 0 0,1 0 0 0 0,0-1-1 0 0,0 1 1 0 0,0-1 0 0 0,-1 1-1 0 0,1 0 1 0 0,0-1 0 0 0,0 1-1 0 0,-1 0 1 0 0,1-1 0 0 0,0 1-1 0 0,-1 0 1 0 0,1-1 0 0 0,0 1-1 0 0,-1 0 1 0 0,1 0 0 0 0,0 0-1 0 0,-1-1 1 0 0,1 1 0 0 0,-1 0-1 0 0,1 0 1 0 0,-1 0 0 0 0,1 0-1 0 0,0 0 1 0 0,-1-1 0 0 0,1 1 0 0 0,-1 0-1 0 0,0 0 1 0 0,-17 9-645 0 0,-15 24-1788 0 0,31-31 2158 0 0,-10 11-682 0 0,7-6-59 0 0,-1 0-1 0 0,0-1 1 0 0,0 0 0 0 0,0 0-1 0 0,0 0 1 0 0,-1-1 0 0 0,0 0-1 0 0,0 0 1 0 0,-1-1 0 0 0,1 0-1 0 0,-9 3 1 0 0,3 0-1999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7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4409 0 0,'4'4'908'0'0,"-1"0"0"0"0,0 0 0 0 0,0 0 0 0 0,0 0 0 0 0,-1 1 0 0 0,1-1 0 0 0,-1 1 0 0 0,3 8 0 0 0,-2-4-180 0 0,-1 1 0 0 0,0-1 0 0 0,-1 0 1 0 0,1 13-1 0 0,-3 10-705 0 0,-8 62 0 0 0,2-41-449 0 0,7-38-564 0 0,-1 17-2822 0 0,1-32 3624 0 0,0 1-1 0 0,0-1 0 0 0,0 1 0 0 0,0 0 1 0 0,-1-1-1 0 0,1 1 0 0 0,0-1 0 0 0,0 0 0 0 0,-1 1 1 0 0,1-1-1 0 0,0 1 0 0 0,0-1 0 0 0,-1 1 0 0 0,1-1 1 0 0,0 1-1 0 0,-1-1 0 0 0,1 0 0 0 0,-1 1 0 0 0,1-1 1 0 0,-1 0-1 0 0,1 1 0 0 0,0-1 0 0 0,-1 0 0 0 0,1 0 1 0 0,-1 0-1 0 0,1 1 0 0 0,-1-1 0 0 0,1 0 0 0 0,-1 0 1 0 0,0 0-1 0 0,1 0 0 0 0,-1 0 0 0 0,1 0 0 0 0,-1 0 1 0 0,1 0-1 0 0,-1 0 0 0 0,1 0 0 0 0,-1 0 0 0 0,1 0 1 0 0,-1 0-1 0 0,1-1 0 0 0,-1 1 0 0 0,1 0 0 0 0,-1-1 1 0 0,-6 0-1725 0 0</inkml:trace>
  <inkml:trace contextRef="#ctx0" brushRef="#br0" timeOffset="1">5 364 3329 0 0,'-1'1'319'0'0,"0"0"0"0"0,1 1 1 0 0,-1-1-1 0 0,1 0 0 0 0,-1 0 0 0 0,1 1 1 0 0,0-1-1 0 0,0 0 0 0 0,-1 1 0 0 0,1-1 1 0 0,0 0-1 0 0,0 1 0 0 0,0-1 1 0 0,1 0-1 0 0,-1 1 0 0 0,0-1 0 0 0,0 0 1 0 0,1 1-1 0 0,-1-1 0 0 0,1 0 1 0 0,-1 0-1 0 0,1 1 0 0 0,-1-1 0 0 0,1 0 1 0 0,0 0-1 0 0,1 2 0 0 0,0-3-90 0 0,0 0 0 0 0,1 0-1 0 0,-1 0 1 0 0,0 0 0 0 0,0 0 0 0 0,0-1-1 0 0,0 1 1 0 0,0-1 0 0 0,0 1 0 0 0,0-1-1 0 0,0 0 1 0 0,0 0 0 0 0,0 0 0 0 0,0 0-1 0 0,0 0 1 0 0,-1 0 0 0 0,1 0 0 0 0,2-3-1 0 0,26-18 736 0 0,0-1-1 0 0,49-52 0 0 0,4-16-6489 0 0,-67 73 3199 0 0,-12 13 1364 0 0,0 0 1 0 0,0 0 0 0 0,-1 0 0 0 0,0-1-1 0 0,0 1 1 0 0,0-1 0 0 0,0 0 0 0 0,2-11-1 0 0,3 4-1172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8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4113 0 0,'-1'0'259'0'0,"0"0"-1"0"0,0 1 1 0 0,0-1 0 0 0,0 1-1 0 0,0-1 1 0 0,0 1 0 0 0,0-1-1 0 0,0 1 1 0 0,0-1 0 0 0,0 1 0 0 0,0 0-1 0 0,1-1 1 0 0,-1 1 0 0 0,0 0-1 0 0,1 0 1 0 0,-1 0 0 0 0,0 0-1 0 0,1-1 1 0 0,-1 1 0 0 0,1 0 0 0 0,-1 0-1 0 0,1 0 1 0 0,0 0 0 0 0,-1 0-1 0 0,1 0 1 0 0,0 0 0 0 0,0 1-1 0 0,0-1 1 0 0,-1 1 0 0 0,-2 38 1029 0 0,3-34-798 0 0,0 26-298 0 0,1 0-1 0 0,8 51 1 0 0,-5-59-3211 0 0,16 47 1 0 0,-20-71 2779 0 0,0 1 0 0 0,0-1 0 0 0,0 1 0 0 0,0 0 1 0 0,1-1-1 0 0,-1 1 0 0 0,0 0 0 0 0,0-1 0 0 0,1 1 0 0 0,-1-1 1 0 0,1 1-1 0 0,-1-1 0 0 0,0 1 0 0 0,1-1 0 0 0,-1 1 0 0 0,1-1 1 0 0,-1 1-1 0 0,1-1 0 0 0,-1 0 0 0 0,1 1 0 0 0,0-1 1 0 0,-1 0-1 0 0,1 1 0 0 0,5 1-1611 0 0</inkml:trace>
  <inkml:trace contextRef="#ctx0" brushRef="#br0" timeOffset="1">36 141 2016 0 0,'-1'-1'283'0'0,"0"0"-1"0"0,0 0 1 0 0,1 0 0 0 0,-1 0-1 0 0,0 0 1 0 0,1 0-1 0 0,-1 0 1 0 0,1 0-1 0 0,-1 0 1 0 0,1 0-1 0 0,0-1 1 0 0,-1 1-1 0 0,1 0 1 0 0,0 0-1 0 0,0 0 1 0 0,0-1-1 0 0,0 1 1 0 0,0 0-1 0 0,0 0 1 0 0,0 0-1 0 0,0-1 1 0 0,1 1-1 0 0,-1 0 1 0 0,0 0-1 0 0,1 0 1 0 0,-1 0 0 0 0,1 0-1 0 0,-1-1 1 0 0,1 1-1 0 0,0-1 1 0 0,31-25 3420 0 0,-11 13-4283 0 0,-12 6 354 0 0,22-18-1712 0 0,-21 9-4915 0 0,-11 14 5133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48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21 128 3873 0 0,'-3'5'516'0'0,"0"-1"0"0"0,1 0 0 0 0,0 1 0 0 0,0 0 0 0 0,0 0 0 0 0,0-1 1 0 0,1 1-1 0 0,0 0 0 0 0,0 0 0 0 0,0 0 0 0 0,1 0 0 0 0,0 7 0 0 0,0-9-320 0 0,1-1 1 0 0,0 1-1 0 0,0 0 0 0 0,0-1 0 0 0,0 1 0 0 0,0-1 1 0 0,0 0-1 0 0,1 1 0 0 0,-1-1 0 0 0,1 0 0 0 0,0 0 1 0 0,-1 0-1 0 0,1 0 0 0 0,0 0 0 0 0,0 0 0 0 0,0-1 1 0 0,1 1-1 0 0,-1-1 0 0 0,0 1 0 0 0,1-1 0 0 0,-1 0 1 0 0,1 0-1 0 0,-1 0 0 0 0,4 1 0 0 0,3 1-36 0 0,0 0 1 0 0,1 0-1 0 0,-1-1 0 0 0,1 0 0 0 0,0-1 0 0 0,0 0 0 0 0,0 0 1 0 0,0-1-1 0 0,0-1 0 0 0,-1 0 0 0 0,1 0 0 0 0,0-1 1 0 0,0 0-1 0 0,10-4 0 0 0,-12 4-152 0 0,-1-1 0 0 0,-1 0 1 0 0,1-1-1 0 0,0 0 0 0 0,-1 0 1 0 0,0 0-1 0 0,0 0 0 0 0,0-1 1 0 0,0 0-1 0 0,-1-1 0 0 0,0 1 1 0 0,0-1-1 0 0,-1 0 0 0 0,1 0 1 0 0,-1-1-1 0 0,0 1 0 0 0,-1-1 1 0 0,6-13-1 0 0,-2 0-466 0 0,14-45-1933 0 0,-20 62 1654 0 0,0 0 0 0 0,-1-1 0 0 0,0 1 1 0 0,1-1-1 0 0,-1 1 0 0 0,-1 0 0 0 0,1-1 1 0 0,0 1-1 0 0,-2-5 0 0 0,-7-6-3535 0 0,5 9 1561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0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 3721 0 0,'-1'0'353'0'0,"0"0"0"0"0,0 0 0 0 0,-1 1 0 0 0,1-1 1 0 0,0 0-1 0 0,0 1 0 0 0,0-1 0 0 0,0 1 0 0 0,0-1 0 0 0,0 1 1 0 0,0 0-1 0 0,0-1 0 0 0,0 1 0 0 0,0 0 0 0 0,0 0 0 0 0,0 0 1 0 0,0 0-1 0 0,1-1 0 0 0,-2 3 0 0 0,-13 26 2322 0 0,-1 34-656 0 0,15-47-1777 0 0,0 1-1 0 0,0-1 1 0 0,2 0-1 0 0,0 0 1 0 0,1 0-1 0 0,0 0 1 0 0,7 20-1 0 0,-8-30-218 0 0,1 0 0 0 0,1-1-1 0 0,-1 1 1 0 0,1-1 0 0 0,0 0-1 0 0,0 0 1 0 0,0 0 0 0 0,1 0-1 0 0,0 0 1 0 0,5 5 0 0 0,-6-8-13 0 0,0 0-1 0 0,0 0 1 0 0,0 0 0 0 0,0 0 0 0 0,0 0 0 0 0,0-1 0 0 0,1 1-1 0 0,-1-1 1 0 0,0 0 0 0 0,1 0 0 0 0,-1 0 0 0 0,1-1-1 0 0,-1 1 1 0 0,1-1 0 0 0,0 0 0 0 0,-1 0 0 0 0,1 0 0 0 0,5-1-1 0 0,-5 0 14 0 0,1-1 0 0 0,0 1 0 0 0,-1-1 0 0 0,1 0 0 0 0,-1 0 0 0 0,0 0 0 0 0,1-1 0 0 0,-1 1-1 0 0,0-1 1 0 0,-1 0 0 0 0,1 0 0 0 0,0-1 0 0 0,-1 1 0 0 0,0-1 0 0 0,0 1 0 0 0,0-1 0 0 0,0 0 0 0 0,0 0-1 0 0,-1-1 1 0 0,0 1 0 0 0,0 0 0 0 0,0-1 0 0 0,0 1 0 0 0,-1-1 0 0 0,0 0 0 0 0,0 0 0 0 0,1-9-1 0 0,0 4 43 0 0,-1 0 0 0 0,0-1 0 0 0,-1 1 0 0 0,0 0 0 0 0,0-1 0 0 0,-1 1 0 0 0,-1 0-1 0 0,0 0 1 0 0,0 0 0 0 0,-1 0 0 0 0,0 0 0 0 0,-7-12 0 0 0,6 15-18 0 0,0 0 0 0 0,-1 1 0 0 0,0 0 0 0 0,0 0 1 0 0,0 1-1 0 0,-1-1 0 0 0,0 1 0 0 0,0 0 0 0 0,0 1 0 0 0,-1 0 0 0 0,0 0 1 0 0,1 0-1 0 0,-1 1 0 0 0,-12-5 0 0 0,16 7-148 0 0,0 0 0 0 0,0 1 0 0 0,0-1 0 0 0,0 0 0 0 0,0 1 0 0 0,0 0 0 0 0,0 0 0 0 0,0 0 0 0 0,0 0 0 0 0,-1 0 0 0 0,1 0 0 0 0,0 1 0 0 0,0 0 0 0 0,0 0 0 0 0,0 0 0 0 0,0 0 0 0 0,0 0 0 0 0,1 0 0 0 0,-1 1 0 0 0,0-1 0 0 0,0 1 1 0 0,1 0-1 0 0,-1 0 0 0 0,1 0 0 0 0,0 0 0 0 0,0 0 0 0 0,-1 0 0 0 0,1 1 0 0 0,1-1 0 0 0,-1 1 0 0 0,0-1 0 0 0,0 1 0 0 0,1 0 0 0 0,0 0 0 0 0,0 0 0 0 0,-1 0 0 0 0,0 5 0 0 0,2-6-292 0 0,-1-1-1 0 0,0 1 1 0 0,1 0 0 0 0,-1 0 0 0 0,1-1-1 0 0,0 1 1 0 0,0 0 0 0 0,-1 0 0 0 0,1 0-1 0 0,0 0 1 0 0,1 0 0 0 0,-1-1 0 0 0,0 1 0 0 0,0 0-1 0 0,1 0 1 0 0,-1 0 0 0 0,1-1 0 0 0,0 1-1 0 0,-1 0 1 0 0,1-1 0 0 0,1 3 0 0 0,-2-4 342 0 0,0 0 0 0 0,0 0 0 0 0,1 0 0 0 0,-1 1 1 0 0,0-1-1 0 0,0 0 0 0 0,0 0 0 0 0,0 0 0 0 0,0 0 0 0 0,0 0 1 0 0,0 0-1 0 0,0 0 0 0 0,0 0 0 0 0,1 0 0 0 0,-1 1 1 0 0,0-1-1 0 0,0 0 0 0 0,0 0 0 0 0,0 0 0 0 0,0 0 0 0 0,0 0 1 0 0,1 0-1 0 0,-1 0 0 0 0,0 0 0 0 0,0 0 0 0 0,0 0 1 0 0,0 0-1 0 0,0 0 0 0 0,0 0 0 0 0,1 0 0 0 0,-1 0 1 0 0,0 0-1 0 0,0 0 0 0 0,0 0 0 0 0,0 0 0 0 0,0 0 0 0 0,1 0 1 0 0,-1-1-1 0 0,0 1 0 0 0,0 0 0 0 0,0 0 0 0 0,0 0 1 0 0,0 0-1 0 0,0 0 0 0 0,0 0 0 0 0,0 0 0 0 0,1 0 0 0 0,-1 0 1 0 0,0-1-1 0 0,0 1 0 0 0,0 0 0 0 0,0 0 0 0 0,0 0 1 0 0,0 0-1 0 0,0 0 0 0 0,0 0 0 0 0,0 0 0 0 0,0-1 1 0 0,0 1-1 0 0,0 0 0 0 0,0 0 0 0 0,0 0 0 0 0,0 0 0 0 0,0 0 1 0 0,0-1-1 0 0,0 1 0 0 0,0 0 0 0 0,0 0 0 0 0,2-4-1003 0 0,7-2-1335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0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3873 0 0,'-6'9'6711'0'0,"5"6"-3475"0"0,4 20-1446 0 0,-2-27-840 0 0,12 91 2280 0 0,28 107 1 0 0,-18-107-4412 0 0,8 103 0 0 0,-25-167-1190 0 0,-4-22-1393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0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5 3945 0 0,'-1'0'238'0'0,"1"0"0"0"0,0-1 0 0 0,-1 1 0 0 0,1 0 0 0 0,0-1 1 0 0,-1 1-1 0 0,1 0 0 0 0,-1-1 0 0 0,1 1 0 0 0,-1 0 0 0 0,1 0 0 0 0,-1-1 0 0 0,1 1 1 0 0,-1 0-1 0 0,1 0 0 0 0,-1 0 0 0 0,1 0 0 0 0,-1 0 0 0 0,1 0 0 0 0,-1 0 0 0 0,1 0 1 0 0,-1 0-1 0 0,1 0 0 0 0,-1 0 0 0 0,1 0 0 0 0,-1 0 0 0 0,1 0 0 0 0,-1 0 0 0 0,1 1 1 0 0,-1-1-1 0 0,1 0 0 0 0,-1 0 0 0 0,1 1 0 0 0,-1-1 0 0 0,1 0 0 0 0,-1 1 0 0 0,-2 23 3196 0 0,18 50-3259 0 0,-9-51 921 0 0,5 38-605 0 0,18 79-314 0 0,-24-123-1274 0 0,1 0 1 0 0,0-1-1 0 0,11 19 1 0 0,-16-34 822 0 0,-1 0 0 0 0,0 0 1 0 0,1 0-1 0 0,-1 0 1 0 0,1 0-1 0 0,-1-1 0 0 0,1 1 1 0 0,0 0-1 0 0,-1 0 0 0 0,1-1 1 0 0,0 1-1 0 0,0 0 1 0 0,0-1-1 0 0,-1 1 0 0 0,1-1 1 0 0,0 1-1 0 0,0-1 1 0 0,0 1-1 0 0,1 0 0 0 0,-1-2 74 0 0,0 1-1 0 0,-1 0 1 0 0,1 0-1 0 0,0-1 1 0 0,-1 1-1 0 0,1 0 1 0 0,-1-1-1 0 0,1 1 1 0 0,0 0-1 0 0,-1-1 1 0 0,1 1-1 0 0,-1-1 1 0 0,1 1-1 0 0,-1-1 1 0 0,0 1 0 0 0,1-1-1 0 0,-1 0 1 0 0,0 1-1 0 0,1-1 1 0 0,-1 1-1 0 0,0-1 1 0 0,1 0-1 0 0,-1 1 1 0 0,0-1-1 0 0,0-1 1 0 0,7-12-2161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1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2841 0 0,'1'4'592'0'0,"0"0"0"0"0,1 0 0 0 0,-1 0 0 0 0,1 0 0 0 0,-1 0 0 0 0,1-1 0 0 0,0 1 0 0 0,0-1 1 0 0,4 5-1 0 0,10 19 990 0 0,-8-2-887 0 0,0 0 1 0 0,-2 0 0 0 0,0 1 0 0 0,-2 0 0 0 0,-1 0-1 0 0,-1 0 1 0 0,-2 34 0 0 0,0-45-624 0 0,-2 0 0 0 0,0 0 0 0 0,0 0 0 0 0,-1 0 0 0 0,-1 0 0 0 0,-1-1-1 0 0,0 0 1 0 0,-1 0 0 0 0,0 0 0 0 0,-1-1 0 0 0,-1 1 0 0 0,0-2 0 0 0,0 1 0 0 0,-12 12 0 0 0,18-23-70 0 0,1-1 0 0 0,0 1 0 0 0,-1 0 1 0 0,1-1-1 0 0,-1 1 0 0 0,0-1 0 0 0,1 1 0 0 0,-1-1 1 0 0,0 0-1 0 0,0 0 0 0 0,0 0 0 0 0,0 0 0 0 0,0 0 0 0 0,0 0 1 0 0,0 0-1 0 0,0-1 0 0 0,0 1 0 0 0,0-1 0 0 0,-1 1 0 0 0,1-1 1 0 0,0 0-1 0 0,0 0 0 0 0,-1 0 0 0 0,1 0 0 0 0,0 0 1 0 0,0-1-1 0 0,0 1 0 0 0,0-1 0 0 0,-1 1 0 0 0,-2-2 0 0 0,2 0-9 0 0,1-1 1 0 0,0 1-1 0 0,0 0 0 0 0,0 0 0 0 0,0-1 0 0 0,0 1 0 0 0,0-1 0 0 0,1 0 0 0 0,-1 1 0 0 0,1-1 0 0 0,0 0 0 0 0,0 0 0 0 0,0 0 0 0 0,0 0 0 0 0,1 0 0 0 0,-1 0 0 0 0,1 0 0 0 0,-1 0 0 0 0,1 0 0 0 0,0 0 1 0 0,1-6-1 0 0,0-3-43 0 0,0 1 0 0 0,1-1 0 0 0,1 1 0 0 0,0-1 0 0 0,0 1 0 0 0,1 0 0 0 0,1 0 0 0 0,-1 0 0 0 0,2 1 0 0 0,6-11 0 0 0,17-17-2979 0 0,4 5-3509 0 0,-20 12 3672 0 0,-9 11 1818 0 0,8-5-1225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1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 3409 0 0,'-1'2'525'0'0,"0"1"0"0"0,1 0 0 0 0,-1 0 0 0 0,1-1 0 0 0,0 1 0 0 0,-1 0 0 0 0,1 0 0 0 0,1-1 0 0 0,-1 1 1 0 0,0 0-1 0 0,1 0 0 0 0,-1-1 0 0 0,1 1 0 0 0,1 4 0 0 0,21 47 1762 0 0,-8-19-1063 0 0,-2 6-286 0 0,-2 0-1 0 0,10 74 1 0 0,-20-100-896 0 0,1-1 0 0 0,-2 1 0 0 0,0 0 1 0 0,-1 0-1 0 0,-1 0 0 0 0,0 0 1 0 0,-1 0-1 0 0,0-1 0 0 0,-1 1 0 0 0,-1-1 1 0 0,-9 19-1 0 0,14-32-75 0 0,0 0 1 0 0,-1 0 0 0 0,1 0-1 0 0,0 0 1 0 0,-1-1-1 0 0,1 1 1 0 0,-1 0 0 0 0,1 0-1 0 0,-1 0 1 0 0,1-1-1 0 0,-1 1 1 0 0,0 0 0 0 0,1-1-1 0 0,-1 1 1 0 0,0 0-1 0 0,0-1 1 0 0,1 1 0 0 0,-1-1-1 0 0,0 1 1 0 0,0-1-1 0 0,0 1 1 0 0,0-1 0 0 0,0 0-1 0 0,0 1 1 0 0,1-1-1 0 0,-1 0 1 0 0,0 0-1 0 0,0 0 1 0 0,0 0 0 0 0,0 0-1 0 0,-2 0 1 0 0,2-1-36 0 0,-1 0 0 0 0,0 0 0 0 0,1 0 0 0 0,-1 0 0 0 0,1-1 0 0 0,-1 1 0 0 0,1-1 0 0 0,-1 1 0 0 0,1-1 1 0 0,0 1-1 0 0,0-1 0 0 0,0 0 0 0 0,-2-3 0 0 0,-3-9-234 0 0,0 0 0 0 0,-7-27 0 0 0,10 26 267 0 0,0 0 1 0 0,1-1-1 0 0,-1-21 1 0 0,3 33 104 0 0,0 0 0 0 0,0 0 1 0 0,0 0-1 0 0,1 0 0 0 0,-1 0 1 0 0,1 0-1 0 0,0 0 0 0 0,0 0 1 0 0,0 1-1 0 0,0-1 0 0 0,1 0 1 0 0,-1 1-1 0 0,1-1 0 0 0,0 1 1 0 0,0 0-1 0 0,1-1 0 0 0,-1 1 1 0 0,1 0-1 0 0,2-3 0 0 0,-1 5-85 0 0,0-1 0 0 0,-1 0 1 0 0,1 1-1 0 0,0 0 0 0 0,0 0 0 0 0,0 0 0 0 0,0 0 0 0 0,0 0 0 0 0,0 1 1 0 0,0 0-1 0 0,1 0 0 0 0,-1 0 0 0 0,0 0 0 0 0,4 2 0 0 0,33-3-4015 0 0,-39 1 3463 0 0,0-1 0 0 0,1 1 0 0 0,-1-1-1 0 0,0 0 1 0 0,1 0 0 0 0,-1 0 0 0 0,0 0-1 0 0,0 0 1 0 0,0-1 0 0 0,0 1 0 0 0,0 0-1 0 0,0-1 1 0 0,0 0 0 0 0,3-3 0 0 0,4-3-2290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1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4297 0 0,'-1'7'1246'0'0,"0"0"0"0"0,1 0 1 0 0,0 0-1 0 0,0 0 0 0 0,2 13 0 0 0,22 69 1860 0 0,-12-46-2127 0 0,4 7-876 0 0,9 39-1053 0 0,-24-82-263 0 0,0 0 0 0 0,-1 0 0 0 0,0-1 0 0 0,0 1 0 0 0,0 0 0 0 0,-2 8 0 0 0,-2-34-3974 0 0,2 16 5099 0 0,1 0 0 0 0,0 0 0 0 0,0 0-1 0 0,1 0 1 0 0,-1-1 0 0 0,0 1 0 0 0,1 0 0 0 0,0 0 0 0 0,0 0 0 0 0,0 0-1 0 0,0-1 1 0 0,0 1 0 0 0,1-4 0 0 0,0 5 158 0 0,-1 0 0 0 0,0 1-1 0 0,0-1 1 0 0,0 0 0 0 0,0 0 0 0 0,0 1-1 0 0,0-1 1 0 0,0 0 0 0 0,-1 0 0 0 0,1 1-1 0 0,-1-1 1 0 0,1 0 0 0 0,-1 1 0 0 0,1-1-1 0 0,-1 0 1 0 0,0 1 0 0 0,0-1 0 0 0,0 1-1 0 0,0-1 1 0 0,0 1 0 0 0,0 0 0 0 0,-1-1-1 0 0,-1-1 1 0 0,2 2 408 0 0,0 0 1 0 0,-1-1-1 0 0,1 1 0 0 0,0-1 0 0 0,0 1 0 0 0,0-1 1 0 0,0 0-1 0 0,0 1 0 0 0,1-1 0 0 0,-1 0 1 0 0,0 0-1 0 0,0-3 0 0 0,18 3 8145 0 0,21-8-7349 0 0,-14-2-1863 0 0,39-26 1 0 0,-51 29-1401 0 0,0 1 0 0 0,-1-2 0 0 0,0 1 0 0 0,18-23-1 0 0,-20 8-1217 0 0,-8 19 2606 0 0,4-8-1700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2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3433 0 0,'2'-2'585'0'0,"-1"0"0"0"0,1 0 0 0 0,-1 0 0 0 0,1 0 0 0 0,0 0 0 0 0,-1 0 0 0 0,1 1 0 0 0,0-1 0 0 0,1 0 1 0 0,-1 1-1 0 0,4-2 0 0 0,34-12 2976 0 0,-29 12-3090 0 0,-1 1 0 0 0,0 1 1 0 0,0 0-1 0 0,1 0 0 0 0,17 2 0 0 0,-26-1-441 0 0,0 1 0 0 0,-1-1 0 0 0,1 0 0 0 0,0 1-1 0 0,0 0 1 0 0,-1-1 0 0 0,1 1 0 0 0,0 0 0 0 0,-1 0 0 0 0,1 0-1 0 0,-1 0 1 0 0,1 0 0 0 0,-1 0 0 0 0,1 1 0 0 0,-1-1 0 0 0,0 0-1 0 0,1 1 1 0 0,-1-1 0 0 0,0 1 0 0 0,0-1 0 0 0,1 3 0 0 0,-1 0 23 0 0,1 0 1 0 0,-1 1-1 0 0,0-1 0 0 0,0 0 1 0 0,0 1-1 0 0,0-1 1 0 0,-1 1-1 0 0,0 6 1 0 0,-1 7 2 0 0,-1 0 0 0 0,0 0 0 0 0,-7 22 0 0 0,-13 33-266 0 0,14-52 113 0 0,1 1-1 0 0,1 0 1 0 0,1 0-1 0 0,2 0 1 0 0,-3 26-1 0 0,6-48 104 0 0,0 1 0 0 0,0-1-1 0 0,0 1 1 0 0,0-1 0 0 0,0 1 0 0 0,0-1 0 0 0,0 1-1 0 0,0-1 1 0 0,0 1 0 0 0,1-1 0 0 0,-1 1-1 0 0,0-1 1 0 0,0 1 0 0 0,0-1 0 0 0,0 1 0 0 0,1-1-1 0 0,-1 1 1 0 0,0-1 0 0 0,1 1 0 0 0,-1-1 0 0 0,0 1-1 0 0,1-1 1 0 0,-1 0 0 0 0,0 1 0 0 0,1-1 0 0 0,-1 0-1 0 0,1 1 1 0 0,-1-1 0 0 0,1 0 0 0 0,-1 0-1 0 0,1 1 1 0 0,-1-1 0 0 0,1 0 0 0 0,-1 0 0 0 0,1 0-1 0 0,-1 0 1 0 0,2 1 0 0 0,23-9 496 0 0,22-24 407 0 0,-47 31-898 0 0,114-99 686 0 0,-106 96-1031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0 197 5825 0 0,'1'1'349'0'0,"-1"0"1"0"0,1 0-1 0 0,-1 0 0 0 0,1 0 0 0 0,0-1 0 0 0,-1 1 0 0 0,1 0 0 0 0,0 0 1 0 0,0 0-1 0 0,-1 0 0 0 0,1-1 0 0 0,0 1 0 0 0,0 0 0 0 0,0-1 1 0 0,0 1-1 0 0,0-1 0 0 0,0 1 0 0 0,0-1 0 0 0,0 1 0 0 0,0-1 0 0 0,2 1 1 0 0,32 0 3379 0 0,29-16-711 0 0,122-51-1246 0 0,-69 8-5366 0 0,-113 56 2832 0 0,0 0 0 0 0,-1 0-1 0 0,1 0 1 0 0,-1 0 0 0 0,0-1 0 0 0,0 0 0 0 0,0 1-1 0 0,0-1 1 0 0,0 0 0 0 0,0 0 0 0 0,-1-1 0 0 0,1 1-1 0 0,-1-1 1 0 0,0 1 0 0 0,0-1 0 0 0,0 1 0 0 0,-1-1-1 0 0,3-6 1 0 0,-3-3-2244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3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3265 0 0,'0'-2'383'0'0,"1"0"-1"0"0,-1 0 1 0 0,1 0 0 0 0,-1 1 0 0 0,1-1 0 0 0,0 0 0 0 0,0 0 0 0 0,0 1 0 0 0,0-1 0 0 0,0 1-1 0 0,0-1 1 0 0,1 1 0 0 0,-1-1 0 0 0,0 1 0 0 0,1-1 0 0 0,-1 1 0 0 0,1 0 0 0 0,-1 0 0 0 0,1 0 0 0 0,3-2-1 0 0,45-20 2072 0 0,-26 13-908 0 0,49-36 771 0 0,-73 46-2073 0 0,-21 27 1454 0 0,7-12-1601 0 0,1 1 0 0 0,0 1 0 0 0,1 0 0 0 0,1 1 0 0 0,1 0-1 0 0,1 0 1 0 0,-14 40 0 0 0,19-46-75 0 0,0 1-1 0 0,1-1 1 0 0,1 1-1 0 0,0 0 1 0 0,1 0 0 0 0,1 0-1 0 0,-1 0 1 0 0,2 0-1 0 0,0 0 1 0 0,1 0 0 0 0,0-1-1 0 0,1 1 1 0 0,0 0-1 0 0,5 12 1 0 0,-7-22-16 0 0,0-1-1 0 0,0 1 1 0 0,0 0-1 0 0,1-1 1 0 0,-1 1-1 0 0,1-1 1 0 0,-1 1 0 0 0,1-1-1 0 0,0 0 1 0 0,0 0-1 0 0,0 0 1 0 0,0 0-1 0 0,0 0 1 0 0,0 0-1 0 0,0 0 1 0 0,1-1-1 0 0,-1 1 1 0 0,1-1 0 0 0,0 1-1 0 0,-1-1 1 0 0,4 1-1 0 0,-2-2-8 0 0,-1 0-1 0 0,1 0 1 0 0,-1 0 0 0 0,1 0-1 0 0,-1 0 1 0 0,1-1 0 0 0,-1 0-1 0 0,0 0 1 0 0,1 0-1 0 0,-1 0 1 0 0,0 0 0 0 0,1-1-1 0 0,-1 1 1 0 0,5-5-1 0 0,7-4-668 0 0,-2-1-1 0 0,1-1 0 0 0,-2 0 1 0 0,0-1-1 0 0,18-22 0 0 0,-9 7-1587 0 0,-11 17 1127 0 0,-1 0-1 0 0,0-1 1 0 0,0 0 0 0 0,-1 0 0 0 0,-1-1-1 0 0,0 0 1 0 0,-1-1 0 0 0,-1 1 0 0 0,0-1 0 0 0,4-18-1 0 0,-3 7-406 0 0</inkml:trace>
  <inkml:trace contextRef="#ctx0" brushRef="#br0" timeOffset="1">375 0 2921 0 0,'-5'7'6617'0'0,"4"9"-3791"0"0,8 24-2053 0 0,-4-29 145 0 0,45 218 2053 0 0,-32-165-5537 0 0,-2 1-3428 0 0,-13-64 5782 0 0,-1-1 111 0 0,0 0 1 0 0,0 1-1 0 0,0-1 0 0 0,0 0 0 0 0,0 0 0 0 0,1 0 0 0 0,-1 1 0 0 0,0-1 0 0 0,0 0 0 0 0,0 0 0 0 0,0 1 0 0 0,0-1 0 0 0,0 0 0 0 0,0 0 0 0 0,0 0 0 0 0,0 1 0 0 0,0-1 0 0 0,0 0 0 0 0,0 0 0 0 0,0 1 0 0 0,0-1 0 0 0,0 0 0 0 0,0 0 0 0 0,0 1 0 0 0,0-1 0 0 0,0 0 0 0 0,0 0 0 0 0,-1 0 0 0 0,1 1 0 0 0,0-1 0 0 0,0 0 0 0 0,0 0 0 0 0,0 0 0 0 0,0 1 0 0 0,-1-1 0 0 0,1 0 0 0 0,0 0 0 0 0,0 0 0 0 0,0 0 0 0 0,-1 0 0 0 0,1 0 0 0 0,0 1 0 0 0,0-1 0 0 0,-1 0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3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1 156 4913 0 0,'0'0'382'0'0,"0"1"1"0"0,-1 0-1 0 0,1 0 1 0 0,0-1-1 0 0,0 1 1 0 0,0 0-1 0 0,1 0 0 0 0,-1-1 1 0 0,0 1-1 0 0,0 0 1 0 0,0 0-1 0 0,0-1 0 0 0,1 1 1 0 0,-1 0-1 0 0,0-1 1 0 0,1 1-1 0 0,-1 0 0 0 0,0-1 1 0 0,1 1-1 0 0,-1 0 1 0 0,1-1-1 0 0,-1 1 1 0 0,1-1-1 0 0,0 1 0 0 0,0 0 1 0 0,21-1 3189 0 0,-16-1-3361 0 0,11-2 0 0 0,-1 0 1 0 0,0-2 0 0 0,-1 0 0 0 0,1-1-1 0 0,-1 0 1 0 0,0-1 0 0 0,19-13 0 0 0,50-39-8413 0 0,-80 56 7297 0 0,0-1 1 0 0,0 0-1 0 0,0 0 1 0 0,0 0-1 0 0,-1 0 0 0 0,0-1 1 0 0,0 0-1 0 0,3-6 1 0 0,2-4-2113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3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 4841 0 0,'0'0'277'0'0,"-1"0"0"0"0,1 0 0 0 0,-1 0 0 0 0,1 0 0 0 0,-1 0 0 0 0,1-1 0 0 0,-1 1 0 0 0,1 0 0 0 0,-1 0 0 0 0,1 0 0 0 0,-1 1 0 0 0,1-1 0 0 0,0 0 0 0 0,-1 0 0 0 0,1 0 0 0 0,-1 0 0 0 0,1 0 0 0 0,-1 0 0 0 0,1 1 0 0 0,-1-1 0 0 0,1 0 0 0 0,-1 0 0 0 0,1 1 0 0 0,0-1 0 0 0,-1 0 0 0 0,1 1 0 0 0,0-1 1 0 0,-1 0-1 0 0,1 1 0 0 0,0-1 0 0 0,-1 1 0 0 0,-5 21 3513 0 0,6 33-2371 0 0,1-45-510 0 0,12 230 2315 0 0,10-82-8340 0 0,-21-150 4868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3:54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48 4609 0 0,'-6'26'8119'0'0,"6"9"-3956"0"0,0-33-4051 0 0,0 0 0 0 0,1 0 0 0 0,-1 0 0 0 0,1 0 0 0 0,-1 0 0 0 0,1-1 0 0 0,0 1 0 0 0,0 0 0 0 0,-1 0 0 0 0,1 0 0 0 0,1-1 0 0 0,1 4 0 0 0,-2-5-113 0 0,-1 1 1 0 0,1-1 0 0 0,0 1 0 0 0,0-1 0 0 0,0 1 0 0 0,0-1 0 0 0,0 1-1 0 0,0-1 1 0 0,0 0 0 0 0,-1 1 0 0 0,1-1 0 0 0,0 0 0 0 0,0 0 0 0 0,0 0-1 0 0,0 0 1 0 0,0 0 0 0 0,0 0 0 0 0,0 0 0 0 0,0 0 0 0 0,0 0-1 0 0,0 0 1 0 0,0-1 0 0 0,0 1 0 0 0,0 0 0 0 0,0-1 0 0 0,2 0 0 0 0,-1-1 4 0 0,0 1 1 0 0,-1-1-1 0 0,1 0 1 0 0,0 1 0 0 0,-1-1-1 0 0,1 0 1 0 0,-1 0 0 0 0,1 0-1 0 0,-1-1 1 0 0,0 1-1 0 0,0 0 1 0 0,0 0 0 0 0,0-1-1 0 0,-1 1 1 0 0,1 0 0 0 0,0-1-1 0 0,-1 1 1 0 0,0-1-1 0 0,0 1 1 0 0,0-5 0 0 0,-5-17 258 0 0,4 23-239 0 0,1 1 0 0 0,0-1 0 0 0,-1 1-1 0 0,1-1 1 0 0,-1 1 0 0 0,1-1 0 0 0,-1 1 0 0 0,0 0 0 0 0,1-1-1 0 0,-1 1 1 0 0,1 0 0 0 0,-1 0 0 0 0,1-1 0 0 0,-1 1-1 0 0,0 0 1 0 0,1 0 0 0 0,-1 0 0 0 0,0 0 0 0 0,1 0 0 0 0,-1 0-1 0 0,0 0 1 0 0,1 0 0 0 0,-1 0 0 0 0,1 0 0 0 0,-1 0 0 0 0,0 0-1 0 0,1 0 1 0 0,-1 0 0 0 0,0 1 0 0 0,1-1 0 0 0,-2 1-1 0 0,0 0-5 0 0,1 0 0 0 0,-1 0-1 0 0,0 0 1 0 0,1 0 0 0 0,-1 0-1 0 0,1 0 1 0 0,-1 1-1 0 0,1-1 1 0 0,0 1 0 0 0,-1-1-1 0 0,1 1 1 0 0,0-1-1 0 0,0 1 1 0 0,0 0 0 0 0,0-1-1 0 0,0 1 1 0 0,1 0 0 0 0,-1 0-1 0 0,1 0 1 0 0,-1 0-1 0 0,1 0 1 0 0,-1 0 0 0 0,1 0-1 0 0,0-1 1 0 0,0 1-1 0 0,0 0 1 0 0,0 0 0 0 0,0 0-1 0 0,1 0 1 0 0,-1 0 0 0 0,0 0-1 0 0,1 0 1 0 0,0 0-1 0 0,-1 0 1 0 0,3 2 0 0 0,-3-3-20 0 0,0 0 1 0 0,1 0 0 0 0,-1 0-1 0 0,1 0 1 0 0,-1 0-1 0 0,1 0 1 0 0,0-1 0 0 0,-1 1-1 0 0,1 0 1 0 0,0 0 0 0 0,0-1-1 0 0,0 1 1 0 0,-1 0 0 0 0,1-1-1 0 0,0 1 1 0 0,0-1-1 0 0,0 1 1 0 0,0-1 0 0 0,0 0-1 0 0,0 1 1 0 0,0-1 0 0 0,0 0-1 0 0,0 1 1 0 0,2-1 0 0 0,-1-1 3 0 0,-1 1 0 0 0,1-1 1 0 0,-1 1-1 0 0,1-1 0 0 0,-1 0 1 0 0,1 0-1 0 0,-1 0 0 0 0,1 0 1 0 0,-1 0-1 0 0,0 0 1 0 0,1 0-1 0 0,-1 0 0 0 0,0 0 1 0 0,0-1-1 0 0,0 1 0 0 0,0-1 1 0 0,0 1-1 0 0,0 0 1 0 0,0-1-1 0 0,-1 0 0 0 0,2-2 1 0 0,0-2 20 0 0,1 0 1 0 0,-1 0 0 0 0,-1 0 0 0 0,1-1 0 0 0,-1 1-1 0 0,1-13 1 0 0,-2 16-11 0 0,0-1-1 0 0,0 1 0 0 0,0 0 1 0 0,0 0-1 0 0,0 0 0 0 0,-1-1 1 0 0,0 1-1 0 0,1 0 0 0 0,-1 0 1 0 0,0 0-1 0 0,0 0 0 0 0,-1 0 1 0 0,1 0-1 0 0,-1 1 0 0 0,-3-6 1 0 0,5 8 11 0 0,-1-1 1 0 0,1 1 0 0 0,-1 0 0 0 0,0 0-1 0 0,1 0 1 0 0,-1 0 0 0 0,1-1 0 0 0,-1 1 0 0 0,1 0-1 0 0,-1 0 1 0 0,1 0 0 0 0,-1 0 0 0 0,0 0-1 0 0,1 0 1 0 0,-1 0 0 0 0,1 1 0 0 0,-1-1-1 0 0,1 0 1 0 0,-1 0 0 0 0,1 0 0 0 0,-1 1-1 0 0,1-1 1 0 0,-1 0 0 0 0,1 0 0 0 0,-1 1-1 0 0,1-1 1 0 0,-1 0 0 0 0,1 1 0 0 0,-1-1-1 0 0,1 1 1 0 0,0-1 0 0 0,-1 0 0 0 0,1 1-1 0 0,0-1 1 0 0,-1 1 0 0 0,1-1 0 0 0,0 1-1 0 0,0-1 1 0 0,-1 1 0 0 0,1-1 0 0 0,0 1-1 0 0,0 0 1 0 0,0-1 0 0 0,0 1 0 0 0,0-1-1 0 0,0 2 1 0 0,-10 27 365 0 0,7-14-332 0 0,1-10-86 0 0,0 1 0 0 0,1 0 0 0 0,-1 1 1 0 0,1-1-1 0 0,1 0 0 0 0,-1 0 0 0 0,1 0 0 0 0,0 1 1 0 0,1-1-1 0 0,-1 0 0 0 0,4 11 0 0 0,-4-17-100 0 0,0 0 0 0 0,1 0 0 0 0,-1 0 0 0 0,0 0 0 0 0,0 0 0 0 0,1 0 0 0 0,-1 0 0 0 0,0 0 0 0 0,0 0 0 0 0,1 0 0 0 0,-1 0 0 0 0,0 0 0 0 0,0 0 0 0 0,1 0 0 0 0,-1 0 0 0 0,0 0 0 0 0,0-1 0 0 0,1 1 0 0 0,-1 0 0 0 0,0 0 0 0 0,0 0 0 0 0,0 0 0 0 0,1-1 0 0 0,-1 1 0 0 0,0 0 0 0 0,0 0 0 0 0,0-1 0 0 0,0 1 0 0 0,0 0 0 0 0,1 0 0 0 0,-1 0 0 0 0,0-1 0 0 0,0 1 0 0 0,0 0 0 0 0,0 0 0 0 0,0-1 0 0 0,0 1 0 0 0,0 0 0 0 0,0-1 0 0 0,0 1 0 0 0,0 0 0 0 0,0 0-1 0 0,0-1 1 0 0,0 1 0 0 0,0-1 0 0 0,3-19-5293 0 0,-10-9 655 0 0,5 6 243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03.60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21 42 2304 0 0,'-21'2'8194'0'0,"25"-4"-7987"0"0,0 1 1 0 0,0 0-1 0 0,0 0 0 0 0,0 0 0 0 0,0 1 0 0 0,0 0 0 0 0,0-1 1 0 0,0 1-1 0 0,0 1 0 0 0,7 0 0 0 0,10-1 199 0 0,27-7 91 0 0,-38 4-433 0 0,-1 1 1 0 0,1 1-1 0 0,-1 0 0 0 0,1 0 0 0 0,-1 1 0 0 0,1 0 0 0 0,0 1 1 0 0,15 2-1 0 0,-16-1-22 0 0,0-1 1 0 0,-1 0-1 0 0,1-1 1 0 0,0 0-1 0 0,12-2 1 0 0,-14 1-13 0 0,1 1 1 0 0,0-1-1 0 0,0 1 1 0 0,0 1 0 0 0,0 0-1 0 0,0 0 1 0 0,9 3 0 0 0,5 3 11 0 0,-15-4-25 0 0,1 0 0 0 0,0-1 0 0 0,-1 0 0 0 0,1 0 0 0 0,9 0-1 0 0,-13-2-14 0 0,0 0 0 0 0,0-1-1 0 0,-1 1 1 0 0,1-1-1 0 0,0 0 1 0 0,0 0-1 0 0,-1 0 1 0 0,1 0-1 0 0,-1-1 1 0 0,1 0 0 0 0,-1 0-1 0 0,0 0 1 0 0,6-4-1 0 0,-3 2 10 0 0,0 0 0 0 0,0 0 0 0 0,1 0 0 0 0,-1 1 0 0 0,1 0 0 0 0,-1 0-1 0 0,1 1 1 0 0,0 0 0 0 0,0 0 0 0 0,0 1 0 0 0,0-1 0 0 0,1 2 0 0 0,-1-1 0 0 0,0 1 0 0 0,0 0 0 0 0,1 0 0 0 0,-1 1-1 0 0,0 0 1 0 0,0 1 0 0 0,0-1 0 0 0,0 1 0 0 0,11 5 0 0 0,-1-3 2 0 0,0 0 1 0 0,0-1 0 0 0,0-1-1 0 0,19 0 1 0 0,-17-1 15 0 0,0 0 1 0 0,0 2 0 0 0,19 4 0 0 0,-28-5-4 0 0,0-1 1 0 0,-1 0-1 0 0,1-1 1 0 0,0 0-1 0 0,-1-1 1 0 0,1 0-1 0 0,0 0 1 0 0,-1-1-1 0 0,1 0 1 0 0,-1-1-1 0 0,12-4 1 0 0,12-2 528 0 0,-32 8-516 0 0,-1 1 0 0 0,1 0 0 0 0,-1 0 0 0 0,1 0 0 0 0,-1 0 0 0 0,1 0-1 0 0,-1 0 1 0 0,0 0 0 0 0,1 0 0 0 0,-1 0 0 0 0,1 0 0 0 0,-1 0 0 0 0,1 0 0 0 0,-1 0 0 0 0,0 1 0 0 0,1-1-1 0 0,-1 0 1 0 0,1 0 0 0 0,-1 0 0 0 0,0 1 0 0 0,1-1 0 0 0,-1 0 0 0 0,1 0 0 0 0,-1 1 0 0 0,0-1-1 0 0,0 0 1 0 0,1 1 0 0 0,-1-1 0 0 0,0 0 0 0 0,1 1 0 0 0,-1-1 0 0 0,0 1 0 0 0,0-1 0 0 0,0 0 0 0 0,1 1-1 0 0,-1 0 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11.89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17 199 944 0 0,'0'1'35'0'0,"0"-1"0"0"0,0 1 1 0 0,0 0-1 0 0,0 0 0 0 0,1-1 0 0 0,-2 1 0 0 0,1 0 0 0 0,0-1 1 0 0,0 1-1 0 0,0 0 0 0 0,0 0 0 0 0,0-1 0 0 0,0 1 0 0 0,-1 0 0 0 0,1-1 1 0 0,0 1-1 0 0,-1 0 0 0 0,1-1 0 0 0,0 1 0 0 0,-1-1 0 0 0,1 1 0 0 0,-1 0 1 0 0,1-1-1 0 0,-1 1 0 0 0,1-1 0 0 0,-1 1 0 0 0,1-1 0 0 0,-1 0 0 0 0,-1 1 1 0 0,2-1-18 0 0,-1 0 0 0 0,1-1-1 0 0,-1 1 1 0 0,0-1 0 0 0,1 1 0 0 0,-1-1 0 0 0,1 1 0 0 0,0-1 0 0 0,-1 1 0 0 0,1-1 0 0 0,-1 0 0 0 0,1 1 0 0 0,0-1 0 0 0,0 0 0 0 0,-1 1 0 0 0,1-1 0 0 0,0 0 0 0 0,0 1 0 0 0,0-1 0 0 0,0 0 0 0 0,-1 1 0 0 0,1-1 0 0 0,0 0 0 0 0,0 1 0 0 0,1-1 0 0 0,-1 0 0 0 0,0 0 0 0 0,0 1 0 0 0,0-1 0 0 0,0 0 0 0 0,1 0 0 0 0,0-8 135 0 0,0 1 0 0 0,1 0 0 0 0,0 0 0 0 0,0 0 1 0 0,5-10-1 0 0,-7 18-125 0 0,0 0 0 0 0,0 0 0 0 0,-1 1 0 0 0,1-1 0 0 0,0 0 0 0 0,0 0 0 0 0,0 1 0 0 0,0-1 0 0 0,0 0 0 0 0,0 1 0 0 0,-1-1 0 0 0,1 0 0 0 0,0 1 0 0 0,0-1 0 0 0,0 0 0 0 0,0 1 0 0 0,0-1 0 0 0,0 0 0 0 0,0 1 0 0 0,0-1 0 0 0,0 0 0 0 0,1 0 0 0 0,-1 1 0 0 0,0-1 0 0 0,0 0 0 0 0,0 1 0 0 0,0-1 0 0 0,0 0 0 0 0,0 1 0 0 0,1-1 0 0 0,-1 0 0 0 0,0 0 0 0 0,0 1 0 0 0,0-1 0 0 0,1 0 0 0 0,-1 0 0 0 0,0 0 0 0 0,0 1 0 0 0,1-1 0 0 0,-1 0 0 0 0,0 0 0 0 0,1 0 0 0 0,-1 0 0 0 0,20 1 283 0 0,20-9-149 0 0,-34 6-125 0 0,1 1 0 0 0,-1 0 0 0 0,1 0 0 0 0,-1 1 0 0 0,1 0 0 0 0,0 0 0 0 0,-1 0 0 0 0,13 3 0 0 0,-13-2 14 0 0,0 0 0 0 0,0 0-1 0 0,1-1 1 0 0,-1 1 0 0 0,0-2 0 0 0,0 1-1 0 0,1-1 1 0 0,-1 1 0 0 0,0-2-1 0 0,0 1 1 0 0,10-4 0 0 0,15-10 141 0 0,-23 10-148 0 0,1 0-1 0 0,-1 1 0 0 0,1 1 1 0 0,0-1-1 0 0,0 1 1 0 0,0 1-1 0 0,0-1 0 0 0,0 2 1 0 0,1-1-1 0 0,-1 1 0 0 0,1 1 1 0 0,17 1-1 0 0,27 6 337 0 0,1-3-1 0 0,87-3 1 0 0,-84-5-194 0 0,-1 3 0 0 0,108 11 0 0 0,-97 8 186 0 0,-57-14-350 0 0,-1 0 0 0 0,1-1 0 0 0,0 0 0 0 0,0-1 0 0 0,0 0 0 0 0,0-1 0 0 0,17 0 0 0 0,48-3 130 0 0,86 8 1 0 0,-139-5-127 0 0,-1-2-1 0 0,1-1 1 0 0,29-6-1 0 0,-24 3-2 0 0,47-1 0 0 0,-33 6-6 0 0,-5-2 23 0 0,1 3-1 0 0,-1 1 1 0 0,0 1 0 0 0,59 14 0 0 0,-80-14-25 0 0,0 0 0 0 0,0-1 0 0 0,1-1-1 0 0,-1-1 1 0 0,0 0 0 0 0,0-2 0 0 0,18-2 0 0 0,-17 1 22 0 0,1 1 1 0 0,0 1-1 0 0,-1 1 1 0 0,1 0 0 0 0,32 6-1 0 0,-30-3-18 0 0,1-1-1 0 0,0-1 0 0 0,0-1 1 0 0,0-1-1 0 0,0-1 1 0 0,0 0-1 0 0,31-9 0 0 0,-26 6 25 0 0,1 0-1 0 0,0 2 1 0 0,48 0 0 0 0,-32 3-15 0 0,0-2 0 0 0,0-1 1 0 0,47-12-1 0 0,-55 10-1 0 0,44-9 20 0 0,-31 5 2 0 0,0 1 1 0 0,61 0 0 0 0,176-8 156 0 0,-218 11-108 0 0,-52 3-64 0 0,0 1 1 0 0,0 0 0 0 0,1 1-1 0 0,-1 1 1 0 0,0 0 0 0 0,24 5-1 0 0,-16-1 7 0 0,-1-2-1 0 0,1-1 1 0 0,-1 0-1 0 0,43-4 1 0 0,-35 1-12 0 0,0 1 1 0 0,30 4-1 0 0,21 3 0 0 0,-56-6 14 0 0,0 1 0 0 0,0 1 0 0 0,29 8 1 0 0,-36-8-17 0 0,0 0 0 0 0,0-1 0 0 0,0-1 0 0 0,0-1 1 0 0,0-1-1 0 0,0 0 0 0 0,28-6 0 0 0,-21 3 36 0 0,1 1 0 0 0,48 1 0 0 0,-18 4 11 0 0,64-7-1 0 0,-2 0 195 0 0,-93 4-187 0 0,1-1 0 0 0,28-7 0 0 0,-29 4-30 0 0,1 1 0 0 0,30 0 0 0 0,-38 3-23 0 0,-1-1 0 0 0,1-1 0 0 0,28-7 0 0 0,-28 5 105 0 0,-1 1 0 0 0,1 1-1 0 0,29-1 1 0 0,51 1 503 0 0,-85 0-3624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2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 1600 0 0,'1'-1'376'0'0,"-1"1"0"0"0,1-1 0 0 0,-1 1-1 0 0,1 0 1 0 0,0-1 0 0 0,-1 1 0 0 0,1 0-1 0 0,0-1 1 0 0,-1 1 0 0 0,1 0 0 0 0,0 0 0 0 0,0 0-1 0 0,-1 0 1 0 0,1 0 0 0 0,0 0 0 0 0,0 0-1 0 0,-1 0 1 0 0,1 0 0 0 0,0 0 0 0 0,-1 0-1 0 0,1 0 1 0 0,0 1 0 0 0,0-1 0 0 0,-1 0 0 0 0,1 0-1 0 0,0 1 1 0 0,-1-1 0 0 0,1 0 0 0 0,-1 1-1 0 0,1-1 1 0 0,0 1 0 0 0,27 26 3087 0 0,17 39-3075 0 0,-44-65-182 0 0,19 38 106 0 0,-1 0 0 0 0,-3 2 0 0 0,-1-1 0 0 0,15 68 0 0 0,-19-68 1 0 0,3 7-86 0 0,-3-10 130 0 0,10 57 0 0 0,-19-79-324 0 0,12 79 380 0 0,2 123 0 0 0,-17-124-296 0 0,-21 147 0 0 0,12-185-65 0 0,-3-1 1 0 0,-2-1 0 0 0,-3 0-1 0 0,-1-1 1 0 0,-34 61 0 0 0,31-64-109 0 0,1 0 0 0 0,3 1 0 0 0,2 1 1 0 0,-10 58-1 0 0,24-100-394 0 0,-1-1 1 0 0,1 1 0 0 0,-1 0-1 0 0,-6 11 1 0 0,-10 0-4475 0 0,18-20 4547 0 0,0 1 0 0 0,1-1 0 0 0,-1 0 0 0 0,0 0 1 0 0,0 1-1 0 0,0-1 0 0 0,0 0 0 0 0,0 0 0 0 0,0 0 0 0 0,0 0 1 0 0,0 0-1 0 0,0 0 0 0 0,0 0 0 0 0,1 0 0 0 0,-1-1 0 0 0,0 1 1 0 0,0 0-1 0 0,0 0 0 0 0,0-1 0 0 0,0 1 0 0 0,0-1 0 0 0,1 1 1 0 0,-1-1-1 0 0,0 1 0 0 0,-1-2 0 0 0,-8-6-3200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03.72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185 57 1256 0 0,'-3'1'95'0'0,"-1"0"-14"0"0,-1 0 0 0 0,0 0 0 0 0,0-1 1 0 0,0 1-1 0 0,0-1 0 0 0,0 0 0 0 0,-10-2 0 0 0,13 1-132 0 0,0 0 0 0 0,-1-1 0 0 0,1 1 0 0 0,0 0 0 0 0,0-1-1 0 0,0 0 1 0 0,0 0 0 0 0,0 1 0 0 0,0-1 0 0 0,0 0 0 0 0,1 0 0 0 0,-1 0 0 0 0,1-1 0 0 0,-1 1 0 0 0,1 0-1 0 0,0-1 1 0 0,-1-2 0 0 0,1 4 58 0 0,1-1 0 0 0,-1 1 0 0 0,1 0-1 0 0,-1 0 1 0 0,1-1 0 0 0,-1 1 0 0 0,0 0-1 0 0,1 0 1 0 0,-1 0 0 0 0,0 0 0 0 0,0 0 0 0 0,0 0-1 0 0,0 0 1 0 0,0 0 0 0 0,0 1 0 0 0,0-1-1 0 0,0 0 1 0 0,-1 1 0 0 0,1-1 0 0 0,0 0 0 0 0,0 1-1 0 0,0-1 1 0 0,-1 1 0 0 0,1 0 0 0 0,0-1-1 0 0,-1 1 1 0 0,1 0 0 0 0,0 0 0 0 0,-1 0 0 0 0,1 0-1 0 0,-2 0 1 0 0,-1 2 21 0 0,0-1-1 0 0,0 1 0 0 0,0 0 1 0 0,0 0-1 0 0,0 1 0 0 0,0-1 1 0 0,-5 6-1 0 0,-19 10-380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04.2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101 288 568 0 0,'-10'0'110'0'0,"0"1"0"0"0,0 0-1 0 0,0 1 1 0 0,0 0 0 0 0,-9 4-1 0 0,-12 0 2374 0 0,39-13-2173 0 0,14-8-384 0 0,255-97 2162 0 0,-211 89-1545 0 0,0 2-1 0 0,120-19 0 0 0,-165 35-101 0 0,0-2 0 0 0,0 0 0 0 0,32-17 0 0 0,-37 16-174 0 0,1 0-1 0 0,0 1 1 0 0,1 1 0 0 0,-1 1 0 0 0,32-6 0 0 0,-28 15 1552 0 0,-19-1-1861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05.41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1 474 1928 0 0,'0'-1'119'0'0,"0"0"0"0"0,1 0-1 0 0,-1 0 1 0 0,1 0-1 0 0,-1-1 1 0 0,1 1 0 0 0,-1 0-1 0 0,1 0 1 0 0,-1 0-1 0 0,1 0 1 0 0,0 1 0 0 0,0-1-1 0 0,-1 0 1 0 0,1 0-1 0 0,0 0 1 0 0,0 1 0 0 0,0-1-1 0 0,0 0 1 0 0,2 0-1 0 0,27-21-105 0 0,-22 16 306 0 0,8-3 66 0 0,1 0 1 0 0,0 1-1 0 0,0 1 1 0 0,0 0-1 0 0,1 2 1 0 0,0 0-1 0 0,31-5 1 0 0,50-15 801 0 0,50-23-692 0 0,-90 32 258 0 0,-1-3-1 0 0,63-31 1 0 0,58-29-566 0 0,39-4-278 0 0,-100 41 211 0 0,-98 38 480 0 0,-12 3-1912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4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5002 217 2801 0 0,'-2'-1'34'0'0,"1"0"0"0"0,-1 0 1 0 0,1-1-1 0 0,0 1 0 0 0,-1-1 1 0 0,1 1-1 0 0,0-1 0 0 0,0 0 1 0 0,0 1-1 0 0,0-1 0 0 0,1 0 1 0 0,-1 0-1 0 0,0 0 0 0 0,1 1 1 0 0,-1-1-1 0 0,1 0 1 0 0,0 0-1 0 0,0 0 0 0 0,-1-3 1 0 0,1 1-7 0 0,-1-1 1 0 0,0 1 0 0 0,-1-1 0 0 0,1 1 0 0 0,-1-1 0 0 0,0 1 0 0 0,0 0 0 0 0,-3-5-1 0 0,0 3 31 0 0,-1 1 0 0 0,0 1 0 0 0,0-1 0 0 0,0 1 0 0 0,-1 0 0 0 0,1 0 0 0 0,-1 1 0 0 0,0-1 0 0 0,0 2 0 0 0,0-1 0 0 0,-1 1 0 0 0,1 0 0 0 0,0 1 0 0 0,-9-2 0 0 0,-18-1 520 0 0,-61 2 0 0 0,75 2-514 0 0,-206 18 712 0 0,1 0-362 0 0,204-18-356 0 0,-63 2 1034 0 0,0-5-1 0 0,-144-23 1 0 0,-280-51 460 0 0,429 69-1009 0 0,-147 6 0 0 0,-78 26 92 0 0,203-14-519 0 0,-449 84 427 0 0,162-38 55 0 0,102-19-231 0 0,171-19-338 0 0,-141 27 163 0 0,204-32-150 0 0,1 1 1 0 0,-93 41-1 0 0,4 8-18 0 0,-211 108-31 0 0,312-144 18 0 0,0 1 1 0 0,2 1-1 0 0,2 3 1 0 0,-63 68-1 0 0,94-95-22 0 0,0 0 0 0 0,-1 0 1 0 0,2 0-1 0 0,-1 1 0 0 0,0 0 0 0 0,1-1 0 0 0,0 1 0 0 0,1 0 0 0 0,-1 0 0 0 0,1 1 0 0 0,0-1 0 0 0,1 0 0 0 0,0 1 0 0 0,0-1 0 0 0,-1 11 0 0 0,3-7-24 0 0,1 0-1 0 0,0 0 1 0 0,0 0-1 0 0,1 0 1 0 0,1-1-1 0 0,-1 1 1 0 0,1-1-1 0 0,1 0 1 0 0,7 12-1 0 0,-5-10 6 0 0,0-1 0 0 0,1 0 0 0 0,0-1 0 0 0,1 0 0 0 0,0 0 0 0 0,0-1 0 0 0,1 0 0 0 0,-1-1 0 0 0,2 0 0 0 0,-1 0 0 0 0,13 5-1 0 0,18 7 5 0 0,76 23 0 0 0,-52-19 96 0 0,5-2-48 0 0,1-3-1 0 0,0-2 0 0 0,1-4 1 0 0,112 5-1 0 0,91 11 323 0 0,158 6-127 0 0,182-10 294 0 0,-140-23-127 0 0,86 7-2 0 0,-78 6-24 0 0,-129-9 132 0 0,-171-5-329 0 0,259-34 1 0 0,-58 2-140 0 0,45-13 75 0 0,-227 20-75 0 0,140-25 73 0 0,-287 38 2 0 0,-2-2-1 0 0,0-2 0 0 0,-1-3 1 0 0,62-30-1 0 0,-98 40-8 0 0,-1 0 1 0 0,1 0-1 0 0,-2-2 0 0 0,1 0 0 0 0,-1-1 1 0 0,-1 0-1 0 0,0-1 0 0 0,-1 0 1 0 0,11-16-1 0 0,-18 21 0 0 0,1 0 0 0 0,-1-1 1 0 0,-1 1-1 0 0,0-1 0 0 0,0 0 1 0 0,-1 0-1 0 0,0-1 0 0 0,0 1 1 0 0,-1 0-1 0 0,-1-1 0 0 0,1 0 1 0 0,-1 1-1 0 0,-1-1 0 0 0,0 0 1 0 0,0 0-1 0 0,-1 1 0 0 0,0-1 1 0 0,-4-11-1 0 0,-3-2 6 0 0,0 0 0 0 0,-2 1 1 0 0,0 0-1 0 0,-2 0 0 0 0,0 2 1 0 0,-2-1-1 0 0,0 2 0 0 0,-1 0 0 0 0,-1 0 1 0 0,-29-25-1 0 0,-12-6 36 0 0,-1 4 0 0 0,-73-45 1 0 0,69 55-30 0 0,-2 2 1 0 0,-2 3 0 0 0,-128-42-1 0 0,116 50-5 0 0,-156-23 0 0 0,-86 12 32 0 0,195 23-62 0 0,8 2-111 0 0,1 6 0 0 0,-1 5 1 0 0,-214 32-1 0 0,308-31-110 0 0,-293 40-1470 0 0,104-35-3869 0 0,197-9 4200 0 0,0-1 0 0 0,0 0-1 0 0,0 0 1 0 0,1-2 0 0 0,-1 0-1 0 0,1 0 1 0 0,-23-11 0 0 0,-6-10-3063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5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2521 0 0,'17'0'5858'0'0,"25"-13"-4991"0"0,-39 12-530 0 0,22-8 194 0 0,47-14 1442 0 0,-67 21-1769 0 0,0 1-1 0 0,1 0 0 0 0,-1 0 1 0 0,0 1-1 0 0,1-1 1 0 0,-1 1-1 0 0,0 0 0 0 0,1 1 1 0 0,-1-1-1 0 0,9 3 0 0 0,-12-2-95 0 0,1 1-1 0 0,-1 0 1 0 0,1 0-1 0 0,-1 0 0 0 0,1 0 1 0 0,-1 0-1 0 0,0 0 1 0 0,0 0-1 0 0,0 1 0 0 0,0-1 1 0 0,-1 1-1 0 0,1 0 1 0 0,-1-1-1 0 0,1 1 0 0 0,-1 0 1 0 0,0 0-1 0 0,0 0 0 0 0,0 0 1 0 0,-1 0-1 0 0,1 0 1 0 0,-1 0-1 0 0,1 5 0 0 0,1 11 184 0 0,-1 0 0 0 0,-3 27 0 0 0,2-33-272 0 0,-4 25-50 0 0,-1 26-1214 0 0,12-28-5111 0 0,-7-50-3266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6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2593 0 0,'-1'48'4943'0'0,"0"-1"-3238"0"0,-3-22-1885 0 0,2-13-1195 0 0,1-1 1 0 0,-2 0 0 0 0,-6 21-1 0 0,-4-22 155 0 0,8-7 781 0 0,0 4-1049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6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1 177 3257 0 0,'0'-1'388'0'0,"1"-1"0"0"0,0 1 1 0 0,0 0-1 0 0,-1 0 0 0 0,1-1 1 0 0,0 1-1 0 0,0 0 0 0 0,0 0 1 0 0,0 0-1 0 0,1 0 0 0 0,-1 0 1 0 0,0 0-1 0 0,0 0 0 0 0,1 0 1 0 0,-1 1-1 0 0,0-1 1 0 0,1 0-1 0 0,-1 1 0 0 0,1-1 1 0 0,1 0-1 0 0,39-12 1653 0 0,-34 11-1376 0 0,26-11-255 0 0,0-1 1 0 0,-1-2 0 0 0,47-30 0 0 0,-36 21-1029 0 0,-39 22 43 0 0,29-16-3642 0 0,-15 15-3576 0 0,-16 5 5835 0 0</inkml:trace>
  <inkml:trace contextRef="#ctx0" brushRef="#br0" timeOffset="1">232 252 2953 0 0,'-4'5'380'0'0,"0"0"0"0"0,0 1 0 0 0,1 0 0 0 0,0-1 1 0 0,0 1-1 0 0,0 0 0 0 0,1 1 0 0 0,0-1 0 0 0,-2 11 0 0 0,4-16-318 0 0,-1 1 0 0 0,1-1 0 0 0,0 1 0 0 0,0 0 0 0 0,0-1 0 0 0,0 1 0 0 0,1-1 0 0 0,-1 1 0 0 0,0-1 0 0 0,1 1 0 0 0,-1-1-1 0 0,1 1 1 0 0,-1-1 0 0 0,1 1 0 0 0,0-1 0 0 0,0 1 0 0 0,0-1 0 0 0,0 0 0 0 0,-1 0 0 0 0,2 1 0 0 0,-1-1 0 0 0,0 0 0 0 0,0 0-1 0 0,0 0 1 0 0,0 0 0 0 0,1 0 0 0 0,-1 0 0 0 0,1-1 0 0 0,-1 1 0 0 0,0 0 0 0 0,1-1 0 0 0,-1 1 0 0 0,1-1 0 0 0,-1 1 0 0 0,1-1-1 0 0,0 0 1 0 0,-1 1 0 0 0,1-1 0 0 0,-1 0 0 0 0,1 0 0 0 0,-1 0 0 0 0,1-1 0 0 0,0 1 0 0 0,1 0 0 0 0,5-1 168 0 0,1 0 0 0 0,0 0 0 0 0,-1-1 0 0 0,1 0 1 0 0,-1-1-1 0 0,0 1 0 0 0,0-2 0 0 0,0 1 0 0 0,0-1 0 0 0,8-6 0 0 0,-11 8-89 0 0,0-2-1 0 0,0 1 0 0 0,0-1 0 0 0,-1 1 0 0 0,1-1 0 0 0,-1-1 0 0 0,0 1 0 0 0,0-1 0 0 0,-1 1 0 0 0,1-1 0 0 0,-1 0 0 0 0,0 0 0 0 0,-1 0 1 0 0,1-1-1 0 0,3-9 0 0 0,-6 14-104 0 0,0-1 0 0 0,0 1-1 0 0,1 0 1 0 0,-1-1 0 0 0,0 1 0 0 0,0 0 0 0 0,0-1 0 0 0,0 1 0 0 0,-1 0 0 0 0,1-1 0 0 0,0 1-1 0 0,-1 0 1 0 0,1-1 0 0 0,0 1 0 0 0,-1 0 0 0 0,1 0 0 0 0,-1 0 0 0 0,0-1 0 0 0,1 1 0 0 0,-1 0 0 0 0,0 0-1 0 0,0 0 1 0 0,0 0 0 0 0,0 0 0 0 0,0 0 0 0 0,0 1 0 0 0,0-1 0 0 0,0 0 0 0 0,0 0 0 0 0,0 1-1 0 0,0-1 1 0 0,-1 0 0 0 0,1 1 0 0 0,0-1 0 0 0,0 1 0 0 0,-1 0 0 0 0,1-1 0 0 0,0 1 0 0 0,-1 0 0 0 0,1 0-1 0 0,0 0 1 0 0,-2 0 0 0 0,-11-1-677 0 0,0 1-1 0 0,0 0 0 0 0,-22 4 1 0 0,-3-1-4987 0 0,37-4 5380 0 0,1 0 1 0 0,-1 0-1 0 0,1 0 1 0 0,0 0-1 0 0,-1 0 0 0 0,1 0 1 0 0,0-1-1 0 0,0 1 0 0 0,0 0 1 0 0,0-1-1 0 0,0 1 1 0 0,0-1-1 0 0,0 1 0 0 0,0-1 1 0 0,1 0-1 0 0,-1 1 1 0 0,1-1-1 0 0,-1 0 0 0 0,1 1 1 0 0,0-1-1 0 0,-1 0 1 0 0,1 0-1 0 0,0-3 0 0 0,4-8-1160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48 2937 0 0,'0'-2'223'0'0,"-1"1"1"0"0,1 0-1 0 0,-1-1 1 0 0,1 1-1 0 0,-1 0 1 0 0,0 0-1 0 0,0-1 1 0 0,0 1-1 0 0,0 0 1 0 0,0 0-1 0 0,0 0 1 0 0,0 0 0 0 0,0 0-1 0 0,0 1 1 0 0,0-1-1 0 0,0 0 1 0 0,-1 0-1 0 0,1 1 1 0 0,0-1-1 0 0,-1 1 1 0 0,1-1-1 0 0,0 1 1 0 0,-3-1-1 0 0,1 1-23 0 0,0 1-1 0 0,0-1 0 0 0,0 1 0 0 0,1 0 1 0 0,-1 0-1 0 0,0 0 0 0 0,0 0 0 0 0,0 0 0 0 0,1 1 1 0 0,-6 3-1 0 0,4-2-69 0 0,0 0-1 0 0,0 0 1 0 0,1 1 0 0 0,-1-1-1 0 0,1 1 1 0 0,-1 0-1 0 0,1 0 1 0 0,1 0 0 0 0,-1 1-1 0 0,0-1 1 0 0,1 1 0 0 0,-3 9-1 0 0,4-13-132 0 0,1 0 0 0 0,-1 0 0 0 0,1 1 0 0 0,0-1 0 0 0,0 0 0 0 0,0 0 0 0 0,0 1 0 0 0,0-1 0 0 0,0 0 0 0 0,0 0 0 0 0,0 1 0 0 0,0-1 0 0 0,0 0 0 0 0,1 0 0 0 0,-1 1 0 0 0,0-1-1 0 0,1 0 1 0 0,-1 0 0 0 0,1 0 0 0 0,0 0 0 0 0,0 2 0 0 0,1-2-13 0 0,-1 0 1 0 0,1 0-1 0 0,-1 0 0 0 0,1 0 0 0 0,0-1 1 0 0,-1 1-1 0 0,1 0 0 0 0,0-1 0 0 0,0 1 1 0 0,0-1-1 0 0,-1 0 0 0 0,1 1 0 0 0,0-1 0 0 0,0 0 1 0 0,0 0-1 0 0,0 0 0 0 0,-1 0 0 0 0,1-1 1 0 0,3 0-1 0 0,7 0 141 0 0,-1-2 1 0 0,1 0-1 0 0,-1 0 1 0 0,0-1-1 0 0,0 0 1 0 0,15-8-1 0 0,-23 10-41 0 0,1 1-1 0 0,-1-1 1 0 0,0 0-1 0 0,0 0 1 0 0,0 0-1 0 0,-1 0 1 0 0,1 0 0 0 0,0-1-1 0 0,-1 1 1 0 0,0-1-1 0 0,1 0 1 0 0,-1 0 0 0 0,0 0-1 0 0,-1 0 1 0 0,1 0-1 0 0,0 0 1 0 0,-1 0-1 0 0,0 0 1 0 0,1-1 0 0 0,-1 1-1 0 0,-1-1 1 0 0,1 1-1 0 0,0-1 1 0 0,-1 1 0 0 0,0-7-1 0 0,0 9-150 0 0,-1-1 0 0 0,0 1 0 0 0,0-1 0 0 0,0 1 0 0 0,1-1 0 0 0,-1 1 1 0 0,-1 0-1 0 0,1-1 0 0 0,0 1 0 0 0,0 0 0 0 0,0 0 0 0 0,-1 0 0 0 0,1 0 0 0 0,0 0 0 0 0,-1 0 0 0 0,1 0 0 0 0,-1 1 0 0 0,1-1 0 0 0,-1 0 0 0 0,0 1 0 0 0,1-1 0 0 0,-1 1 0 0 0,0 0 0 0 0,1-1 0 0 0,-1 1 0 0 0,0 0 1 0 0,1 0-1 0 0,-1 0 0 0 0,0 0 0 0 0,1 0 0 0 0,-1 1 0 0 0,-3 0 0 0 0,0-1-799 0 0,1 0 0 0 0,-1 1 0 0 0,1 0 1 0 0,-1 0-1 0 0,0 0 0 0 0,1 0 0 0 0,0 1 1 0 0,-1 0-1 0 0,1 0 0 0 0,0 0 0 0 0,-6 4 0 0 0,5 1-862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7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0 226 3841 0 0,'2'3'5201'0'0,"-2"-3"-5110"0"0,17-7 2715 0 0,34-23-1093 0 0,-21 12-498 0 0,8-3-313 0 0,24-15-152 0 0,1 3 0 0 0,133-49 1 0 0,-182 81-3769 0 0,-20 9-1767 0 0,-11 5 261 0 0,7-7 4263 0 0,-39 9-1644 0 0,40-13 1954 0 0,-1 1-1 0 0,1 0 0 0 0,0 0 0 0 0,1 0 1 0 0,-10 6-1 0 0,15-6 75 0 0,1-1 0 0 0,-1 1 0 0 0,1 0 0 0 0,-1 0 0 0 0,1 0 0 0 0,0 0 0 0 0,0 0 0 0 0,0 0 0 0 0,1 1 0 0 0,-1-1 1 0 0,1 1-1 0 0,0-1 0 0 0,0 1 0 0 0,-1 6 0 0 0,-7 60 1019 0 0,7-55-907 0 0,2-9-193 0 0,-4 75 640 0 0,4-77-776 0 0,0 1 0 0 0,0-1 1 0 0,1 1-1 0 0,-1-1 1 0 0,1 0-1 0 0,0 1 1 0 0,0-1-1 0 0,1 0 1 0 0,-1 0-1 0 0,1 0 0 0 0,0 0 1 0 0,0 0-1 0 0,0 0 1 0 0,1-1-1 0 0,3 6 1 0 0,-5-9 28 0 0,-1 1 1 0 0,0-1-1 0 0,1 1 0 0 0,-1-1 1 0 0,1 0-1 0 0,-1 1 1 0 0,1-1-1 0 0,-1 0 1 0 0,1 1-1 0 0,-1-1 0 0 0,1 0 1 0 0,-1 0-1 0 0,1 0 1 0 0,-1 1-1 0 0,1-1 1 0 0,-1 0-1 0 0,1 0 0 0 0,0 0 1 0 0,-1 0-1 0 0,1 0 1 0 0,-1 0-1 0 0,1 0 1 0 0,0 0-1 0 0,-1 0 0 0 0,1 0 1 0 0,-1-1-1 0 0,1 1 1 0 0,-1 0-1 0 0,1 0 1 0 0,-1 0-1 0 0,1-1 0 0 0,-1 1 1 0 0,1 0-1 0 0,-1 0 1 0 0,1-1-1 0 0,-1 1 1 0 0,1-1-1 0 0,-1 1 0 0 0,1 0 1 0 0,-1-1-1 0 0,1 0 1 0 0,6-22-1988 0 0,-6 12 805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2825 0 0,'4'5'5581'0'0,"4"8"-2111"0"0,4 38-157 0 0,-4-21-2278 0 0,5 48 0 0 0,-12-68-2300 0 0,-1-1 0 0 0,0 0 0 0 0,0 1 0 0 0,-1-1 0 0 0,-3 14 0 0 0,-2-33-6253 0 0,6 3 5687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8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14 141 1584 0 0,'-8'7'6068'0'0,"2"7"-4321"0"0,7-6-3225 0 0,11-18-2230 0 0,-11-3 1702 0 0,0 8 303 0 0</inkml:trace>
  <inkml:trace contextRef="#ctx0" brushRef="#br0" timeOffset="1">268 67 4225 0 0,'0'7'7383'0'0,"-6"-18"-6779"0"0,5 6-1739 0 0,1 0 0 0 0,0 0 0 0 0,0 0 1 0 0,0 1-1 0 0,0-1 0 0 0,0 0 0 0 0,3-8 0 0 0,-1 3-734 0 0,-1 4 725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38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2561 0 0,'11'1'1014'0'0,"-10"-1"-978"0"0,-1 0 0 0 0,0 0-1 0 0,1 0 1 0 0,-1 0 0 0 0,1 1 0 0 0,-1-1 0 0 0,0 0 0 0 0,1 0 0 0 0,-1 0-1 0 0,1 0 1 0 0,-1 0 0 0 0,0 0 0 0 0,1 0 0 0 0,-1 0 0 0 0,1 0-1 0 0,-1-1 1 0 0,0 1 0 0 0,1 0 0 0 0,-1 0 0 0 0,1 0 0 0 0,-1 0 0 0 0,0-1-1 0 0,1 1 1 0 0,-1 0 0 0 0,0 0 0 0 0,1-1 0 0 0,-1 1 0 0 0,0 0 0 0 0,0 0-1 0 0,1-1 1 0 0,-1 1 0 0 0,0 0 0 0 0,0-1 0 0 0,1 1 0 0 0,-1 0 0 0 0,0-1-1 0 0,0 1 1 0 0,0-1 0 0 0,0 1 0 0 0,1 0 0 0 0,-1-1 0 0 0,0 1 0 0 0,0-1-1 0 0,0 1 1 0 0,0 0 0 0 0,0-1 0 0 0,0 1 0 0 0,0-1 0 0 0,0 1 0 0 0,0 0-1 0 0,0-1 1 0 0,-1 1 0 0 0,1-1 0 0 0,0 1 0 0 0,0 0 0 0 0,0-1 0 0 0,0 1-1 0 0,-1 0 1 0 0,1-1 0 0 0,0-9-1740 0 0,-5-1-95 0 0,5 6 88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6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16 112 2841 0 0,'-15'13'8726'0'0,"33"-20"-5137"0"0,32-17-1869 0 0,2-5-1062 0 0,-30 16-359 0 0,0 0-1 0 0,1 2 0 0 0,0 1 0 0 0,25-8 0 0 0,-47 18-227 0 0,0 1 0 0 0,-1-1 0 0 0,1 0 0 0 0,0 0 0 0 0,0 1 0 0 0,-1-1 0 0 0,1 1 0 0 0,0-1 0 0 0,-1 1 0 0 0,1-1 0 0 0,0 1 0 0 0,-1-1 0 0 0,1 1 0 0 0,-1-1-1 0 0,1 1 1 0 0,-1 0 0 0 0,1-1 0 0 0,-1 1 0 0 0,0 0 0 0 0,1 0 0 0 0,-1-1 0 0 0,0 1 0 0 0,1 0 0 0 0,-1 0 0 0 0,0-1 0 0 0,0 1 0 0 0,0 0 0 0 0,0 0 0 0 0,0 0 0 0 0,0-1 0 0 0,0 1-1 0 0,0 0 1 0 0,0 0 0 0 0,0 0 0 0 0,0 0 0 0 0,0-1 0 0 0,-1 2 0 0 0,-2 42 147 0 0,3-39-80 0 0,-3 111-1711 0 0,4-67-7537 0 0,-1-49 8991 0 0,0 0-1 0 0,1 0 0 0 0,-1 0 1 0 0,0 1-1 0 0,0-1 0 0 0,0 0 1 0 0,0 0-1 0 0,0 0 0 0 0,0 1 1 0 0,0-1-1 0 0,0 0 0 0 0,0 0 1 0 0,0 1-1 0 0,0-1 0 0 0,0 0 1 0 0,0 0-1 0 0,0 0 0 0 0,0 1 1 0 0,0-1-1 0 0,0 0 0 0 0,0 0 1 0 0,0 1-1 0 0,0-1 0 0 0,0 0 1 0 0,0 0-1 0 0,0 0 0 0 0,0 1 0 0 0,0-1 1 0 0,0 0-1 0 0,-1 0 0 0 0,1 0 1 0 0,0 0-1 0 0,0 1 0 0 0,0-1 1 0 0,0 0-1 0 0,0 0 0 0 0,-1 0 1 0 0,1 0-1 0 0,0 0 0 0 0,0 1 1 0 0,0-1-1 0 0,-1 0 0 0 0,1 0 1 0 0,0 0-1 0 0,0 0 0 0 0,0 0 1 0 0,-1 0-1 0 0,1 0 0 0 0,0 0 1 0 0,0 0-1 0 0,-1 0 0 0 0,1 0 1 0 0,0 0-1 0 0,0 0 0 0 0,0 0 1 0 0,-1 0-1 0 0,1 0 0 0 0,0 0 0 0 0,0 0 1 0 0,0 0-1 0 0,-1 0 0 0 0,1 0 1 0 0,0 0-1 0 0,0 0 0 0 0,-1-1 1 0 0,0 1-114 0 0,-3 0-2382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7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3457 0 0,'-1'1'207'0'0,"0"0"1"0"0,-1 0 0 0 0,1 0-1 0 0,0 0 1 0 0,0 0 0 0 0,0 0-1 0 0,0 0 1 0 0,0 1 0 0 0,0-1-1 0 0,0 0 1 0 0,0 1 0 0 0,1-1 0 0 0,-1 1-1 0 0,0-1 1 0 0,1 0 0 0 0,-1 1-1 0 0,1 0 1 0 0,0-1 0 0 0,-1 1-1 0 0,1-1 1 0 0,0 1 0 0 0,0-1-1 0 0,0 1 1 0 0,1 3 0 0 0,0-1 192 0 0,1 1 0 0 0,-1-1 0 0 0,2 1 0 0 0,-1-1 0 0 0,0 1 0 0 0,6 5 1 0 0,-6-7-535 0 0,0 0 0 0 0,1 0 0 0 0,-1 0 1 0 0,0 1-1 0 0,-1-1 0 0 0,1 0 0 0 0,0 1 1 0 0,-1-1-1 0 0,0 1 0 0 0,0 0 0 0 0,0-1 0 0 0,0 1 1 0 0,-1 0-1 0 0,1-1 0 0 0,-1 1 0 0 0,0 0 1 0 0,-1 5-1 0 0,-6 8-3738 0 0,-4-17 1188 0 0,5-2 2229 0 0,-1 6-1288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7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19 227 5249 0 0,'-18'20'8540'0'0,"30"-27"-6163"0"0,143-96 1277 0 0,-83 54-5415 0 0,0 1-4158 0 0,-70 47 5462 0 0,0 0 0 0 0,0 0 0 0 0,-1 0 1 0 0,1-1-1 0 0,0 1 0 0 0,-1 0 0 0 0,1-1 0 0 0,-1 1 0 0 0,0-1 1 0 0,0 1-1 0 0,1-1 0 0 0,-1 0 0 0 0,0 0 0 0 0,0 1 0 0 0,0-1 1 0 0,-1 0-1 0 0,1 0 0 0 0,0 0 0 0 0,0-3 0 0 0,1-1-1946 0 0</inkml:trace>
  <inkml:trace contextRef="#ctx0" brushRef="#br0" timeOffset="1">216 235 2256 0 0,'-2'3'112'0'0,"0"-1"0"0"0,0 1-1 0 0,0 0 1 0 0,1-1-1 0 0,0 1 1 0 0,-1 0 0 0 0,1 0-1 0 0,0 0 1 0 0,1 0-1 0 0,-1 1 1 0 0,0-1 0 0 0,1 0-1 0 0,0 0 1 0 0,0 0-1 0 0,0 1 1 0 0,0-1 0 0 0,0 0-1 0 0,0 0 1 0 0,1 0-1 0 0,0 0 1 0 0,0 0 0 0 0,-1 0-1 0 0,2 0 1 0 0,-1 0-1 0 0,0 0 1 0 0,1 0 0 0 0,-1 0-1 0 0,1 0 1 0 0,0-1-1 0 0,0 1 1 0 0,0-1 0 0 0,0 1-1 0 0,0-1 1 0 0,1 0-1 0 0,-1 0 1 0 0,1 0 0 0 0,-1 0-1 0 0,1-1 1 0 0,0 1-1 0 0,0 0 1 0 0,-1-1-1 0 0,1 0 1 0 0,0 0 0 0 0,0 0-1 0 0,1 0 1 0 0,-1 0-1 0 0,0-1 1 0 0,0 1 0 0 0,0-1-1 0 0,0 0 1 0 0,1 0-1 0 0,-1 0 1 0 0,0 0 0 0 0,0-1-1 0 0,4 0 1 0 0,2-2 219 0 0,0 1-1 0 0,0-1 1 0 0,0-1 0 0 0,0 0 0 0 0,0 0-1 0 0,-1-1 1 0 0,0 0 0 0 0,15-12 0 0 0,-19 14-196 0 0,0 1-1 0 0,-1-1 1 0 0,1 0 0 0 0,-1-1 0 0 0,0 1 0 0 0,0 0 0 0 0,0-1 0 0 0,0 0 0 0 0,-1 0-1 0 0,1 0 1 0 0,-1 0 0 0 0,0 0 0 0 0,-1 0 0 0 0,1 0 0 0 0,-1-1 0 0 0,1 1 0 0 0,-1-1-1 0 0,-1 1 1 0 0,1-1 0 0 0,0-7 0 0 0,-1 10-57 0 0,-1 0 0 0 0,1 0 0 0 0,-1 0 0 0 0,1 0-1 0 0,-1 0 1 0 0,1 0 0 0 0,-1 0 0 0 0,0 0 0 0 0,0 0 0 0 0,0 1 0 0 0,0-1-1 0 0,0 0 1 0 0,-1 1 0 0 0,1-1 0 0 0,0 1 0 0 0,-1-1 0 0 0,1 1 0 0 0,-1 0-1 0 0,0-1 1 0 0,1 1 0 0 0,-3-1 0 0 0,0 0-28 0 0,0 1 0 0 0,0 0 0 0 0,0 0 0 0 0,0 0 0 0 0,0 0 0 0 0,0 0 0 0 0,0 1 0 0 0,0 0 0 0 0,0 0 0 0 0,-5 0 0 0 0,-5 2-721 0 0,-1 1 1 0 0,1 0-1 0 0,0 1 0 0 0,-26 10 0 0 0,33-11 27 0 0,-17 8-2859 0 0,24-11 3354 0 0,-1 0-1 0 0,1 0 0 0 0,-1 0 1 0 0,1 0-1 0 0,0 1 1 0 0,-1-1-1 0 0,1 0 0 0 0,-1 0 1 0 0,1 0-1 0 0,-1 0 0 0 0,1 0 1 0 0,0 0-1 0 0,-1 0 0 0 0,1 0 1 0 0,-1 0-1 0 0,1 0 0 0 0,-1 0 1 0 0,1 0-1 0 0,-1-1 0 0 0,1 1 1 0 0,0 0-1 0 0,-1 0 0 0 0,1 0 1 0 0,0-1-1 0 0,-1 1 0 0 0,1 0 1 0 0,-1 0-1 0 0,1-1 0 0 0,0 1 1 0 0,-1 0-1 0 0,1-1 0 0 0,0 1 1 0 0,0 0-1 0 0,-1-1 0 0 0,1 1 1 0 0,0 0-1 0 0,0-1 0 0 0,0 1 1 0 0,-1-1-1 0 0,1 1 1 0 0,0 0-1 0 0,0-1 0 0 0,0 0 1 0 0,1-7-1792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7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50 2505 0 0,'-3'0'156'0'0,"0"-1"0"0"0,0 1 1 0 0,0 1-1 0 0,0-1 0 0 0,0 0 0 0 0,0 1 1 0 0,0 0-1 0 0,0-1 0 0 0,0 1 1 0 0,0 0-1 0 0,0 1 0 0 0,0-1 1 0 0,1 0-1 0 0,-1 1 0 0 0,1 0 1 0 0,-1-1-1 0 0,1 1 0 0 0,-1 0 1 0 0,1 0-1 0 0,0 1 0 0 0,0-1 1 0 0,0 0-1 0 0,0 1 0 0 0,0-1 1 0 0,1 1-1 0 0,-1-1 0 0 0,1 1 1 0 0,0 0-1 0 0,0 0 0 0 0,0 0 1 0 0,0 0-1 0 0,0 0 0 0 0,0 0 1 0 0,1 0-1 0 0,-1 0 0 0 0,1 0 1 0 0,0 0-1 0 0,0 0 0 0 0,0 0 1 0 0,1 5-1 0 0,0-5-104 0 0,-1 1-1 0 0,1-1 1 0 0,-1 1 0 0 0,1-1-1 0 0,0 0 1 0 0,0 0 0 0 0,1 1 0 0 0,-1-1-1 0 0,1 0 1 0 0,-1 0 0 0 0,1 0-1 0 0,0 0 1 0 0,0-1 0 0 0,0 1 0 0 0,0 0-1 0 0,1-1 1 0 0,-1 1 0 0 0,1-1-1 0 0,0 0 1 0 0,0 0 0 0 0,-1 0-1 0 0,1 0 1 0 0,0-1 0 0 0,1 1 0 0 0,-1-1-1 0 0,0 0 1 0 0,0 0 0 0 0,0 0-1 0 0,1 0 1 0 0,-1 0 0 0 0,1-1 0 0 0,-1 1-1 0 0,1-1 1 0 0,4 0 0 0 0,-1-2 108 0 0,-1 0 1 0 0,1 0-1 0 0,-1 0 0 0 0,0-1 1 0 0,0 0-1 0 0,0 0 1 0 0,0-1-1 0 0,0 0 1 0 0,0 0-1 0 0,-1 0 1 0 0,0 0-1 0 0,0-1 1 0 0,0 0-1 0 0,-1 0 0 0 0,1-1 1 0 0,-1 1-1 0 0,5-11 1 0 0,-7 14-84 0 0,0-1 1 0 0,0 0 0 0 0,0-1-1 0 0,0 1 1 0 0,-1 0 0 0 0,0 0-1 0 0,0-1 1 0 0,0 1-1 0 0,0-1 1 0 0,0 1 0 0 0,-1-1-1 0 0,1 1 1 0 0,-1-1 0 0 0,0 1-1 0 0,0-1 1 0 0,0 1-1 0 0,-1-1 1 0 0,1 1 0 0 0,-1-1-1 0 0,0 1 1 0 0,0-1 0 0 0,0 1-1 0 0,0 0 1 0 0,-1-1 0 0 0,1 1-1 0 0,-1 0 1 0 0,0 0-1 0 0,0 0 1 0 0,0 0 0 0 0,0 1-1 0 0,0-1 1 0 0,-1 0 0 0 0,1 1-1 0 0,-6-5 1 0 0,6 6-143 0 0,0 0 0 0 0,0-1 0 0 0,0 1 0 0 0,0 0 0 0 0,-1 0 0 0 0,1 0 0 0 0,0 0 0 0 0,-1 0 0 0 0,1 0 0 0 0,0 1 0 0 0,-1-1 0 0 0,1 1 0 0 0,0 0 1 0 0,-1-1-1 0 0,1 1 0 0 0,-1 0 0 0 0,1 1 0 0 0,-1-1 0 0 0,1 0 0 0 0,-1 1 0 0 0,1-1 0 0 0,0 1 0 0 0,-1 0 0 0 0,1 0 0 0 0,0 0 0 0 0,0 0 0 0 0,0 0 0 0 0,0 0 0 0 0,-1 1 0 0 0,2-1 0 0 0,-4 3 0 0 0,-1 2-1567 0 0,0 0 0 0 0,0 1-1 0 0,1 0 1 0 0,-1 1-1 0 0,2-1 1 0 0,-9 17-1 0 0,12-16-566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8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0 204 3697 0 0,'0'0'93'0'0,"1"0"1"0"0,-1 0-1 0 0,0 0 1 0 0,1 0-1 0 0,-1 0 1 0 0,0 0-1 0 0,0 0 1 0 0,1 0 0 0 0,-1 1-1 0 0,0-1 1 0 0,0 0-1 0 0,1 0 1 0 0,-1 0-1 0 0,0 0 1 0 0,0 0-1 0 0,1 1 1 0 0,-1-1-1 0 0,0 0 1 0 0,0 0-1 0 0,0 0 1 0 0,1 1-1 0 0,-1-1 1 0 0,0 0-1 0 0,0 0 1 0 0,0 1-1 0 0,0-1 1 0 0,0 0 0 0 0,1 0-1 0 0,-1 1 1 0 0,0-1-1 0 0,0 0 1 0 0,0 1-1 0 0,0-1 1 0 0,0 0-1 0 0,0 0 1 0 0,0 1-1 0 0,0-1 1 0 0,0 0-1 0 0,0 1 1 0 0,0-1-1 0 0,0 0 1 0 0,0 0-1 0 0,0 1 1 0 0,0-1-1 0 0,0 0 1 0 0,-1 0 0 0 0,1 1-1 0 0,0-1 1 0 0,0 0-1 0 0,0 0 1 0 0,-1 1-1 0 0,28-9 1969 0 0,73-48 2770 0 0,45-23-1936 0 0,-117 66-3706 0 0,1 1 0 0 0,0 1 0 0 0,39-8 0 0 0,-68 19 608 0 0,0 0 0 0 0,1 0-1 0 0,-1 0 1 0 0,0 0 0 0 0,1 0 0 0 0,-1 0 0 0 0,0 0 0 0 0,1 0 0 0 0,-1 0-1 0 0,0 0 1 0 0,0 0 0 0 0,1 0 0 0 0,-1-1 0 0 0,0 1 0 0 0,1 0-1 0 0,-1 0 1 0 0,0 0 0 0 0,0 0 0 0 0,1 0 0 0 0,-1-1 0 0 0,0 1 0 0 0,2-2-1416 0 0,-2 2 1416 0 0,0 0 0 0 0,0 0 0 0 0,0-1 0 0 0,0 1 0 0 0,0 0-1 0 0,0-1 1 0 0,0 1 0 0 0,0 0 0 0 0,0-1 0 0 0,0 1 0 0 0,0 0 0 0 0,0 0-1 0 0,0-1 1 0 0,0 1 0 0 0,0 0 0 0 0,0-1 0 0 0,0 1 0 0 0,0 0 0 0 0,0 0-1 0 0,0-1 1 0 0,0 1 0 0 0,0 0 0 0 0,-1-1 0 0 0,1 1 0 0 0,0 0 0 0 0,-6-5-1362 0 0,2 4-142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8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40 1032 0 0,'-5'2'281'0'0,"1"0"-1"0"0,-1 0 0 0 0,0 1 0 0 0,1 0 1 0 0,0 0-1 0 0,0 0 0 0 0,0 0 1 0 0,0 1-1 0 0,0 0 0 0 0,1 0 1 0 0,-1 0-1 0 0,1 0 0 0 0,0 0 1 0 0,0 0-1 0 0,1 1 0 0 0,-1 0 0 0 0,-2 9 1 0 0,3-7 32 0 0,0 1 0 0 0,1-1 0 0 0,0 1 0 0 0,1-1 0 0 0,-1 1 0 0 0,2-1-1 0 0,-1 1 1 0 0,1-1 0 0 0,0 1 0 0 0,0-1 0 0 0,1 1 0 0 0,3 7 0 0 0,-1-3-90 0 0,0-1 0 0 0,1 1 0 0 0,13 20 0 0 0,-17-30-410 0 0,0 1 1 0 0,1-1-1 0 0,0 1 1 0 0,-1-1-1 0 0,1 0 1 0 0,0 1-1 0 0,0-1 0 0 0,0 0 1 0 0,1 0-1 0 0,-1-1 1 0 0,0 1-1 0 0,1 0 1 0 0,-1-1-1 0 0,1 1 0 0 0,-1-1 1 0 0,1 0-1 0 0,0 0 1 0 0,0 0-1 0 0,-1 0 1 0 0,1-1-1 0 0,0 1 0 0 0,5 0 1 0 0,-7-1 24 0 0,0-1 0 0 0,0 1-1 0 0,0 0 1 0 0,0 0 0 0 0,-1-1 0 0 0,1 1 0 0 0,0 0 0 0 0,0-1 0 0 0,0 1 0 0 0,0-1 0 0 0,-1 1-1 0 0,1-1 1 0 0,0 0 0 0 0,0 1 0 0 0,-1-1 0 0 0,1 0 0 0 0,0 1 0 0 0,-1-1 0 0 0,1 0-1 0 0,-1 0 1 0 0,1 0 0 0 0,-1 1 0 0 0,1-1 0 0 0,-1-1 0 0 0,5-7-1868 0 0</inkml:trace>
  <inkml:trace contextRef="#ctx0" brushRef="#br0" timeOffset="1">142 0 5529 0 0,'18'80'10158'0'0,"-15"-64"-9865"0"0,0 1 0 0 0,1-1 0 0 0,0 0 0 0 0,1 0 0 0 0,1-1 0 0 0,8 16 0 0 0,7-5-4150 0 0,-20-25 3291 0 0,1 0-1 0 0,-1 0 1 0 0,1 0 0 0 0,-1 0-1 0 0,0 0 1 0 0,1 0 0 0 0,-1-1-1 0 0,1 1 1 0 0,0 0 0 0 0,-1-1 0 0 0,1 1-1 0 0,-1-1 1 0 0,1 0 0 0 0,0 0-1 0 0,0 1 1 0 0,-1-1 0 0 0,3 0-1 0 0,3-2-2216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9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0 173 7114 0 0,'33'31'9510'0'0,"4"1"-5042"0"0,88 64-5206 0 0,-78-61 1445 0 0,-19-14-1324 0 0,3-7-3416 0 0,-29-13 3548 0 0,0 0 0 0 0,0-1 0 0 0,1 1 0 0 0,-1-1 0 0 0,0 0-1 0 0,1 1 1 0 0,-1-1 0 0 0,0 0 0 0 0,1 0 0 0 0,-1-1 0 0 0,0 1 0 0 0,1 0 0 0 0,-1-1-1 0 0,0 0 1 0 0,0 1 0 0 0,1-1 0 0 0,-1 0 0 0 0,0 0 0 0 0,0 0 0 0 0,0 0-1 0 0,0-1 1 0 0,0 1 0 0 0,0-1 0 0 0,-1 1 0 0 0,1-1 0 0 0,2-2 0 0 0,4-5-2044 0 0</inkml:trace>
  <inkml:trace contextRef="#ctx0" brushRef="#br0" timeOffset="1">285 1 6001 0 0,'-9'9'9709'0'0,"-3"20"-7435"0"0,9-21-1121 0 0,-101 253 4371 0 0,78-183-7170 0 0,-22 113 1 0 0,46-170-2309 0 0,5-15-584 0 0,5-13-292 0 0,-7 5 4569 0 0,0 0 0 0 0,-1 0-1 0 0,1 0 1 0 0,0 1-1 0 0,-1-1 1 0 0,1 0-1 0 0,-1 0 1 0 0,1 0 0 0 0,-1 0-1 0 0,0 0 1 0 0,0 0-1 0 0,0 0 1 0 0,0 0-1 0 0,0 0 1 0 0,-1-3 0 0 0,0-10-843 0 0,10-11-1226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9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2152 0 0,'13'-9'7986'0'0,"-2"4"-9513"0"0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4:59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3857 0 0,'0'0'175'0'0,"-1"0"1"0"0,1-1 0 0 0,0 1-1 0 0,0 0 1 0 0,0-1 0 0 0,1 1-1 0 0,-1 0 1 0 0,0-1 0 0 0,0 1-1 0 0,0 0 1 0 0,0 0 0 0 0,0-1-1 0 0,0 1 1 0 0,0 0 0 0 0,0-1-1 0 0,1 1 1 0 0,-1 0 0 0 0,0 0-1 0 0,0-1 1 0 0,0 1 0 0 0,1 0-1 0 0,-1 0 1 0 0,0-1 0 0 0,0 1-1 0 0,1 0 1 0 0,-1 0 0 0 0,0 0-1 0 0,0-1 1 0 0,1 1 0 0 0,-1 0-1 0 0,0 0 1 0 0,1 0 0 0 0,-1 0-1 0 0,0 0 1 0 0,1 0 0 0 0,-1 0-1 0 0,0 0 1 0 0,1 0 0 0 0,-1 0-1 0 0,0 0 1 0 0,1 0 0 0 0,-1 0-1 0 0,1 0 1 0 0,1 11 7190 0 0,-1-6-10420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00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4073 0 0,'17'0'3834'0'0,"3"0"2951"0"0,-15 1-9296 0 0,-8-9-4106 0 0,2 1 2477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6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17 2256 0 0,'0'-1'285'0'0,"0"0"-1"0"0,0 1 0 0 0,0-1 0 0 0,0 0 0 0 0,0 1 0 0 0,0-1 0 0 0,0 0 0 0 0,0 0 0 0 0,0 1 0 0 0,0-1 1 0 0,0 0-1 0 0,0 1 0 0 0,0-1 0 0 0,-1 0 0 0 0,1 1 0 0 0,0-1 0 0 0,-1 0 0 0 0,1 1 0 0 0,0-1 0 0 0,-1 1 1 0 0,1-1-1 0 0,-1 0 0 0 0,0 0 0 0 0,-9 9 3748 0 0,-9 28-1672 0 0,13-16-2147 0 0,0 0 0 0 0,2 0-1 0 0,0 1 1 0 0,1 0 0 0 0,1 0 0 0 0,1 0-1 0 0,1 0 1 0 0,1 0 0 0 0,0 0-1 0 0,2 0 1 0 0,8 32 0 0 0,-8-42-298 0 0,1 1-1 0 0,0 0 1 0 0,1-1 0 0 0,0 0-1 0 0,1 0 1 0 0,0 0 0 0 0,1-1-1 0 0,0 0 1 0 0,11 13 0 0 0,-12-18-209 0 0,0 1 0 0 0,1 0 0 0 0,0-1 0 0 0,0-1 0 0 0,0 1-1 0 0,0-1 1 0 0,0 0 0 0 0,1 0 0 0 0,0-1 0 0 0,0 0 0 0 0,0-1 0 0 0,0 0 0 0 0,0 0 0 0 0,15 1 0 0 0,-19-2-342 0 0,-1-1 0 0 0,1 0-1 0 0,0 0 1 0 0,0-1 0 0 0,-1 1 0 0 0,1-1-1 0 0,0 0 1 0 0,-1 0 0 0 0,1 0 0 0 0,-1 0 0 0 0,1 0-1 0 0,-1-1 1 0 0,6-3 0 0 0,2-3-2277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7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0 3097 0 0,'-2'1'323'0'0,"0"1"0"0"0,0-1 0 0 0,0 0 0 0 0,1 1 0 0 0,-1-1 0 0 0,1 1 1 0 0,-1-1-1 0 0,1 1 0 0 0,-1 0 0 0 0,1 0 0 0 0,0 0 0 0 0,0 0 0 0 0,0 0 0 0 0,0 0 1 0 0,0 0-1 0 0,1 0 0 0 0,-2 2 0 0 0,-11 47 1275 0 0,9-32-841 0 0,-38 169 1450 0 0,38-163-3744 0 0,2 1 0 0 0,2 50 1 0 0,2-66-1986 0 0,1-14 1613 0 0,4-21 713 0 0,-5 16 674 0 0,10 3-586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7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1 198 1456 0 0,'2'2'5438'0'0,"3"4"-4901"0"0,1 0-1 0 0,0 0 0 0 0,0-1 1 0 0,0 1-1 0 0,1-1 0 0 0,0-1 1 0 0,0 1-1 0 0,8 3 0 0 0,-7-6-384 0 0,0 1 0 0 0,1-2 0 0 0,-1 1 0 0 0,1-1 0 0 0,13 0 1 0 0,-15-2-509 0 0,0 1 0 0 0,0-1 0 0 0,0 0 0 0 0,0 0 0 0 0,1-1 0 0 0,11-5 1 0 0,-15 6 100 0 0,-1-1 1 0 0,1 1-1 0 0,-1-1 1 0 0,1 0 0 0 0,-1-1-1 0 0,0 1 1 0 0,0 0 0 0 0,0-1-1 0 0,0 0 1 0 0,-1 0-1 0 0,1 0 1 0 0,0 0 0 0 0,-1 0-1 0 0,0 0 1 0 0,0-1-1 0 0,0 1 1 0 0,0-1 0 0 0,-1 1-1 0 0,1-1 1 0 0,-1 0-1 0 0,0 1 1 0 0,0-1 0 0 0,0 0-1 0 0,-1 0 1 0 0,0 0-1 0 0,1 0 1 0 0,-1 0 0 0 0,0 0-1 0 0,-1 0 1 0 0,0-4-1 0 0,-5-30-1086 0 0,4 20 490 0 0</inkml:trace>
  <inkml:trace contextRef="#ctx0" brushRef="#br0" timeOffset="1">214 6 616 0 0,'0'0'101'0'0,"0"-1"-1"0"0,0 1 1 0 0,-1 0-1 0 0,1 0 1 0 0,0-1-1 0 0,0 1 1 0 0,0 0-1 0 0,-1-1 1 0 0,1 1-1 0 0,0 0 1 0 0,0 0 0 0 0,-1 0-1 0 0,1-1 1 0 0,0 1-1 0 0,0 0 1 0 0,-1 0-1 0 0,1 0 1 0 0,0 0-1 0 0,-1-1 1 0 0,1 1-1 0 0,0 0 1 0 0,0 0-1 0 0,-1 0 1 0 0,1 0-1 0 0,0 0 1 0 0,-1 0 0 0 0,1 0-1 0 0,0 0 1 0 0,-1 0-1 0 0,1 0 1 0 0,0 0-1 0 0,-1 0 1 0 0,1 0-1 0 0,0 0 1 0 0,-1 0-1 0 0,1 1 1 0 0,0-1-1 0 0,-1 0 1 0 0,1 0 0 0 0,0 0-1 0 0,0 0 1 0 0,-1 0-1 0 0,1 1 1 0 0,0-1-1 0 0,0 0 1 0 0,-1 0-1 0 0,1 1 1 0 0,-4 21 2105 0 0,8 31-634 0 0,-3-51-1359 0 0,22 141 1518 0 0,-17-120-3934 0 0,0 0 0 0 0,11 23-1 0 0,-16-42 617 0 0,1-1-676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8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0 169 3305 0 0,'9'-1'577'0'0,"1"0"0"0"0,-1 0 0 0 0,-1-1 1 0 0,1 0-1 0 0,0-1 0 0 0,0 0 0 0 0,-1 0 1 0 0,0-1-1 0 0,0 0 0 0 0,11-7 0 0 0,13-11 693 0 0,33-28 0 0 0,-23 16 19 0 0,-23 22-538 0 0,-14 14 533 0 0,-18 25 929 0 0,2-7-2330 0 0,-3 6 262 0 0,7-14-165 0 0,0 1-1 0 0,0 0 1 0 0,1 0 0 0 0,1 0-1 0 0,0 1 1 0 0,1 0 0 0 0,1 0-1 0 0,0 0 1 0 0,-2 25 0 0 0,5-38 7 0 0,0 0 0 0 0,0 0 0 0 0,0 0 0 0 0,0 0 1 0 0,0 0-1 0 0,0 0 0 0 0,0 0 0 0 0,1 0 0 0 0,-1 0 0 0 0,0 0 0 0 0,1-1 1 0 0,-1 1-1 0 0,1 0 0 0 0,-1 0 0 0 0,1 0 0 0 0,-1 0 0 0 0,1-1 1 0 0,-1 1-1 0 0,1 0 0 0 0,0 0 0 0 0,0-1 0 0 0,-1 1 0 0 0,1 0 1 0 0,0-1-1 0 0,0 1 0 0 0,1 0 0 0 0,0-1 0 0 0,-1 0 1 0 0,1 0-1 0 0,0 1 1 0 0,0-1-1 0 0,-1-1 1 0 0,1 1-1 0 0,0 0 1 0 0,0 0-1 0 0,-1-1 0 0 0,1 1 1 0 0,0-1-1 0 0,-1 1 1 0 0,4-2-1 0 0,6-4-30 0 0,-1 0 0 0 0,1-1 0 0 0,12-10 0 0 0,-19 14 12 0 0,19-15-645 0 0,-1-1 0 0 0,30-33 1 0 0,-43 42-524 0 0,-1-1 1 0 0,0 1-1 0 0,-1-1 1 0 0,0-1-1 0 0,0 0 0 0 0,-2 0 1 0 0,9-23-1 0 0,-8 18-558 0 0,5 6-604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8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3945 0 0,'-2'6'560'0'0,"-1"1"1"0"0,1-1 0 0 0,0 1-1 0 0,1 0 1 0 0,-1-1-1 0 0,2 1 1 0 0,-1 0 0 0 0,1 0-1 0 0,-1 0 1 0 0,3 11-1 0 0,16 73-275 0 0,-6-36-4744 0 0,-12-55 4360 0 0,0 0 49 0 0,0 0 1 0 0,0 0-1 0 0,0 0 0 0 0,0 0 1 0 0,0 0-1 0 0,0 0 1 0 0,0 0-1 0 0,0 0 0 0 0,-1 0 1 0 0,1 0-1 0 0,0 0 0 0 0,0 0 1 0 0,0 0-1 0 0,0 0 0 0 0,0 0 1 0 0,0 0-1 0 0,0 0 0 0 0,0 0 1 0 0,0 0-1 0 0,0 0 1 0 0,0 0-1 0 0,-1 0 0 0 0,1 0 1 0 0,0 0-1 0 0,0 0 0 0 0,0 0 1 0 0,0 0-1 0 0,0 0 0 0 0,0 0 1 0 0,0 0-1 0 0,0 0 1 0 0,0 0-299 0 0,-1 0 298 0 0,1 1 1 0 0,0-1-1 0 0,0 0 0 0 0,0 0 1 0 0,0 0-1 0 0,0 0 1 0 0,0 0-1 0 0,0 0 0 0 0,0 0 1 0 0,0 0-1 0 0,0 0 0 0 0,0 0 1 0 0,0 0-1 0 0,0 0 0 0 0,0 1 1 0 0,0-1-1 0 0,0 0 0 0 0,0 0 1 0 0,0 0-1 0 0,0 0 1 0 0,0 0-1 0 0,-3-1-2112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1 290 3257 0 0,'0'1'142'0'0,"0"0"0"0"0,-1 0 0 0 0,1-1 1 0 0,0 1-1 0 0,0 0 0 0 0,0 0 0 0 0,1 0 1 0 0,-1 0-1 0 0,0-1 0 0 0,0 1 0 0 0,0 0 1 0 0,1 0-1 0 0,-1-1 0 0 0,0 1 0 0 0,1 0 1 0 0,-1 0-1 0 0,0-1 0 0 0,1 1 0 0 0,-1 0 1 0 0,1-1-1 0 0,-1 1 0 0 0,1-1 1 0 0,0 1-1 0 0,-1 0 0 0 0,1-1 0 0 0,0 1 1 0 0,-1-1-1 0 0,1 0 0 0 0,0 1 0 0 0,-1-1 1 0 0,1 0-1 0 0,0 1 0 0 0,1-1 0 0 0,0 0 90 0 0,1 0-1 0 0,-1 0 1 0 0,1 0-1 0 0,0 0 1 0 0,-1-1-1 0 0,1 1 0 0 0,-1-1 1 0 0,1 0-1 0 0,-1 0 1 0 0,5-2-1 0 0,60-38 2035 0 0,-63 38-1963 0 0,116-94 640 0 0,-120 97-934 0 0,0 0 1 0 0,0 0-1 0 0,1 0 0 0 0,-1 0 1 0 0,0 0-1 0 0,0-1 0 0 0,0 1 0 0 0,0 0 1 0 0,0 0-1 0 0,1 0 0 0 0,-1 0 1 0 0,0 0-1 0 0,0 0 0 0 0,0 0 1 0 0,0 0-1 0 0,1 0 0 0 0,-1 0 0 0 0,0 0 1 0 0,0 0-1 0 0,0 0 0 0 0,0 0 1 0 0,1 0-1 0 0,-1 0 0 0 0,0 0 1 0 0,0 0-1 0 0,0 0 0 0 0,0 0 1 0 0,1 0-1 0 0,-1 0 0 0 0,0 0 0 0 0,0 0 1 0 0,0 0-1 0 0,0 0 0 0 0,1 0 1 0 0,-1 1-1 0 0,0-1 0 0 0,0 0 1 0 0,0 0-1 0 0,0 0 0 0 0,0 0 0 0 0,0 0 1 0 0,0 0-1 0 0,1 1 0 0 0,-1-1 1 0 0,0 0-1 0 0,0 0 0 0 0,0 0 1 0 0,0 0-1 0 0,0 0 0 0 0,0 1 0 0 0,0-1 1 0 0,0 0-1 0 0,0 0 0 0 0,0 0 1 0 0,0 0-1 0 0,0 1 0 0 0,0-1 1 0 0,0 0-1 0 0,0 0 0 0 0,0 0 1 0 0,0 1-1 0 0,0-1 0 0 0,0 0 0 0 0,0 0 1 0 0,0 0-1 0 0,0 0 0 0 0,0 1 1 0 0,-6 22 311 0 0,-11 25-99 0 0,15-44-208 0 0,-9 19 45 0 0,2-1-1 0 0,-8 29 1 0 0,15-45-67 0 0,1 0 0 0 0,0 1 1 0 0,0-1-1 0 0,0 1 0 0 0,1-1 0 0 0,0 1 1 0 0,0-1-1 0 0,0 0 0 0 0,1 1 0 0 0,0-1 1 0 0,0 1-1 0 0,1-1 0 0 0,3 10 1 0 0,-4-14-1 0 0,-1-1 1 0 0,1 0 0 0 0,0 0 0 0 0,-1 1-1 0 0,1-1 1 0 0,0 0 0 0 0,0 0 0 0 0,0 0 0 0 0,0 0-1 0 0,0 0 1 0 0,0 0 0 0 0,0 0 0 0 0,0 0-1 0 0,0 0 1 0 0,1 0 0 0 0,-1-1 0 0 0,0 1 0 0 0,0 0-1 0 0,1-1 1 0 0,-1 1 0 0 0,0-1 0 0 0,1 0-1 0 0,-1 1 1 0 0,2-1 0 0 0,0 0 12 0 0,0 0 1 0 0,0-1-1 0 0,0 1 0 0 0,0-1 0 0 0,0 1 1 0 0,0-1-1 0 0,-1 0 0 0 0,1 0 0 0 0,0-1 1 0 0,-1 1-1 0 0,4-3 0 0 0,5-3 105 0 0,0-1-1 0 0,-1-1 1 0 0,0 0 0 0 0,9-10-1 0 0,-17 17-77 0 0,50-63 644 0 0,-49 61-607 0 0,0 0-1 0 0,-1 0 0 0 0,0 0 1 0 0,0 0-1 0 0,0 0 1 0 0,-1 0-1 0 0,1-1 0 0 0,-1 1 1 0 0,0-1-1 0 0,0 1 0 0 0,0-1 1 0 0,-1 1-1 0 0,0-1 0 0 0,0 1 1 0 0,-1-10-1 0 0,1 13-44 0 0,0 0 0 0 0,0 0-1 0 0,-1 0 1 0 0,1 0 0 0 0,-1 0 0 0 0,1 0-1 0 0,-1 0 1 0 0,1 0 0 0 0,-1 0-1 0 0,1 0 1 0 0,-1 0 0 0 0,0 0 0 0 0,0 0-1 0 0,1 1 1 0 0,-1-1 0 0 0,0 0 0 0 0,0 0-1 0 0,0 1 1 0 0,0-1 0 0 0,0 1 0 0 0,0-1-1 0 0,0 1 1 0 0,0-1 0 0 0,0 1-1 0 0,0-1 1 0 0,-2 1 0 0 0,0-1-62 0 0,0 1-1 0 0,0 0 1 0 0,-1 0 0 0 0,1 0-1 0 0,0 1 1 0 0,-1-1 0 0 0,1 1 0 0 0,0 0-1 0 0,-4 1 1 0 0,-6 3-578 0 0,0 0 0 0 0,0 1 0 0 0,-14 9 0 0 0,5 1-887 0 0,-23 14-2523 0 0,43-28 3587 0 0,0-1 1 0 0,0 0-1 0 0,0 0 0 0 0,-1 0 0 0 0,1 0 1 0 0,0 0-1 0 0,0 0 0 0 0,0-1 0 0 0,-1 1 0 0 0,1-1 1 0 0,0 0-1 0 0,-1 1 0 0 0,1-1 0 0 0,0 0 1 0 0,-5-1-1 0 0,2-2-1823 0 0</inkml:trace>
  <inkml:trace contextRef="#ctx0" brushRef="#br0" timeOffset="1">346 1 3745 0 0,'18'77'7191'0'0,"-9"45"-3954"0"0,0-6-2572 0 0,3-56-1231 0 0,3-23-5794 0 0,-17-43 2152 0 0,0-10 2648 0 0,6 10 120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9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11 216 832 0 0,'0'0'119'0'0,"-1"0"1"0"0,1-1-1 0 0,-1 1 0 0 0,0 0 1 0 0,1 0-1 0 0,-1-1 0 0 0,1 1 0 0 0,-1 0 1 0 0,1-1-1 0 0,-1 1 0 0 0,1-1 0 0 0,-1 1 1 0 0,1-1-1 0 0,-1 1 0 0 0,1-1 1 0 0,0 1-1 0 0,-1-1 0 0 0,1 1 0 0 0,0-1 1 0 0,-1 0-1 0 0,1 1 0 0 0,0-1 0 0 0,0 1 1 0 0,-1-1-1 0 0,1 0 0 0 0,0 1 1 0 0,0-2-1 0 0,17-1 2979 0 0,20-3-1699 0 0,-29 1-1160 0 0,0 1 0 0 0,0-2 0 0 0,0 1 0 0 0,-1-1 1 0 0,1-1-1 0 0,-1 1 0 0 0,-1-1 0 0 0,0 0 0 0 0,0-1 0 0 0,10-14 1 0 0,-2-2 1313 0 0,-1-1 0 0 0,13-35 0 0 0,-36 103 2545 0 0,7-11-4060 0 0,2 59-1 0 0,8-25-3387 0 0,5-26-6533 0 0,-23-48 5422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23 1384 0 0,'-6'5'372'0'0,"0"1"0"0"0,1 0-1 0 0,0 0 1 0 0,0 1-1 0 0,1 0 1 0 0,0-1 0 0 0,0 1-1 0 0,1 1 1 0 0,-5 12-1 0 0,7-18-292 0 0,0-1 0 0 0,1 1 0 0 0,-1 0 0 0 0,1 0 0 0 0,-1 0-1 0 0,1 0 1 0 0,0 0 0 0 0,0-1 0 0 0,-1 1 0 0 0,1 0 0 0 0,1 0-1 0 0,-1 0 1 0 0,0 0 0 0 0,0 0 0 0 0,1 0 0 0 0,-1 0 0 0 0,1-1 0 0 0,0 1-1 0 0,-1 0 1 0 0,1 0 0 0 0,0-1 0 0 0,0 1 0 0 0,0 0 0 0 0,0-1-1 0 0,0 1 1 0 0,0-1 0 0 0,1 1 0 0 0,-1-1 0 0 0,1 0 0 0 0,-1 0 0 0 0,1 1-1 0 0,-1-1 1 0 0,1 0 0 0 0,-1 0 0 0 0,1-1 0 0 0,0 1 0 0 0,0 0-1 0 0,-1 0 1 0 0,1-1 0 0 0,0 1 0 0 0,0-1 0 0 0,0 0 0 0 0,0 1 0 0 0,0-1-1 0 0,3 0 1 0 0,3 0 213 0 0,0-1 0 0 0,0 0 0 0 0,0 0 0 0 0,0 0 0 0 0,0-1 0 0 0,0 0 1 0 0,-1-1-1 0 0,1 0 0 0 0,-1 0 0 0 0,0 0 0 0 0,13-9 0 0 0,-15 9-71 0 0,-1 1 0 0 0,1-1 1 0 0,-1-1-1 0 0,1 1 0 0 0,-1 0 0 0 0,0-1 1 0 0,0 0-1 0 0,-1 0 0 0 0,1 0 0 0 0,-1-1 1 0 0,0 1-1 0 0,0-1 0 0 0,-1 0 0 0 0,1 1 1 0 0,-1-1-1 0 0,0 0 0 0 0,0 0 0 0 0,1-8 1 0 0,-3 11-195 0 0,1 1 0 0 0,-1-1 0 0 0,0 0 0 0 0,0 0 0 0 0,0 1 0 0 0,-1-1 1 0 0,1 0-1 0 0,0 0 0 0 0,-1 1 0 0 0,1-1 0 0 0,-1 0 0 0 0,1 1 1 0 0,-1-1-1 0 0,0 1 0 0 0,0-1 0 0 0,0 1 0 0 0,0-1 0 0 0,0 1 0 0 0,0-1 1 0 0,0 1-1 0 0,0 0 0 0 0,-1 0 0 0 0,1 0 0 0 0,0 0 0 0 0,-1 0 1 0 0,1 0-1 0 0,-1 0 0 0 0,1 0 0 0 0,-1 0 0 0 0,1 0 0 0 0,-1 1 0 0 0,0-1 1 0 0,1 1-1 0 0,-1-1 0 0 0,0 1 0 0 0,0 0 0 0 0,1 0 0 0 0,-1 0 1 0 0,0 0-1 0 0,0 0 0 0 0,1 0 0 0 0,-1 0 0 0 0,0 0 0 0 0,1 1 1 0 0,-3 0-1 0 0,-12 1-1185 0 0,1 1 1 0 0,-1 1 0 0 0,-28 11-1 0 0,31-10-1300 0 0,9-4 1899 0 0,3 0 399 0 0,1-1 1 0 0,-1 0-1 0 0,1 1 0 0 0,0-1 1 0 0,-1 1-1 0 0,1-1 1 0 0,-1 0-1 0 0,1 0 1 0 0,-1 1-1 0 0,1-1 0 0 0,-1 0 1 0 0,1 0-1 0 0,-1 1 1 0 0,0-1-1 0 0,1 0 0 0 0,-1 0 1 0 0,1 0-1 0 0,-1 0 1 0 0,1 0-1 0 0,-1 0 0 0 0,0 0 1 0 0,1 0-1 0 0,-1 0 1 0 0,1 0-1 0 0,-1 0 0 0 0,1 0 1 0 0,-1-1-1 0 0,1 1 1 0 0,-1 0-1 0 0,1 0 0 0 0,-1 0 1 0 0,1-1-1 0 0,-1 1 1 0 0,1 0-1 0 0,-1-1 1 0 0,1 1-1 0 0,-1 0 0 0 0,1-1 1 0 0,-1 1-1 0 0,1-1 1 0 0,0 1-1 0 0,-1-1 0 0 0,1 1 1 0 0,0-1-1 0 0,0 1 1 0 0,-1-1-1 0 0,1 1 0 0 0,0-1 1 0 0,1-5-1611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19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100 167 2521 0 0,'1'-1'190'0'0,"-1"1"1"0"0,0-1 0 0 0,0 1 0 0 0,0-1 0 0 0,0 1 0 0 0,0-1 0 0 0,1 1 0 0 0,-1-1 0 0 0,0 1 0 0 0,0 0-1 0 0,0-1 1 0 0,0 1 0 0 0,-1-1 0 0 0,1 1 0 0 0,0-1 0 0 0,0 1 0 0 0,0-1 0 0 0,0 1 0 0 0,0-1 0 0 0,-1 1-1 0 0,1-1 1 0 0,0 1 0 0 0,0 0 0 0 0,-1-1 0 0 0,1 1 0 0 0,0-1 0 0 0,-1 1 0 0 0,1 0 0 0 0,0-1 0 0 0,-1 1 0 0 0,1 0-1 0 0,0-1 1 0 0,-1 1 0 0 0,1 0 0 0 0,-1 0 0 0 0,-17 11 3597 0 0,16-8-3812 0 0,-6 4 483 0 0,0 1-1 0 0,1 0 1 0 0,1 1-1 0 0,-1-1 0 0 0,2 2 1 0 0,-1-1-1 0 0,-8 19 1 0 0,12-24-437 0 0,0 0 0 0 0,0 1 1 0 0,0-1-1 0 0,1 1 0 0 0,0 0 1 0 0,0-1-1 0 0,0 1 0 0 0,0 0 1 0 0,1 0-1 0 0,-1-1 0 0 0,1 1 1 0 0,1 0-1 0 0,-1 0 1 0 0,0 0-1 0 0,1-1 0 0 0,0 1 1 0 0,0 0-1 0 0,1-1 0 0 0,3 8 1 0 0,-5-11-33 0 0,1 1 0 0 0,0-1 0 0 0,0 0 0 0 0,0 0 0 0 0,0 0 1 0 0,0 0-1 0 0,0 0 0 0 0,0-1 0 0 0,0 1 0 0 0,0 0 0 0 0,1 0 1 0 0,-1-1-1 0 0,0 1 0 0 0,0-1 0 0 0,1 1 0 0 0,-1-1 0 0 0,0 1 1 0 0,1-1-1 0 0,-1 0 0 0 0,0 0 0 0 0,1 0 0 0 0,-1 0 0 0 0,3 0 0 0 0,-1 0-4 0 0,1-1-1 0 0,-1 0 1 0 0,0 0-1 0 0,1 0 1 0 0,-1 0-1 0 0,0 0 1 0 0,1-1-1 0 0,-1 1 1 0 0,3-4-1 0 0,0 2-3 0 0,0-1-1 0 0,-1-1 0 0 0,0 1 0 0 0,0-1 0 0 0,0 0 1 0 0,0 0-1 0 0,-1 0 0 0 0,0 0 0 0 0,4-8 0 0 0,-7 11 9 0 0,0 0 0 0 0,0 0-1 0 0,0 0 1 0 0,-1-1 0 0 0,1 1-1 0 0,-1 0 1 0 0,1 0 0 0 0,-1 0-1 0 0,0 0 1 0 0,0-1 0 0 0,0 1-1 0 0,0 0 1 0 0,-1 0 0 0 0,1 0-1 0 0,0-1 1 0 0,-1 1 0 0 0,0 0-1 0 0,1 0 1 0 0,-3-4 0 0 0,-27-28-102 0 0,26 32 91 0 0,1-1 1 0 0,-1 0-1 0 0,1 0 1 0 0,0 0-1 0 0,0-1 1 0 0,1 1 0 0 0,-1-1-1 0 0,1 0 1 0 0,-1 1-1 0 0,1-1 1 0 0,-2-6-1 0 0,4 8 11 0 0,0-1-1 0 0,0 1 0 0 0,0 0 1 0 0,1 0-1 0 0,-1 0 1 0 0,1 0-1 0 0,0 0 1 0 0,-1 0-1 0 0,1 0 1 0 0,0 0-1 0 0,0 0 0 0 0,0 0 1 0 0,0 0-1 0 0,0 1 1 0 0,1-1-1 0 0,-1 0 1 0 0,3-2-1 0 0,30-30 563 0 0,-29 29-363 0 0,16-15 491 0 0,-11 10-194 0 0,0 0 1 0 0,1 0-1 0 0,-1 1 1 0 0,2 1-1 0 0,-1 0 0 0 0,24-12 1 0 0,-34 20-454 0 0,0 0 0 0 0,-1-1 0 0 0,1 1 0 0 0,0 0 0 0 0,0 0 0 0 0,-1 0 1 0 0,1 0-1 0 0,0 0 0 0 0,0 1 0 0 0,0-1 0 0 0,-1 0 0 0 0,1 0 0 0 0,0 0 0 0 0,0 1 0 0 0,-1-1 0 0 0,1 0 1 0 0,0 1-1 0 0,-1-1 0 0 0,1 1 0 0 0,0-1 0 0 0,-1 0 0 0 0,1 1 0 0 0,-1 0 0 0 0,1-1 0 0 0,-1 1 0 0 0,1-1 1 0 0,-1 1-1 0 0,1 0 0 0 0,-1-1 0 0 0,1 1 0 0 0,-1 0 0 0 0,0-1 0 0 0,0 1 0 0 0,1 0 0 0 0,-1-1 1 0 0,0 1-1 0 0,0 0 0 0 0,0 0 0 0 0,1 0 0 0 0,-1-1 0 0 0,0 1 0 0 0,0 0 0 0 0,0 0 0 0 0,-1-1 0 0 0,1 1 1 0 0,0 1-1 0 0,-1 48 508 0 0,0-40-476 0 0,1-6-156 0 0,2 93 459 0 0,9-49-2193 0 0,-10-44 1190 0 0,0-1-1 0 0,1 1 0 0 0,0-1 0 0 0,-1 0 0 0 0,1 0 0 0 0,1 0 0 0 0,-1 0 1 0 0,0 0-1 0 0,5 4 0 0 0,-6-6 402 0 0,-1-1-1 0 0,1 0 1 0 0,0 0-1 0 0,-1 0 1 0 0,1 0 0 0 0,-1 0-1 0 0,1 0 1 0 0,-1 0 0 0 0,1 0-1 0 0,0 0 1 0 0,-1 0-1 0 0,1 0 1 0 0,-1 0 0 0 0,1 0-1 0 0,-1-1 1 0 0,1 1 0 0 0,-1 0-1 0 0,1 0 1 0 0,-1-1 0 0 0,1 1-1 0 0,-1 0 1 0 0,1 0-1 0 0,-1-1 1 0 0,1 1 0 0 0,-1-1-1 0 0,0 1 1 0 0,1 0 0 0 0,-1-1-1 0 0,0 1 1 0 0,1-1-1 0 0,-1 1 1 0 0,0-1 0 0 0,0 1-1 0 0,1-1 1 0 0,-1 1 0 0 0,0-1-1 0 0,0 1 1 0 0,0-1 0 0 0,0 1-1 0 0,1-1 1 0 0,-1 0-1 0 0,0 1 1 0 0,0-1 0 0 0,0 1-1 0 0,0-1 1 0 0,0 1 0 0 0,-1-1-1 0 0,1 0 1 0 0,0 0 126 0 0,3-8-2482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0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4945 0 0,'-3'19'3294'0'0,"1"0"1"0"0,-1 38-1 0 0,14 42 380 0 0,-3-58-3391 0 0,2 0-1 0 0,26 64 0 0 0,-35-102-416 0 0,17 37-494 0 0,-17-39 303 0 0,0 0 0 0 0,-1 1 0 0 0,1-1 0 0 0,0 0 0 0 0,0 0 0 0 0,0 1 0 0 0,0-1 0 0 0,0 0 0 0 0,1 0 0 0 0,-1 0 0 0 0,0 0-1 0 0,0 0 1 0 0,3 1 0 0 0,-4-3 57 0 0,1 1 0 0 0,-1 0-1 0 0,1 0 1 0 0,-1-1-1 0 0,0 1 1 0 0,1 0 0 0 0,-1-1-1 0 0,0 1 1 0 0,0 0 0 0 0,1-1-1 0 0,-1 1 1 0 0,0-1-1 0 0,0 1 1 0 0,0 0 0 0 0,1-1-1 0 0,-1 1 1 0 0,0-1 0 0 0,0 1-1 0 0,0-1 1 0 0,0 1-1 0 0,0 0 1 0 0,0-1 0 0 0,0 1-1 0 0,0-1 1 0 0,0 1 0 0 0,0-1-1 0 0,0 1 1 0 0,0-1-1 0 0,0 1 1 0 0,0 0 0 0 0,-1-1-1 0 0,1 0 181 0 0,-1-9-3848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0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15 173 4593 0 0,'-1'0'212'0'0,"0"0"0"0"0,0 1 0 0 0,1-1 0 0 0,-1 1 0 0 0,0-1 0 0 0,0 1-1 0 0,0-1 1 0 0,1 1 0 0 0,-1 0 0 0 0,0-1 0 0 0,1 1 0 0 0,-1 0 0 0 0,1 0 0 0 0,-1-1 0 0 0,1 1 0 0 0,-1 0 0 0 0,1 0 0 0 0,-1 0-1 0 0,1 0 1 0 0,0 0 0 0 0,-1 0 0 0 0,1-1 0 0 0,0 1 0 0 0,0 0 0 0 0,0 0 0 0 0,0 0 0 0 0,0 0 0 0 0,0 1 0 0 0,1-1-84 0 0,-1 0 1 0 0,1-1-1 0 0,0 1 1 0 0,0-1 0 0 0,-1 1-1 0 0,1-1 1 0 0,0 1-1 0 0,0-1 1 0 0,0 0 0 0 0,0 1-1 0 0,-1-1 1 0 0,1 0-1 0 0,0 0 1 0 0,0 0 0 0 0,0 1-1 0 0,0-1 1 0 0,0 0-1 0 0,0 0 1 0 0,0 0 0 0 0,0-1-1 0 0,0 1 1 0 0,-1 0-1 0 0,1 0 1 0 0,0 0 0 0 0,0-1-1 0 0,0 1 1 0 0,0 0-1 0 0,0-1 1 0 0,1 0-1 0 0,22-9 562 0 0,0-1-1 0 0,0 0 1 0 0,-1-2-1 0 0,24-18 1 0 0,-29 18-1010 0 0,0-1 0 0 0,-1 0 0 0 0,-1-2 0 0 0,0 0 0 0 0,16-22-1 0 0,-32 38 222 0 0,1 0 0 0 0,-1 0 0 0 0,0 0 0 0 0,0 0 0 0 0,1 0-1 0 0,-1 0 1 0 0,0 0 0 0 0,0 0 0 0 0,0-1 0 0 0,1 1-1 0 0,-1 0 1 0 0,0 0 0 0 0,0 0 0 0 0,0 0 0 0 0,0-1 0 0 0,1 1-1 0 0,-1 0 1 0 0,0 0 0 0 0,0 0 0 0 0,0-1 0 0 0,0 1-1 0 0,0 0 1 0 0,0 0 0 0 0,1 0 0 0 0,-1-1 0 0 0,0 1-1 0 0,0 0 1 0 0,0 0 0 0 0,0-1 0 0 0,0 1 0 0 0,0 0 0 0 0,0 0-1 0 0,0-1 1 0 0,0 1 0 0 0,0 0 0 0 0,0 0 0 0 0,0-1-1 0 0,0 1 1 0 0,0 0 0 0 0,-1 0 0 0 0,1 0 0 0 0,0-1 0 0 0,0 1-1 0 0,0 0 1 0 0,0 0 0 0 0,0-1 0 0 0,0 1 0 0 0,-1 0-1 0 0,1 0 1 0 0,0 0 0 0 0,0 0 0 0 0,0-1 0 0 0,0 1 0 0 0,-1 0-1 0 0,1 0 1 0 0,-18 6-2945 0 0,-20 16 1103 0 0,28-15 2345 0 0,0 1-1 0 0,1 0 1 0 0,0 1 0 0 0,1 0-1 0 0,-1 0 1 0 0,2 1-1 0 0,-1 0 1 0 0,1 0 0 0 0,1 1-1 0 0,-10 21 1 0 0,11-17 74 0 0,0-1-1 0 0,1 1 1 0 0,1 0 0 0 0,1 1-1 0 0,0-1 1 0 0,1 0 0 0 0,0 1-1 0 0,2 21 1 0 0,0-23-481 0 0,8 57-254 0 0,-9-67-35 0 0,1-1-1 0 0,1 1 0 0 0,-1-1 1 0 0,0 1-1 0 0,1-1 1 0 0,0 0-1 0 0,-1 0 0 0 0,1 0 1 0 0,5 6-1 0 0,-6-9 177 0 0,0 0 0 0 0,0 1 0 0 0,-1-1 0 0 0,1 0-1 0 0,0 0 1 0 0,0 0 0 0 0,0 0 0 0 0,0 1 0 0 0,-1-1 0 0 0,1 0 0 0 0,0-1-1 0 0,0 1 1 0 0,0 0 0 0 0,0 0 0 0 0,-1 0 0 0 0,1 0 0 0 0,0-1 0 0 0,0 1-1 0 0,0 0 1 0 0,-1-1 0 0 0,1 1 0 0 0,0 0 0 0 0,0-1 0 0 0,-1 1 0 0 0,1-1 0 0 0,0 0-1 0 0,-1 1 1 0 0,1-1 0 0 0,-1 1 0 0 0,1-1 0 0 0,-1 0 0 0 0,1 1 0 0 0,-1-1-1 0 0,1 0 1 0 0,-1 0 0 0 0,0 1 0 0 0,1-2 0 0 0,18-29-1516 0 0,-8 8 845 0 0,-1-1 0 0 0,-1 0 1 0 0,11-47-1 0 0,-17 59 782 0 0,-1 0 0 0 0,0 0 1 0 0,-1 0-1 0 0,-1-1 0 0 0,0 1 0 0 0,0 0 1 0 0,-1 0-1 0 0,-1 0 0 0 0,0 0 0 0 0,-5-16 0 0 0,7 28 30 0 0,0 0 0 0 0,0 0-1 0 0,0 1 1 0 0,0-1-1 0 0,-1 0 1 0 0,1 0-1 0 0,0 0 1 0 0,0 0-1 0 0,0 0 1 0 0,0 0-1 0 0,0 0 1 0 0,0 0 0 0 0,0 0-1 0 0,0 0 1 0 0,0 0-1 0 0,0 0 1 0 0,-1 0-1 0 0,1 0 1 0 0,0 0-1 0 0,0 0 1 0 0,0 0 0 0 0,0 0-1 0 0,0 0 1 0 0,0 0-1 0 0,0 0 1 0 0,0 0-1 0 0,-1 0 1 0 0,1 0-1 0 0,0 0 1 0 0,0 0-1 0 0,0 0 1 0 0,0 0 0 0 0,0 0-1 0 0,0 0 1 0 0,0 0-1 0 0,0 0 1 0 0,0 0-1 0 0,-1 0 1 0 0,1 0-1 0 0,0 0 1 0 0,0 0 0 0 0,0 0-1 0 0,0 0 1 0 0,0 0-1 0 0,0 0 1 0 0,0-1-1 0 0,0 1 1 0 0,0 0-1 0 0,0 0 1 0 0,0 0-1 0 0,0 0 1 0 0,0 0 0 0 0,0 0-1 0 0,0 0 1 0 0,0 0-1 0 0,0-1 1 0 0,-4 18 1240 0 0,3 20 307 0 0,14 31-384 0 0,-10-56-1367 0 0,0 0 0 0 0,0 0 0 0 0,-1 1 0 0 0,-1-1 0 0 0,0 1 0 0 0,0-1 0 0 0,-2 1 1 0 0,-1 19-1 0 0,1-30 25 0 0,0 1 1 0 0,0-1 0 0 0,0 0 0 0 0,0 0 0 0 0,-1 0-1 0 0,1 1 1 0 0,-1-1 0 0 0,1-1 0 0 0,-1 1 0 0 0,0 0-1 0 0,1 0 1 0 0,-1-1 0 0 0,0 1 0 0 0,0-1 0 0 0,0 1 0 0 0,0-1-1 0 0,-1 0 1 0 0,1 0 0 0 0,-5 2 0 0 0,-55 12-941 0 0,53-14 1020 0 0,0 1 1 0 0,-1 0-1 0 0,1 0 0 0 0,-13 6 0 0 0,20-7 44 0 0,-8 5 602 0 0,0-1-1 0 0,0 1 0 0 0,-14 12 0 0 0,23-17-468 0 0,0 0 0 0 0,0-1 0 0 0,0 1 0 0 0,0 0 0 0 0,0-1 0 0 0,0 1 0 0 0,0 0 0 0 0,1 0 0 0 0,-1 0 0 0 0,0 0 0 0 0,0 0 0 0 0,1 0 0 0 0,-1 0 0 0 0,0 0 0 0 0,1 0 0 0 0,-1 0 0 0 0,1 0 0 0 0,0 0 0 0 0,-1 1 0 0 0,1-1 0 0 0,0 0 0 0 0,0 0 0 0 0,-1 0 0 0 0,1 1 0 0 0,0-1 0 0 0,0 0-1 0 0,1 0 1 0 0,-1 0 0 0 0,0 1 0 0 0,0-1 0 0 0,0 0 0 0 0,1 0 0 0 0,-1 0 0 0 0,1 0 0 0 0,-1 1 0 0 0,1-1 0 0 0,-1 0 0 0 0,1 0 0 0 0,0 0 0 0 0,-1 0 0 0 0,1 0 0 0 0,0 0 0 0 0,0-1 0 0 0,0 1 0 0 0,0 0 0 0 0,0 0 0 0 0,1 0 0 0 0,1 1 25 0 0,0-1 0 0 0,0 0 0 0 0,0 0 0 0 0,1 0 0 0 0,-1-1 0 0 0,0 1-1 0 0,0-1 1 0 0,1 0 0 0 0,-1 0 0 0 0,0 0 0 0 0,1 0 0 0 0,-1 0 0 0 0,0-1 0 0 0,1 1 0 0 0,-1-1 0 0 0,0 0 0 0 0,0 0 0 0 0,0 0 0 0 0,0-1 0 0 0,0 1 0 0 0,4-3 0 0 0,63-39 980 0 0,-65 40-1030 0 0,30-23-300 0 0,0-1 0 0 0,38-40 0 0 0,-56 49-1855 0 0,-1-1 0 0 0,-1 0 0 0 0,14-23 0 0 0,-19 11 24 0 0,-4 18 869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1472 0 0,'-1'8'873'0'0,"1"2"-177"0"0,-2 3 0 0 0,1 0-8 0 0,2 2-120 0 0,1 2-152 0 0,1 1-144 0 0,0 2-160 0 0,0 0-112 0 0,0-2-120 0 0,0 2-168 0 0,0-3-208 0 0,0 0-176 0 0,-3-1-80 0 0,2 0 80 0 0,-5-3 143 0 0,0 0-1231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1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1 179 3161 0 0,'81'-46'7662'0'0,"-56"31"-6647"0"0,1 0 0 0 0,0 2 1 0 0,1 0-1 0 0,40-11 0 0 0,-66 23-980 0 0,-1 1-1 0 0,1 0 0 0 0,0-1 0 0 0,-1 1 1 0 0,1 0-1 0 0,0 0 0 0 0,0-1 0 0 0,-1 1 1 0 0,1 0-1 0 0,0 0 0 0 0,0 0 0 0 0,-1 0 1 0 0,1 0-1 0 0,0 0 0 0 0,0 0 0 0 0,-1 0 1 0 0,1 0-1 0 0,0 1 0 0 0,0-1 0 0 0,-1 0 0 0 0,1 0 1 0 0,0 1-1 0 0,-1-1 0 0 0,1 0 0 0 0,0 1 1 0 0,-1-1-1 0 0,2 1 0 0 0,-9 17 490 0 0,-33 28-359 0 0,33-39-242 0 0,-10 11-41 0 0,-37 45-183 0 0,52-59 264 0 0,-1 0 1 0 0,1-1 0 0 0,-1 2 0 0 0,1-1 0 0 0,0 0-1 0 0,1 0 1 0 0,-1 1 0 0 0,1-1 0 0 0,0 1 0 0 0,0-1-1 0 0,0 1 1 0 0,1-1 0 0 0,-1 1 0 0 0,2 8 0 0 0,-1-12 34 0 0,0 0 1 0 0,0 1 0 0 0,0-1 0 0 0,1 0 0 0 0,-1 1 0 0 0,0-1 0 0 0,1 0 0 0 0,0 0-1 0 0,-1 1 1 0 0,1-1 0 0 0,0 0 0 0 0,-1 0 0 0 0,1 0 0 0 0,0 0 0 0 0,0 0 0 0 0,0 0-1 0 0,0 0 1 0 0,0 0 0 0 0,0 0 0 0 0,0 0 0 0 0,0-1 0 0 0,0 1 0 0 0,1 0 0 0 0,0 0-1 0 0,1 0 16 0 0,0-1 0 0 0,0 1 0 0 0,0-1-1 0 0,0 1 1 0 0,0-1 0 0 0,0 0 0 0 0,0 0-1 0 0,0-1 1 0 0,-1 1 0 0 0,7-2 0 0 0,1-1 27 0 0,1 0 1 0 0,-1-1-1 0 0,1-1 1 0 0,17-10-1 0 0,-12 5-326 0 0,-1-1 0 0 0,-1-1 0 0 0,18-16 0 0 0,-16 9-1380 0 0,0 0-1 0 0,-2 0 0 0 0,0-2 0 0 0,-1 0 1 0 0,-1 0-1 0 0,-1-1 0 0 0,9-25 1 0 0,-10 21-172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96 1424 0 0,'-10'-6'1465'0'0,"-1"0"-1"0"0,-1 1 0 0 0,1 1 0 0 0,-1 0 0 0 0,1 1 1 0 0,-16-3-1 0 0,24 5-1375 0 0,-1 1-1 0 0,1 0 1 0 0,0 0 0 0 0,0 1 0 0 0,-1-1 0 0 0,1 1 0 0 0,0-1-1 0 0,0 1 1 0 0,0 0 0 0 0,0 0 0 0 0,0 1 0 0 0,0-1-1 0 0,0 1 1 0 0,0-1 0 0 0,0 1 0 0 0,1 0 0 0 0,-1 0 0 0 0,0 0-1 0 0,1 0 1 0 0,0 0 0 0 0,0 1 0 0 0,-1-1 0 0 0,1 1 0 0 0,1 0-1 0 0,-1-1 1 0 0,0 1 0 0 0,1 0 0 0 0,-3 6 0 0 0,3-7-86 0 0,0 1 0 0 0,0-1 0 0 0,0 0 0 0 0,0 1 0 0 0,0-1 0 0 0,1 0 0 0 0,-1 1 0 0 0,1-1 0 0 0,-1 1 0 0 0,1-1 0 0 0,0 1 0 0 0,0-1 0 0 0,0 1 0 0 0,1-1 0 0 0,-1 1 0 0 0,1 2 0 0 0,0-4-14 0 0,-1 1-1 0 0,1-1 0 0 0,0 1 0 0 0,0-1 0 0 0,0 0 0 0 0,0 0 0 0 0,0 1 1 0 0,0-1-1 0 0,0 0 0 0 0,0 0 0 0 0,1 0 0 0 0,-1 0 0 0 0,0 0 0 0 0,1 0 1 0 0,-1-1-1 0 0,0 1 0 0 0,1 0 0 0 0,-1-1 0 0 0,3 1 0 0 0,0 0-17 0 0,1 0 1 0 0,-1 0-1 0 0,1-1 0 0 0,-1 1 0 0 0,1-1 0 0 0,-1-1 0 0 0,1 1 0 0 0,-1-1 0 0 0,1 1 1 0 0,-1-1-1 0 0,1 0 0 0 0,-1-1 0 0 0,0 1 0 0 0,1-1 0 0 0,-1 0 0 0 0,5-3 1 0 0,2-3-40 0 0,-1 1 1 0 0,0-2 0 0 0,0 0 0 0 0,-1 0 0 0 0,0-1 0 0 0,10-13-1 0 0,-17 20 50 0 0,0 0-1 0 0,0 0 1 0 0,0 0-1 0 0,-1 0 0 0 0,1 0 1 0 0,-1-1-1 0 0,0 1 0 0 0,0 0 1 0 0,0-1-1 0 0,0 1 0 0 0,-1-1 1 0 0,1-5-1 0 0,-1 7 22 0 0,0 0 1 0 0,-1 0-1 0 0,1 1 0 0 0,-1-1 0 0 0,0 0 0 0 0,1 0 1 0 0,-1 0-1 0 0,0 1 0 0 0,0-1 0 0 0,0 0 0 0 0,0 1 1 0 0,0-1-1 0 0,-1 1 0 0 0,1-1 0 0 0,0 1 0 0 0,-1 0 1 0 0,1 0-1 0 0,-1-1 0 0 0,1 1 0 0 0,-1 0 1 0 0,0 0-1 0 0,1 0 0 0 0,-1 1 0 0 0,-3-2 0 0 0,3 1 8 0 0,0 0-1 0 0,0 1 0 0 0,0-1 0 0 0,0 1 0 0 0,0-1 0 0 0,0 1 0 0 0,0 0 0 0 0,0 0 0 0 0,0 0 1 0 0,0 0-1 0 0,0 0 0 0 0,0 0 0 0 0,0 0 0 0 0,0 1 0 0 0,0-1 0 0 0,0 1 0 0 0,0-1 0 0 0,0 1 1 0 0,1 0-1 0 0,-4 1 0 0 0,2 1 25 0 0,-1-1 1 0 0,1 1 0 0 0,-1 0-1 0 0,1 0 1 0 0,0 0 0 0 0,0 1-1 0 0,0-1 1 0 0,1 1 0 0 0,-3 4-1 0 0,0 1 107 0 0,0 1 1 0 0,0 1-1 0 0,1-1 0 0 0,0 0 0 0 0,1 1 1 0 0,-3 19-1 0 0,4-11 92 0 0,1 0 1 0 0,1 0 0 0 0,1-1-1 0 0,0 1 1 0 0,1 0 0 0 0,2-1 0 0 0,5 22-1 0 0,-7-33-276 0 0,1 1 0 0 0,0-1 0 0 0,1 0 0 0 0,-1 1 0 0 0,1-1 0 0 0,1-1 0 0 0,-1 1 0 0 0,10 9 0 0 0,-11-12-133 0 0,1-1-1 0 0,0 0 1 0 0,0 0 0 0 0,0 0-1 0 0,0-1 1 0 0,0 1-1 0 0,0-1 1 0 0,1 0 0 0 0,-1 0-1 0 0,1-1 1 0 0,-1 1-1 0 0,1-1 1 0 0,0 0 0 0 0,0 0-1 0 0,7 0 1 0 0,-10-1-115 0 0,1 0 0 0 0,0 0 1 0 0,0-1-1 0 0,0 1 0 0 0,0-1 0 0 0,0 1 1 0 0,0-1-1 0 0,0 0 0 0 0,-1 0 0 0 0,1 0 1 0 0,0 0-1 0 0,-1-1 0 0 0,1 1 0 0 0,0-1 1 0 0,-1 0-1 0 0,0 1 0 0 0,0-1 0 0 0,1 0 0 0 0,-1-1 1 0 0,0 1-1 0 0,0 0 0 0 0,-1 0 0 0 0,1-1 1 0 0,0 1-1 0 0,-1-1 0 0 0,0 0 0 0 0,3-4 1 0 0,-1-2-129 0 0,0 0 1 0 0,-1 0-1 0 0,0 0 1 0 0,0 0-1 0 0,-1 0 1 0 0,0-1-1 0 0,-1-13 1 0 0,0-5-905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2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263 140 2264 0 0,'-2'2'283'0'0,"1"1"-1"0"0,-1-1 0 0 0,1 1 0 0 0,0-1 0 0 0,-1 1 0 0 0,1-1 0 0 0,0 1 0 0 0,1 0 0 0 0,-1-1 1 0 0,0 1-1 0 0,1 0 0 0 0,-1 0 0 0 0,1-1 0 0 0,0 1 0 0 0,0 0 0 0 0,1 4 0 0 0,8 54 1996 0 0,-3-32-1223 0 0,3 26-513 0 0,-6-41-468 0 0,0 0 0 0 0,-1 0 0 0 0,-1 0 1 0 0,0 1-1 0 0,-1 15 0 0 0,-1-24-127 0 0,0-1-1 0 0,-1 1 1 0 0,1-1-1 0 0,-1 0 1 0 0,0 1-1 0 0,0-1 1 0 0,-1 0 0 0 0,1 0-1 0 0,-1 0 1 0 0,0-1-1 0 0,-1 1 1 0 0,1-1-1 0 0,-1 0 1 0 0,0 0 0 0 0,0 0-1 0 0,0 0 1 0 0,-6 3-1 0 0,-7 5-12 0 0,-1-1 0 0 0,-1-1 1 0 0,0-1-1 0 0,0 0 0 0 0,-1-1 0 0 0,-27 6 0 0 0,-13 6 1065 0 0,51-13 86 0 0,20-3 292 0 0,23-2 491 0 0,2-6-1041 0 0,0-2 0 0 0,-1-1 0 0 0,0-2 0 0 0,37-14-1 0 0,-45 12-1714 0 0,0-1-1 0 0,50-30 0 0 0,-69 36-456 0 0,1 0-1 0 0,-1-1 0 0 0,0 0 1 0 0,0-1-1 0 0,-1 0 1 0 0,0 0-1 0 0,-1 0 0 0 0,1-1 1 0 0,8-16-1 0 0,-7 11-1192 0 0</inkml:trace>
  <inkml:trace contextRef="#ctx0" brushRef="#br0" timeOffset="0.87">364 0 6009 0 0,'-5'24'8125'0'0,"10"6"-5022"0"0,14 27-2280 0 0,-15-49-199 0 0,7 20-528 0 0,2 0 1 0 0,1-1-1 0 0,0-1 0 0 0,35 45 0 0 0,-38-58-577 0 0,0-1-1 0 0,0 0 0 0 0,1-1 1 0 0,19 14-1 0 0,-23-20-330 0 0,1 1 1 0 0,-1-2 0 0 0,1 1-1 0 0,0-1 1 0 0,1 0-1 0 0,-1-1 1 0 0,1 0-1 0 0,10 2 1 0 0,-18-5 540 0 0,0 1-1 0 0,0-1 1 0 0,0 1-1 0 0,0-1 1 0 0,0 0-1 0 0,1 0 1 0 0,-1 0-1 0 0,0 0 1 0 0,0 0-1 0 0,0 0 1 0 0,0-1-1 0 0,1 1 1 0 0,-1-1-1 0 0,0 0 1 0 0,0 1-1 0 0,0-1 1 0 0,0 0-1 0 0,0 0 1 0 0,-1 0-1 0 0,1 0 1 0 0,0-1-1 0 0,0 1 1 0 0,-1 0-1 0 0,1-1 1 0 0,1-2-1 0 0,6-6-1611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 3185 0 0,'-14'16'1064'0'0,"0"1"0"0"0,1 0 0 0 0,1 1 0 0 0,0 1 0 0 0,2 0 0 0 0,0 0 0 0 0,1 1 0 0 0,-10 31 1 0 0,9-18-880 0 0,2 1 0 0 0,1 0 1 0 0,1 0-1 0 0,-1 56 0 0 0,7-79-778 0 0,0-1 0 0 0,1 1 0 0 0,1-1 0 0 0,0 1 0 0 0,0-1 1 0 0,7 17-1 0 0,-9-25 374 0 0,1-1 0 0 0,0 1 0 0 0,-1 0 0 0 0,1 0 1 0 0,0-1-1 0 0,1 1 0 0 0,-1-1 0 0 0,0 1 0 0 0,0-1 1 0 0,1 1-1 0 0,-1-1 0 0 0,0 0 0 0 0,1 0 0 0 0,-1 1 1 0 0,1-1-1 0 0,0 0 0 0 0,3 1 0 0 0,-4-2 72 0 0,1 0-1 0 0,0 0 1 0 0,0 0-1 0 0,0 0 1 0 0,0 0-1 0 0,0 0 0 0 0,-1-1 1 0 0,1 1-1 0 0,0-1 1 0 0,0 1-1 0 0,0-1 1 0 0,-1 0-1 0 0,1 0 1 0 0,0 0-1 0 0,-1 0 1 0 0,1 0-1 0 0,-1 0 1 0 0,1 0-1 0 0,-1 0 0 0 0,0-1 1 0 0,1 1-1 0 0,1-3 1 0 0,12-10-1531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3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5129 0 0,'43'26'6607'0'0,"2"-3"-3353"0"0,-19-10-2000 0 0,0 2 1 0 0,29 20-1 0 0,-46-28-1100 0 0,0-1 0 0 0,0 2 0 0 0,0-1 0 0 0,-1 1-1 0 0,0 1 1 0 0,-1 0 0 0 0,0 0 0 0 0,0 0 0 0 0,-1 1 0 0 0,0 0-1 0 0,-1 0 1 0 0,0 0 0 0 0,0 1 0 0 0,-1-1 0 0 0,-1 1 0 0 0,0 0-1 0 0,0 1 1 0 0,-1-1 0 0 0,-1 0 0 0 0,0 1 0 0 0,0-1 0 0 0,-1 0-1 0 0,0 1 1 0 0,-1-1 0 0 0,-3 13 0 0 0,-1 8-803 0 0,-2 1 0 0 0,-2-1-1 0 0,-19 50 1 0 0,15-51-4871 0 0,-29 48-1 0 0,19-42-1009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3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1 2377 0 0,'-1'0'322'0'0,"-1"0"1"0"0,0 0 0 0 0,1 0 0 0 0,-1 0 0 0 0,0 0-1 0 0,1 0 1 0 0,-1 1 0 0 0,0-1 0 0 0,1 0 0 0 0,-1 1-1 0 0,1 0 1 0 0,-1-1 0 0 0,1 1 0 0 0,-1 0 0 0 0,1 0-1 0 0,-1-1 1 0 0,1 1 0 0 0,0 0 0 0 0,-1 1 0 0 0,1-1 0 0 0,0 0-1 0 0,0 0 1 0 0,0 0 0 0 0,0 1 0 0 0,0-1 0 0 0,0 1-1 0 0,-1 2 1 0 0,-23 45 2229 0 0,23-46-2208 0 0,-4 13-125 0 0,1 0 0 0 0,1 0 1 0 0,0 0-1 0 0,1 1 0 0 0,0 0 0 0 0,1-1 0 0 0,2 1 0 0 0,-1 0 1 0 0,2 0-1 0 0,0-1 0 0 0,1 1 0 0 0,1 0 0 0 0,0-1 0 0 0,1 0 1 0 0,10 26-1 0 0,-7-27-439 0 0,0 0 0 0 0,0 0 0 0 0,2 0 0 0 0,0-1 0 0 0,0 0 0 0 0,21 22 0 0 0,-19-26-472 0 0,0 0-1 0 0,0 0 0 0 0,1-1 0 0 0,0 0 1 0 0,0-1-1 0 0,1-1 0 0 0,0 0 0 0 0,15 6 0 0 0,-24-11 67 0 0,1-1-1 0 0,-1 1 1 0 0,0-1-1 0 0,1 0 1 0 0,-1 0-1 0 0,1 0 1 0 0,-1-1-1 0 0,1 1 0 0 0,-1-1 1 0 0,9-1-1 0 0,3-2-1868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4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 5073 0 0,'-31'152'5256'0'0,"-6"77"-4190"0"0,35-223-1031 0 0,-1 42-1153 0 0,2-33-6612 0 0,4-23 5660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4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4 208 4553 0 0,'-1'1'292'0'0,"0"0"0"0"0,1 1 0 0 0,0-1-1 0 0,-1 1 1 0 0,1-1 0 0 0,0 1 0 0 0,0-1 0 0 0,-1 1 0 0 0,1-1-1 0 0,0 1 1 0 0,1-1 0 0 0,-1 1 0 0 0,0-1 0 0 0,0 1 0 0 0,1-1 0 0 0,-1 0-1 0 0,0 1 1 0 0,2 2 0 0 0,20 26 1600 0 0,-13-23-1734 0 0,-1 1-1 0 0,1-2 0 0 0,0 1 1 0 0,13 6-1 0 0,-11-7-50 0 0,1-1 0 0 0,0-1 0 0 0,0 0 0 0 0,0-1-1 0 0,15 3 1 0 0,-17-5-494 0 0,0 1-1 0 0,1-2 0 0 0,-1 0 0 0 0,1 0 1 0 0,-1-1-1 0 0,17-2 0 0 0,-22 2 123 0 0,0-1-1 0 0,0 1 0 0 0,0-1 1 0 0,0 1-1 0 0,0-1 0 0 0,-1-1 1 0 0,1 1-1 0 0,-1-1 0 0 0,1 1 1 0 0,-1-1-1 0 0,0-1 0 0 0,0 1 1 0 0,-1 0-1 0 0,1-1 0 0 0,0 0 1 0 0,-1 0-1 0 0,0 0 0 0 0,0 0 1 0 0,0-1-1 0 0,-1 1 0 0 0,0-1 1 0 0,1 1-1 0 0,-1-1 0 0 0,-1 0 1 0 0,1 0-1 0 0,-1 0 0 0 0,0 0 1 0 0,0 0-1 0 0,0 0 0 0 0,-1 0 1 0 0,0-11-1 0 0,0 1 311 0 0,-1 1 0 0 0,0-1 0 0 0,-1 0-1 0 0,0 0 1 0 0,-2 1 0 0 0,1-1 0 0 0,-2 1 0 0 0,0 0 0 0 0,0 0-1 0 0,-2 1 1 0 0,0-1 0 0 0,-15-22 0 0 0,22 36-11 0 0,0 0-1 0 0,0 0 1 0 0,0 0 0 0 0,0 0-1 0 0,0 0 1 0 0,0 0-1 0 0,0 0 1 0 0,0 0 0 0 0,0-1-1 0 0,0 1 1 0 0,-1 0 0 0 0,1 0-1 0 0,0 0 1 0 0,0 0 0 0 0,0 0-1 0 0,0 0 1 0 0,0 0 0 0 0,0 0-1 0 0,0 0 1 0 0,0 0 0 0 0,0 0-1 0 0,0 0 1 0 0,-1 0-1 0 0,1 0 1 0 0,0-1 0 0 0,0 1-1 0 0,0 0 1 0 0,0 0 0 0 0,0 0-1 0 0,0 0 1 0 0,0 0 0 0 0,0 0-1 0 0,-1 0 1 0 0,1 0 0 0 0,0 0-1 0 0,0 0 1 0 0,0 0 0 0 0,0 0-1 0 0,0 0 1 0 0,0 0 0 0 0,0 1-1 0 0,0-1 1 0 0,-1 0-1 0 0,1 0 1 0 0,0 0 0 0 0,0 0-1 0 0,0 0 1 0 0,0 0 0 0 0,0 0-1 0 0,0 0 1 0 0,0 0 0 0 0,0 0-1 0 0,0 0 1 0 0,0 0 0 0 0,-1 0-1 0 0,1 1 1 0 0,0-1 0 0 0,0 0-1 0 0,0 0 1 0 0,0 0-1 0 0,0 0 1 0 0,0 0 0 0 0,0 0-1 0 0,0 0 1 0 0,0 0 0 0 0,0 1-1 0 0,0-1 1 0 0,0 0 0 0 0,0 0-1 0 0,-1 15 1098 0 0,5 28-460 0 0,-2-33-282 0 0,12 97 898 0 0,-6-57-3122 0 0,2 72 0 0 0,-10-119 1649 0 0,-5 23-2245 0 0,2-21 683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4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0 161 3945 0 0,'0'0'89'0'0,"0"1"1"0"0,0 0-1 0 0,0-1 0 0 0,1 1 1 0 0,-1-1-1 0 0,0 1 0 0 0,0-1 1 0 0,0 1-1 0 0,0-1 0 0 0,0 1 1 0 0,1-1-1 0 0,-1 1 0 0 0,0-1 1 0 0,0 0-1 0 0,1 1 0 0 0,-1-1 1 0 0,0 1-1 0 0,1-1 0 0 0,-1 0 1 0 0,0 1-1 0 0,1-1 0 0 0,-1 0 1 0 0,1 1-1 0 0,-1-1 0 0 0,1 0 1 0 0,-1 1-1 0 0,1-1 0 0 0,-1 0 1 0 0,0 0-1 0 0,1 0 0 0 0,-1 0 1 0 0,1 1-1 0 0,-1-1 0 0 0,1 0 1 0 0,0 0-1 0 0,-1 0 0 0 0,1 0 1 0 0,-1 0-1 0 0,1 0 0 0 0,-1 0 1 0 0,1 0-1 0 0,-1-1 0 0 0,1 1 1 0 0,-1 0-1 0 0,1 0 0 0 0,-1 0 1 0 0,1 0-1 0 0,-1-1 0 0 0,1 1 1 0 0,-1 0-1 0 0,0-1 0 0 0,1 1 1 0 0,-1 0-1 0 0,1-1 0 0 0,-1 1 1 0 0,0 0-1 0 0,1-1 0 0 0,-1 1 1 0 0,1-1-1 0 0,31-23 1340 0 0,-28 21-895 0 0,149-133 4036 0 0,-153 135-4554 0 0,0 1 0 0 0,0 0-1 0 0,0 0 1 0 0,0 0 0 0 0,0 0 0 0 0,0-1 0 0 0,0 1-1 0 0,0 0 1 0 0,0 0 0 0 0,0 0 0 0 0,0 0 0 0 0,1 0-1 0 0,-1-1 1 0 0,0 1 0 0 0,0 0 0 0 0,0 0-1 0 0,0 0 1 0 0,0 0 0 0 0,0 0 0 0 0,0 0 0 0 0,1-1-1 0 0,-1 1 1 0 0,0 0 0 0 0,0 0 0 0 0,0 0 0 0 0,0 0-1 0 0,0 0 1 0 0,1 0 0 0 0,-1 0 0 0 0,0 0-1 0 0,0 0 1 0 0,0 0 0 0 0,0 0 0 0 0,1 0 0 0 0,-1 0-1 0 0,0 0 1 0 0,0 0 0 0 0,0 0 0 0 0,0 0 0 0 0,1 0-1 0 0,-1 0 1 0 0,0 0 0 0 0,0 0 0 0 0,0 0-1 0 0,0 0 1 0 0,1 0 0 0 0,-1 0 0 0 0,0 0 0 0 0,0 1-1 0 0,0-1 1 0 0,0 0 0 0 0,0 0 0 0 0,0 0 0 0 0,1 0-1 0 0,-1 0 1 0 0,0 0 0 0 0,0 0 0 0 0,0 1-1 0 0,0-1 1 0 0,0 0 0 0 0,0 0 0 0 0,0 0 0 0 0,0 0-1 0 0,0 1 1 0 0,0-1 0 0 0,0 0 0 0 0,0 0 0 0 0,1 0-1 0 0,-6 19 415 0 0,-11 23-299 0 0,9-28-176 0 0,-2 4-120 0 0,0 1 0 0 0,1 0 0 0 0,1 1 0 0 0,-8 33 0 0 0,15-52 145 0 0,-1 0-1 0 0,1-1 1 0 0,0 1-1 0 0,0 0 1 0 0,0 0-1 0 0,0 0 1 0 0,0 0-1 0 0,-1-1 1 0 0,1 1-1 0 0,1 0 1 0 0,-1 0-1 0 0,0 0 1 0 0,0 0-1 0 0,0 0 1 0 0,0-1-1 0 0,1 1 1 0 0,-1 0-1 0 0,0 0 1 0 0,1 0-1 0 0,-1-1 1 0 0,0 1 0 0 0,1 0-1 0 0,-1 0 1 0 0,1-1-1 0 0,-1 1 1 0 0,1 0-1 0 0,0-1 1 0 0,-1 1-1 0 0,1-1 1 0 0,0 1-1 0 0,-1-1 1 0 0,1 1-1 0 0,1 0 1 0 0,0-1-7 0 0,0 0-1 0 0,1 0 1 0 0,-1 0 0 0 0,0 0 0 0 0,0-1 0 0 0,1 1 0 0 0,-1 0 0 0 0,0-1 0 0 0,0 0-1 0 0,0 1 1 0 0,0-1 0 0 0,4-2 0 0 0,56-36-116 0 0,-61 38 143 0 0,15-12-220 0 0,1 0 0 0 0,-2 0 1 0 0,15-17-1 0 0,-2-12-3171 0 0,-26 36 2379 0 0,1 0-1 0 0,-1 0 0 0 0,0-1 0 0 0,-1 1 0 0 0,1 0 0 0 0,0-8 0 0 0,-2-2-1989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5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6865 0 0,'-1'1'452'0'0,"0"1"-1"0"0,0-1 0 0 0,0 1 0 0 0,0 0 0 0 0,0 0 1 0 0,0 0-1 0 0,0-1 0 0 0,1 1 0 0 0,-1 0 0 0 0,1 0 1 0 0,-1 4-1 0 0,0 46 1 0 0,1-30-104 0 0,5 40-577 0 0,0-24-1902 0 0,-6-2-3869 0 0,0-31 4335 0 0,-2-2-662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5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3 138 2897 0 0,'0'2'157'0'0,"-1"-1"1"0"0,1 0-1 0 0,0 0 0 0 0,-1 0 1 0 0,1 1-1 0 0,0-1 1 0 0,0 0-1 0 0,0 0 1 0 0,0 1-1 0 0,0-1 1 0 0,0 0-1 0 0,0 1 1 0 0,1-1-1 0 0,-1 0 0 0 0,0 0 1 0 0,1 0-1 0 0,-1 1 1 0 0,0-1-1 0 0,1 0 1 0 0,0 0-1 0 0,-1 0 1 0 0,1 0-1 0 0,0 0 1 0 0,0 0-1 0 0,-1 0 0 0 0,2 1 1 0 0,0-1-6 0 0,-1-1 1 0 0,1 0-1 0 0,0 1 1 0 0,-1-1 0 0 0,1 0-1 0 0,-1 0 1 0 0,1 0-1 0 0,0 0 1 0 0,-1 0-1 0 0,1-1 1 0 0,-1 1-1 0 0,1 0 1 0 0,-1-1-1 0 0,1 1 1 0 0,-1-1-1 0 0,1 0 1 0 0,1-1-1 0 0,12-6 1000 0 0,0 0-1 0 0,25-21 0 0 0,-34 24-639 0 0,15-11 408 0 0,-6 6-469 0 0,0-1 0 0 0,0-1 0 0 0,-1 0 0 0 0,-1-1 0 0 0,0 0 0 0 0,11-17 0 0 0,-72 135 1803 0 0,46-101-2251 0 0,-36 85-192 0 0,36-83 151 0 0,0-1 1 0 0,0 1 0 0 0,1 0-1 0 0,0 0 1 0 0,0 1-1 0 0,1-1 1 0 0,-1 0 0 0 0,1 0-1 0 0,1 0 1 0 0,-1 0-1 0 0,1 1 1 0 0,0-1 0 0 0,2 7-1 0 0,-2-11 18 0 0,0 0-1 0 0,0 0 0 0 0,0-1 1 0 0,-1 1-1 0 0,1 0 1 0 0,1-1-1 0 0,-1 1 1 0 0,0-1-1 0 0,0 0 0 0 0,1 1 1 0 0,-1-1-1 0 0,0 0 1 0 0,1 0-1 0 0,-1 1 1 0 0,1-1-1 0 0,0-1 0 0 0,-1 1 1 0 0,1 0-1 0 0,0 0 1 0 0,0 0-1 0 0,-1-1 1 0 0,3 1-1 0 0,0 0 8 0 0,0-1 1 0 0,0 0-1 0 0,0 0 1 0 0,0 0-1 0 0,0-1 0 0 0,0 1 1 0 0,0-1-1 0 0,0 0 0 0 0,0 0 1 0 0,4-2-1 0 0,2-1 69 0 0,-1 0 0 0 0,0-1 0 0 0,0 0 0 0 0,0-1 0 0 0,-1 0 0 0 0,0 0 0 0 0,12-11 0 0 0,-14 9 52 0 0,1 1 0 0 0,-1-2 0 0 0,-1 1 0 0 0,0-1 0 0 0,8-16 0 0 0,-12 22-82 0 0,0 1 0 0 0,0 0 1 0 0,0-1-1 0 0,0 1 0 0 0,0-1 0 0 0,-1 1 0 0 0,1-1 0 0 0,-1 1 0 0 0,1-1 0 0 0,-1 1 0 0 0,0-1 0 0 0,0 1 0 0 0,-1-1 0 0 0,1 1 0 0 0,0-1 0 0 0,-1 0 1 0 0,1 1-1 0 0,-1 0 0 0 0,0-1 0 0 0,0 1 0 0 0,0-1 0 0 0,0 1 0 0 0,0 0 0 0 0,-1 0 0 0 0,1 0 0 0 0,-1 0 0 0 0,1 0 0 0 0,-3-3 0 0 0,2 4-14 0 0,-1 0-1 0 0,1 0 0 0 0,0 0 0 0 0,-1 1 0 0 0,1-1 0 0 0,0 0 0 0 0,-1 1 0 0 0,1-1 0 0 0,-1 1 1 0 0,1 0-1 0 0,0 0 0 0 0,-1 0 0 0 0,1 0 0 0 0,-1 1 0 0 0,1-1 0 0 0,-1 0 0 0 0,1 1 0 0 0,0 0 1 0 0,-1 0-1 0 0,1 0 0 0 0,0 0 0 0 0,0 0 0 0 0,-4 2 0 0 0,-54 37-1357 0 0,51-33 720 0 0,-8 5-67 0 0,-7-1-6276 0 0,23-11 6745 0 0,1 1 1 0 0,-1-1 0 0 0,1 0-1 0 0,-1 0 1 0 0,1 0-1 0 0,-1 0 1 0 0,1 0-1 0 0,-1 0 1 0 0,1 0 0 0 0,-1 0-1 0 0,1 0 1 0 0,-1-1-1 0 0,1 1 1 0 0,-1 0-1 0 0,1 0 1 0 0,-1 0 0 0 0,1 0-1 0 0,-1-1 1 0 0,1 1-1 0 0,0 0 1 0 0,-1 0 0 0 0,1-1-1 0 0,-1 1 1 0 0,1 0-1 0 0,0-1 1 0 0,-1 1-1 0 0,1 0 1 0 0,0-1 0 0 0,-1 0-1 0 0,1-1-15 0 0,-1 0-1 0 0,1 0 1 0 0,-1 0-1 0 0,1 1 1 0 0,0-1 0 0 0,0 0-1 0 0,0 0 1 0 0,0 0-1 0 0,0 0 1 0 0,0 0 0 0 0,0 0-1 0 0,1-2 1 0 0,4-15-1155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5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56 1984 0 0,'-2'9'6214'0'0,"0"15"-4820"0"0,1-20-561 0 0,1 1-471 0 0,-4 39 2103 0 0,1 55 1 0 0,3-88-2425 0 0,1 1 0 0 0,0-1 0 0 0,1 1 0 0 0,0-1 1 0 0,1 0-1 0 0,0 0 0 0 0,0 0 0 0 0,2 0 0 0 0,-1-1 0 0 0,8 13 0 0 0,-11-22-192 0 0,-1 1 0 0 0,1-1-1 0 0,0 0 1 0 0,-1 0 0 0 0,1 0-1 0 0,0 0 1 0 0,0 0 0 0 0,0-1 0 0 0,-1 1-1 0 0,1 0 1 0 0,0 0 0 0 0,0 0-1 0 0,0-1 1 0 0,0 1 0 0 0,1 0 0 0 0,-1-1-1 0 0,0 1 1 0 0,0-1 0 0 0,0 0-1 0 0,0 1 1 0 0,0-1 0 0 0,1 0 0 0 0,-1 0-1 0 0,0 1 1 0 0,0-1 0 0 0,1 0-1 0 0,-1 0 1 0 0,0-1 0 0 0,0 1 0 0 0,0 0-1 0 0,1 0 1 0 0,1-1 0 0 0,-2 0-109 0 0,0 0 0 0 0,0 0 0 0 0,0 0 1 0 0,0 0-1 0 0,0 0 0 0 0,0 0 0 0 0,0 0 1 0 0,-1 0-1 0 0,1 0 0 0 0,0 0 0 0 0,-1 0 1 0 0,1-1-1 0 0,-1 1 0 0 0,1 0 0 0 0,-1 0 0 0 0,0-1 1 0 0,1 1-1 0 0,-1 0 0 0 0,0-1 0 0 0,0 1 1 0 0,0 0-1 0 0,0-1 0 0 0,0 1 0 0 0,0 0 1 0 0,-1-1-1 0 0,1 1 0 0 0,0 0 0 0 0,-1-1 0 0 0,0-1 1 0 0,-25-57-906 0 0,20 49 1357 0 0,0 0 0 0 0,1 0 0 0 0,0-1 1 0 0,-4-20-1 0 0,9 31-110 0 0,0-1 0 0 0,0 1 1 0 0,0-1-1 0 0,0 1 0 0 0,1-1 1 0 0,-1 1-1 0 0,1 0 0 0 0,-1-1 1 0 0,1 1-1 0 0,-1 0 0 0 0,1-1 1 0 0,0 1-1 0 0,0 0 0 0 0,0 0 1 0 0,0-1-1 0 0,-1 1 0 0 0,1 0 1 0 0,1 0-1 0 0,-1 0 0 0 0,2-1 1 0 0,32-24 3173 0 0,-8 6-702 0 0,-4-5-339 0 0,-1-2 1 0 0,-1 0 0 0 0,21-36 0 0 0,-42 63-2179 0 0,0 0 1 0 0,0 0-1 0 0,0 1 0 0 0,0-1 1 0 0,0 0-1 0 0,0 0 1 0 0,0 0-1 0 0,0 0 0 0 0,0 0 1 0 0,0 0-1 0 0,0 0 1 0 0,0 0-1 0 0,0 1 0 0 0,0-1 1 0 0,0 0-1 0 0,0 0 1 0 0,0 0-1 0 0,0 0 0 0 0,0 0 1 0 0,0 0-1 0 0,0 0 1 0 0,0 0-1 0 0,0 0 0 0 0,0 0 1 0 0,0 1-1 0 0,0-1 0 0 0,0 0 1 0 0,0 0-1 0 0,1 0 1 0 0,-1 0-1 0 0,0 0 0 0 0,0 0 1 0 0,0 0-1 0 0,0 0 1 0 0,0 0-1 0 0,0 0 0 0 0,0 0 1 0 0,0 0-1 0 0,0 0 1 0 0,0 0-1 0 0,1 0 0 0 0,-1 0 1 0 0,0 0-1 0 0,0 0 1 0 0,0 0-1 0 0,0 0 0 0 0,0 0 1 0 0,0 0-1 0 0,0 0 1 0 0,0 0-1 0 0,1 0 0 0 0,-1 0 1 0 0,0 0-1 0 0,0 0 0 0 0,0 0 1 0 0,0 0-1 0 0,0 0 1 0 0,0 0-1 0 0,0 0 0 0 0,0 0 1 0 0,0-1-1 0 0,0 1 1 0 0,0 0-1 0 0,1 0 0 0 0,-1 0 1 0 0,0 0-1 0 0,0 0 1 0 0,2 16 962 0 0,0 28-957 0 0,-2-33 157 0 0,13 157-535 0 0,-5-112-2468 0 0,2-1-3646 0 0,-8-42 2895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6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39 138 2248 0 0,'-1'2'104'0'0,"0"-1"-1"0"0,1 0 0 0 0,-1 1 0 0 0,1-1 0 0 0,-1 0 1 0 0,1 1-1 0 0,-1-1 0 0 0,1 1 0 0 0,0-1 0 0 0,0 1 1 0 0,0-1-1 0 0,0 1 0 0 0,0-1 0 0 0,0 1 0 0 0,0-1 1 0 0,0 1-1 0 0,0-1 0 0 0,1 1 0 0 0,-1-1 0 0 0,1 0 1 0 0,-1 1-1 0 0,1-1 0 0 0,-1 1 0 0 0,1-1 0 0 0,0 0 1 0 0,0 0-1 0 0,0 1 0 0 0,-1-1 0 0 0,1 0 0 0 0,0 0 1 0 0,1 0-1 0 0,-1 0 0 0 0,0 0 0 0 0,0 0 0 0 0,0 0 1 0 0,1 0-1 0 0,-1-1 0 0 0,0 1 0 0 0,1 0 0 0 0,-1-1 1 0 0,0 1-1 0 0,1-1 0 0 0,2 1 0 0 0,1 0 244 0 0,-1-1 0 0 0,1 1 0 0 0,0-1 0 0 0,-1 0 0 0 0,1 0 0 0 0,0 0 0 0 0,-1 0 0 0 0,1-1 0 0 0,0 0 0 0 0,-1 0 0 0 0,1-1 0 0 0,8-3 0 0 0,-4 0 322 0 0,1-1 1 0 0,-1-1-1 0 0,0 0 1 0 0,0 0-1 0 0,-1-1 1 0 0,0 0-1 0 0,10-12 1 0 0,-16 18-577 0 0,0 0-1 0 0,0 0 1 0 0,-1-1 0 0 0,1 1 0 0 0,0-1 0 0 0,-1 1-1 0 0,0-1 1 0 0,1 1 0 0 0,-1-1 0 0 0,0 0 0 0 0,0 0-1 0 0,-1 1 1 0 0,1-1 0 0 0,0 0 0 0 0,-1 0 0 0 0,0 0-1 0 0,0 0 1 0 0,0 0 0 0 0,0 0 0 0 0,0 0 0 0 0,0 0-1 0 0,-1 1 1 0 0,1-1 0 0 0,-1 0 0 0 0,0 0 0 0 0,0 0-1 0 0,0 1 1 0 0,0-1 0 0 0,-1 0 0 0 0,1 1-1 0 0,-1-1 1 0 0,1 1 0 0 0,-4-3 0 0 0,2 2-102 0 0,-1 1 1 0 0,1-1 0 0 0,-1 1-1 0 0,1 1 1 0 0,-1-1-1 0 0,0 0 1 0 0,0 1-1 0 0,0 0 1 0 0,0 0 0 0 0,0 0-1 0 0,0 0 1 0 0,0 0-1 0 0,0 1 1 0 0,0 0-1 0 0,0 0 1 0 0,0 0-1 0 0,0 0 1 0 0,0 1 0 0 0,-1 0-1 0 0,1 0 1 0 0,0 0-1 0 0,1 0 1 0 0,-1 0-1 0 0,-7 4 1 0 0,3-2-731 0 0,0 1-1 0 0,0 0 1 0 0,0 1-1 0 0,1-1 1 0 0,-1 1-1 0 0,1 1 1 0 0,0-1 0 0 0,0 1-1 0 0,1 1 1 0 0,-9 9-1 0 0,-4 10-6888 0 0,17-21 4694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6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60 175 3185 0 0,'0'-1'154'0'0,"-1"0"0"0"0,0 1 1 0 0,1-1-1 0 0,-1 0 0 0 0,0 1 1 0 0,1-1-1 0 0,-1 1 1 0 0,0-1-1 0 0,0 1 0 0 0,1-1 1 0 0,-1 1-1 0 0,0-1 0 0 0,0 1 1 0 0,0 0-1 0 0,0-1 0 0 0,0 1 1 0 0,1 0-1 0 0,-1 0 1 0 0,0 0-1 0 0,0 0 0 0 0,0 0 1 0 0,0 0-1 0 0,0 0 0 0 0,0 0 1 0 0,0 0-1 0 0,0 0 0 0 0,0 0 1 0 0,-1 1-1 0 0,0 0 51 0 0,1 0 0 0 0,-1 1 1 0 0,1-1-1 0 0,0 0 0 0 0,-1 1 0 0 0,1-1 0 0 0,0 1 0 0 0,0-1 0 0 0,0 1 0 0 0,0 0 0 0 0,0-1 1 0 0,-1 4-1 0 0,-14 52 1440 0 0,16-52-1624 0 0,-1-1 1 0 0,1 0-1 0 0,0 1 0 0 0,0-1 0 0 0,0 0 0 0 0,1 1 1 0 0,-1-1-1 0 0,1 0 0 0 0,0 1 0 0 0,0-1 0 0 0,1 0 0 0 0,-1 0 1 0 0,1 0-1 0 0,0 0 0 0 0,0 0 0 0 0,0 0 0 0 0,1-1 1 0 0,-1 1-1 0 0,5 4 0 0 0,-5-6-26 0 0,0-1 0 0 0,1 0 0 0 0,-1 1-1 0 0,0-1 1 0 0,1 0 0 0 0,-1 0 0 0 0,0 0 0 0 0,1 0 0 0 0,-1-1 0 0 0,1 1-1 0 0,-1-1 1 0 0,1 1 0 0 0,-1-1 0 0 0,1 0 0 0 0,0 0 0 0 0,-1 0 0 0 0,1 0 0 0 0,-1-1-1 0 0,1 1 1 0 0,-1-1 0 0 0,1 1 0 0 0,-1-1 0 0 0,1 0 0 0 0,-1 0 0 0 0,1 0-1 0 0,-1 0 1 0 0,0-1 0 0 0,0 1 0 0 0,0 0 0 0 0,0-1 0 0 0,0 0 0 0 0,0 1 0 0 0,0-1-1 0 0,2-2 1 0 0,-2 2-8 0 0,1 0 0 0 0,0-1 0 0 0,-1 1 1 0 0,0-1-1 0 0,1 1 0 0 0,-1-1 0 0 0,0 0 0 0 0,0 0 0 0 0,-1 0 0 0 0,1 0 0 0 0,0 0 0 0 0,-1 0 0 0 0,0 0 0 0 0,0 0 0 0 0,0-1 0 0 0,0 1 0 0 0,0 0 0 0 0,-1-1 0 0 0,0 1 1 0 0,1-1-1 0 0,-1 1 0 0 0,0-1 0 0 0,-1 1 0 0 0,1 0 0 0 0,-2-5 0 0 0,1 3 141 0 0,-1 0 0 0 0,-1 0 0 0 0,1 0 0 0 0,-1 1 0 0 0,0-1 0 0 0,0 1 0 0 0,0 0 0 0 0,-1 0 0 0 0,1 0 0 0 0,-1 0 0 0 0,0 1 0 0 0,0-1 1 0 0,0 1-1 0 0,-1 0 0 0 0,-7-4 0 0 0,11 7-102 0 0,0-1 0 0 0,0 1 0 0 0,1-1 1 0 0,-1 1-1 0 0,0-1 0 0 0,1 1 1 0 0,-1-1-1 0 0,1 1 0 0 0,-1-1 0 0 0,0 0 1 0 0,1 1-1 0 0,-1-1 0 0 0,1 0 0 0 0,0 1 1 0 0,-1-1-1 0 0,1 0 0 0 0,0 0 1 0 0,-1 0-1 0 0,1 1 0 0 0,0-1 0 0 0,0 0 1 0 0,-1 0-1 0 0,1 0 0 0 0,0 1 0 0 0,0-1 1 0 0,0 0-1 0 0,0 0 0 0 0,0 0 0 0 0,0 0 1 0 0,1 0-1 0 0,-1 1 0 0 0,0-1 1 0 0,0 0-1 0 0,1 0 0 0 0,-1 0 0 0 0,0 1 1 0 0,1-1-1 0 0,-1 0 0 0 0,1 1 0 0 0,-1-1 1 0 0,1 0-1 0 0,-1 1 0 0 0,1-1 1 0 0,-1 0-1 0 0,1 1 0 0 0,0-1 0 0 0,-1 1 1 0 0,1-1-1 0 0,0 1 0 0 0,-1-1 0 0 0,1 1 1 0 0,1-1-1 0 0,50-31 1752 0 0,-40 25-1170 0 0,111-90 3950 0 0,-122 97-4526 0 0,0 0 1 0 0,0 0-1 0 0,-1 0 0 0 0,1 0 0 0 0,0 0 1 0 0,0 0-1 0 0,0 1 0 0 0,-1-1 0 0 0,1 0 1 0 0,0 0-1 0 0,0 1 0 0 0,-1-1 0 0 0,1 0 1 0 0,0 1-1 0 0,-1-1 0 0 0,1 1 0 0 0,0-1 1 0 0,-1 1-1 0 0,1-1 0 0 0,-1 1 0 0 0,1-1 1 0 0,-1 1-1 0 0,1 0 0 0 0,-1-1 1 0 0,1 1-1 0 0,-1 0 0 0 0,0-1 0 0 0,1 1 1 0 0,-1 0-1 0 0,0-1 0 0 0,1 1 0 0 0,-1 0 1 0 0,0 0-1 0 0,0-1 0 0 0,0 1 0 0 0,0 0 1 0 0,0 0-1 0 0,0 0 0 0 0,11 41 80 0 0,-10-37-50 0 0,15 71-8 0 0,10 43-257 0 0,1-44-2676 0 0,-17-62-789 0 0,-3-20-2601 0 0,-1-13-128 0 0,-5 8 5404 0 0,1-3-1558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7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15 2721 0 0,'-12'-15'5713'0'0,"18"27"-386"0"0,11 27-2058 0 0,7 50-418 0 0,30 100-455 0 0,-40-150-4642 0 0,21 41 0 0 0,-41-101-13467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7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0 199 3937 0 0,'37'-9'12638'0'0,"9"-15"-8676"0"0,45-38-4959 0 0,-75 50 1849 0 0,5-2-1073 0 0,33-26-1516 0 0,-28 10-4158 0 0,-26 30 5785 0 0,0 0-1 0 0,0 0 1 0 0,0-1 0 0 0,1 1 0 0 0,-1 0 0 0 0,0 0 0 0 0,0-1-552 0 0,1 1 552 0 0,-1 0 0 0 0,0 0 0 0 0,0 0 0 0 0,0 0 0 0 0,0-1-1 0 0,0 1 1 0 0,0 0 0 0 0,0 0 0 0 0,0 0 0 0 0,0 0 0 0 0,0-1-1 0 0,0 1 1 0 0,0 0 0 0 0,0 0 0 0 0,0 0 0 0 0,0 0 0 0 0,0-1-1 0 0,0 1 1 0 0,0 0 0 0 0,0 0 0 0 0,0 0 0 0 0,0 0 0 0 0,0 0-1 0 0,0-1 1 0 0,0 1 0 0 0,-1 0 0 0 0,1 0 0 0 0,0 0 0 0 0,0 0-1 0 0,-1-1-550 0 0,1 1 551 0 0,0 0 0 0 0,0 0 0 0 0,0 0 0 0 0,0 0 0 0 0,0 0-1 0 0,-1-1 1 0 0,1 1 0 0 0,0 0 0 0 0,0 0 0 0 0,0 0 0 0 0,-1 0-1 0 0,-15 5-1771 0 0,-16 15 2234 0 0,22-12-53 0 0,2 2 0 0 0,-1 0 0 0 0,1 0 0 0 0,1 0 0 0 0,0 1 0 0 0,0 0 0 0 0,1 0 0 0 0,1 1 0 0 0,0-1 0 0 0,0 1 0 0 0,1 1 0 0 0,1-1 0 0 0,0 0 0 0 0,0 1 0 0 0,2 0 0 0 0,-1-1 0 0 0,2 1 0 0 0,0 0 0 0 0,0 0 0 0 0,1-1 0 0 0,0 1 0 0 0,7 22 0 0 0,-6-27-324 0 0,0-1-1 0 0,1 1 1 0 0,0 0 0 0 0,0-1-1 0 0,1 0 1 0 0,0 0-1 0 0,0 0 1 0 0,1 0 0 0 0,9 10-1 0 0,-13-16-116 0 0,0 1 0 0 0,1-1 0 0 0,-1 1 0 0 0,0-1 0 0 0,1 0 0 0 0,0 1 0 0 0,-1-1 0 0 0,1 0 0 0 0,0 0 0 0 0,0 0-1 0 0,-1 0 1 0 0,1-1 0 0 0,0 1 0 0 0,0 0 0 0 0,0-1 0 0 0,0 1 0 0 0,0-1 0 0 0,0 0 0 0 0,0 0 0 0 0,0 0 0 0 0,0 0 0 0 0,0 0-1 0 0,0 0 1 0 0,0 0 0 0 0,0-1 0 0 0,0 1 0 0 0,0-1 0 0 0,0 1 0 0 0,0-1 0 0 0,0 0 0 0 0,-1 0 0 0 0,1 1 0 0 0,0-2-1 0 0,0 1 1 0 0,-1 0 0 0 0,1 0 0 0 0,-1 0 0 0 0,1-1 0 0 0,-1 1 0 0 0,1-1 0 0 0,-1 1 0 0 0,0-1 0 0 0,2-2 0 0 0,-1 1-21 0 0,-1 1 1 0 0,1-1-1 0 0,-1 1 1 0 0,1-1-1 0 0,-1 1 1 0 0,0-1-1 0 0,0 0 0 0 0,0 0 1 0 0,-1 0-1 0 0,1 1 1 0 0,-1-1-1 0 0,0 0 1 0 0,1 0-1 0 0,-1 0 1 0 0,-1-3-1 0 0,2-2-178 0 0,2-13-1065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7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 2288 0 0,'0'1'140'0'0,"0"-1"-1"0"0,-1 1 0 0 0,1 0 0 0 0,0 0 1 0 0,-1 0-1 0 0,1 0 0 0 0,0 0 0 0 0,0 0 0 0 0,0 0 1 0 0,0 0-1 0 0,0 0 0 0 0,0 0 0 0 0,0 0 1 0 0,0 0-1 0 0,0-1 0 0 0,1 1 0 0 0,-1 0 0 0 0,0 0 1 0 0,1 0-1 0 0,-1 0 0 0 0,0 0 0 0 0,1 0 1 0 0,0 0-1 0 0,8 26 579 0 0,1-5 197 0 0,-4-9-972 0 0,-1 0-1 0 0,0 0 0 0 0,-1 0 1 0 0,4 21-1 0 0,-7-29-101 0 0,-1 0 1 0 0,0-1-1 0 0,0 1 0 0 0,0 0 0 0 0,-1-1 0 0 0,0 1 1 0 0,1-1-1 0 0,-2 1 0 0 0,1-1 0 0 0,0 1 0 0 0,-1-1 1 0 0,0 1-1 0 0,0-1 0 0 0,0 0 0 0 0,-1 0 0 0 0,1 0 1 0 0,-6 5-1 0 0,-40 43-457 0 0,36-42 1011 0 0,2 0-1 0 0,-1 1 1 0 0,1 0-1 0 0,1 1 0 0 0,0 0 1 0 0,0 0-1 0 0,1 1 1 0 0,1 0-1 0 0,-9 22 1 0 0,16-34-323 0 0,0-1 0 0 0,-1 1 0 0 0,1-1 0 0 0,0 1 0 0 0,0-1 0 0 0,0 1 0 0 0,0-1 0 0 0,-1 1 1 0 0,1 0-1 0 0,0-1 0 0 0,0 1 0 0 0,0-1 0 0 0,0 1 0 0 0,0-1 0 0 0,0 1 0 0 0,1 0 0 0 0,-1-1 0 0 0,0 1 1 0 0,0-1-1 0 0,0 1 0 0 0,0-1 0 0 0,1 1 0 0 0,-1-1 0 0 0,0 1 0 0 0,0-1 0 0 0,1 1 0 0 0,-1-1 1 0 0,0 1-1 0 0,1-1 0 0 0,-1 1 0 0 0,1-1 0 0 0,-1 0 0 0 0,1 1 0 0 0,-1-1 0 0 0,1 0 0 0 0,-1 1 0 0 0,1-1 1 0 0,26-4 1640 0 0,23-23 130 0 0,-24 6-1487 0 0,0-1 0 0 0,-2-1 0 0 0,42-51 0 0 0,-49 52-1230 0 0,0-2 0 0 0,21-40 0 0 0,-36 60 176 0 0,0-1 1 0 0,-1 1-1 0 0,1-1 1 0 0,-1 1-1 0 0,0-1 1 0 0,0 1-1 0 0,0-1 0 0 0,0 0 1 0 0,-1 1-1 0 0,0-1 1 0 0,0 0-1 0 0,-1-7 0 0 0,1 2-1945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8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5793 0 0,'-1'1'345'0'0,"0"0"0"0"0,0 0 0 0 0,0 1-1 0 0,0-1 1 0 0,1 0 0 0 0,-1 1 0 0 0,0-1 0 0 0,1 1-1 0 0,-1-1 1 0 0,1 1 0 0 0,-1-1 0 0 0,1 1 0 0 0,0-1-1 0 0,0 3 1 0 0,3 28 1386 0 0,21 31-2213 0 0,-17-47 924 0 0,25 81-2176 0 0,-20-28-5395 0 0,-9-52 4328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1 166 3753 0 0,'0'0'116'0'0,"0"0"0"0"0,0 0 1 0 0,0 0-1 0 0,0 1 0 0 0,0-1 1 0 0,0 0-1 0 0,0 0 0 0 0,0 1 0 0 0,0-1 1 0 0,0 0-1 0 0,1 0 0 0 0,-1 1 1 0 0,0-1-1 0 0,0 0 0 0 0,0 0 0 0 0,0 0 1 0 0,0 0-1 0 0,0 1 0 0 0,1-1 1 0 0,-1 0-1 0 0,0 0 0 0 0,0 0 0 0 0,0 0 1 0 0,1 1-1 0 0,-1-1 0 0 0,0 0 1 0 0,0 0-1 0 0,0 0 0 0 0,1 0 0 0 0,-1 0 1 0 0,0 0-1 0 0,0 0 0 0 0,1 0 1 0 0,-1 0-1 0 0,0 0 0 0 0,0 0 1 0 0,1 0-1 0 0,-1 0 0 0 0,0 0 0 0 0,0 0 1 0 0,1 0-1 0 0,-1 0 0 0 0,0 0 1 0 0,1 0-1 0 0,16-7 2043 0 0,13-12-67 0 0,120-126 4100 0 0,-162 200-5295 0 0,-14 3-1115 0 0,20-47 168 0 0,0 1 0 0 0,0-1 1 0 0,1 2-1 0 0,1-1 1 0 0,0 0-1 0 0,1 1 1 0 0,0 0-1 0 0,-2 26 1 0 0,5-38 41 0 0,0 0 1 0 0,0 0 0 0 0,0 0-1 0 0,0 0 1 0 0,0 0 0 0 0,1 0 0 0 0,-1 0-1 0 0,0 0 1 0 0,0 0 0 0 0,1 0-1 0 0,-1 0 1 0 0,1 0 0 0 0,-1 0 0 0 0,1 0-1 0 0,-1 0 1 0 0,1 0 0 0 0,0 0-1 0 0,-1-1 1 0 0,1 1 0 0 0,0 0 0 0 0,0 0-1 0 0,-1-1 1 0 0,1 1 0 0 0,0-1-1 0 0,0 1 1 0 0,0 0 0 0 0,0-1 0 0 0,0 0-1 0 0,0 1 1 0 0,2 0 0 0 0,0-1 3 0 0,0 0 0 0 0,0 0 1 0 0,0 0-1 0 0,0 0 0 0 0,0-1 0 0 0,0 1 1 0 0,0-1-1 0 0,0 0 0 0 0,0 0 0 0 0,5-2 1 0 0,6-4 5 0 0,0 0 1 0 0,0-1 0 0 0,13-11-1 0 0,-12 9-559 0 0,-1-2-1 0 0,0 0 1 0 0,12-15-1 0 0,-16 15-1379 0 0,0-2-1 0 0,0 1 0 0 0,-1-1 0 0 0,-1-1 0 0 0,0 0 0 0 0,5-16 0 0 0,-5 12-784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82 3649 0 0,'-30'-18'3547'0'0,"18"10"-2367"0"0,-1 0 0 0 0,0 1 0 0 0,-15-6 0 0 0,25 12-1014 0 0,1 0-1 0 0,-1 0 1 0 0,0 1-1 0 0,1-1 1 0 0,-1 0-1 0 0,0 1 1 0 0,0 0-1 0 0,1-1 1 0 0,-1 1-1 0 0,0 0 0 0 0,0 1 1 0 0,0-1-1 0 0,1 0 1 0 0,-1 1-1 0 0,0 0 1 0 0,0-1-1 0 0,1 1 1 0 0,-1 0-1 0 0,1 0 1 0 0,-1 1-1 0 0,-4 2 1 0 0,6-3-157 0 0,-1 1-1 0 0,1-1 1 0 0,-1 1 0 0 0,1-1 0 0 0,-1 1 0 0 0,1 0 0 0 0,0 0-1 0 0,0 0 1 0 0,0-1 0 0 0,0 1 0 0 0,0 0 0 0 0,0 1 0 0 0,1-1-1 0 0,-1 0 1 0 0,1 0 0 0 0,-1 0 0 0 0,1 0 0 0 0,0 0 0 0 0,0 0-1 0 0,0 1 1 0 0,0-1 0 0 0,0 0 0 0 0,0 0 0 0 0,1 0 0 0 0,-1 0 0 0 0,1 1-1 0 0,-1-1 1 0 0,1 0 0 0 0,0 0 0 0 0,0 0 0 0 0,2 3 0 0 0,-1-2-27 0 0,-1 0 1 0 0,1 0 0 0 0,0 0 0 0 0,0 0 0 0 0,1 0 0 0 0,-1-1 0 0 0,0 1-1 0 0,1-1 1 0 0,0 0 0 0 0,0 0 0 0 0,-1 0 0 0 0,1 0 0 0 0,0 0 0 0 0,1 0-1 0 0,-1-1 1 0 0,0 0 0 0 0,0 1 0 0 0,1-1 0 0 0,4 1 0 0 0,1-3-1 0 0,0 0 0 0 0,1 0 1 0 0,-1 0-1 0 0,0-2 1 0 0,1 1-1 0 0,-1-1 0 0 0,-1 0 1 0 0,1-1-1 0 0,0 0 0 0 0,13-8 1 0 0,-19 10 27 0 0,1 0-1 0 0,-1-1 1 0 0,0 1 0 0 0,0-1 0 0 0,0 0 0 0 0,0 0 0 0 0,0 0 0 0 0,-1 0-1 0 0,1 0 1 0 0,-1 0 0 0 0,0-1 0 0 0,2-4 0 0 0,-3 6 8 0 0,-1 0-1 0 0,1 0 1 0 0,-1 0 0 0 0,1 0 0 0 0,-1 0 0 0 0,0 0-1 0 0,0 0 1 0 0,0 0 0 0 0,0 0 0 0 0,-1 0-1 0 0,1 0 1 0 0,-1 0 0 0 0,1 0 0 0 0,-1 0 0 0 0,1 0-1 0 0,-1 0 1 0 0,0 0 0 0 0,0 0 0 0 0,0 0-1 0 0,0 0 1 0 0,0 1 0 0 0,-1-1 0 0 0,1 1 0 0 0,-3-4-1 0 0,2 4-34 0 0,0-1 0 0 0,1 1 0 0 0,-1-1 0 0 0,0 1 0 0 0,0 0 0 0 0,-1-1-1 0 0,1 1 1 0 0,0 0 0 0 0,0 0 0 0 0,0 1 0 0 0,-1-1 0 0 0,1 0 0 0 0,0 1 0 0 0,-1 0-1 0 0,1-1 1 0 0,-1 1 0 0 0,1 0 0 0 0,0 0 0 0 0,-1 0 0 0 0,1 1 0 0 0,-1-1-1 0 0,1 0 1 0 0,0 1 0 0 0,-1 0 0 0 0,1-1 0 0 0,0 1 0 0 0,0 0 0 0 0,0 0-1 0 0,-1 0 1 0 0,1 1 0 0 0,0-1 0 0 0,0 0 0 0 0,0 1 0 0 0,-2 2 0 0 0,-3 2 23 0 0,1-1 0 0 0,-1 1 0 0 0,1 0 0 0 0,1 1 0 0 0,-1-1 0 0 0,1 1 0 0 0,0 0 0 0 0,-6 12 0 0 0,6-5 187 0 0,0 1 0 0 0,1-1 0 0 0,1 0 1 0 0,0 1-1 0 0,1 0 0 0 0,0 0 0 0 0,2-1 0 0 0,-1 1 0 0 0,2 0 0 0 0,0 0 1 0 0,1 0-1 0 0,6 28 0 0 0,-6-36-279 0 0,0 1 0 0 0,0-1-1 0 0,1 0 1 0 0,0 0 0 0 0,0 0 0 0 0,0 0 0 0 0,1-1 0 0 0,0 1 0 0 0,0-1 0 0 0,1 0-1 0 0,0 0 1 0 0,0 0 0 0 0,0-1 0 0 0,1 0 0 0 0,0 0 0 0 0,0 0 0 0 0,0-1-1 0 0,1 1 1 0 0,-1-2 0 0 0,1 1 0 0 0,0-1 0 0 0,0 0 0 0 0,0 0 0 0 0,0-1 0 0 0,1 0-1 0 0,13 2 1 0 0,-19-4-197 0 0,0 1 0 0 0,0-1 0 0 0,0 0 0 0 0,0 0-1 0 0,0-1 1 0 0,0 1 0 0 0,0 0 0 0 0,0-1 0 0 0,0 1-1 0 0,0-1 1 0 0,0 0 0 0 0,0 1 0 0 0,0-1 0 0 0,0 0-1 0 0,0 0 1 0 0,-1 0 0 0 0,1-1 0 0 0,0 1 0 0 0,-1 0-1 0 0,1-1 1 0 0,-1 1 0 0 0,1-1 0 0 0,-1 1 0 0 0,0-1-1 0 0,0 1 1 0 0,0-1 0 0 0,0 0 0 0 0,0 0 0 0 0,0 0-1 0 0,1-2 1 0 0,0-3-392 0 0,0 0 0 0 0,0-1 0 0 0,0 1 0 0 0,-1-1 0 0 0,-1 1 0 0 0,1-13 0 0 0,0-5-936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9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 3209 0 0,'-1'10'923'0'0,"-1"1"1"0"0,2 1 0 0 0,-1-1 0 0 0,1 0 0 0 0,1 0 0 0 0,0 0-1 0 0,4 14 1 0 0,24 74 1803 0 0,-19-72-2426 0 0,-1 1-1 0 0,4 29 0 0 0,-12-54-310 0 0,-1 1 0 0 0,0 0 1 0 0,1-1-1 0 0,-2 1 0 0 0,1-1 0 0 0,0 1 1 0 0,-1-1-1 0 0,1 1 0 0 0,-1-1 0 0 0,0 0 0 0 0,0 1 1 0 0,0-1-1 0 0,-1 0 0 0 0,1 1 0 0 0,-1-1 0 0 0,0 0 1 0 0,0 0-1 0 0,0-1 0 0 0,0 1 0 0 0,0 0 1 0 0,-1 0-1 0 0,-4 3 0 0 0,-5 3-87 0 0,-1-1 0 0 0,1 0 0 0 0,-1-1 0 0 0,-20 8 0 0 0,22-10 303 0 0,-1 0 0 0 0,1 1-1 0 0,1 0 1 0 0,-1 0 0 0 0,-14 13-1 0 0,24-19-170 0 0,1 0 0 0 0,0 0-1 0 0,0 1 1 0 0,0-1 0 0 0,-1 0-1 0 0,1 0 1 0 0,0 0 0 0 0,0 0-1 0 0,0 0 1 0 0,0 0 0 0 0,-1 0-1 0 0,1 1 1 0 0,0-1 0 0 0,0 0-1 0 0,0 0 1 0 0,0 0 0 0 0,0 0 0 0 0,-1 0-1 0 0,1 1 1 0 0,0-1 0 0 0,0 0-1 0 0,0 0 1 0 0,0 0 0 0 0,0 1-1 0 0,0-1 1 0 0,0 0 0 0 0,0 0-1 0 0,0 0 1 0 0,0 1 0 0 0,0-1-1 0 0,0 0 1 0 0,0 0 0 0 0,0 0 0 0 0,0 1-1 0 0,0-1 1 0 0,0 0 0 0 0,0 0-1 0 0,0 0 1 0 0,0 0 0 0 0,0 1-1 0 0,0-1 1 0 0,0 0 0 0 0,0 0-1 0 0,1 0 1 0 0,-1 1 0 0 0,0-1-1 0 0,0 0 1 0 0,0 0 0 0 0,0 0 0 0 0,0 0-1 0 0,1 0 1 0 0,-1 0 0 0 0,0 1-1 0 0,0-1 1 0 0,0 0 0 0 0,0 0-1 0 0,1 0 1 0 0,-1 0 0 0 0,0 0-1 0 0,0 0 1 0 0,0 0 0 0 0,1 0-1 0 0,20 0 1408 0 0,23-9 224 0 0,8-10 176 0 0,92-47 0 0 0,-98 40-2044 0 0,87-64 1 0 0,-129 87 151 0 0,28-25-5222 0 0,-30 26 3942 0 0,1-1-1 0 0,-1 0 1 0 0,0 0-1 0 0,0 0 1 0 0,0 0-1 0 0,0-1 1 0 0,0 1-1 0 0,-1 0 1 0 0,2-5-1 0 0,-1 0-2191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5:29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7490 0 0,'0'-1'176'0'0,"0"1"0"0"0,0-1 0 0 0,0 1 0 0 0,0-1 0 0 0,0 1-1 0 0,0-1 1 0 0,0 1 0 0 0,0-1 0 0 0,0 1 0 0 0,0-1 0 0 0,0 1 0 0 0,0-1 0 0 0,1 1 0 0 0,-1-1 0 0 0,0 1 0 0 0,0-1 0 0 0,1 1 0 0 0,-1 0 0 0 0,0-1 0 0 0,0 1 0 0 0,1-1 0 0 0,-1 1 0 0 0,0 0 0 0 0,1-1 0 0 0,-1 1 0 0 0,1 0 0 0 0,-1 0 0 0 0,0-1 0 0 0,1 1 0 0 0,-1 0 0 0 0,1 0 0 0 0,-1-1 0 0 0,1 1 0 0 0,-1 0 0 0 0,1 0 0 0 0,0 0 0 0 0,21 6 2655 0 0,18 20-731 0 0,-40-26-1999 0 0,12 10 329 0 0,0 1-1 0 0,0-1 0 0 0,-1 2 0 0 0,-1 0 1 0 0,0 0-1 0 0,0 1 0 0 0,-1 0 0 0 0,-1 0 1 0 0,13 29-1 0 0,-14-22-147 0 0,0 1-1 0 0,-1 0 1 0 0,-1 0-1 0 0,-1 0 1 0 0,-1 1-1 0 0,1 31 1 0 0,-6 13-878 0 0,-3 0 0 0 0,-3 0 0 0 0,-28 109 0 0 0,36-172 480 0 0,-25 93-5379 0 0,-2-37-3048 0 0,11-35 2345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3.60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97 62 1768 0 0,'-14'7'362'0'0,"0"0"0"0"0,0 2 0 0 0,1-1 0 0 0,0 2 0 0 0,-16 14 0 0 0,49-46 1329 0 0,-13 13-1315 0 0,1 0 0 0 0,0 1 1 0 0,0 0-1 0 0,10-7 0 0 0,-15 13-314 0 0,0 0 0 0 0,0 0 0 0 0,0 0 0 0 0,0 1 0 0 0,0-1-1 0 0,1 1 1 0 0,-1 0 0 0 0,0 0 0 0 0,1 0 0 0 0,-1 1 0 0 0,1-1-1 0 0,-1 1 1 0 0,1 0 0 0 0,-1 0 0 0 0,1 0 0 0 0,-1 0 0 0 0,1 0-1 0 0,4 2 1 0 0,64 12 1055 0 0,-48-11-806 0 0,0 2 1 0 0,39 13-1 0 0,-46-13-188 0 0,0 0 0 0 0,0 0 0 0 0,1-2 0 0 0,0 0 1 0 0,0-1-1 0 0,-1-1 0 0 0,1 0 0 0 0,21-3 0 0 0,12-4 324 0 0,75-20 1 0 0,-94 19-385 0 0,-7 4-16 0 0,1 0 1 0 0,0 2-1 0 0,-1 1 0 0 0,1 0 1 0 0,0 3-1 0 0,25 4 0 0 0,74 4 638 0 0,100 7 476 0 0,-66-3-884 0 0,-101-11-221 0 0,-1-2 0 0 0,1-3 0 0 0,92-14 0 0 0,-121 11 31 0 0,1 2 1 0 0,-1 1-1 0 0,43 5 1 0 0,-39-2-46 0 0,0-1 0 0 0,47-5 0 0 0,-30-2 50 0 0,1 2 0 0 0,-1 3 0 0 0,100 9 0 0 0,-120-6-76 0 0,-1-2-1 0 0,1-2 1 0 0,-1 0-1 0 0,42-9 1 0 0,-33 4-2 0 0,69-3 0 0 0,203 9 211 0 0,-228 2-184 0 0,-10 0-3 0 0,101-11-1 0 0,60-1-25 0 0,-6-1 125 0 0,-138 6 272 0 0,-64 6-334 0 0,-1-2 0 0 0,0 0 0 0 0,-1-2 0 0 0,41-10 0 0 0,-51 9 792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7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10 880 1408 0 0,'-3'-9'347'0'0,"1"-1"0"0"0,0 0-1 0 0,1 0 1 0 0,0 0-1 0 0,0 0 1 0 0,1 1 0 0 0,1-1-1 0 0,-1 0 1 0 0,2 0 0 0 0,-1 0-1 0 0,1 0 1 0 0,1 1 0 0 0,5-15-1 0 0,0 3 13 0 0,1 0 0 0 0,1 1 0 0 0,0 0 0 0 0,26-34 0 0 0,-18 31-102 0 0,2 0 0 0 0,0 2 0 0 0,2 0-1 0 0,0 2 1 0 0,1 0 0 0 0,1 1-1 0 0,1 2 1 0 0,1 0 0 0 0,0 2 0 0 0,0 1-1 0 0,40-14 1 0 0,-62 26-201 0 0,0-1-1 0 0,-1 1 1 0 0,1 0-1 0 0,0 0 1 0 0,0 1-1 0 0,0-1 1 0 0,0 1-1 0 0,0 0 1 0 0,0 0-1 0 0,0 0 1 0 0,-1 0-1 0 0,1 1 1 0 0,0-1-1 0 0,0 1 1 0 0,0 0-1 0 0,0 1 1 0 0,-1-1-1 0 0,5 2 1 0 0,-6-1 19 0 0,0 0 1 0 0,1 0 0 0 0,-1 1 0 0 0,0-1 0 0 0,0 1 0 0 0,-1-1 0 0 0,1 1 0 0 0,0-1 0 0 0,-1 1 0 0 0,0 0 0 0 0,1 0 0 0 0,-1 0-1 0 0,0 0 1 0 0,0 0 0 0 0,-1 0 0 0 0,1 0 0 0 0,-1 0 0 0 0,1 0 0 0 0,-1 0 0 0 0,0 0 0 0 0,0 1 0 0 0,-2 5 0 0 0,1 4 60 0 0,-2 0 0 0 0,1 1 0 0 0,-2-1 0 0 0,0 0 0 0 0,-1-1 1 0 0,0 1-1 0 0,0-1 0 0 0,-2 0 0 0 0,1 0 0 0 0,-2 0 1 0 0,1-1-1 0 0,-2-1 0 0 0,1 1 0 0 0,-1-1 0 0 0,-1 0 0 0 0,0-1 1 0 0,0-1-1 0 0,-18 12 0 0 0,26-18-119 0 0,-1-1-1 0 0,1 1 1 0 0,-1-1 0 0 0,0 0-1 0 0,1 0 1 0 0,-1 0 0 0 0,0 0-1 0 0,0 0 1 0 0,0-1 0 0 0,0 0-1 0 0,0 1 1 0 0,0-1-1 0 0,0 0 1 0 0,0 0 0 0 0,0 0-1 0 0,1-1 1 0 0,-1 1 0 0 0,0-1-1 0 0,0 0 1 0 0,0 0 0 0 0,0 0-1 0 0,1 0 1 0 0,-1 0 0 0 0,0 0-1 0 0,1-1 1 0 0,-1 1 0 0 0,1-1-1 0 0,-1 0 1 0 0,1 0 0 0 0,0 0-1 0 0,0 0 1 0 0,0 0 0 0 0,0 0-1 0 0,0 0 1 0 0,0-1 0 0 0,1 1-1 0 0,-2-4 1 0 0,0 1-20 0 0,1 0-1 0 0,0 0 1 0 0,0 0-1 0 0,0 0 1 0 0,1 0-1 0 0,-1-1 1 0 0,1 1-1 0 0,1 0 1 0 0,-1-1 0 0 0,1 1-1 0 0,0-1 1 0 0,0 1-1 0 0,0-1 1 0 0,1 1-1 0 0,0 0 1 0 0,0-1-1 0 0,0 1 1 0 0,1 0-1 0 0,4-10 1 0 0,1 4-7 0 0,0 0-1 0 0,1 0 1 0 0,0 1 0 0 0,1 0 0 0 0,0 1-1 0 0,20-17 1 0 0,73-45-21 0 0,-54 38 29 0 0,8-6-22 0 0,7-7 108 0 0,135-72 1 0 0,-169 113 107 0 0,-26 8 60 0 0,-17 5-96 0 0,10-7-152 0 0,-1 0 0 0 0,0 0-1 0 0,1 0 1 0 0,-1-1 0 0 0,0 1 0 0 0,1-1 0 0 0,-1 0-1 0 0,0 0 1 0 0,1-1 0 0 0,-1 0 0 0 0,0 1-1 0 0,1-2 1 0 0,-1 1 0 0 0,1 0 0 0 0,-1-1 0 0 0,1 0-1 0 0,0 0 1 0 0,-5-3 0 0 0,-9-6-10 0 0,1-1-1 0 0,1 0 1 0 0,-16-16 0 0 0,-28-20 126 0 0,66 52-95 0 0,1 0 0 0 0,0-1 0 0 0,-1 0-1 0 0,1 0 1 0 0,1-1 0 0 0,-1 0 0 0 0,0 0 0 0 0,0-1 0 0 0,1 0 0 0 0,-1 0 0 0 0,13-1 0 0 0,6-3 257 0 0,0 0 1 0 0,-1-3 0 0 0,38-11 0 0 0,-41 11 231 0 0,-21 5-481 0 0,-1 1-1 0 0,0 0 0 0 0,0 0 1 0 0,0 0-1 0 0,0 0 1 0 0,1 0-1 0 0,-1 0 0 0 0,0 0 1 0 0,0 0-1 0 0,0 0 0 0 0,0 0 1 0 0,1 0-1 0 0,-1 0 1 0 0,0 0-1 0 0,0 0 0 0 0,0 0 1 0 0,1 0-1 0 0,-1 0 0 0 0,0 0 1 0 0,0 1-1 0 0,0-1 1 0 0,0 0-1 0 0,0 0 0 0 0,1 0 1 0 0,-1 0-1 0 0,0 0 1 0 0,0 0-1 0 0,0 0 0 0 0,0 1 1 0 0,0-1-1 0 0,1 0 0 0 0,-1 0 1 0 0,0 0-1 0 0,0 0 1 0 0,0 0-1 0 0,0 1 0 0 0,0-1 1 0 0,0 0-1 0 0,0 0 1 0 0,0 0-1 0 0,0 0 0 0 0,0 1 1 0 0,0-1-1 0 0,0 0 0 0 0,0 0 1 0 0,0 1-1 0 0,-2 13 675 0 0,-8 12-194 0 0,-30 52-181 0 0,19-41-679 0 0,-18 46 0 0 0,35-71-1177 0 0,0 0 0 0 0,1 0 0 0 0,0 1 0 0 0,-2 20 0 0 0,7-22-6739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7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 3249 0 0,'-1'0'232'0'0,"1"0"1"0"0,-1 0 0 0 0,1 0 0 0 0,-1 0-1 0 0,1-1 1 0 0,0 1 0 0 0,-1 0-1 0 0,1 0 1 0 0,-1 0 0 0 0,1 0 0 0 0,-1 0-1 0 0,1 0 1 0 0,-1 0 0 0 0,1 1 0 0 0,-1-1-1 0 0,1 0 1 0 0,0 0 0 0 0,-1 0-1 0 0,1 0 1 0 0,-1 1 0 0 0,1-1 0 0 0,-1 0-1 0 0,1 0 1 0 0,0 1 0 0 0,-1-1 0 0 0,1 0-1 0 0,0 1 1 0 0,-1-1 0 0 0,1 0-1 0 0,0 1 1 0 0,-1 0 0 0 0,-4 18 2634 0 0,6 28-2434 0 0,0-39 194 0 0,15 151 972 0 0,-12-133-2417 0 0,1-1 0 0 0,1-1 1 0 0,1 1-1 0 0,14 29 0 0 0,-21-53 618 0 0,0 0-1 0 0,0-1 0 0 0,0 1 0 0 0,0-1 0 0 0,1 1 1 0 0,-1-1-1 0 0,0 1 0 0 0,0-1 0 0 0,0 1 1 0 0,1-1-1 0 0,-1 1 0 0 0,0-1 0 0 0,1 1 1 0 0,-1-1-1 0 0,0 1 0 0 0,1-1 0 0 0,-1 1 1 0 0,1-1-1 0 0,-1 0 0 0 0,0 1 0 0 0,1-1 1 0 0,-1 0-1 0 0,1 1 0 0 0,-1-1 0 0 0,1 0 1 0 0,0 0-1 0 0,-1 0 0 0 0,1 1 0 0 0,-1-1 1 0 0,1 0-1 0 0,-1 0 0 0 0,2 0 0 0 0,3-18-3237 0 0,-4 3 1920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8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2465 0 0,'0'1'246'0'0,"-1"0"1"0"0,1 0-1 0 0,0 0 1 0 0,0 1 0 0 0,1-1-1 0 0,-1 0 1 0 0,0 0 0 0 0,0 0-1 0 0,0 0 1 0 0,1 0 0 0 0,-1 0-1 0 0,0 0 1 0 0,1 0 0 0 0,-1 0-1 0 0,1 0 1 0 0,0 0 0 0 0,-1 0-1 0 0,1 0 1 0 0,0 0 0 0 0,-1 0-1 0 0,1 0 1 0 0,0-1 0 0 0,0 1-1 0 0,0 0 1 0 0,0-1 0 0 0,0 1-1 0 0,0 0 1 0 0,1 0-1 0 0,1 0 6 0 0,0-1-1 0 0,0 0 0 0 0,-1 0 0 0 0,1 1 0 0 0,0-2 1 0 0,-1 1-1 0 0,1 0 0 0 0,0 0 0 0 0,-1-1 0 0 0,1 0 0 0 0,4-1 1 0 0,9-4 427 0 0,-1-1 1 0 0,29-17-1 0 0,-41 22-334 0 0,18-12 370 0 0,-15 10-459 0 0,1-1-1 0 0,-1 1 0 0 0,1 0 1 0 0,-1 1-1 0 0,1-1 0 0 0,0 1 1 0 0,0 0-1 0 0,1 1 1 0 0,14-3-1 0 0,-21 5-207 0 0,0 1 1 0 0,0-1-1 0 0,0 1 1 0 0,0-1-1 0 0,0 1 1 0 0,0-1-1 0 0,0 1 1 0 0,-1 0-1 0 0,1-1 1 0 0,0 1-1 0 0,0 0 1 0 0,0 0-1 0 0,-1 0 1 0 0,1 0-1 0 0,0-1 1 0 0,-1 1-1 0 0,1 0 1 0 0,-1 0-1 0 0,1 0 1 0 0,-1 0-1 0 0,0 1 1 0 0,1-1-1 0 0,-1 0 1 0 0,0 0-1 0 0,0 0 1 0 0,0 0-1 0 0,1 0 1 0 0,-1 0-1 0 0,-1 2 1 0 0,2 38 315 0 0,-1-38-313 0 0,-12 141-323 0 0,-1-49-6610 0 0,11-83 5118 0 0,2-11 1468 0 0,0 0 144 0 0,0-1 0 0 0,0 0 0 0 0,1 0-1 0 0,-1 1 1 0 0,0-1 0 0 0,0 0 0 0 0,0 1 0 0 0,0-1-1 0 0,0 0 1 0 0,0 1 0 0 0,0-1 0 0 0,0 0 0 0 0,0 0-1 0 0,0 1 1 0 0,0-1 0 0 0,0 0 0 0 0,0 1-1 0 0,0-1 1 0 0,0 0 0 0 0,0 1 0 0 0,0-1 0 0 0,0 0-1 0 0,0 0 1 0 0,0 1 0 0 0,-1-1 0 0 0,1 0-1 0 0,0 0 1 0 0,0 1 0 0 0,0-1 0 0 0,0 0 0 0 0,-1 0-1 0 0,1 1 1 0 0,0-1 0 0 0,0 0 0 0 0,-1 0 0 0 0,1 0-1 0 0,0 1 1 0 0,0-1 0 0 0,-1 0 0 0 0,1 0-1 0 0,0 0 1 0 0,0 0 0 0 0,-1 0 0 0 0,1 0 0 0 0,0 0-1 0 0,-1 1 1 0 0,1-1 0 0 0,0 0 0 0 0,-1 0-1 0 0,1 0 1 0 0,0 0 0 0 0,0 0 0 0 0,-1-1 0 0 0,-1-2-1929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8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5 156 2865 0 0,'0'0'151'0'0,"-1"1"0"0"0,1 0 0 0 0,-1-1-1 0 0,1 1 1 0 0,-1 0 0 0 0,1 0 0 0 0,0-1 0 0 0,-1 1 0 0 0,1 0 0 0 0,0 0 0 0 0,0 0 0 0 0,-1 0 0 0 0,1-1 0 0 0,0 1 0 0 0,0 0 0 0 0,0 0 0 0 0,0 0 0 0 0,0 0 0 0 0,0 0 0 0 0,0-1 0 0 0,1 1 0 0 0,-1 0 0 0 0,0 0 0 0 0,0 0 0 0 0,1 0 0 0 0,-1-1 0 0 0,0 1 0 0 0,1 0 0 0 0,-1 0 0 0 0,1-1 0 0 0,-1 1 0 0 0,1 0-1 0 0,0 0 1 0 0,1-1 100 0 0,0 1-1 0 0,0-1 1 0 0,0 0-1 0 0,-1 0 1 0 0,1 0-1 0 0,0 0 1 0 0,0 0-1 0 0,0-1 1 0 0,0 1-1 0 0,-1-1 0 0 0,1 1 1 0 0,0-1-1 0 0,0 1 1 0 0,1-2-1 0 0,58-32 2847 0 0,5-21-2190 0 0,-7 4-2143 0 0,-16 23-4220 0 0,-43 28 5355 0 0,0 0 0 0 0,0 0-1 0 0,1 0 1 0 0,-1 0 0 0 0,0 0 0 0 0,0 0 0 0 0,0 0-1 0 0,0 0 1 0 0,1 0 0 0 0,-1 0 0 0 0,0 0 0 0 0,0 0-1 0 0,0 0 1 0 0,1 0 0 0 0,-1 0 0 0 0,0-1 0 0 0,0 1-1 0 0,0 0 1 0 0,0 0 0 0 0,0 0 0 0 0,1 0 0 0 0,-1 0-1 0 0,0 0 1 0 0,0 0 0 0 0,0-1 0 0 0,0 1 0 0 0,0 0-1 0 0,0 0 1 0 0,1 0 0 0 0,-1 0 0 0 0,0-1 0 0 0,0 1-1 0 0,0 0 1 0 0,0 0 0 0 0,0 0 0 0 0,0 0 0 0 0,0-1-1 0 0,0 1 1 0 0,0 0 0 0 0,0 0 0 0 0,0 0 0 0 0,0 0-1 0 0,0-1 1 0 0,0 1 0 0 0,0 0 0 0 0,0 0 0 0 0,0 0-1 0 0,0-1 1 0 0,0 1 0 0 0,0 0 0 0 0,0 0 0 0 0,0 0-1 0 0,-1 0 1 0 0,1-1 0 0 0,0 1 0 0 0,0 0 0 0 0,0 0-1 0 0,-11-3-1527 0 0,7 3 1401 0 0,-2 2-975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1 187 1888 0 0,'27'-17'3537'0'0,"5"-10"-804"0"0,-1-1-725 0 0,1 2 1 0 0,1 2-1 0 0,64-36 0 0 0,-96 59-1949 0 0,-1 1-1 0 0,1-1 0 0 0,0 1 0 0 0,0 0 0 0 0,-1-1 0 0 0,1 1 1 0 0,0 0-1 0 0,0-1 0 0 0,0 1 0 0 0,-1 0 0 0 0,1 0 0 0 0,0 0 0 0 0,0 0 1 0 0,0 0-1 0 0,0 0 0 0 0,-1 0 0 0 0,1 0 0 0 0,0 0 0 0 0,0 1 1 0 0,0-1-1 0 0,-1 0 0 0 0,1 0 0 0 0,0 1 0 0 0,0-1 0 0 0,-1 0 0 0 0,1 1 1 0 0,1 0-1 0 0,-1 0 13 0 0,0 1 0 0 0,0-1 0 0 0,-1 1 0 0 0,1-1 1 0 0,0 0-1 0 0,-1 1 0 0 0,1-1 0 0 0,-1 1 0 0 0,1 0 1 0 0,-1-1-1 0 0,0 1 0 0 0,0-1 0 0 0,0 4 0 0 0,-7 62 557 0 0,4-52-681 0 0,1-3-218 0 0,-5 67-1003 0 0,11-40-1696 0 0,11-8-3463 0 0,-15-31 6327 0 0,0 0 1 0 0,0 1-1 0 0,1-1 0 0 0,-1 0 0 0 0,0 0 0 0 0,1 0 0 0 0,-1 0 1 0 0,1 0-1 0 0,-1 0 0 0 0,0 1 0 0 0,1-1 0 0 0,-1 0 1 0 0,0 0-1 0 0,1 0 0 0 0,-1 0 0 0 0,1 0 0 0 0,-1 0 1 0 0,0 0-1 0 0,1 0 0 0 0,-1-1 0 0 0,0 1 0 0 0,1 0 0 0 0,-1 0 1 0 0,1 0-1 0 0,-1 0 0 0 0,0 0 0 0 0,1-1 0 0 0,-1 1 1 0 0,0 0-1 0 0,0 0 0 0 0,1-1 0 0 0,-1 1 0 0 0,0 0 1 0 0,1 0-1 0 0,-1-1 0 0 0,0 1 0 0 0,0 0 0 0 0,0-1 0 0 0,1 1 1 0 0,-1 0-1 0 0,0-1 0 0 0,0 1 0 0 0,0 0 0 0 0,0-1 1 0 0,0 1-1 0 0,0 0 0 0 0,0-1 0 0 0,1 1 0 0 0,-1-1 1 0 0,0 1-1 0 0,0 0 0 0 0,0-1 0 0 0,0 1 0 0 0,-1-1 1 0 0,7-24-632 0 0,-6 9-302 0 0</inkml:trace>
  <inkml:trace contextRef="#ctx0" brushRef="#br0" timeOffset="1">119 179 1776 0 0,'-4'4'209'0'0,"0"-1"0"0"0,1 0 0 0 0,-1 1-1 0 0,0 0 1 0 0,1 0 0 0 0,0 0 0 0 0,0 0 0 0 0,0 0-1 0 0,1 1 1 0 0,-1-1 0 0 0,1 1 0 0 0,0 0-1 0 0,1 0 1 0 0,-1 0 0 0 0,1 0 0 0 0,0 0-1 0 0,0 0 1 0 0,0 0 0 0 0,1 0 0 0 0,0 0-1 0 0,0 0 1 0 0,0 7 0 0 0,1-5 210 0 0,-1-1 0 0 0,1 1 0 0 0,0-1 0 0 0,0 1 0 0 0,1-1 0 0 0,0 1 0 0 0,0-1 0 0 0,0 0 0 0 0,1 0 0 0 0,0 0 0 0 0,0 0 0 0 0,1-1 0 0 0,-1 1 0 0 0,1-1 0 0 0,0 0 0 0 0,1 0 0 0 0,5 5 0 0 0,-7-8-269 0 0,1 0 0 0 0,-1-1 0 0 0,1 0 0 0 0,-1 0-1 0 0,1 0 1 0 0,-1 0 0 0 0,1 0 0 0 0,0-1 0 0 0,0 1-1 0 0,-1-1 1 0 0,1 0 0 0 0,0 0 0 0 0,0-1 0 0 0,-1 1-1 0 0,1-1 1 0 0,0 0 0 0 0,-1 0 0 0 0,1 0 0 0 0,-1 0-1 0 0,7-4 1 0 0,10-4 6 0 0,0-1 0 0 0,23-15 0 0 0,-32 18-105 0 0,30-15-420 0 0,21-13-3011 0 0,-29 3-4731 0 0,-33 32 7966 0 0,1-1 0 0 0,-1 0 0 0 0,0 0 0 0 0,1 0 0 0 0,-1 0 0 0 0,0 0 0 0 0,1 1 0 0 0,-1-1 0 0 0,0 0 0 0 0,0 0 0 0 0,0 0 0 0 0,0 0 0 0 0,0 0-1 0 0,0 0 1 0 0,0 0 0 0 0,0 0 0 0 0,0 0 0 0 0,0 0 0 0 0,-1 0 0 0 0,1 0 0 0 0,-1 0 0 0 0,0-6-566 0 0,2-6-1032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9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5465 0 0,'-2'30'5920'0'0,"11"20"-2816"0"0,-1 1-2047 0 0,-6 18-563 0 0,3 46-184 0 0,6-41-6144 0 0,10-116-2401 0 0,-14 23 7765 0 0,12 10-797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9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31 106 2088 0 0,'-27'8'4177'0'0,"24"-1"-1138"0"0,17-1-419 0 0,-7-6-2083 0 0,1 1 1 0 0,-1-2-1 0 0,1 1 1 0 0,-1-1-1 0 0,1 0 1 0 0,-1 0-1 0 0,0-1 1 0 0,0 0-1 0 0,0-1 0 0 0,0 1 1 0 0,8-5-1 0 0,-9 4-350 0 0,1-1-1 0 0,0 2 0 0 0,0-1 0 0 0,0 1 1 0 0,0 0-1 0 0,0 1 0 0 0,0 0 0 0 0,0 0 1 0 0,0 0-1 0 0,1 1 0 0 0,13 1 0 0 0,-20 0-163 0 0,1 0-1 0 0,0 0 0 0 0,-1 0 0 0 0,1 0 0 0 0,-1 0 0 0 0,0 0 0 0 0,1 0 1 0 0,-1 1-1 0 0,0-1 0 0 0,0 1 0 0 0,0-1 0 0 0,0 1 0 0 0,0-1 0 0 0,0 1 0 0 0,0-1 1 0 0,0 1-1 0 0,0 0 0 0 0,-1-1 0 0 0,1 1 0 0 0,-1 0 0 0 0,0 0 0 0 0,1 0 1 0 0,-1-1-1 0 0,0 1 0 0 0,0 0 0 0 0,0 0 0 0 0,0 0 0 0 0,0 0 0 0 0,0-1 1 0 0,-1 3-1 0 0,-10 63-96 0 0,9-61 26 0 0,-4 16-607 0 0,0 1 0 0 0,-2-1 0 0 0,-16 33 0 0 0,22-48 408 0 0,-2-1 1 0 0,1 0-1 0 0,-1 0 1 0 0,0 0 0 0 0,0 0-1 0 0,-1-1 1 0 0,1 1-1 0 0,-1-1 1 0 0,0-1-1 0 0,-1 1 1 0 0,1-1-1 0 0,-1 1 1 0 0,0-2-1 0 0,0 1 1 0 0,0-1 0 0 0,-9 4-1 0 0,7-5 463 0 0,1 0 642 0 0,10-3 301 0 0,39-14 913 0 0,-11-4-2147 0 0,53-45 0 0 0,-37 24-5087 0 0,-19 17-1651 0 0,-16 1 2752 0 0,-4 13 2083 0 0</inkml:trace>
  <inkml:trace contextRef="#ctx0" brushRef="#br0" timeOffset="1">325 1 1480 0 0,'0'14'4859'0'0,"7"20"-3175"0"0,-6-32-1288 0 0,36 185 3290 0 0,-15-74-10366 0 0,-20-90 3141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49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4 248 1536 0 0,'-1'-1'133'0'0,"1"1"-1"0"0,0-1 0 0 0,0 1 0 0 0,-1-1 1 0 0,1 1-1 0 0,0-1 0 0 0,0 1 0 0 0,-1-1 1 0 0,1 1-1 0 0,0-1 0 0 0,0 1 1 0 0,0-1-1 0 0,0 1 0 0 0,0-1 0 0 0,0 1 1 0 0,0-1-1 0 0,0 1 0 0 0,0-1 0 0 0,0 1 1 0 0,0-1-1 0 0,0 1 0 0 0,0-1 1 0 0,0 1-1 0 0,1-1 0 0 0,-1 1 0 0 0,0-1 1 0 0,0 1-1 0 0,1-1 0 0 0,-1 1 0 0 0,1-1 1 0 0,16-6 3177 0 0,7-1-2742 0 0,-18 4-548 0 0,1 0 0 0 0,-1-1-1 0 0,0 1 1 0 0,0-1 0 0 0,-1-1-1 0 0,1 1 1 0 0,-1-1 0 0 0,0 0 0 0 0,-1 0-1 0 0,1 0 1 0 0,-1-1 0 0 0,-1 1-1 0 0,5-10 1 0 0,-6 9-141 0 0,-1 0 1 0 0,1 1-1 0 0,-1-1 0 0 0,-1 0 1 0 0,1 0-1 0 0,-1 0 1 0 0,0 0-1 0 0,-1 0 0 0 0,0 0 1 0 0,0 0-1 0 0,0 0 1 0 0,-1 0-1 0 0,0 1 0 0 0,-4-11 1 0 0,0-1 751 0 0,13 30 931 0 0,13 29 688 0 0,-7 10-302 0 0,14 101-1 0 0,-18-92-4806 0 0,1-1-4770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0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2977 0 0,'0'0'129'0'0,"1"1"0"0"0,-1-1-1 0 0,1 1 1 0 0,0-1 0 0 0,-1 0 0 0 0,1 1 0 0 0,0-1 0 0 0,-1 0 0 0 0,1 1 0 0 0,0-1 0 0 0,0 0 0 0 0,-1 0 0 0 0,1 0 0 0 0,0 0 0 0 0,0 0 0 0 0,0 0 0 0 0,-1 0 0 0 0,1 0-1 0 0,0 0 1 0 0,0 0 0 0 0,-1 0 0 0 0,1 0 0 0 0,0-1 0 0 0,0 1 0 0 0,-1 0 0 0 0,1 0 0 0 0,0-1 0 0 0,-1 1 0 0 0,1-1 0 0 0,0 1 0 0 0,-1 0 0 0 0,1-1 0 0 0,-1 1 0 0 0,1-1 0 0 0,0 0-1 0 0,-1 1 1 0 0,0-1 0 0 0,2 0 0 0 0,26-26 1683 0 0,-26 25-1473 0 0,43-47 2526 0 0,-21 21-1560 0 0,1 2 1 0 0,1 1-1 0 0,1 1 1 0 0,31-22-1 0 0,-56 46-1257 0 0,-1-1-1 0 0,0 0 1 0 0,0 1 0 0 0,0-1-1 0 0,0 1 1 0 0,0 0 0 0 0,0-1-1 0 0,0 1 1 0 0,1 0-1 0 0,-1 0 1 0 0,0 0 0 0 0,0 0-1 0 0,0 0 1 0 0,1 0 0 0 0,-1 0-1 0 0,0 0 1 0 0,0 0 0 0 0,0 0-1 0 0,1 1 1 0 0,-1-1-1 0 0,0 1 1 0 0,0-1 0 0 0,0 1-1 0 0,0-1 1 0 0,0 1 0 0 0,0-1-1 0 0,0 1 1 0 0,0 0-1 0 0,0 0 1 0 0,0-1 0 0 0,0 1-1 0 0,0 0 1 0 0,-1 0 0 0 0,1 0-1 0 0,0 0 1 0 0,-1 0 0 0 0,1 0-1 0 0,0 0 1 0 0,-1 0-1 0 0,1 0 1 0 0,-1 0 0 0 0,1 3-1 0 0,16 55 732 0 0,-15-51-748 0 0,14 80 251 0 0,-8-40-523 0 0,26 83 1 0 0,-34-130 84 0 0,0 0 0 0 0,0 0 0 0 0,0 0 0 0 0,1 0-1 0 0,-1 0 1 0 0,0 0 0 0 0,1 0 0 0 0,-1 0 0 0 0,1-1-1 0 0,-1 1 1 0 0,1 0 0 0 0,-1 0 0 0 0,1 0-1 0 0,-1 0 1 0 0,1-1 0 0 0,0 1 0 0 0,0 0 0 0 0,-1-1-1 0 0,1 1 1 0 0,0 0 0 0 0,0-1 0 0 0,1 1 0 0 0,-1-1-168 0 0,0 0 1 0 0,-1-1 0 0 0,1 1-1 0 0,0-1 1 0 0,-1 0 0 0 0,1 1-1 0 0,-1-1 1 0 0,1 1 0 0 0,-1-1-1 0 0,1 0 1 0 0,-1 1 0 0 0,1-1-1 0 0,-1 0 1 0 0,0 0 0 0 0,1 1-1 0 0,-1-1 1 0 0,0 0 0 0 0,0 0-1 0 0,1 0 1 0 0,-1 0 0 0 0,6-33-6788 0 0,-5 18 5986 0 0,-1-9-1696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1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5 220 1488 0 0,'-1'-1'239'0'0,"1"-1"0"0"0,-1 0-1 0 0,1 1 1 0 0,-1-1 0 0 0,1 0-1 0 0,-1 1 1 0 0,1-1 0 0 0,0 0-1 0 0,0 0 1 0 0,0 1 0 0 0,0-1 0 0 0,0 0-1 0 0,0 0 1 0 0,0 0 0 0 0,1 1-1 0 0,-1-1 1 0 0,1 0 0 0 0,-1 1-1 0 0,1-1 1 0 0,0 0 0 0 0,-1 1-1 0 0,1-1 1 0 0,0 1 0 0 0,0-1-1 0 0,0 1 1 0 0,0-1 0 0 0,2 0-1 0 0,41-47 2802 0 0,-27 32-2159 0 0,-4 2-81 0 0,1 0 1 0 0,0 1 0 0 0,2 0-1 0 0,30-21 1 0 0,-44 33-681 0 0,1 0 0 0 0,0 1 1 0 0,1-1-1 0 0,-1 1 0 0 0,0 0 0 0 0,0-1 1 0 0,1 2-1 0 0,-1-1 0 0 0,0 0 1 0 0,1 1-1 0 0,-1-1 0 0 0,1 1 1 0 0,-1 0-1 0 0,0 0 0 0 0,7 1 1 0 0,-7 0-21 0 0,-1 1 0 0 0,1-1 1 0 0,0 1-1 0 0,0-1 0 0 0,-1 1 1 0 0,1 0-1 0 0,-1 0 0 0 0,0 0 1 0 0,0 0-1 0 0,1 0 0 0 0,-1 1 1 0 0,0-1-1 0 0,-1 1 0 0 0,1-1 1 0 0,0 1-1 0 0,-1 0 1 0 0,0 0-1 0 0,1-1 0 0 0,-1 1 1 0 0,1 6-1 0 0,3 12 103 0 0,0 0-1 0 0,-2 0 1 0 0,-1 0-1 0 0,0 0 1 0 0,-2 1-1 0 0,0-1 1 0 0,-4 25-1 0 0,0 35-1945 0 0,5-64-277 0 0,0-1 0 0 0,5 30 0 0 0,-2-33-1858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1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2353 0 0,'-2'6'350'0'0,"0"1"1"0"0,0 0 0 0 0,1 0 0 0 0,-1 0 0 0 0,2 0 0 0 0,-1 0 0 0 0,1 1-1 0 0,0-1 1 0 0,0 0 0 0 0,1 0 0 0 0,0 0 0 0 0,1 0 0 0 0,-1 0 0 0 0,4 8 0 0 0,0 2 43 0 0,1 0 1 0 0,1-1-1 0 0,1 0 1 0 0,15 25 0 0 0,-11-24-1011 0 0,-12-18 516 0 0,0 1 1 0 0,0 0-1 0 0,1 0 0 0 0,-1 0 1 0 0,0-1-1 0 0,0 1 1 0 0,0 0-1 0 0,0 0 0 0 0,0 0 1 0 0,0 0-1 0 0,0-1 1 0 0,0 1-1 0 0,1 0 1 0 0,-1 0-1 0 0,0 0 0 0 0,0 0 1 0 0,0 0-1 0 0,0-1 1 0 0,1 1-1 0 0,-1 0 1 0 0,0 0-1 0 0,0 0 0 0 0,0 0 1 0 0,0 0-1 0 0,1 0 1 0 0,-1 0-1 0 0,0 0 0 0 0,0 0 1 0 0,1 0-1 0 0,-1 0 1 0 0,0 0-1 0 0,0 0 1 0 0,0 0-1 0 0,1 0 0 0 0,-1 0 1 0 0,0 0-1 0 0,0 0 1 0 0,0 0-1 0 0,1 0 1 0 0,-1 0-1 0 0,0 0 0 0 0,0 0 1 0 0,0 0-1 0 0,0 0 1 0 0,1 0-1 0 0,-1 1 1 0 0,0-1-1 0 0,0 0 0 0 0,0 0 1 0 0,0 0-1 0 0,1 0 1 0 0,-1 0-1 0 0,0 1 0 0 0,0-1 1 0 0,0 0-1 0 0,0 0 1 0 0,0 0-1 0 0,0 0 1 0 0,0 1-1 0 0,1-1 0 0 0,-1 0 1 0 0,0 0-1 0 0,0 0 1 0 0,0 1-1 0 0,0-1 1 0 0,1-6-1750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2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 2641 0 0,'8'47'4376'0'0,"13"96"1078"0"0,-20-124-5303 0 0,0-1 0 0 0,-2 0 0 0 0,0 0 0 0 0,0 0 0 0 0,-9 33 1 0 0,9-48-187 0 0,0 1-1 0 0,-1-1 1 0 0,1 0 0 0 0,-1 0 0 0 0,1 0 0 0 0,-1 0 0 0 0,0 0 0 0 0,0 0 0 0 0,-1-1 0 0 0,1 1 0 0 0,0 0 0 0 0,-1-1 0 0 0,0 0 0 0 0,0 0 0 0 0,1 0 0 0 0,-1 0 0 0 0,0 0 0 0 0,0 0 0 0 0,-1-1 0 0 0,1 1 0 0 0,0-1 0 0 0,-1 0 0 0 0,1 0 0 0 0,-5 0 0 0 0,-8 2-69 0 0,0-1 1 0 0,-1-1-1 0 0,1-1 1 0 0,-17-1-1 0 0,1 0 900 0 0,82 5 3520 0 0,-29-6-3656 0 0,0-2 0 0 0,0-1 1 0 0,-1 0-1 0 0,1-2 0 0 0,30-14 1 0 0,93-56-478 0 0,-17 6-9531 0 0,-125 71 8928 0 0,0-1 0 0 0,0 0-1 0 0,0 1 1 0 0,0-1-1 0 0,-1 0 1 0 0,1-1 0 0 0,0 1-1 0 0,-1 0 1 0 0,1 0 0 0 0,0-1-1 0 0,-1 1 1 0 0,0-1 0 0 0,1 1-1 0 0,-1-1 1 0 0,0 1 0 0 0,0-1-1 0 0,0 0 1 0 0,0 0 0 0 0,0 0-1 0 0,1-3 1 0 0,6-5-2094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2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7434 0 0,'-10'32'9058'0'0,"9"28"-7467"0"0,2-32-981 0 0,3 66-155 0 0,1-27-2636 0 0,-6-23-3890 0 0,1-43 5887 0 0,0-1 1 0 0,1 0 0 0 0,-1 1 0 0 0,0-1 0 0 0,0 0-1 0 0,0 1 1 0 0,0-1 0 0 0,0 0 0 0 0,0 1 0 0 0,0-1-1 0 0,0 0 1 0 0,0 1 0 0 0,-1-1 0 0 0,1 0-1 0 0,0 1 1 0 0,0-1 0 0 0,0 0 0 0 0,0 1 0 0 0,0-1-1 0 0,-1 0 1 0 0,1 1 0 0 0,0-1 0 0 0,0 0 0 0 0,0 0-1 0 0,-1 1 1 0 0,1-1 0 0 0,0 0 0 0 0,0 0-1 0 0,-1 0 1 0 0,1 1 0 0 0,0-1 0 0 0,-1 0 0 0 0,1 0-1 0 0,0 0 1 0 0,-1 0 0 0 0,1 1 0 0 0,0-1 0 0 0,-1 0-1 0 0,1 0 1 0 0,0 0 0 0 0,-1 0 0 0 0,-4-3-2282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3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88 3977 0 0,'-1'1'293'0'0,"0"1"0"0"0,1-1 0 0 0,0 1 1 0 0,-1 0-1 0 0,1-1 0 0 0,0 1 0 0 0,0-1 0 0 0,0 1 1 0 0,0 0-1 0 0,0-1 0 0 0,0 1 0 0 0,0-1 1 0 0,1 1-1 0 0,-1 0 0 0 0,0-1 0 0 0,1 1 0 0 0,-1-1 1 0 0,1 1-1 0 0,0-1 0 0 0,0 1 0 0 0,-1-1 0 0 0,1 0 1 0 0,0 1-1 0 0,0-1 0 0 0,2 2 0 0 0,-1-2-60 0 0,0-1 0 0 0,0 1 1 0 0,0 0-1 0 0,0-1 0 0 0,0 1 0 0 0,0-1 0 0 0,0 0 0 0 0,0 1 1 0 0,1-1-1 0 0,-1 0 0 0 0,0-1 0 0 0,0 1 0 0 0,0 0 0 0 0,0 0 0 0 0,0-1 1 0 0,3 0-1 0 0,8-4 266 0 0,0 0 0 0 0,0 0 0 0 0,-1-1 0 0 0,20-13 0 0 0,18-19-69 0 0,16-10 73 0 0,-66 48-495 0 0,0-1-1 0 0,0 1 0 0 0,0 0 1 0 0,0 0-1 0 0,0 0 1 0 0,0 0-1 0 0,0 0 1 0 0,1 0-1 0 0,-1 0 1 0 0,0 0-1 0 0,0 0 1 0 0,0 0-1 0 0,0 0 1 0 0,0 0-1 0 0,0 0 1 0 0,1 0-1 0 0,-1 0 1 0 0,0 0-1 0 0,0 0 1 0 0,0 0-1 0 0,0 0 0 0 0,0 0 1 0 0,0 0-1 0 0,0 0 1 0 0,1 0-1 0 0,-1 0 1 0 0,0 0-1 0 0,0 0 1 0 0,0 1-1 0 0,0-1 1 0 0,0 0-1 0 0,0 0 1 0 0,0 0-1 0 0,0 0 1 0 0,1 0-1 0 0,-1 0 1 0 0,0 0-1 0 0,0 0 0 0 0,0 0 1 0 0,0 1-1 0 0,0-1 1 0 0,0 0-1 0 0,0 0 1 0 0,0 0-1 0 0,0 0 1 0 0,0 0-1 0 0,0 0 1 0 0,0 1-1 0 0,0-1 1 0 0,0 0-1 0 0,0 0 1 0 0,0 0-1 0 0,0 0 1 0 0,0 0-1 0 0,0 0 1 0 0,0 1-1 0 0,0-1 0 0 0,0 0 1 0 0,0 0-1 0 0,0 0 1 0 0,0 0-1 0 0,0 0 1 0 0,0 0-1 0 0,0 0 1 0 0,0 1-1 0 0,-5 16 259 0 0,-10 21-76 0 0,14-35-169 0 0,-6 14-12 0 0,1 1 0 0 0,0 0 0 0 0,1 0 0 0 0,-2 19 0 0 0,6-33-31 0 0,0-1 0 0 0,1 1 0 0 0,-1 0 0 0 0,1-1 1 0 0,0 1-1 0 0,0 0 0 0 0,0 0 0 0 0,0-1 1 0 0,1 1-1 0 0,0 0 0 0 0,-1 0 0 0 0,1-1 1 0 0,1 1-1 0 0,-1-1 0 0 0,0 1 0 0 0,1-1 1 0 0,0 0-1 0 0,0 1 0 0 0,0-1 0 0 0,0 0 0 0 0,0 0 1 0 0,1 0-1 0 0,-1-1 0 0 0,1 1 0 0 0,0 0 1 0 0,6 3-1 0 0,-6-5 19 0 0,0 0 0 0 0,1 0 0 0 0,-1 0 0 0 0,1-1 0 0 0,-1 1 0 0 0,1-1 0 0 0,-1 0 0 0 0,1 0 0 0 0,-1-1-1 0 0,1 1 1 0 0,-1-1 0 0 0,0 1 0 0 0,1-1 0 0 0,-1 0 0 0 0,0-1 0 0 0,1 1 0 0 0,-1 0 0 0 0,0-1 0 0 0,0 0 0 0 0,0 0 0 0 0,0 1 0 0 0,0-2 0 0 0,-1 1 0 0 0,1 0 0 0 0,-1-1 0 0 0,1 1 0 0 0,2-4 0 0 0,3-3 53 0 0,0-1 0 0 0,0 0 1 0 0,-1 0-1 0 0,0 0 0 0 0,-1-1 0 0 0,8-16 1 0 0,-10 14 54 0 0,0 1 1 0 0,0-1-1 0 0,-1 1 1 0 0,2-26-1 0 0,-5 34-72 0 0,0 0 0 0 0,0 0 0 0 0,0 1 1 0 0,-1-1-1 0 0,1 0 0 0 0,-1 0 0 0 0,0 0 0 0 0,0 1 0 0 0,-3-7 0 0 0,3 8-21 0 0,0 1 0 0 0,0-1 0 0 0,0 1 0 0 0,0-1 0 0 0,0 1 0 0 0,0-1 0 0 0,-1 1 0 0 0,1 0 0 0 0,0 0 0 0 0,-1 0 0 0 0,1 0 0 0 0,-1 0 0 0 0,0 0 0 0 0,1 0 0 0 0,-1 0 0 0 0,0 1 0 0 0,1-1 0 0 0,-1 0 0 0 0,0 1 0 0 0,0 0 0 0 0,-2-1 0 0 0,-1 1-131 0 0,0 1-1 0 0,0 0 0 0 0,1 0 0 0 0,-1 0 0 0 0,0 0 0 0 0,1 1 0 0 0,-1 0 0 0 0,1 0 0 0 0,-1 0 0 0 0,1 0 0 0 0,0 1 0 0 0,0 0 0 0 0,0 0 0 0 0,0 0 1 0 0,0 0-1 0 0,1 1 0 0 0,-5 5 0 0 0,4-6 18 0 0,1 1 0 0 0,-1-1 0 0 0,1 1 1 0 0,1 0-1 0 0,-1 0 0 0 0,0 0 0 0 0,1 0 0 0 0,0 0 1 0 0,0 1-1 0 0,0-1 0 0 0,0 1 0 0 0,1-1 0 0 0,0 1 1 0 0,0 0-1 0 0,0-1 0 0 0,0 1 0 0 0,1 0 0 0 0,0 5 1 0 0,1-8 86 0 0,0 1 0 0 0,0-1 0 0 0,0 0 0 0 0,0 0 0 0 0,0 1 0 0 0,0-1 0 0 0,1 0 0 0 0,-1 0 0 0 0,1 0 0 0 0,0-1 0 0 0,-1 1 0 0 0,1 0 0 0 0,0-1 0 0 0,0 1 0 0 0,0-1 0 0 0,0 1 0 0 0,0-1 0 0 0,0 0 0 0 0,4 1 0 0 0,53 17 675 0 0,-12-3-114 0 0,-45-16-519 0 0,0 1-1 0 0,-1 0 0 0 0,1 0 0 0 0,0 1 0 0 0,0-1 0 0 0,0 0 0 0 0,-1 1 0 0 0,1-1 0 0 0,-1 1 1 0 0,1-1-1 0 0,-1 1 0 0 0,0 0 0 0 0,1-1 0 0 0,-1 1 0 0 0,0 0 0 0 0,0 0 0 0 0,0 0 0 0 0,-1 0 1 0 0,1 0-1 0 0,0 0 0 0 0,-1 0 0 0 0,1 0 0 0 0,-1 3 0 0 0,0-2-43 0 0,0 1 0 0 0,-1 0-1 0 0,0-1 1 0 0,1 1 0 0 0,-1-1 0 0 0,-1 1 0 0 0,1-1-1 0 0,0 1 1 0 0,-1-1 0 0 0,0 0 0 0 0,0 0-1 0 0,-3 5 1 0 0,-6 6-261 0 0,-2 1 0 0 0,0-1-1 0 0,-29 23 1 0 0,42-37 276 0 0,-19 14 132 0 0,-1-1-1 0 0,0 0 0 0 0,-29 13 1 0 0,150-71 3051 0 0,17-6-2873 0 0,-91 38-2124 0 0,-1-2 0 0 0,29-20 0 0 0,-46 28 128 0 0,0-1 0 0 0,-1-1-1 0 0,0 1 1 0 0,9-14 0 0 0,19-20-2741 0 0,-15 30 2566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3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2032 0 0,'2'17'1175'0'0,"1"0"0"0"0,1 0 0 0 0,0 0 0 0 0,1-1 0 0 0,1 1 0 0 0,8 15 0 0 0,3 9-514 0 0,-5-7-323 0 0,15 66-1 0 0,-21-41-4508 0 0,-6-59 4097 0 0,0 0 1 0 0,0-1-1 0 0,0 1 1 0 0,0 0-1 0 0,0 0 1 0 0,0-1-1 0 0,0 1 1 0 0,-1 0-1 0 0,1 0 1 0 0,0 0-1 0 0,0-1 1 0 0,0 1-1 0 0,0 0 1 0 0,-1 0-1 0 0,1 0 1 0 0,0 0-1 0 0,0-1 1 0 0,0 1-1 0 0,-1 0 1 0 0,1 0 0 0 0,0 0-1 0 0,0 0 1 0 0,0 0-1 0 0,-1 0 1 0 0,1 0-1 0 0,0 0 1 0 0,0 0-1 0 0,-1-1 1 0 0,1 1-1 0 0,0 0 1 0 0,0 0-1 0 0,-1 0 1 0 0,1 0-1 0 0,0 1 1 0 0,0-1-1 0 0,-1 0 1 0 0,1 0-1 0 0,0 0 1 0 0,0 0-1 0 0,-1 0 1 0 0,1 0-1 0 0,0 0 1 0 0,0 0-1 0 0,0 0 1 0 0,-1 1 0 0 0,1-1-1 0 0,0 0 1 0 0,0 0-1 0 0,0 0 1 0 0,-1 0-1 0 0,1 1 1 0 0,0-1-1 0 0,0 0 1 0 0,0 0-1 0 0,0 0 1 0 0,0 1-1 0 0,-1-1 1 0 0,1 0-1 0 0,0 0 1 0 0,0 1-1 0 0,0-1 1 0 0,0 0-1 0 0,0 0 1 0 0,0 1-1 0 0,0-1 1 0 0,0 0-1 0 0,-13-16-593 0 0,5 2-500 0 0</inkml:trace>
  <inkml:trace contextRef="#ctx0" brushRef="#br0" timeOffset="1">42 233 752 0 0,'-1'-1'133'0'0,"0"0"0"0"0,0 0 0 0 0,1 0 1 0 0,-1 0-1 0 0,0 0 0 0 0,1-1 0 0 0,-1 1 0 0 0,1 0 0 0 0,-1 0 0 0 0,1-1 0 0 0,0 1 0 0 0,0 0 1 0 0,-1-1-1 0 0,1 1 0 0 0,0 0 0 0 0,0-1 0 0 0,0 1 0 0 0,0 0 0 0 0,1-1 0 0 0,-1 1 1 0 0,0 0-1 0 0,1-3 0 0 0,1 3 179 0 0,0 0 0 0 0,0 0 1 0 0,-1 0-1 0 0,1 0 0 0 0,0 0 0 0 0,0 1 1 0 0,0-1-1 0 0,0 1 0 0 0,0-1 1 0 0,0 1-1 0 0,0 0 0 0 0,3 0 0 0 0,14-3 206 0 0,-2-1-123 0 0,-1 0 1 0 0,30-13-1 0 0,-8-4-1496 0 0,-36 19 672 0 0,1 0 0 0 0,-1 0 1 0 0,0 0-1 0 0,0 0 0 0 0,0 0 0 0 0,0-1 1 0 0,-1 1-1 0 0,1 0 0 0 0,0-1 0 0 0,1-3 0 0 0,-4-6-1204 0 0,-1 8 99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3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0 403 1960 0 0,'1'7'442'0'0,"0"-1"0"0"0,0 1 0 0 0,0-1-1 0 0,0 1 1 0 0,1-1 0 0 0,0 0-1 0 0,1 0 1 0 0,-1 0 0 0 0,1 0 0 0 0,0 0-1 0 0,1 0 1 0 0,-1-1 0 0 0,1 0-1 0 0,7 8 1 0 0,-7-10-229 0 0,0 0 0 0 0,0 0 0 0 0,0 0 0 0 0,1-1 0 0 0,-1 0 0 0 0,1 0 0 0 0,-1 0 0 0 0,1 0 0 0 0,0-1 0 0 0,-1 0 0 0 0,1 0 0 0 0,0 0 0 0 0,0 0 0 0 0,0-1 0 0 0,0 0 0 0 0,0 0 0 0 0,0 0 0 0 0,0-1 0 0 0,0 1 0 0 0,5-3 0 0 0,4 0-299 0 0,-1 0 1 0 0,0-1 0 0 0,0-1-1 0 0,0 0 1 0 0,-1-1 0 0 0,24-15-1 0 0,-23 13-896 0 0,-1-2 0 0 0,1 0 0 0 0,-2 0 0 0 0,0-1 0 0 0,0-1 0 0 0,-1 1 0 0 0,0-2 0 0 0,-1 0 0 0 0,14-25 0 0 0,-10 12-987 0 0</inkml:trace>
  <inkml:trace contextRef="#ctx0" brushRef="#br0" timeOffset="0.82">470 95 1848 0 0,'-3'7'343'0'0,"0"-1"-1"0"0,1 0 0 0 0,1 1 0 0 0,-1-1 1 0 0,1 1-1 0 0,0-1 0 0 0,0 1 0 0 0,1-1 1 0 0,0 1-1 0 0,0 0 0 0 0,0-1 0 0 0,1 1 1 0 0,2 10-1 0 0,-2-15-232 0 0,-1 1 0 0 0,1-1 0 0 0,0 0 0 0 0,0 0 0 0 0,0 1 0 0 0,0-1 1 0 0,0 0-1 0 0,0 0 0 0 0,1 0 0 0 0,-1 0 0 0 0,1 0 0 0 0,-1-1 0 0 0,1 1 0 0 0,0 0 0 0 0,-1-1 0 0 0,1 1 1 0 0,0-1-1 0 0,0 1 0 0 0,0-1 0 0 0,1 0 0 0 0,-1 0 0 0 0,0 0 0 0 0,0 0 0 0 0,0 0 0 0 0,1-1 0 0 0,-1 1 0 0 0,0-1 1 0 0,1 1-1 0 0,-1-1 0 0 0,1 0 0 0 0,-1 0 0 0 0,0 0 0 0 0,1 0 0 0 0,-1-1 0 0 0,1 1 0 0 0,-1 0 0 0 0,0-1 1 0 0,1 0-1 0 0,3-1 0 0 0,2-2 105 0 0,0 1 0 0 0,-1-2 0 0 0,1 1 0 0 0,-1-1 0 0 0,0 0 0 0 0,-1 0 0 0 0,1 0 0 0 0,-1-1 0 0 0,0 0 0 0 0,0-1 0 0 0,-1 1 0 0 0,0-1 0 0 0,6-11 1 0 0,-8 14-78 0 0,0 0 0 0 0,0 0 0 0 0,-1-1 0 0 0,0 0 0 0 0,0 1 0 0 0,0-1 0 0 0,-1 0 0 0 0,1 0 0 0 0,-1 0 0 0 0,0 0 0 0 0,-1 0 0 0 0,1 0 0 0 0,-1 0 0 0 0,0 0 0 0 0,0 0 0 0 0,-1 0 0 0 0,1 0 0 0 0,-1 0 0 0 0,0 0 1 0 0,-1 0-1 0 0,1 1 0 0 0,-1-1 0 0 0,-4-8 0 0 0,5 11-69 0 0,-1-1 0 0 0,1 1 1 0 0,-1 1-1 0 0,0-1 0 0 0,0 0 1 0 0,0 0-1 0 0,0 1 0 0 0,0-1 0 0 0,0 1 1 0 0,0-1-1 0 0,0 1 0 0 0,-1 0 1 0 0,1 0-1 0 0,-1 0 0 0 0,1 0 1 0 0,0 1-1 0 0,-1-1 0 0 0,-3 0 0 0 0,0 1-30 0 0,0 0-1 0 0,0 0 0 0 0,1 0 1 0 0,-1 1-1 0 0,0 0 0 0 0,1 0 1 0 0,-12 4-1 0 0,-2 3-636 0 0,0 0 1 0 0,0 2-1 0 0,-24 15 1 0 0,35-20-55 0 0,-20 13-2534 0 0,21-12-720 0 0,25-12-4271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4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2633 0 0,'16'47'9381'0'0,"-4"31"-5245"0"0,-4-16-2359 0 0,49 166 1679 0 0,-41-179-5443 0 0,23 47 0 0 0,-29-81-1456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4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1888 0 0,'-4'19'6390'0'0,"13"22"-4801"0"0,-5-26-772 0 0,7 45 301 0 0,23 103 438 0 0,-29-144-2686 0 0,2-2 0 0 0,0 1 0 0 0,14 26 0 0 0,-11-32-2263 0 0,-8-20 752 0 0,-2 6 2511 0 0,5-5-1984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2825 0 0,'1'15'1361'0'0,"2"-1"1"0"0,-1 1 0 0 0,2-1 0 0 0,0 0-1 0 0,10 24 1 0 0,5 21 507 0 0,1 10-407 0 0,-7-27-763 0 0,12 66-1 0 0,-24-97-530 0 0,1 1 0 0 0,-1-1 0 0 0,-1 0 0 0 0,0 1-1 0 0,-1-1 1 0 0,0 0 0 0 0,-1 0 0 0 0,0 1 0 0 0,0-1-1 0 0,-9 21 1 0 0,10-29-137 0 0,-1-1 0 0 0,1 1 0 0 0,-1 0 0 0 0,0-1-1 0 0,1 1 1 0 0,-1-1 0 0 0,0 0 0 0 0,-1 1 0 0 0,1-1 0 0 0,0 0 0 0 0,-1 0 0 0 0,1-1 0 0 0,-1 1-1 0 0,1 0 1 0 0,-1-1 0 0 0,0 1 0 0 0,1-1 0 0 0,-1 0 0 0 0,0 0 0 0 0,0 0 0 0 0,0-1-1 0 0,0 1 1 0 0,0-1 0 0 0,0 1 0 0 0,0-1 0 0 0,0 0 0 0 0,-1 0 0 0 0,1 0 0 0 0,0-1-1 0 0,0 1 1 0 0,0-1 0 0 0,0 0 0 0 0,0 1 0 0 0,0-1 0 0 0,1-1 0 0 0,-1 1 0 0 0,0 0 0 0 0,-3-3-1 0 0,1 2-58 0 0,1 0 0 0 0,0-1 0 0 0,-1 0 0 0 0,1 1 0 0 0,0-1 0 0 0,1-1 0 0 0,-1 1-1 0 0,0-1 1 0 0,1 1 0 0 0,0-1 0 0 0,0 0 0 0 0,0 0 0 0 0,0 0 0 0 0,1-1 0 0 0,0 1 0 0 0,-1-1-1 0 0,2 1 1 0 0,-1-1 0 0 0,0 0 0 0 0,1 1 0 0 0,0-1 0 0 0,0 0 0 0 0,0-7 0 0 0,2 8-97 0 0,0 1 1 0 0,-1-1 0 0 0,2 0-1 0 0,-1 1 1 0 0,0-1 0 0 0,1 1 0 0 0,0 0-1 0 0,0 0 1 0 0,0-1 0 0 0,0 1-1 0 0,0 0 1 0 0,1 0 0 0 0,-1 1-1 0 0,6-6 1 0 0,50-35-2527 0 0,-27 21 1088 0 0,-17 10 516 0 0,0 0 0 0 0,-1-1 0 0 0,0 0 0 0 0,-1-1 0 0 0,0-1 1 0 0,-2 0-1 0 0,1 0 0 0 0,11-26 0 0 0,-13 24 440 0 0,1 10-792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5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26 1448 0 0,'13'43'8110'0'0,"-10"-29"-6619"0"0,23 82 4862 0 0,-4 5-4347 0 0,-17-75-1902 0 0,-2 0 1 0 0,0 0-1 0 0,-2 0 1 0 0,-1 0-1 0 0,-6 43 1 0 0,6-67-150 0 0,0 0 0 0 0,0-1 1 0 0,0 1-1 0 0,0 0 0 0 0,-1-1 1 0 0,1 1-1 0 0,-1 0 0 0 0,1-1 0 0 0,-1 1 1 0 0,0-1-1 0 0,0 1 0 0 0,1-1 0 0 0,-1 1 1 0 0,0-1-1 0 0,0 1 0 0 0,-1-1 0 0 0,1 0 1 0 0,0 0-1 0 0,0 1 0 0 0,-1-1 0 0 0,1 0 1 0 0,0 0-1 0 0,-1 0 0 0 0,-2 1 0 0 0,2-2-63 0 0,0 0-1 0 0,-1 0 0 0 0,1 0 0 0 0,0 0 0 0 0,0 0 0 0 0,0 0 0 0 0,0-1 1 0 0,0 1-1 0 0,-1-1 0 0 0,1 1 0 0 0,0-1 0 0 0,0 0 0 0 0,0 0 0 0 0,0 0 1 0 0,1 0-1 0 0,-4-3 0 0 0,-1 0-67 0 0,0 0 0 0 0,1-1 1 0 0,0 1-1 0 0,-1-1 0 0 0,2-1 0 0 0,-1 1 0 0 0,1-1 1 0 0,0 0-1 0 0,0 0 0 0 0,0 0 0 0 0,-3-9 1 0 0,6 10 132 0 0,0 1 0 0 0,0 0 0 0 0,1-1 0 0 0,0 1 0 0 0,0-1 0 0 0,0 1 0 0 0,0 0 0 0 0,1-1 0 0 0,-1 1 0 0 0,1 0 0 0 0,0 0 0 0 0,0-1 0 0 0,1 1 0 0 0,0 0 0 0 0,-1 0 0 0 0,1 0 0 0 0,5-6 0 0 0,3-5-643 0 0,1 1-1 0 0,1 0 0 0 0,15-14 1 0 0,16-18-6807 0 0,-33 32 6006 0 0,2 4-410 0 0</inkml:trace>
  <inkml:trace contextRef="#ctx0" brushRef="#br0" timeOffset="1">241 0 1656 0 0,'-1'0'173'0'0,"1"1"0"0"0,-1-1 0 0 0,1 1-1 0 0,-1-1 1 0 0,1 1 0 0 0,-1-1 0 0 0,1 1-1 0 0,-1-1 1 0 0,1 1 0 0 0,-1 0 0 0 0,1-1-1 0 0,0 1 1 0 0,0 0 0 0 0,-1-1 0 0 0,1 1-1 0 0,0 0 1 0 0,0-1 0 0 0,-1 1 0 0 0,1 0-1 0 0,0 0 1 0 0,0-1 0 0 0,0 1 0 0 0,0 0-1 0 0,0 0 1 0 0,0-1 0 0 0,0 1 0 0 0,1 0-1 0 0,-1-1 1 0 0,0 1 0 0 0,1 1-1 0 0,4 30 2125 0 0,-4-28-1760 0 0,5 17 285 0 0,0 1 1 0 0,2-1-1 0 0,0-1 1 0 0,15 26-1 0 0,-13-27-1423 0 0,-1 0 1 0 0,-1 1-1 0 0,0 0 1 0 0,8 37-1 0 0,-16-44-5992 0 0,-7-23 4426 0 0,-5-22 1415 0 0,11 18-130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5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97 792 0 0,'-5'-11'657'0'0,"3"7"-267"0"0,0 0 0 0 0,0-1 1 0 0,0 1-1 0 0,1-1 0 0 0,0 1 0 0 0,-1-1 0 0 0,1 1 1 0 0,1-1-1 0 0,-1 0 0 0 0,1-7 0 0 0,1 11-125 0 0,0 0 0 0 0,0 0-1 0 0,0 0 1 0 0,0 0 0 0 0,0 0-1 0 0,0 1 1 0 0,1-1 0 0 0,-1 0-1 0 0,0 1 1 0 0,0-1 0 0 0,1 1-1 0 0,-1-1 1 0 0,0 1 0 0 0,1-1-1 0 0,-1 1 1 0 0,1 0 0 0 0,-1 0-1 0 0,3 0 1 0 0,33-1 1177 0 0,-23 1-1171 0 0,-13 0-292 0 0,63-5 325 0 0,-24-5-5055 0 0,-38 8 2733 0 0,-4 2 322 0 0,-6 2-100 0 0,-1 2-61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6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1 158 2208 0 0,'0'1'99'0'0,"0"1"-1"0"0,0-1 1 0 0,1 1-1 0 0,-1-1 0 0 0,0 1 1 0 0,1-1-1 0 0,-1 1 0 0 0,1-1 1 0 0,-1 0-1 0 0,1 1 0 0 0,0-1 1 0 0,0 0-1 0 0,0 0 0 0 0,0 1 1 0 0,-1-1-1 0 0,1 0 0 0 0,1 0 1 0 0,0 1-1 0 0,-1-1 3 0 0,0-1 0 0 0,0 0 0 0 0,0 1 0 0 0,0-1 0 0 0,0 0 0 0 0,0 0 0 0 0,1 0 0 0 0,-1 0 0 0 0,0 0 0 0 0,0 0 0 0 0,0 0 0 0 0,0 0 0 0 0,0-1 0 0 0,0 1 0 0 0,0 0 0 0 0,0 0 0 0 0,0-1 0 0 0,0 1 0 0 0,0-1 0 0 0,1 0 0 0 0,6-4 707 0 0,0-1 0 0 0,0-1-1 0 0,0 1 1 0 0,10-13 0 0 0,-5 6 251 0 0,18-17 938 0 0,-18 16-1480 0 0,0 1-1 0 0,1 0 1 0 0,0 1-1 0 0,1 1 1 0 0,0 0-1 0 0,23-11 1 0 0,-43 51 565 0 0,-45 70-658 0 0,38-81-430 0 0,2 0 1 0 0,0 1-1 0 0,1 0 1 0 0,1 0-1 0 0,0 1 1 0 0,2 0-1 0 0,1 1 1 0 0,-5 28-1 0 0,10-47 5 0 0,-1-1 0 0 0,1 1 1 0 0,0-1-1 0 0,0 0 0 0 0,0 1 0 0 0,0-1 0 0 0,0 1 0 0 0,1-1 0 0 0,-1 0 0 0 0,0 1 0 0 0,1-1 0 0 0,-1 1 0 0 0,1-1 1 0 0,-1 0-1 0 0,1 1 0 0 0,0-1 0 0 0,-1 0 0 0 0,1 0 0 0 0,0 0 0 0 0,0 0 0 0 0,0 1 0 0 0,0-1 0 0 0,0 0 0 0 0,0 0 1 0 0,0-1-1 0 0,2 3 0 0 0,0-3 5 0 0,-1 1 0 0 0,1 0 0 0 0,0-1 0 0 0,-1 0 0 0 0,1 1 0 0 0,-1-1 0 0 0,1 0 0 0 0,0 0 0 0 0,-1-1 0 0 0,1 1 1 0 0,-1 0-1 0 0,1-1 0 0 0,3-1 0 0 0,7-2 10 0 0,0-2 0 0 0,0 1 1 0 0,-1-1-1 0 0,19-13 0 0 0,-15 8-423 0 0,-1-1 0 0 0,0-1 1 0 0,-1-1-1 0 0,16-19 0 0 0,-18 18-1346 0 0,0 0 0 0 0,-2-1 0 0 0,0 0 0 0 0,0 0 0 0 0,-2-1 1 0 0,0-1-1 0 0,10-33 0 0 0,-12 31-47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6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1 150 2385 0 0,'7'-6'976'0'0,"1"1"0"0"0,0 0 0 0 0,0 0 0 0 0,0 1 1 0 0,0 0-1 0 0,1 0 0 0 0,-1 1 0 0 0,1 0 0 0 0,0 1 1 0 0,0 0-1 0 0,18-2 0 0 0,-25 4-870 0 0,-1 1 0 0 0,1-1-1 0 0,-1 0 1 0 0,1 1 0 0 0,-1-1 0 0 0,0 1 0 0 0,1-1 0 0 0,-1 1-1 0 0,0 0 1 0 0,1-1 0 0 0,-1 1 0 0 0,0 0 0 0 0,0 0-1 0 0,0 0 1 0 0,0 0 0 0 0,0 0 0 0 0,0 0 0 0 0,0 1 0 0 0,0-1-1 0 0,0 0 1 0 0,0 0 0 0 0,0 1 0 0 0,-1-1 0 0 0,1 0-1 0 0,-1 1 1 0 0,1-1 0 0 0,-1 1 0 0 0,1-1 0 0 0,-1 0 0 0 0,0 1-1 0 0,0-1 1 0 0,0 1 0 0 0,0 2 0 0 0,-2 55 1004 0 0,2-55-1036 0 0,-7 38 263 0 0,-13 47 0 0 0,12-63-315 0 0,1 0 0 0 0,2 0-1 0 0,1 1 1 0 0,1 0 0 0 0,1 0-1 0 0,1 28 1 0 0,1-52-46 0 0,0-1 0 0 0,0 0 1 0 0,0 0-1 0 0,1 0 0 0 0,-1 1 0 0 0,0-1 1 0 0,1 0-1 0 0,-1 0 0 0 0,1 0 0 0 0,0 0 1 0 0,0 0-1 0 0,0 1 0 0 0,0-2 0 0 0,0 1 1 0 0,0 0-1 0 0,1 0 0 0 0,-1 0 0 0 0,1 0 1 0 0,-1-1-1 0 0,1 1 0 0 0,-1-1 0 0 0,1 1 1 0 0,0-1-1 0 0,0 0 0 0 0,0 0 0 0 0,0 0 1 0 0,0 0-1 0 0,3 2 0 0 0,-1-3-34 0 0,0 0-1 0 0,-1-1 1 0 0,1 1 0 0 0,0 0-1 0 0,0-1 1 0 0,-1 0-1 0 0,1 0 1 0 0,0 0-1 0 0,-1-1 1 0 0,1 1 0 0 0,-1-1-1 0 0,0 1 1 0 0,1-1-1 0 0,-1 0 1 0 0,0-1 0 0 0,4-2-1 0 0,9-8-643 0 0,0-1 0 0 0,0 0 0 0 0,-2 0-1 0 0,0-2 1 0 0,0 0 0 0 0,-2 0 0 0 0,0-1-1 0 0,0-1 1 0 0,-2 0 0 0 0,9-20 0 0 0,-14 24 415 0 0,0 0-1 0 0,-1-1 1 0 0,0 1 0 0 0,-1-1 0 0 0,0 0 0 0 0,-2 1 0 0 0,0-1-1 0 0,0 0 1 0 0,-1 0 0 0 0,-1 0 0 0 0,-1 0 0 0 0,0 0 0 0 0,-1 0-1 0 0,-7-23 1 0 0,3 21 574 0 0,5 13-80 0 0,0 0 0 0 0,1 0 0 0 0,-1-1 0 0 0,1 1-1 0 0,-1-1 1 0 0,1 1 0 0 0,1-1 0 0 0,-1 0 0 0 0,1-6-1 0 0,19 61 2778 0 0,28 125 295 0 0,-20-57-4021 0 0,-13-58-1046 0 0,-26-96-9032 0 0,-7-47 12640 0 0,19 81-1556 0 0,0-1 1 0 0,0 1 0 0 0,1 0-1 0 0,-1-1 1 0 0,1 1 0 0 0,0-1 0 0 0,0 1-1 0 0,0 0 1 0 0,0-1 0 0 0,0 1-1 0 0,0 0 1 0 0,0 0 0 0 0,1 0-1 0 0,-1 0 1 0 0,3-2 0 0 0,34-34-168 0 0,-12 11-1162 0 0,1-7-966 0 0,27-44 0 0 0,-47 66 2071 0 0,0 0-1 0 0,-1-1 1 0 0,0 0 0 0 0,-1 0-1 0 0,-1 0 1 0 0,0 0 0 0 0,4-27-1 0 0,-10 28 1826 0 0,-4 14 899 0 0,-7 20 169 0 0,7 15-1508 0 0,2-1 0 0 0,1 1-1 0 0,2 0 1 0 0,5 52 0 0 0,-2-35-1392 0 0,-1-35-586 0 0,0 1-1 0 0,1-1 0 0 0,0-1 0 0 0,8 25 1 0 0,-10-42 444 0 0,-1-1 1 0 0,1 0-1 0 0,0 0 0 0 0,0 1 1 0 0,0-1-1 0 0,0 0 1 0 0,0 1-1 0 0,0-1 1 0 0,0 0-1 0 0,0 1 0 0 0,0-1 1 0 0,0 0-1 0 0,0 0 1 0 0,1 1-1 0 0,-1-1 1 0 0,0 0-1 0 0,0 0 0 0 0,0 1 1 0 0,0-1-1 0 0,0 0 1 0 0,0 1-1 0 0,1-1 1 0 0,-1 0-1 0 0,0 0 0 0 0,0 0 1 0 0,0 1-1 0 0,1-1 1 0 0,-1 0-1 0 0,0 0 1 0 0,0 0-1 0 0,1 1 0 0 0,-1-1 1 0 0,0 0-1 0 0,0 0 1 0 0,1 0-1 0 0,-1 0 1 0 0,0 0-1 0 0,0 0 0 0 0,1 0 1 0 0,-1 0-1 0 0,0 0 1 0 0,1 0-1 0 0,-1 0 0 0 0,0 0 1 0 0,0 0-1 0 0,1 0 1 0 0,-1 0-1 0 0,0 0 1 0 0,1 0-1 0 0,-1 0 0 0 0,1 0 1 0 0,6-19-2295 0 0,-1-28 1071 0 0,-13-26 1561 0 0,-1 3 3319 0 0,8 70-3461 0 0,0 0 1 0 0,0-1-1 0 0,0 1 0 0 0,0 0 0 0 0,0-1 1 0 0,0 1-1 0 0,0 0 0 0 0,0-1 1 0 0,0 1-1 0 0,0 0 0 0 0,0-1 1 0 0,0 1-1 0 0,0 0 0 0 0,0-1 1 0 0,1 1-1 0 0,-1 0 0 0 0,0-1 0 0 0,0 1 1 0 0,0 0-1 0 0,0 0 0 0 0,1-1 1 0 0,-1 1-1 0 0,0 0 0 0 0,0 0 1 0 0,1-1-1 0 0,-1 1 0 0 0,0 0 1 0 0,0 0-1 0 0,1 0 0 0 0,-1-1 0 0 0,0 1 1 0 0,1 0-1 0 0,-1 0 0 0 0,0 0 1 0 0,1 0-1 0 0,-1 0 0 0 0,0 0 1 0 0,1 0-1 0 0,-1 0 0 0 0,0 0 1 0 0,1 0-1 0 0,-1 0 0 0 0,1 0 0 0 0,20 9 1542 0 0,23 24-876 0 0,-40-29-456 0 0,37 32 128 0 0,-24-20-1467 0 0,1-1-1 0 0,0 0 1 0 0,1-2 0 0 0,29 17 0 0 0,-48-29 902 0 0,1-1 0 0 0,0 1 0 0 0,-1-1 0 0 0,1 0 0 0 0,0 1 0 0 0,-1-1 0 0 0,1 1 1 0 0,0-1-1 0 0,0 0 0 0 0,-1 0 0 0 0,1 1 0 0 0,0-1 0 0 0,0 0 0 0 0,0 0 0 0 0,-1 0 1 0 0,1 0-1 0 0,0 0 0 0 0,0 0 0 0 0,0 0 0 0 0,-1 0 0 0 0,1 0 0 0 0,0 0 0 0 0,0-1 1 0 0,-1 1-1 0 0,1 0 0 0 0,0 0 0 0 0,0-1 0 0 0,-1 1 0 0 0,1 0 0 0 0,0-1 0 0 0,-1 1 0 0 0,1-1 1 0 0,0 1-1 0 0,-1-1 0 0 0,1 1 0 0 0,-1-1 0 0 0,1 0 0 0 0,-1 1 0 0 0,1-1 0 0 0,-1 0 1 0 0,1 1-1 0 0,-1-1 0 0 0,0 0 0 0 0,1 1 0 0 0,-1-1 0 0 0,0 0 0 0 0,0 0 0 0 0,1 0 1 0 0,-1 1-1 0 0,0-1 0 0 0,0 0 0 0 0,0 0 0 0 0,0 0 0 0 0,0 1 0 0 0,0-1 0 0 0,0 0 0 0 0,0 0 1 0 0,-1 1-1 0 0,1-1 0 0 0,0 0 0 0 0,-1-1 0 0 0,1-11-1431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6:57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1 203 1936 0 0,'35'18'7486'0'0,"-28"-18"-7215"0"0,0 0 0 0 0,-1-1 0 0 0,1 0 0 0 0,0 0 0 0 0,-1 0-1 0 0,1-1 1 0 0,-1 0 0 0 0,1 0 0 0 0,-1 0 0 0 0,0-1 0 0 0,0 0 0 0 0,0-1 0 0 0,0 1 0 0 0,-1-1 0 0 0,1 0 0 0 0,-1 0-1 0 0,0-1 1 0 0,4-4 0 0 0,8-8 534 0 0,-1-1 0 0 0,-1-1-1 0 0,23-34 1 0 0,-30 38-324 0 0,-6 10-96 0 0,1 0 1 0 0,-1-1-1 0 0,1 1 1 0 0,1 1-1 0 0,-1-1 1 0 0,1 0-1 0 0,7-7 1 0 0,-8 15-238 0 0,-1 1 0 0 0,1-1 0 0 0,-1 1 1 0 0,0 0-1 0 0,-1 0 0 0 0,1 0 0 0 0,-1 0 1 0 0,3 8-1 0 0,-3-8-5 0 0,33 90 341 0 0,-13-36 480 0 0,18 72 0 0 0,-34-107-1596 0 0,-1 1 1 0 0,0 26-1 0 0,-3-32-874 0 0,-2 0 0 0 0,0 1 1 0 0,-5 26-1 0 0,6-44 1046 0 0,0-1 0 0 0,-1 1 0 0 0,1 0 0 0 0,0 0 0 0 0,0 0 0 0 0,0 0 0 0 0,-1 0 1 0 0,1 0-1 0 0,0-1 0 0 0,-1 1 0 0 0,1 0 0 0 0,-1 0 0 0 0,1 0 0 0 0,-1-1 0 0 0,1 1 0 0 0,-1 0 1 0 0,0-1-1 0 0,1 1 0 0 0,-1 0 0 0 0,0-1 0 0 0,1 1 0 0 0,-1-1 0 0 0,0 1 0 0 0,0-1 0 0 0,-1 1 0 0 0,-7 0-3690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7:53.25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95 2673 0 0,'7'1'7890'0'0,"36"2"-6294"0"0,-25 2-1447 0 0,0-2 1 0 0,1 0 0 0 0,-1-1-1 0 0,1-1 1 0 0,-1 0 0 0 0,1-2-1 0 0,25-3 1 0 0,-14-2 48 0 0,0-1-1 0 0,-1-2 0 0 0,0-1 1 0 0,-1 0-1 0 0,29-17 0 0 0,-44 22-104 0 0,1 0-1 0 0,0 1 0 0 0,0 1 0 0 0,0 0 0 0 0,0 1 0 0 0,0 1 0 0 0,0 0 0 0 0,0 1 0 0 0,1 0 0 0 0,14 3 0 0 0,58-3 258 0 0,-43-2-99 0 0,43 4 0 0 0,41-1-148 0 0,111-20-10 0 0,-234 18-79 0 0,1 1-1 0 0,-1 0 1 0 0,0 1 0 0 0,1-1-1 0 0,-1 1 1 0 0,0 0 0 0 0,0 0-1 0 0,0 1 1 0 0,0 0 0 0 0,0 0-1 0 0,9 4 1 0 0,12 6-17 0 0,-17-10 5 0 0,0 1-1 0 0,0-1 1 0 0,0 0-1 0 0,0-1 1 0 0,0 0-1 0 0,0-1 1 0 0,0 0-1 0 0,0 0 1 0 0,0 0-1 0 0,0-2 1 0 0,0 1 0 0 0,0-1-1 0 0,12-4 1 0 0,-6 1 118 0 0,2-1-2865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01.11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24 44 912 0 0,'-24'30'6265'0'0,"25"-30"-6191"0"0,7 3 286 0 0,-2 0-189 0 0,0-1-1 0 0,0 0 1 0 0,1-1 0 0 0,-1 1 0 0 0,0-1 0 0 0,1 0 0 0 0,-1-1-1 0 0,1 1 1 0 0,-1-1 0 0 0,1-1 0 0 0,6 0 0 0 0,33-7 360 0 0,-13 2-225 0 0,0 2 1 0 0,35-1 0 0 0,-42 3-106 0 0,0 0 1 0 0,0-2 0 0 0,-1-1 0 0 0,39-13-1 0 0,-45 11-92 0 0,-1 1-1 0 0,1 1 1 0 0,0 1-1 0 0,1 1 0 0 0,-1 1 1 0 0,1 0-1 0 0,-1 1 0 0 0,1 2 1 0 0,27 2-1 0 0,21 8 121 0 0,100 1 0 0 0,1 1-183 0 0,-12-7 48 0 0,-2 1 88 0 0,-117-3-142 0 0,0-2-1 0 0,0-2 1 0 0,62-7-1 0 0,110-32 5 0 0,-159 31-56 0 0,0 3 0 0 0,0 2 1 0 0,0 3-1 0 0,79 8 0 0 0,-88-5-33 0 0,232 26 219 0 0,-106-27-146 0 0,5 0 0 0 0,402 25-64 0 0,-398-31 97 0 0,-124 0 29 0 0,100 5 1 0 0,268 56 609 0 0,-188-23-220 0 0,-171-29-390 0 0,1-3-1 0 0,102-9 1 0 0,2 0-15 0 0,112-6-57 0 0,-105 3 91 0 0,-130 8-56 0 0,641-6 371 0 0,-615 7-295 0 0,0-2 0 0 0,124-23 0 0 0,-76 8 3 0 0,98-12 76 0 0,-114 23 374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05.09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76 1600 0 0,'0'7'4878'0'0,"17"-3"-4080"0"0,19 8 237 0 0,-13-3-849 0 0,0-1 0 0 0,0-1 0 0 0,1-1 0 0 0,0-1-1 0 0,1-1 1 0 0,-1-1 0 0 0,41-1 0 0 0,110-27 661 0 0,-116 15-756 0 0,-10 4-4 0 0,0 2 1 0 0,0 2-1 0 0,50 4 1 0 0,151 23 340 0 0,-124-10-322 0 0,-4-2 141 0 0,174-6 1 0 0,126-2 230 0 0,-74 26-87 0 0,-201-15-254 0 0,199-10 333 0 0,-191-9-322 0 0,21-3-3 0 0,105 4 243 0 0,-194 5-263 0 0,145-15 0 0 0,-2-1-11 0 0,372-4-28 0 0,-455 8 168 0 0,203 13 0 0 0,-304-2-230 0 0,67-7 0 0 0,-70 1 39 0 0,85 5-1 0 0,245 24 546 0 0,-305-22-423 0 0,98-7-1 0 0,25 1 80 0 0,-98 3-130 0 0,-1-5 0 0 0,124-21 0 0 0,-134 15-98 0 0,431-56 30 0 0,-381 51-81 0 0,219-32 208 0 0,-346 47-161 0 0,1 0 0 0 0,-1 0-1 0 0,1 1 1 0 0,-1 0-1 0 0,1 0 1 0 0,-1 1 0 0 0,1-1-1 0 0,-1 1 1 0 0,8 2-1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1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34 118 1712 0 0,'-33'6'13035'0'0,"51"0"-11232"0"0,34 5-999 0 0,1-1 1 0 0,94 3-1 0 0,106-16-285 0 0,-169 1-245 0 0,-1 4-137 0 0,38 10 108 0 0,-39-4 23 0 0,-81-7-259 0 0,0-1 1 0 0,0 0-1 0 0,0 1 1 0 0,0-1-1 0 0,0 0 1 0 0,0 0-1 0 0,1 0 1 0 0,-1 0-1 0 0,0 0 1 0 0,0 0-1 0 0,0 0 1 0 0,0 0-1 0 0,0 0 1 0 0,0-1-1 0 0,0 1 1 0 0,0 0-1 0 0,0-1 1 0 0,0 1-1 0 0,0-1 1 0 0,0 1-1 0 0,0-1 1 0 0,0 1-1 0 0,0-1 1 0 0,-1 0-1 0 0,1 1 1 0 0,0-1 0 0 0,1-2-1 0 0,-2 2 7 0 0,0 0 1 0 0,0-1-1 0 0,0 1 1 0 0,0-1-1 0 0,-1 1 1 0 0,1-1-1 0 0,-1 1 1 0 0,1 0-1 0 0,-1-1 0 0 0,1 1 1 0 0,-1 0-1 0 0,0-1 1 0 0,1 1-1 0 0,-1 0 1 0 0,0 0-1 0 0,0 0 0 0 0,-1-2 1 0 0,-49-46 272 0 0,38 38-240 0 0,0 1 1 0 0,-1 0 0 0 0,0 0 0 0 0,-1 2 0 0 0,0 0 0 0 0,0 1 0 0 0,-1 0 0 0 0,0 1-1 0 0,0 1 1 0 0,-1 0 0 0 0,1 1 0 0 0,-1 1 0 0 0,0 1 0 0 0,-30-1 0 0 0,58 6-33 0 0,0-1 0 0 0,1 1 0 0 0,-1 1 1 0 0,0 0-1 0 0,-1 1 0 0 0,12 6 0 0 0,8 3-53 0 0,175 62 776 0 0,-204-75-695 0 0,-1-1 1 0 0,1 0-1 0 0,-1 1 0 0 0,1-1 1 0 0,-1 1-1 0 0,1-1 1 0 0,-1 1-1 0 0,0-1 0 0 0,1 1 1 0 0,-1-1-1 0 0,0 1 1 0 0,0 0-1 0 0,1-1 0 0 0,-1 1 1 0 0,0-1-1 0 0,0 1 1 0 0,0 0-1 0 0,0-1 0 0 0,0 1 1 0 0,0-1-1 0 0,0 1 0 0 0,0 0 1 0 0,0-1-1 0 0,0 1 1 0 0,0-1-1 0 0,0 1 0 0 0,0 0 1 0 0,0-1-1 0 0,-1 1 1 0 0,1-1-1 0 0,0 1 0 0 0,0 0 1 0 0,-1-1-1 0 0,1 1 1 0 0,0-1-1 0 0,-1 1 0 0 0,1-1 1 0 0,-1 1-1 0 0,1-1 1 0 0,0 1-1 0 0,-1-1 0 0 0,1 0 1 0 0,-1 1-1 0 0,0 0 0 0 0,-25 27 363 0 0,23-25-338 0 0,-92 88 531 0 0,-7 7-4605 0 0,100-96 3423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2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361 161 2176 0 0,'-105'-96'8607'0'0,"95"88"-8074"0"0,-1 0 1 0 0,-1 0-1 0 0,0 1 0 0 0,0 0 1 0 0,0 1-1 0 0,-1 1 1 0 0,0 0-1 0 0,-17-4 0 0 0,27 8-405 0 0,1 1 0 0 0,-1 0 0 0 0,0-1-1 0 0,0 1 1 0 0,0 0 0 0 0,0 0 0 0 0,0 1 0 0 0,0-1-1 0 0,0 1 1 0 0,0 0 0 0 0,0-1 0 0 0,0 1-1 0 0,0 0 1 0 0,1 1 0 0 0,-1-1 0 0 0,0 0 0 0 0,1 1-1 0 0,-4 2 1 0 0,2-1-19 0 0,0 1-1 0 0,0 1 1 0 0,0-1 0 0 0,0 0-1 0 0,1 1 1 0 0,0 0-1 0 0,0 0 1 0 0,-5 10 0 0 0,1 2-38 0 0,1 0 0 0 0,1 1 1 0 0,0 0-1 0 0,-4 36 0 0 0,6-20-45 0 0,2 0-1 0 0,1 1 0 0 0,1-1 0 0 0,2 1 0 0 0,8 35 0 0 0,-9-55-24 0 0,2-1-1 0 0,-1 1 1 0 0,2-1-1 0 0,0 0 1 0 0,1 0-1 0 0,0 0 0 0 0,1-1 1 0 0,1 0-1 0 0,0-1 1 0 0,0 1-1 0 0,1-1 1 0 0,1-1-1 0 0,0 0 0 0 0,13 11 1 0 0,-18-19-32 0 0,-1 1-1 0 0,1-2 1 0 0,0 1 0 0 0,0 0-1 0 0,0-1 1 0 0,0 0 0 0 0,1 0 0 0 0,-1-1-1 0 0,0 1 1 0 0,1-1 0 0 0,-1 0 0 0 0,1-1-1 0 0,0 1 1 0 0,-1-1 0 0 0,9-1 0 0 0,-4 0-136 0 0,-1-1 1 0 0,1 0 0 0 0,-1-1 0 0 0,0 0-1 0 0,0 0 1 0 0,0-1 0 0 0,0 0 0 0 0,11-8-1 0 0,-1 0-853 0 0,-1-2 0 0 0,-1 0-1 0 0,0-1 1 0 0,0-1-1 0 0,-2 0 1 0 0,0-1 0 0 0,12-19-1 0 0,-21 28 150 0 0,-1-1 0 0 0,-1 1 0 0 0,0-1-1 0 0,0 0 1 0 0,-1 0 0 0 0,4-16 0 0 0,0 3-1630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2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 6017 0 0,'-1'0'228'0'0,"0"-1"-1"0"0,0 0 0 0 0,0 1 1 0 0,0 0-1 0 0,0-1 1 0 0,-1 1-1 0 0,1 0 0 0 0,0-1 1 0 0,0 1-1 0 0,0 0 1 0 0,-1 0-1 0 0,1 0 0 0 0,0 0 1 0 0,0 0-1 0 0,-1 1 1 0 0,1-1-1 0 0,0 0 0 0 0,0 0 1 0 0,0 1-1 0 0,0-1 1 0 0,0 1-1 0 0,-1-1 0 0 0,1 1 1 0 0,0-1-1 0 0,0 1 1 0 0,0 0-1 0 0,-1 0 0 0 0,1 1-43 0 0,0 0 0 0 0,-1 0-1 0 0,1 1 1 0 0,0-1-1 0 0,0 0 1 0 0,0 1 0 0 0,0-1-1 0 0,0 0 1 0 0,1 1-1 0 0,-1-1 1 0 0,1 1 0 0 0,0 3-1 0 0,-1 12-5 0 0,2 0 0 0 0,0 0 0 0 0,4 19 0 0 0,-3-26 350 0 0,12 83-20 0 0,34 112 1 0 0,-31-148-3145 0 0,35 75 1 0 0,-40-114 268 0 0,-3-16-1347 0 0,-8-5 3500 0 0,0 0 1 0 0,0 1 0 0 0,0-1 0 0 0,-1 1-1 0 0,1-1 1 0 0,0 0 0 0 0,-1 0-1 0 0,0 1 1 0 0,1-1 0 0 0,-1 0-1 0 0,0 0 1 0 0,0 0 0 0 0,0 1 0 0 0,0-1-1 0 0,0 0 1 0 0,0-2 0 0 0,1-16-1333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3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50 167 1072 0 0,'-3'-6'369'0'0,"-4"-6"434"0"0,0-2 0 0 0,1 1 1 0 0,0-1-1 0 0,1 0 0 0 0,1 0 0 0 0,0 0 1 0 0,-3-28-1 0 0,7 41-679 0 0,0 1-1 0 0,1-1 1 0 0,-1 0-1 0 0,0 0 1 0 0,1 1-1 0 0,-1-1 1 0 0,1 0 0 0 0,-1 1-1 0 0,1-1 1 0 0,-1 0-1 0 0,1 1 1 0 0,0-1-1 0 0,-1 1 1 0 0,1-1 0 0 0,0 1-1 0 0,-1-1 1 0 0,1 1-1 0 0,0-1 1 0 0,0 1 0 0 0,-1 0-1 0 0,1 0 1 0 0,0-1-1 0 0,0 1 1 0 0,0 0-1 0 0,-1 0 1 0 0,1 0 0 0 0,0 0-1 0 0,0 0 1 0 0,1 0-1 0 0,34-1 1330 0 0,-25 1-857 0 0,43-4 1132 0 0,-36 1-1341 0 0,0 2 1 0 0,0 0-1 0 0,1 0 0 0 0,-1 2 0 0 0,0 1 0 0 0,0 0 1 0 0,0 1-1 0 0,18 5 0 0 0,-33-7-294 0 0,-1 0-1 0 0,0 0 1 0 0,1 0-1 0 0,-1 1 1 0 0,0-1-1 0 0,0 1 1 0 0,1-1-1 0 0,-1 1 1 0 0,0 0-1 0 0,-1 0 1 0 0,1 0-1 0 0,0 0 1 0 0,0 0-1 0 0,-1 0 1 0 0,0 0-1 0 0,1 0 1 0 0,-1 1-1 0 0,0-1 1 0 0,0 1-1 0 0,1 2 1 0 0,-1 0 10 0 0,0 0 1 0 0,-1 1 0 0 0,1-1 0 0 0,-1 0-1 0 0,0 0 1 0 0,-1 0 0 0 0,1 0-1 0 0,-1 0 1 0 0,-2 10 0 0 0,-3 2 4 0 0,0-1 0 0 0,-1 0 0 0 0,0 0 0 0 0,-2 0 0 0 0,-9 14-1 0 0,0-7-130 0 0,-1 0-1 0 0,0-1 0 0 0,-25 20 1 0 0,19-18-1050 0 0,-33 41 0 0 0,56-63 847 0 0,1-1-1 0 0,0 1 1 0 0,-1-1 0 0 0,1 1 0 0 0,0 0-1 0 0,0 0 1 0 0,1-1 0 0 0,-1 1 0 0 0,0 0-1 0 0,0 0 1 0 0,1 0 0 0 0,-1 0-1 0 0,1 0 1 0 0,0 0 0 0 0,-1-1 0 0 0,1 1-1 0 0,0 0 1 0 0,0 3 0 0 0,1-5 89 0 0,-1 0 0 0 0,0 1 0 0 0,0-1 0 0 0,0 0 1 0 0,1 1-1 0 0,-1-1 0 0 0,0 0 0 0 0,0 1 0 0 0,1-1 0 0 0,-1 0 1 0 0,0 0-1 0 0,1 1 0 0 0,-1-1 0 0 0,0 0 0 0 0,1 0 0 0 0,-1 0 1 0 0,1 1-1 0 0,-1-1 0 0 0,0 0 0 0 0,1 0 0 0 0,-1 0 0 0 0,0 0 1 0 0,1 0-1 0 0,-1 0 0 0 0,1 0 0 0 0,-1 0 0 0 0,0 0 0 0 0,2 0 1 0 0,20-9-2794 0 0,-12 3 1872 0 0,-1-1 0 0 0,0 0 0 0 0,0-1 0 0 0,-1 0 0 0 0,14-17 0 0 0,-13 14 358 0 0,17-10-982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3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9 4841 0 0,'-1'-1'295'0'0,"0"0"0"0"0,0 1 1 0 0,0-1-1 0 0,0 0 0 0 0,0 0 0 0 0,0 1 0 0 0,0-1 0 0 0,0 1 0 0 0,0-1 1 0 0,-1 1-1 0 0,1-1 0 0 0,0 1 0 0 0,0 0 0 0 0,-1-1 0 0 0,1 1 1 0 0,0 0-1 0 0,-1 0 0 0 0,1 0 0 0 0,0 0 0 0 0,0 0 0 0 0,-1 0 0 0 0,1 1 1 0 0,0-1-1 0 0,-3 1 0 0 0,3 0-108 0 0,-1 0-1 0 0,1 1 1 0 0,-1-1 0 0 0,1 0 0 0 0,0 1-1 0 0,-1-1 1 0 0,1 1 0 0 0,0 0-1 0 0,0-1 1 0 0,0 1 0 0 0,0 0 0 0 0,0 0-1 0 0,0-1 1 0 0,0 4 0 0 0,-3 9-65 0 0,1 0-1 0 0,0 0 1 0 0,0 23 0 0 0,2-29 173 0 0,-3 43-203 0 0,2-1-1 0 0,2 1 0 0 0,2-1 0 0 0,2 1 1 0 0,3-1-1 0 0,20 78 0 0 0,-24-118-79 0 0,1 0-1 0 0,0 0 0 0 0,1-1 1 0 0,0 1-1 0 0,0-1 1 0 0,1 0-1 0 0,0 0 0 0 0,0-1 1 0 0,16 16-1 0 0,-20-22 16 0 0,1 0-1 0 0,-1 0 1 0 0,1-1 0 0 0,0 1-1 0 0,-1 0 1 0 0,1-1-1 0 0,0 0 1 0 0,0 0 0 0 0,0 0-1 0 0,0 0 1 0 0,0 0-1 0 0,0 0 1 0 0,0-1-1 0 0,0 1 1 0 0,1-1 0 0 0,-1 0-1 0 0,0 0 1 0 0,0 0-1 0 0,0 0 1 0 0,0-1 0 0 0,0 1-1 0 0,0-1 1 0 0,0 0-1 0 0,0 0 1 0 0,0 0-1 0 0,0 0 1 0 0,0-1 0 0 0,0 1-1 0 0,0-1 1 0 0,-1 0-1 0 0,1 1 1 0 0,-1-1 0 0 0,1 0-1 0 0,-1-1 1 0 0,0 1-1 0 0,0 0 1 0 0,3-4-1 0 0,7-8 211 0 0,0-1 0 0 0,-1-1 0 0 0,-1 0 0 0 0,-1 0 0 0 0,0-1 0 0 0,-1 0 0 0 0,-1 0 0 0 0,0-1 0 0 0,-1 0 0 0 0,6-35 0 0 0,-8 27-131 0 0,0-1 1 0 0,-2 1-1 0 0,-1-1 0 0 0,-1 0 0 0 0,-1 0 1 0 0,-1 0-1 0 0,-7-28 0 0 0,-7 3 120 0 0,1 26-1901 0 0,14 25 1305 0 0,0 0 1 0 0,0 1-1 0 0,0-1 1 0 0,0 0-1 0 0,0 0 1 0 0,1 0-1 0 0,-1 1 1 0 0,-1-1-1 0 0,1 1 1 0 0,0-1-1 0 0,0 1 1 0 0,0-1-1 0 0,0 1 1 0 0,0-1-1 0 0,0 1 1 0 0,0 0-1 0 0,-3-1 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3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0 112 5225 0 0,'31'-16'4410'0'0,"118"-64"882"0"0,-148 78-5171 0 0,1 1 1 0 0,-1-1-1 0 0,1 1 0 0 0,0 0 1 0 0,0 0-1 0 0,0 0 0 0 0,-1 0 1 0 0,1 0-1 0 0,0 0 0 0 0,0 0 1 0 0,0 1-1 0 0,0-1 0 0 0,1 1 0 0 0,-1-1 1 0 0,0 1-1 0 0,0 0 0 0 0,0 0 1 0 0,0 0-1 0 0,0 0 0 0 0,0 0 1 0 0,0 1-1 0 0,0-1 0 0 0,4 1 0 0 0,-4 1 12 0 0,-1 0 0 0 0,1 1 0 0 0,0-1 0 0 0,-1 0 0 0 0,1 0 0 0 0,-1 1 0 0 0,0-1-1 0 0,0 1 1 0 0,1-1 0 0 0,-2 1 0 0 0,1 0 0 0 0,0-1 0 0 0,-1 1 0 0 0,1 0 0 0 0,-1 0-1 0 0,0-1 1 0 0,1 1 0 0 0,-2 3 0 0 0,1 147 563 0 0,1 20-1900 0 0,1-153-265 0 0,1 0 0 0 0,0-1 0 0 0,11 32 0 0 0,-2-32-3699 0 0,-12-19 4999 0 0,1 0-1 0 0,0 0 0 0 0,-1-1 0 0 0,1 1 0 0 0,-1 0 0 0 0,1-1 0 0 0,-1 1 0 0 0,1 0 1 0 0,-1-1-1 0 0,0 1 0 0 0,1-1 0 0 0,-1 1 0 0 0,1 0 0 0 0,-1-1 0 0 0,0 1 0 0 0,1-1 1 0 0,-1 1-1 0 0,0-1 0 0 0,0 0 0 0 0,0 1 0 0 0,1-1 0 0 0,-1 1 0 0 0,0-1 0 0 0,0 1 1 0 0,0-1-1 0 0,0 0 0 0 0,0 1 0 0 0,0-1 0 0 0,0 1 0 0 0,0-1 0 0 0,0 0 0 0 0,5-14-2389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4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5881 0 0,'-3'8'817'0'0,"0"0"0"0"0,1-1 0 0 0,0 1-1 0 0,0 0 1 0 0,1 0 0 0 0,0 0 0 0 0,1 0 0 0 0,-1 0-1 0 0,2 8 1 0 0,9 78 290 0 0,-6-65-413 0 0,35 215 652 0 0,-2-83-6145 0 0,-33-138 654 0 0,-8-33-1552 0 0,1-4 3782 0 0</inkml:trace>
  <inkml:trace contextRef="#ctx0" brushRef="#br0" timeOffset="1">15 329 3393 0 0,'8'12'6173'0'0,"10"-1"-3405"0"0,17 3 305 0 0,-29-13-2854 0 0,-1 0-1 0 0,1 0 1 0 0,-1-1-1 0 0,1 1 0 0 0,-1-1 1 0 0,1-1-1 0 0,-1 1 1 0 0,1-1-1 0 0,-1 0 0 0 0,1 0 1 0 0,-1 0-1 0 0,0-1 1 0 0,1 0-1 0 0,-1 0 0 0 0,0 0 1 0 0,5-4-1 0 0,18-13-2192 0 0,-5-5-3546 0 0,-14-2-809 0 0,-9 20 5173 0 0,5-8-2281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4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9 3489 0 0,'-2'-1'273'0'0,"1"0"0"0"0,-1 0 0 0 0,1 0-1 0 0,-1 0 1 0 0,1 1 0 0 0,-1-1 0 0 0,1 0 0 0 0,-1 1 0 0 0,0-1 0 0 0,1 1 0 0 0,-1 0 0 0 0,0-1 0 0 0,1 1 0 0 0,-1 0 0 0 0,0 0 0 0 0,0 0-1 0 0,1 0 1 0 0,-1 1 0 0 0,0-1 0 0 0,1 0 0 0 0,-1 1 0 0 0,-2 0 0 0 0,3 0-140 0 0,-1 0 0 0 0,1 1-1 0 0,-1-1 1 0 0,1 0 0 0 0,-1 1 0 0 0,1-1-1 0 0,0 1 1 0 0,0 0 0 0 0,0-1 0 0 0,0 1 0 0 0,0 0-1 0 0,0 0 1 0 0,0-1 0 0 0,1 1 0 0 0,-1 0-1 0 0,0 3 1 0 0,-1 9-98 0 0,0 0 0 0 0,0 1 0 0 0,2 0 0 0 0,1 16-1 0 0,-1-21 237 0 0,0 20-244 0 0,7 101 134 0 0,-6-119-151 0 0,1-1 0 0 0,0 0 0 0 0,1 0 0 0 0,0 0-1 0 0,1-1 1 0 0,0 1 0 0 0,0-1 0 0 0,1 0 0 0 0,7 10 0 0 0,-11-18-4 0 0,0 0 1 0 0,1 0-1 0 0,-1 0 1 0 0,1 0 0 0 0,0 0-1 0 0,-1 0 1 0 0,1-1-1 0 0,0 1 1 0 0,0-1-1 0 0,0 1 1 0 0,0-1 0 0 0,0 0-1 0 0,0 1 1 0 0,1-1-1 0 0,-1-1 1 0 0,0 1 0 0 0,0 0-1 0 0,1 0 1 0 0,-1-1-1 0 0,1 1 1 0 0,-1-1-1 0 0,3 0 1 0 0,-2 0 16 0 0,1-1 0 0 0,-1 0 0 0 0,0 0 0 0 0,0 0 0 0 0,0 0 0 0 0,0-1 0 0 0,0 1 0 0 0,-1-1 0 0 0,1 0 0 0 0,0 1 0 0 0,-1-1 0 0 0,1 0 0 0 0,-1-1 0 0 0,4-3 0 0 0,2-4 54 0 0,0 0 0 0 0,-1 0 0 0 0,0-1 0 0 0,0 0 0 0 0,-1-1 0 0 0,-1 1 0 0 0,5-15 0 0 0,-7 15 58 0 0,0 0-1 0 0,0 0 1 0 0,-1 0 0 0 0,-1 0-1 0 0,0 0 1 0 0,0 0-1 0 0,-1-1 1 0 0,0 1 0 0 0,-1 0-1 0 0,-1 0 1 0 0,0-1 0 0 0,0 1-1 0 0,-8-20 1 0 0,8 25-122 0 0,-1 1-1 0 0,0-1 1 0 0,-1 0-1 0 0,1 1 1 0 0,-1 0 0 0 0,0-1-1 0 0,-1 2 1 0 0,1-1 0 0 0,-1 0-1 0 0,0 1 1 0 0,0 0 0 0 0,0 0-1 0 0,-1 1 1 0 0,1-1 0 0 0,-1 1-1 0 0,0 0 1 0 0,0 1 0 0 0,0-1-1 0 0,0 1 1 0 0,-1 0 0 0 0,1 1-1 0 0,-1 0 1 0 0,1 0-1 0 0,-1 0 1 0 0,-7 0 0 0 0,-18 5-1656 0 0,-7-2-4623 0 0,38-2 6008 0 0,0-1 0 0 0,1 1 0 0 0,-1-1 0 0 0,0 1 0 0 0,1-1 0 0 0,-1 1 0 0 0,1-1-1 0 0,-1 1 1 0 0,1-1 0 0 0,-1 1 0 0 0,1-1 0 0 0,-1 0 0 0 0,1 0 0 0 0,-1 1 0 0 0,1-1-1 0 0,0 0 1 0 0,-1 1 0 0 0,1-1 0 0 0,0-1 0 0 0,0-4-1984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5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4169 0 0,'0'1'432'0'0,"0"0"1"0"0,0 0 0 0 0,0 0-1 0 0,1 0 1 0 0,-1 0-1 0 0,0 0 1 0 0,1 0 0 0 0,-1 0-1 0 0,0-1 1 0 0,1 1-1 0 0,-1 0 1 0 0,1 0 0 0 0,-1 0-1 0 0,1-1 1 0 0,0 1-1 0 0,-1 0 1 0 0,1 0 0 0 0,1 0-1 0 0,20 11 3725 0 0,32 1-1965 0 0,-43-11-1685 0 0,16 2-251 0 0,0 0-1 0 0,0-2 1 0 0,32-1 0 0 0,33-9-4420 0 0,-111 8-7694 0 0,-24-1 9789 0 0,22 7 365 0 0</inkml:trace>
  <inkml:trace contextRef="#ctx0" brushRef="#br0" timeOffset="1">112 215 1712 0 0,'0'7'257'0'0,"0"-1"135"0"0,-1 0-1 0 0,2 0 0 0 0,-1 0 1 0 0,1 0-1 0 0,0 0 0 0 0,0 0 1 0 0,3 8-1 0 0,-3-12-231 0 0,0-1 0 0 0,0 1 1 0 0,0 0-1 0 0,1-1 0 0 0,-1 1 0 0 0,0-1 0 0 0,1 1 0 0 0,-1-1 0 0 0,1 0 0 0 0,0 0 1 0 0,-1 0-1 0 0,1 0 0 0 0,0 0 0 0 0,0 0 0 0 0,0 0 0 0 0,0 0 0 0 0,0-1 0 0 0,0 1 0 0 0,0-1 1 0 0,0 1-1 0 0,0-1 0 0 0,0 0 0 0 0,0 0 0 0 0,0 0 0 0 0,0 0 0 0 0,2 0 0 0 0,7-1 210 0 0,-1 0-1 0 0,0-1 1 0 0,0 0-1 0 0,1-1 1 0 0,-1 0-1 0 0,-1 0 0 0 0,1-1 1 0 0,0-1-1 0 0,15-9 1 0 0,-6 2-978 0 0,-1 0-1 0 0,-1-1 1 0 0,27-26 0 0 0,-43 38 351 0 0,0 1 0 0 0,-1-1 1 0 0,1 1-1 0 0,-1-1 0 0 0,1 1 0 0 0,0-1 0 0 0,-1 1 1 0 0,1-1-1 0 0,-1 0 0 0 0,1 1 0 0 0,-1-1 0 0 0,0 1 1 0 0,1-1-1 0 0,-1 0 0 0 0,0 0 0 0 0,1 1 0 0 0,-1-1 1 0 0,0 0-1 0 0,0 0 0 0 0,0 1 0 0 0,0-1 0 0 0,0 0 1 0 0,0 0-1 0 0,0 1 0 0 0,0-1 0 0 0,0 0 0 0 0,0 0 1 0 0,0 1-1 0 0,0-1 0 0 0,0 0 0 0 0,-1 0 0 0 0,1 1 1 0 0,-1-3-1 0 0,1 1-1297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5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68 2184 0 0,'0'-7'699'0'0,"-6"-33"2213"0"0,-3 19 2254 0 0,11 29-1262 0 0,-1 17-2448 0 0,0-8-788 0 0,6 46 294 0 0,29 208 1644 0 0,-23-199-4927 0 0,38 120-1 0 0,-34-151-1621 0 0,-4-28 269 0 0,-12-13 3528 0 0,-1 0-1 0 0,1 0 1 0 0,-1-1-1 0 0,1 1 0 0 0,-1 0 1 0 0,1 0-1 0 0,-1 0 1 0 0,1 0-1 0 0,-1-1 1 0 0,1 1-1 0 0,-1 0 1 0 0,0-1-1 0 0,1 1 0 0 0,-1 0 1 0 0,1-1-1 0 0,-1 1 1 0 0,0 0-1 0 0,1-1 1 0 0,-1 1-1 0 0,0-1 0 0 0,1 1 1 0 0,-1-1-1 0 0,0 1 1 0 0,0-1-1 0 0,1 1 1 0 0,-1-1-1 0 0,0 1 1 0 0,0-1-1 0 0,0 1 0 0 0,0-1 1 0 0,0 1-1 0 0,0-2 1 0 0,5-13-2443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6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99 4313 0 0,'0'0'146'0'0,"0"0"0"0"0,-1 0 0 0 0,1 0 0 0 0,0 0 1 0 0,0 0-1 0 0,0 0 0 0 0,-1 0 0 0 0,1 0 0 0 0,0 0 0 0 0,0 0 0 0 0,-1 0 0 0 0,1 0 1 0 0,0 0-1 0 0,0 0 0 0 0,0 0 0 0 0,-1 1 0 0 0,1-1 0 0 0,0 0 0 0 0,0 0 0 0 0,0 0 1 0 0,-1 0 145 0 0,1 1-146 0 0,0-1 0 0 0,0 0 0 0 0,0 0 0 0 0,0 0 1 0 0,-1 0-1 0 0,1 1 0 0 0,0-1 0 0 0,0 0 0 0 0,0 0 0 0 0,0 1 0 0 0,0-1 0 0 0,0 0 1 0 0,0 0-1 0 0,0 0 0 0 0,0 1 0 0 0,0-1 0 0 0,0 0 0 0 0,0 0 0 0 0,0 1 0 0 0,0-1 1 0 0,0 0-1 0 0,0 0 0 0 0,0 1 0 0 0,0-1 0 0 0,14 2 2254 0 0,22-5-953 0 0,5-14-106 0 0,-33 13-1133 0 0,0 0 0 0 0,0 1 0 0 0,0 0 0 0 0,1 0 0 0 0,-1 1 0 0 0,1 0 0 0 0,9-1 0 0 0,-17 3-147 0 0,0 1 1 0 0,0-1 0 0 0,0 1 0 0 0,-1 0 0 0 0,1-1-1 0 0,0 1 1 0 0,0 0 0 0 0,-1-1 0 0 0,1 1 0 0 0,0 0-1 0 0,-1 0 1 0 0,1 0 0 0 0,-1-1 0 0 0,1 1 0 0 0,-1 0-1 0 0,1 0 1 0 0,-1 0 0 0 0,0 0 0 0 0,1 0 0 0 0,-1 0 0 0 0,0 0-1 0 0,0 0 1 0 0,0 0 0 0 0,1 0 0 0 0,-1 0 0 0 0,0 0-1 0 0,-1 0 1 0 0,1 0 0 0 0,0 0 0 0 0,0 0 0 0 0,-1 2-1 0 0,-4 39 340 0 0,4-38-334 0 0,-10 56 213 0 0,5-38-216 0 0,2 0 0 0 0,0 0 0 0 0,1 0 1 0 0,2 1-1 0 0,0-1 0 0 0,1 1 0 0 0,1-1 1 0 0,5 24-1 0 0,-6-44-62 0 0,0 0 1 0 0,1 0 0 0 0,-1 0-1 0 0,1 0 1 0 0,0 0-1 0 0,0 0 1 0 0,-1-1-1 0 0,1 1 1 0 0,0 0-1 0 0,1 0 1 0 0,-1-1-1 0 0,0 1 1 0 0,0 0-1 0 0,1-1 1 0 0,-1 1 0 0 0,1-1-1 0 0,-1 0 1 0 0,1 0-1 0 0,0 1 1 0 0,0-1-1 0 0,-1 0 1 0 0,1 0-1 0 0,0-1 1 0 0,3 2-1 0 0,-1-1 3 0 0,0-1 0 0 0,0 0-1 0 0,0 0 1 0 0,-1 0 0 0 0,1 0-1 0 0,0-1 1 0 0,0 0 0 0 0,-1 0-1 0 0,1 0 1 0 0,0 0 0 0 0,-1 0-1 0 0,6-3 1 0 0,4-3-38 0 0,0 0 0 0 0,-1-1 0 0 0,1-1 0 0 0,-1 0-1 0 0,18-18 1 0 0,-25 21-51 0 0,0 0 1 0 0,0-1-1 0 0,0 1 0 0 0,-1-1 0 0 0,3-7 1 0 0,-3 7-793 0 0,-2 0-1 0 0,1 0 1 0 0,-1-1 0 0 0,0 1 0 0 0,0-1 0 0 0,-1 1 0 0 0,0-1 0 0 0,1-13 0 0 0,-3 16 259 0 0,1 0 1 0 0,-1-1-1 0 0,1 1 1 0 0,-1 0-1 0 0,-1 0 1 0 0,1 0-1 0 0,-1 0 0 0 0,0 0 1 0 0,0 1-1 0 0,0-1 1 0 0,-1 0-1 0 0,1 1 1 0 0,-5-6-1 0 0,4 7 434 0 0,-1-1 0 0 0,0 0 0 0 0,1 1 0 0 0,-1-1 0 0 0,-1 1 0 0 0,1 0 0 0 0,0 1 0 0 0,-1-1 0 0 0,-5-2 0 0 0,7 4 238 0 0,1 1 0 0 0,0-1 0 0 0,0 1 0 0 0,-1-1 0 0 0,1 1 0 0 0,0 0 0 0 0,-1 0 0 0 0,1 0 0 0 0,0 0 0 0 0,-5 1 0 0 0,6-1 56 0 0,0 0 1 0 0,1 0 0 0 0,-1 0 0 0 0,0 0-1 0 0,0 1 1 0 0,1-1 0 0 0,-1 0 0 0 0,0 0-1 0 0,1 1 1 0 0,-1-1 0 0 0,1 1 0 0 0,-1-1-1 0 0,0 0 1 0 0,1 1 0 0 0,-1-1 0 0 0,1 1-1 0 0,-1 0 1 0 0,1-1 0 0 0,0 1 0 0 0,-1-1-1 0 0,1 1 1 0 0,-1 0 0 0 0,1-1 0 0 0,0 1-1 0 0,0 0 1 0 0,-1-1 0 0 0,1 1 0 0 0,0 0-1 0 0,0-1 1 0 0,0 1 0 0 0,0 0 0 0 0,0 0-1 0 0,0-1 1 0 0,0 1 0 0 0,0 0 0 0 0,0-1-1 0 0,0 1 1 0 0,0 0 0 0 0,0 0 0 0 0,1 0-1 0 0,-1 0 3 0 0,0-1 0 0 0,0 1 0 0 0,0 0 0 0 0,1-1 0 0 0,-1 1 0 0 0,0-1 0 0 0,1 1 0 0 0,-1-1 0 0 0,0 1 0 0 0,1 0 0 0 0,-1-1 0 0 0,1 1 0 0 0,-1-1 0 0 0,0 0 0 0 0,1 1 0 0 0,-1-1 0 0 0,1 1 0 0 0,0-1 0 0 0,-1 0 0 0 0,1 1 0 0 0,-1-1 0 0 0,1 0 0 0 0,-1 0 0 0 0,1 1 0 0 0,0-1 0 0 0,-1 0 0 0 0,1 0 0 0 0,0 0 0 0 0,0 0 0 0 0,24-5 1427 0 0,16-20-728 0 0,-24 9-767 0 0,34-30-112 0 0,-47 43-162 0 0,-1 0-1 0 0,1 1 1 0 0,0 0-1 0 0,0-1 1 0 0,0 2-1 0 0,0-1 1 0 0,1 0-1 0 0,-1 1 1 0 0,0-1-1 0 0,1 1 1 0 0,-1 1-1 0 0,6-2 1 0 0,-9 2 191 0 0,0 0 0 0 0,0 0 1 0 0,0 0-1 0 0,0-1 0 0 0,0 1 1 0 0,0 0-1 0 0,0-1 0 0 0,0 1 1 0 0,0-1-1 0 0,0 1 0 0 0,0-1 0 0 0,0 0 1 0 0,0 1-1 0 0,-1-1 0 0 0,1 0 1 0 0,0 1-1 0 0,0-1 0 0 0,-1 0 1 0 0,1 0-1 0 0,0 0 0 0 0,-1 0 1 0 0,1 0-1 0 0,-1 0 0 0 0,1 0 1 0 0,-1 0-1 0 0,0 0 0 0 0,1 0 1 0 0,-1 0-1 0 0,0 0 0 0 0,0 0 1 0 0,0 0-1 0 0,0 0 0 0 0,0 0 1 0 0,0 0-1 0 0,0 0 0 0 0,0-2 1 0 0,0 1 256 0 0,0 0 1 0 0,0 0 0 0 0,0 0 0 0 0,-1 0 0 0 0,1 1 0 0 0,0-1 0 0 0,-1 0 0 0 0,1 0-1 0 0,-1 0 1 0 0,0 1 0 0 0,0-1 0 0 0,0 0 0 0 0,0 0 0 0 0,0 1 0 0 0,0-1-1 0 0,0 1 1 0 0,0-1 0 0 0,-1 1 0 0 0,1 0 0 0 0,0-1 0 0 0,-3-1 0 0 0,3 4-88 0 0,0-1-1 0 0,0 0 1 0 0,1 0 0 0 0,-1 0 0 0 0,0 1 0 0 0,1-1 0 0 0,-1 0 0 0 0,0 1 0 0 0,1-1 0 0 0,-1 1-1 0 0,0-1 1 0 0,1 1 0 0 0,-1-1 0 0 0,1 1 0 0 0,-1-1 0 0 0,0 1 0 0 0,1-1 0 0 0,0 1 0 0 0,-1 0-1 0 0,1-1 1 0 0,-1 1 0 0 0,1 0 0 0 0,0-1 0 0 0,-1 1 0 0 0,1 0 0 0 0,0 0 0 0 0,0-1 0 0 0,0 1 0 0 0,0 0-1 0 0,-1 0 1 0 0,1-1 0 0 0,0 1 0 0 0,0 0 0 0 0,1 1 0 0 0,-6 29 1068 0 0,4 28-639 0 0,3-1 0 0 0,2 0 1 0 0,13 59-1 0 0,-7-46-850 0 0,-2-25-1795 0 0,2-18-3791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6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22 130 2665 0 0,'-1'0'208'0'0,"1"1"0"0"0,-1-1 0 0 0,0 0 0 0 0,1 0 0 0 0,-1 0 1 0 0,0 1-1 0 0,1-1 0 0 0,-1 0 0 0 0,0 0 0 0 0,1 0 1 0 0,-1 0-1 0 0,0 0 0 0 0,0 0 0 0 0,1 0 0 0 0,-1-1 0 0 0,0 1 1 0 0,1 0-1 0 0,-1 0 0 0 0,0-1 0 0 0,1 1 0 0 0,-1 0 1 0 0,1 0-1 0 0,-1-1 0 0 0,0 1 0 0 0,1-1 0 0 0,-1 1 0 0 0,1-1 1 0 0,-1 1-1 0 0,1-1 0 0 0,-1 1 0 0 0,1-1 0 0 0,0 1 0 0 0,-1-2 1 0 0,18-18 4997 0 0,-8 11-5184 0 0,2-2 891 0 0,-4 2-496 0 0,1 0 0 0 0,1 1 0 0 0,-1 0 1 0 0,1 1-1 0 0,0 0 0 0 0,1 0 0 0 0,0 1 0 0 0,0 1 0 0 0,0-1 0 0 0,15-4 0 0 0,-24 10-351 0 0,1 0-1 0 0,-1 0 0 0 0,0 0 1 0 0,1 1-1 0 0,-1-1 0 0 0,1 0 1 0 0,-1 1-1 0 0,0-1 0 0 0,1 1 1 0 0,-1 0-1 0 0,0-1 0 0 0,1 1 1 0 0,-1 0-1 0 0,0 0 0 0 0,0 0 1 0 0,0 0-1 0 0,0 0 0 0 0,0 0 1 0 0,0 0-1 0 0,0 0 0 0 0,0 0 1 0 0,0 0-1 0 0,0 0 0 0 0,-1 1 1 0 0,1-1-1 0 0,0 0 0 0 0,-1 1 1 0 0,1-1-1 0 0,-1 0 0 0 0,0 1 1 0 0,1-1-1 0 0,-1 1 0 0 0,0 2 1 0 0,9 53 545 0 0,-9-55-591 0 0,1 124 414 0 0,-2-93-1226 0 0,1 1 1 0 0,1-1-1 0 0,2 0 1 0 0,8 39 0 0 0,-2-51-2153 0 0,-8-20 2773 0 0,-1-1 0 0 0,0 0 1 0 0,0 0-1 0 0,1 1 1 0 0,-1-1-1 0 0,0 0 1 0 0,1 0-1 0 0,-1 0 1 0 0,0 0-1 0 0,1 0 1 0 0,-1 0-1 0 0,0 1 1 0 0,1-1-1 0 0,-1 0 0 0 0,0 0 1 0 0,1 0-1 0 0,-1 0 1 0 0,0 0-1 0 0,1 0 1 0 0,-1 0-1 0 0,0 0 1 0 0,1 0-1 0 0,-1-1 1 0 0,0 1-1 0 0,1 0 1 0 0,-1 0-1 0 0,0 0 1 0 0,0 0-1 0 0,1 0 0 0 0,-1 0 1 0 0,0-1-1 0 0,1 1 1 0 0,-1 0-1 0 0,12-18-5997 0 0,-6 2 5123 0 0,1-7-1841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17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5017 0 0,'-14'15'8450'0'0,"9"10"-5269"0"0,7 28-2891 0 0,-1-39 729 0 0,39 323 1072 0 0,-40-335-2169 0 0,12 53-856 0 0,-11-52 626 0 0,0-1 0 0 0,-1 1 0 0 0,1-1 0 0 0,0 1 0 0 0,0-1 0 0 0,0 0 0 0 0,0 1 0 0 0,1-1 0 0 0,-1 0 0 0 0,1 0 0 0 0,-1 0 0 0 0,1 0 0 0 0,0 0 0 0 0,0 0 0 0 0,0-1 0 0 0,0 1 0 0 0,0 0 0 0 0,3 1 0 0 0,-4-3 189 0 0,0 0-1 0 0,-1 0 0 0 0,1-1 1 0 0,0 1-1 0 0,-1 0 0 0 0,1 0 1 0 0,0-1-1 0 0,-1 1 0 0 0,1 0 1 0 0,-1-1-1 0 0,1 1 0 0 0,0 0 1 0 0,-1-1-1 0 0,1 1 1 0 0,-1-1-1 0 0,1 1 0 0 0,-1-1 1 0 0,0 1-1 0 0,1-1 0 0 0,-1 0 1 0 0,1 1-1 0 0,-1-1 0 0 0,0 0 1 0 0,0 1-1 0 0,1-1 1 0 0,-1 0-1 0 0,0 1 0 0 0,0-1 1 0 0,0 0-1 0 0,0 1 0 0 0,0-1 1 0 0,1 0-1 0 0,-1 1 0 0 0,-1-1 1 0 0,1 0-1 0 0,0 0 1 0 0,1-29-727 0 0,-2 10 487 0 0,-1 0 0 0 0,-2 0 0 0 0,-8-30 0 0 0,-11-21 2459 0 0,14 45 170 0 0,9 24-2031 0 0,0 0 0 0 0,0 1 0 0 0,0-1 1 0 0,0 0-1 0 0,1 0 0 0 0,-1 1 0 0 0,1-1 0 0 0,-1 1 0 0 0,1-1 0 0 0,-1 0 0 0 0,1 1 0 0 0,0-1 0 0 0,0 1 0 0 0,0-1 0 0 0,0 1 0 0 0,0 0 0 0 0,2-3 0 0 0,26-29 1061 0 0,-15 18-1143 0 0,17-25-22 0 0,-2-2 0 0 0,30-58 1 0 0,-59 100-44 0 0,0 0 0 0 0,0-1 0 0 0,0 1 1 0 0,0-1-1 0 0,0 1 0 0 0,0-1 0 0 0,0 1 1 0 0,1-1-1 0 0,-1 1 0 0 0,0 0 0 0 0,0-1 1 0 0,0 1-1 0 0,1-1 0 0 0,-1 1 0 0 0,0 0 1 0 0,1-1-1 0 0,-1 1 0 0 0,0 0 1 0 0,1-1-1 0 0,-1 1 0 0 0,0 0 0 0 0,1 0 1 0 0,-1-1-1 0 0,1 1 0 0 0,-1 0 0 0 0,0 0 1 0 0,1 0-1 0 0,-1 0 0 0 0,1-1 0 0 0,-1 1 1 0 0,1 0-1 0 0,-1 0 0 0 0,1 0 0 0 0,-1 0 1 0 0,1 0-1 0 0,4 19 1719 0 0,-7 43-661 0 0,1-49-939 0 0,4 57-14 0 0,3-1 0 0 0,3 1-1 0 0,31 118 1 0 0,-38-179-192 0 0,13 49-91 0 0,-6-22-850 0 0,-1-1-1 0 0,5 49 1 0 0,-13-84 739 0 0,0 0 0 0 0,1 1 0 0 0,-1-1 0 0 0,0 1 0 0 0,0-1 0 0 0,0 1 0 0 0,0-1 0 0 0,0 0 0 0 0,0 1 0 0 0,0-1 0 0 0,0 1-1 0 0,0-1 1 0 0,0 1 0 0 0,0-1 0 0 0,0 0 0 0 0,-1 1 0 0 0,1-1 0 0 0,0 1 0 0 0,0-1 0 0 0,0 0 0 0 0,0 1 0 0 0,-1-1 0 0 0,1 1 0 0 0,0-1 0 0 0,-1 0 0 0 0,1 1 0 0 0,0-1 0 0 0,0 0 0 0 0,-1 0 0 0 0,1 1 0 0 0,-1-1 0 0 0,-11-6-4810 0 0,-10-20 97 0 0,22 25 4868 0 0,-13-17-3888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8:24.22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66 1976 0 0,'0'-2'167'0'0,"1"1"0"0"0,-1-1 0 0 0,0 1 0 0 0,1-1 0 0 0,-1 1 0 0 0,1-1 0 0 0,-1 1 0 0 0,1 0 0 0 0,0-1 0 0 0,-1 1-1 0 0,1 0 1 0 0,0-1 0 0 0,0 1 0 0 0,0 0 0 0 0,0 0 0 0 0,0 0 0 0 0,3-2 0 0 0,21-23 129 0 0,-25 26-292 0 0,0 0 0 0 0,1 0-1 0 0,-1 0 1 0 0,1-1 0 0 0,-1 1 0 0 0,0 0 0 0 0,1 0-1 0 0,-1 0 1 0 0,1 0 0 0 0,-1 0 0 0 0,1 0-1 0 0,-1 0 1 0 0,0 0 0 0 0,1 0 0 0 0,-1 0 0 0 0,1 0-1 0 0,-1 1 1 0 0,0-1 0 0 0,1 0 0 0 0,-1 0-1 0 0,0 0 1 0 0,1 0 0 0 0,-1 1 0 0 0,1-1 0 0 0,-1 0-1 0 0,0 0 1 0 0,1 1 0 0 0,-1-1 0 0 0,0 0-1 0 0,0 1 1 0 0,1-1 0 0 0,-1 0 0 0 0,0 1 0 0 0,0-1-1 0 0,1 0 1 0 0,-1 1 0 0 0,0-1 0 0 0,0 0-1 0 0,0 1 1 0 0,0-1 0 0 0,0 1 0 0 0,0-1 0 0 0,0 0-1 0 0,1 1 1 0 0,8 27 227 0 0,-5-12 92 0 0,4-8-254 0 0,0 0-1 0 0,0-1 0 0 0,0 0 1 0 0,1 0-1 0 0,0-1 0 0 0,0 0 1 0 0,1 0-1 0 0,0-1 0 0 0,0 0 1 0 0,0-1-1 0 0,0 0 0 0 0,12 2 0 0 0,-15-5 7 0 0,1-1 0 0 0,-1 0 0 0 0,1-1 0 0 0,0 1 0 0 0,-1-1 0 0 0,0-1 0 0 0,1 1-1 0 0,7-4 1 0 0,41-4 218 0 0,151-6 637 0 0,-160 17-310 0 0,55 10 1 0 0,-9-1-254 0 0,-74-11-321 0 0,-1 0 1 0 0,0-2-1 0 0,0 0 0 0 0,19-5 0 0 0,-19 4 42 0 0,0 0 0 0 0,0 0-1 0 0,1 2 1 0 0,23 1 0 0 0,-22 0-18 0 0,1 0 1 0 0,0-1 0 0 0,0-1-1 0 0,-1-1 1 0 0,1-1 0 0 0,34-12-1 0 0,-5 3 104 0 0,-38 11-119 0 0,1 0 1 0 0,-1 2-1 0 0,0-1 0 0 0,1 2 1 0 0,-1-1-1 0 0,23 6 0 0 0,33 0 311 0 0,86 5 522 0 0,-125-8-813 0 0,62-4 52 0 0,-70-1-44 0 0,1 2-1 0 0,-1 0 1 0 0,22 3 0 0 0,-22-1-62 0 0,1-2 1 0 0,0 0 0 0 0,-1-1 0 0 0,1-1-1 0 0,39-10 1 0 0,-32 7-20 0 0,0 0 1 0 0,41-1-1 0 0,-62 6-3 0 0,62-1 11 0 0,-1 3 0 0 0,1 3 1 0 0,90 18-1 0 0,-114-12 35 0 0,-1-1 0 0 0,2-3 0 0 0,-1-1 1 0 0,1-3-1 0 0,-1-1 0 0 0,71-8 0 0 0,0-12-25 0 0,-56 7-36 0 0,0 3-1 0 0,1 2 0 0 0,61 3 0 0 0,-70 6 49 0 0,-16 1-12 0 0,-1-3-1 0 0,1 0 1 0 0,47-7 0 0 0,-24 0 2 0 0,105 2 0 0 0,37-2-1 0 0,-154 3-37 0 0,1 1 0 0 0,0 3 0 0 0,92 12 0 0 0,-89-8 7 0 0,54-3-1 0 0,7 0 61 0 0,106-4-4 0 0,-75-3-44 0 0,-84 6-21 0 0,-31 1 30 0 0,0-2 1 0 0,0-1-1 0 0,0-1 0 0 0,0-2 0 0 0,37-9 1 0 0,-33 6 2 0 0,0 1 0 0 0,1 2 0 0 0,-1 1 0 0 0,40 2 0 0 0,64-7 106 0 0,-92 5-99 0 0,0 1-1 0 0,65 7 1 0 0,5 0 6 0 0,16-2-50 0 0,-64 1 0 0 0,0-4 0 0 0,71-8 0 0 0,-53 0 136 0 0,-1 5-1 0 0,130 10 0 0 0,-112-5 37 0 0,-71-4-98 0 0,-1 3-1 0 0,0 0 1 0 0,0 2-1 0 0,0 1 1 0 0,36 10-1 0 0,-29-4-36 0 0,0-2 0 0 0,1-1 0 0 0,57 2 0 0 0,119-7 93 0 0,-22-2 68 0 0,44-5-40 0 0,-151 0-107 0 0,98 8 3 0 0,1 0-38 0 0,-12-2 99 0 0,44-2 53 0 0,-157-2-99 0 0,64 6 1 0 0,-79 0-12 0 0,0-2 0 0 0,0-2 0 0 0,68-11-1 0 0,-40-1-28 0 0,74-18-26 0 0,-100 23 225 0 0,-36 6-155 0 0,0 1 0 0 0,0-1 0 0 0,-1 0 0 0 0,1-1 0 0 0,15-7 0 0 0,-17 6 1120 0 0,7-3-4189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7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1 213 2753 0 0,'4'-8'307'0'0,"0"1"0"0"0,1 0 1 0 0,0 0-1 0 0,0 1 0 0 0,1 0 1 0 0,-1-1-1 0 0,1 2 0 0 0,1-1 1 0 0,-1 1-1 0 0,14-9 1 0 0,2-2 174 0 0,-3-2-302 0 0,1 2 0 0 0,1 0 0 0 0,0 1-1 0 0,1 2 1 0 0,1 0 0 0 0,28-12 0 0 0,-50 25-163 0 0,0-1 1 0 0,0 1-1 0 0,0 0 1 0 0,0-1-1 0 0,0 1 0 0 0,0 0 1 0 0,0 0-1 0 0,0 0 0 0 0,0-1 1 0 0,0 1-1 0 0,0 0 0 0 0,0 0 1 0 0,0 1-1 0 0,0-1 1 0 0,0 0-1 0 0,0 0 0 0 0,0 0 1 0 0,0 1-1 0 0,0-1 0 0 0,0 0 1 0 0,0 1-1 0 0,0-1 1 0 0,-1 1-1 0 0,1-1 0 0 0,0 1 1 0 0,0 0-1 0 0,0-1 0 0 0,-1 1 1 0 0,1 0-1 0 0,1 0 1 0 0,-1 1 8 0 0,-1 1 1 0 0,1-1 0 0 0,0 0-1 0 0,0 1 1 0 0,-1-1 0 0 0,0 0-1 0 0,1 1 1 0 0,-1-1 0 0 0,0 1-1 0 0,0-1 1 0 0,0 0 0 0 0,-1 4-1 0 0,-2 11 42 0 0,0 0-1 0 0,-11 29 1 0 0,12-41-80 0 0,-116 312-3294 0 0,110-298 2376 0 0,8-32 84 0 0,8-32 391 0 0,-3 25 607 0 0,1 0 1 0 0,1 1-1 0 0,0 0 1 0 0,1 0-1 0 0,2 1 1 0 0,13-22-1 0 0,-21 37-91 0 0,1-1 0 0 0,-1 1 0 0 0,1 0 1 0 0,-1 0-1 0 0,1 0 0 0 0,0 1 0 0 0,0-1 0 0 0,0 1 0 0 0,1-1 0 0 0,-1 1 1 0 0,0 0-1 0 0,1 0 0 0 0,0 1 0 0 0,-1-1 0 0 0,1 1 0 0 0,0-1 1 0 0,0 1-1 0 0,0 1 0 0 0,0-1 0 0 0,0 0 0 0 0,0 1 0 0 0,0 0 0 0 0,0 0 1 0 0,0 0-1 0 0,0 0 0 0 0,0 1 0 0 0,0 0 0 0 0,-1-1 0 0 0,1 1 0 0 0,0 1 1 0 0,0-1-1 0 0,0 1 0 0 0,-1-1 0 0 0,1 1 0 0 0,-1 0 0 0 0,1 0 0 0 0,-1 1 1 0 0,0-1-1 0 0,4 4 0 0 0,39 23-343 0 0,-10-7-2838 0 0,-39-21 1770 0 0,1 0-265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7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0 205 2481 0 0,'1'1'50'0'0,"-1"-1"1"0"0,1 1-1 0 0,-1-1 1 0 0,0 1-1 0 0,1-1 1 0 0,-1 0 0 0 0,1 1-1 0 0,0-1 1 0 0,-1 0-1 0 0,1 0 1 0 0,-1 1 0 0 0,1-1-1 0 0,-1 0 1 0 0,1 0-1 0 0,0 0 1 0 0,-1 0-1 0 0,1 0 1 0 0,-1 0 0 0 0,1 0-1 0 0,0 0 1 0 0,-1 0-1 0 0,1 0 1 0 0,-1 0 0 0 0,1 0-1 0 0,0 0 1 0 0,-1 0-1 0 0,1-1 1 0 0,-1 1-1 0 0,1 0 1 0 0,-1 0 0 0 0,1-1-1 0 0,0 1 1 0 0,-1 0-1 0 0,1-1 1 0 0,-1 1 0 0 0,0-1-1 0 0,1 1 1 0 0,-1 0-1 0 0,1-2 1 0 0,25-12 802 0 0,52-43 847 0 0,-55 38-1510 0 0,2 1 0 0 0,-1 1 0 0 0,2 1 0 0 0,0 1 0 0 0,1 2 0 0 0,49-18 0 0 0,-73 30-153 0 0,0 0 0 0 0,0 1-1 0 0,1-1 1 0 0,-1 1 0 0 0,0 0 0 0 0,0 0-1 0 0,0 0 1 0 0,0 0 0 0 0,0 0 0 0 0,0 1-1 0 0,1-1 1 0 0,-1 1 0 0 0,0 0 0 0 0,0 0-1 0 0,-1 0 1 0 0,1 1 0 0 0,0-1 0 0 0,0 1-1 0 0,0-1 1 0 0,-1 1 0 0 0,1 0 0 0 0,-1 0-1 0 0,0 0 1 0 0,1 0 0 0 0,-1 1 0 0 0,0-1-1 0 0,0 0 1 0 0,0 1 0 0 0,-1 0 0 0 0,1-1-1 0 0,-1 1 1 0 0,1 0 0 0 0,-1 0 0 0 0,2 4-1 0 0,-1 1-328 0 0,0-1 0 0 0,0 1 0 0 0,0 0 0 0 0,-1 0 0 0 0,0 0 0 0 0,0 0 0 0 0,-1 0 0 0 0,0 0-1 0 0,0 0 1 0 0,-1 0 0 0 0,0-1 0 0 0,-4 16 0 0 0,4-22 164 0 0,1 0 0 0 0,0 0-1 0 0,-1-1 1 0 0,1 1 0 0 0,0 0 0 0 0,-1-1 0 0 0,1 1 0 0 0,-1 0 0 0 0,1-1-1 0 0,-1 1 1 0 0,0 0 0 0 0,1-1 0 0 0,-1 1 0 0 0,1-1 0 0 0,-1 1 0 0 0,0-1-1 0 0,0 0 1 0 0,1 1 0 0 0,-1-1 0 0 0,0 0 0 0 0,0 1 0 0 0,1-1 0 0 0,-1 0-1 0 0,0 0 1 0 0,0 1 0 0 0,0-1 0 0 0,0 0 0 0 0,1 0 0 0 0,-1 0 0 0 0,0 0-1 0 0,0 0 1 0 0,0-1 0 0 0,-1 1 0 0 0,-1 0-1103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7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1 1416 0 0,'-14'14'466'0'0,"2"0"0"0"0,0 2 0 0 0,1-1 0 0 0,0 1 0 0 0,2 1 0 0 0,0 0 0 0 0,-10 27 0 0 0,15-35-331 0 0,0 0 0 0 0,1 1-1 0 0,1 0 1 0 0,0-1-1 0 0,0 1 1 0 0,1 0 0 0 0,0 0-1 0 0,0 0 1 0 0,1 0-1 0 0,1 0 1 0 0,0 0-1 0 0,0 0 1 0 0,1 0 0 0 0,0 0-1 0 0,1 0 1 0 0,4 9-1 0 0,-6-16-120 0 0,0-1 0 0 0,0 0 0 0 0,0 0 0 0 0,1 0 0 0 0,-1 0 0 0 0,1 0-1 0 0,-1 0 1 0 0,1-1 0 0 0,0 1 0 0 0,0 0 0 0 0,-1-1 0 0 0,1 1 0 0 0,1-1 0 0 0,-1 0 0 0 0,0 0-1 0 0,0 0 1 0 0,0 0 0 0 0,1 0 0 0 0,-1 0 0 0 0,3 0 0 0 0,0 0 12 0 0,-1-1 0 0 0,1 0 0 0 0,0 1 0 0 0,0-2-1 0 0,0 1 1 0 0,0-1 0 0 0,0 1 0 0 0,-1-1 0 0 0,9-3 0 0 0,-1-1 77 0 0,1 0 0 0 0,-1-1 0 0 0,0 0 0 0 0,0-1 0 0 0,-1 0 0 0 0,15-13 1 0 0,-10 6 56 0 0,-1-1 0 0 0,-1 0 0 0 0,17-23 0 0 0,-26 31-94 0 0,0 0 0 0 0,-1 0 0 0 0,1-1 0 0 0,-2 1 0 0 0,1-1 0 0 0,-1 0 0 0 0,0 0 0 0 0,-1 0 0 0 0,0-1 0 0 0,2-16 0 0 0,-3 22-15 0 0,-1 1 0 0 0,0-1-1 0 0,0 0 1 0 0,0 0-1 0 0,-1 0 1 0 0,1 1 0 0 0,0-1-1 0 0,-1 0 1 0 0,0 1-1 0 0,0-1 1 0 0,0 0 0 0 0,0 1-1 0 0,0-1 1 0 0,0 1-1 0 0,-1-1 1 0 0,1 1 0 0 0,-1 0-1 0 0,0 0 1 0 0,0 0-1 0 0,0 0 1 0 0,0 0 0 0 0,-3-2-1 0 0,1 1-38 0 0,0 1-1 0 0,0 0 0 0 0,-1 0 1 0 0,1 0-1 0 0,-1 1 0 0 0,0 0 1 0 0,1 0-1 0 0,-1 0 1 0 0,0 0-1 0 0,0 1 0 0 0,-9 0 1 0 0,-3 1-158 0 0,0 1 1 0 0,0 1 0 0 0,0 0 0 0 0,0 2 0 0 0,0 0 0 0 0,-16 7 0 0 0,25-9-213 0 0,-36 18-578 0 0,18-1-4671 0 0,30-20 4497 0 0,9 7-603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8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1952 0 0,'56'-17'2594'0'0,"16"-27"-778"0"0,-43 25-1283 0 0,0 2 1 0 0,33-15 0 0 0,-61 31-484 0 0,0 1 0 0 0,0-1 1 0 0,0 1-1 0 0,0 0 0 0 0,0-1 0 0 0,0 1 0 0 0,0 0 0 0 0,0-1 0 0 0,0 1 1 0 0,-1 0-1 0 0,1 0 0 0 0,0 0 0 0 0,0 0 0 0 0,0 0 0 0 0,0 0 1 0 0,0 0-1 0 0,0 0 0 0 0,0 0 0 0 0,0 1 0 0 0,0-1 0 0 0,0 0 1 0 0,0 0-1 0 0,0 1 0 0 0,0-1 0 0 0,0 1 0 0 0,1 0 0 0 0,-1 1-3 0 0,0-1 0 0 0,-1 0 0 0 0,1 1-1 0 0,-1-1 1 0 0,1 0 0 0 0,-1 1 0 0 0,0-1-1 0 0,1 1 1 0 0,-1-1 0 0 0,0 1 0 0 0,0-1-1 0 0,0 1 1 0 0,0-1 0 0 0,0 1 0 0 0,0-1-1 0 0,-1 2 1 0 0,-2 13 137 0 0,-1-1-1 0 0,-11 27 1 0 0,9-28-138 0 0,-18 52-36 0 0,-20 62-1372 0 0,40-113 385 0 0,1 0 0 0 0,1 1 0 0 0,-1 24 0 0 0,3-38 672 0 0,0-2 256 0 0,0 1 1 0 0,0-1-1 0 0,0 0 0 0 0,0 0 0 0 0,-1 0 0 0 0,1 0 1 0 0,0 1-1 0 0,0-1 0 0 0,0 0 0 0 0,0 0 0 0 0,0 0 1 0 0,0 0-1 0 0,0 1 0 0 0,0-1 0 0 0,0 0 0 0 0,0 0 1 0 0,0 0-1 0 0,0 0 0 0 0,0 1 0 0 0,0-1 0 0 0,1 0 1 0 0,-1 0-1 0 0,0 0 0 0 0,0 0 0 0 0,0 1 1 0 0,0-1-1 0 0,0 0 0 0 0,0 0 0 0 0,0 0 0 0 0,0 0 1 0 0,1 0-1 0 0,-1 1 0 0 0,0-1 0 0 0,0 0 0 0 0,0 0 1 0 0,0 0-1 0 0,0 0 0 0 0,1 0 0 0 0,-1 0 0 0 0,0 0 1 0 0,0 0-1 0 0,0 0 0 0 0,0 0 0 0 0,1 0 0 0 0,-1 0 1 0 0,0 1-1 0 0,0-1 0 0 0,0 0 0 0 0,0 0 0 0 0,1 0 1 0 0,-1 0-1 0 0,0-1 0 0 0,0 1 0 0 0,1 0 1 0 0,8-1-1789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3057 0 0,'7'54'2101'0'0,"-1"0"1"0"0,-5 106 0 0 0,2 29-1975 0 0,0-163-529 0 0,0-1 0 0 0,2 0 1 0 0,0 0-1 0 0,2-1 0 0 0,14 34 1 0 0,-3-27-1003 0 0,-7-23-86 0 0,-11-8 1421 0 0,1 0 0 0 0,-1-1-1 0 0,0 1 1 0 0,1 0 0 0 0,-1-1-1 0 0,0 1 1 0 0,1 0 0 0 0,-1-1-1 0 0,0 1 1 0 0,1-1 0 0 0,-1 1 0 0 0,0-1-1 0 0,0 1 1 0 0,0-1 0 0 0,1 1-1 0 0,-1-1 1 0 0,0 1 0 0 0,0-1-1 0 0,0 1 1 0 0,0-1 0 0 0,0 1-1 0 0,0-1 1 0 0,0 1 0 0 0,0-1-1 0 0,0 1 1 0 0,0-1 0 0 0,0 1-1 0 0,-1-1 1 0 0,1-10-1538 0 0</inkml:trace>
  <inkml:trace contextRef="#ctx0" brushRef="#br0" timeOffset="1">0 360 2200 0 0,'6'3'601'0'0,"3"3"-41"0"0,5-2-176 0 0,-2-1-32 0 0,2-4 0 0 0,0-2-136 0 0,-1-2-72 0 0,4-2-88 0 0,1-1-136 0 0,1-1-72 0 0,1-3-104 0 0,-1 1-56 0 0,0 0 0 0 0,-3 1-56 0 0,1 2-80 0 0,-3-3 24 0 0,-11-1-417 0 0,8 8-551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9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2192 0 0,'1'4'150'0'0,"0"-1"0"0"0,0 1-1 0 0,1-1 1 0 0,-1 1-1 0 0,1-1 1 0 0,0 0-1 0 0,0 0 1 0 0,0 1-1 0 0,0-2 1 0 0,1 1 0 0 0,-1 0-1 0 0,1 0 1 0 0,0-1-1 0 0,0 1 1 0 0,0-1-1 0 0,6 4 1 0 0,-5-5 53 0 0,0 0 0 0 0,0 0 0 0 0,0-1 0 0 0,1 1 0 0 0,-1-1 0 0 0,0 0 0 0 0,0 0 0 0 0,0-1 0 0 0,0 1 0 0 0,1-1 0 0 0,-1 0 0 0 0,0 0 0 0 0,0 0 0 0 0,0 0 0 0 0,4-3 0 0 0,237-94 2032 0 0,-240 97-2605 0 0,0 0 1 0 0,0-1-1 0 0,0 0 0 0 0,-1 0 1 0 0,1 0-1 0 0,0-1 0 0 0,-1 0 1 0 0,0 0-1 0 0,0 0 0 0 0,0 0 1 0 0,0 0-1 0 0,0-1 0 0 0,4-4 0 0 0,-2 1-1170 0 0,6 9-882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9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3241 0 0,'7'-8'500'0'0,"1"0"0"0"0,0 0 0 0 0,0 1 0 0 0,1 0 0 0 0,0 1 0 0 0,0 0 0 0 0,1 0 0 0 0,0 1 0 0 0,0 0 0 0 0,14-5 0 0 0,17-4 81 0 0,51-11 1 0 0,-89 25-544 0 0,0-1 30 0 0,0 0 0 0 0,1 0 0 0 0,-1 0 0 0 0,1 0 0 0 0,-1 1 0 0 0,1 0 0 0 0,-1 0 0 0 0,1 0 0 0 0,-1 0 0 0 0,1 0 0 0 0,-1 1 0 0 0,0-1 0 0 0,1 1 0 0 0,-1 0 0 0 0,0 0 0 0 0,1 1 0 0 0,-1-1 0 0 0,4 3 0 0 0,-4-1-8 0 0,0 0 1 0 0,0 0-1 0 0,-1 0 1 0 0,1 1-1 0 0,-1-1 1 0 0,0 1-1 0 0,0-1 0 0 0,0 1 1 0 0,-1 0-1 0 0,1 0 1 0 0,-1 0-1 0 0,0 0 1 0 0,0 0-1 0 0,0 0 1 0 0,0 4-1 0 0,16 110-215 0 0,-16-102-858 0 0,0 0 0 0 0,-1 0 1 0 0,0 1-1 0 0,-2-1 0 0 0,-4 21 0 0 0,6-36 854 0 0,0 0-1 0 0,0 1 1 0 0,0-1 0 0 0,-1 0-1 0 0,1 0 1 0 0,-1 0-1 0 0,1 0 1 0 0,-1 0-1 0 0,1 0 1 0 0,-1 0 0 0 0,0 0-1 0 0,1 0 1 0 0,-1 0-1 0 0,0 0 1 0 0,0-1 0 0 0,0 1-1 0 0,1 0 1 0 0,-1 0-1 0 0,0-1 1 0 0,0 1-1 0 0,0-1 1 0 0,0 1 0 0 0,-2 0-1 0 0,-2 3-1479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39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1 1920 0 0,'2'13'684'0'0,"0"0"0"0"0,1 1 0 0 0,0-1 0 0 0,1-1-1 0 0,10 25 1 0 0,3 9 85 0 0,-14-35-682 0 0,7 19 116 0 0,-2 1-1 0 0,5 38 0 0 0,-11-62-283 0 0,-1 0 0 0 0,-1 0 0 0 0,0 0 0 0 0,0 0 0 0 0,0 0 0 0 0,-1 0 0 0 0,1 0 0 0 0,-2 0 0 0 0,1 0 0 0 0,-1 0 0 0 0,0-1 0 0 0,-1 1 0 0 0,1-1 0 0 0,-1 1 0 0 0,-1-1 0 0 0,-4 8 0 0 0,6-11 34 0 0,0-1-1 0 0,-1 1 0 0 0,1-1 0 0 0,0 0 1 0 0,-1 0-1 0 0,1 0 0 0 0,-1 0 0 0 0,0 0 1 0 0,0-1-1 0 0,0 1 0 0 0,0-1 0 0 0,0 0 0 0 0,0 0 1 0 0,0 0-1 0 0,0 0 0 0 0,0 0 0 0 0,0-1 1 0 0,-5 1-1 0 0,-1-2 33 0 0,1 1 1 0 0,-1-2-1 0 0,1 1 1 0 0,0-1-1 0 0,-11-4 0 0 0,11 4 227 0 0,0-1-1 0 0,0 2 1 0 0,0-1-1 0 0,0 1 1 0 0,0 0-1 0 0,-11 0 1 0 0,19 1-150 0 0,-1 0 0 0 0,1-1-1 0 0,-1 1 1 0 0,0 0 0 0 0,1 0 0 0 0,-1 0 0 0 0,0 0 0 0 0,1 0 0 0 0,-1 0 0 0 0,0 0 0 0 0,1 0-1 0 0,-1 0 1 0 0,0 1 0 0 0,1-1 0 0 0,-1 0 0 0 0,1 0 0 0 0,-1 0 0 0 0,0 1 0 0 0,1-1 0 0 0,-1 0-1 0 0,1 1 1 0 0,-1-1 0 0 0,1 0 0 0 0,-1 1 0 0 0,1-1 0 0 0,-1 1 0 0 0,1-1 0 0 0,-1 1 0 0 0,1-1-1 0 0,0 1 1 0 0,-1-1 0 0 0,1 1 0 0 0,0 0 0 0 0,0-1 0 0 0,-1 1 0 0 0,1-1 0 0 0,0 1 0 0 0,0 0-1 0 0,0-1 1 0 0,-1 1 0 0 0,1 0 0 0 0,0-1 0 0 0,0 1 0 0 0,0-1 0 0 0,0 1 0 0 0,0 0 0 0 0,1-1-1 0 0,-1 1 1 0 0,0 0 0 0 0,0-1 0 0 0,0 1 0 0 0,1 0 0 0 0,0 1 67 0 0,0 0 0 0 0,1 0 0 0 0,-1 0 0 0 0,0-1 0 0 0,1 1 0 0 0,0 0 0 0 0,-1-1-1 0 0,1 1 1 0 0,0-1 0 0 0,0 0 0 0 0,-1 0 0 0 0,1 0 0 0 0,0 0 0 0 0,4 2 0 0 0,4-1 27 0 0,1 0 0 0 0,-1-1 0 0 0,0 1 0 0 0,1-2 0 0 0,-1 0 0 0 0,1 0-1 0 0,-1-1 1 0 0,1 0 0 0 0,-1-1 0 0 0,18-5 0 0 0,12-5-21 0 0,52-25 0 0 0,-51 20-62 0 0,48-15-166 0 0,-53 21-2476 0 0,66-31 1 0 0,-98 40 2129 0 0,-1 0 1 0 0,0 0 0 0 0,0-1 0 0 0,0 1 0 0 0,-1-1-1 0 0,1 1 1 0 0,0-1 0 0 0,-1 0 0 0 0,0 0 0 0 0,1 0-1 0 0,-1 0 1 0 0,-1 0 0 0 0,4-7 0 0 0,2-1-1480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0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 3641 0 0,'-5'7'3211'0'0,"-7"37"-2211"0"0,-24 169 470 0 0,13-62-7113 0 0,24-143 4563 0 0,11 9-647 0 0</inkml:trace>
  <inkml:trace contextRef="#ctx0" brushRef="#br0" timeOffset="1">1 119 3233 0 0,'4'2'331'0'0,"0"0"1"0"0,-1 1-1 0 0,1-1 1 0 0,-1 1 0 0 0,0-1-1 0 0,1 1 1 0 0,-1 0-1 0 0,0 0 1 0 0,-1 1-1 0 0,1-1 1 0 0,-1 1 0 0 0,1-1-1 0 0,3 8 1 0 0,2 1 95 0 0,-1-1-474 0 0,1-1 1 0 0,0 0-1 0 0,0 0 1 0 0,1-1-1 0 0,0 0 1 0 0,1-1-1 0 0,0 0 0 0 0,0 0 1 0 0,1-1-1 0 0,0-1 1 0 0,0 0-1 0 0,1 0 1 0 0,0-1-1 0 0,0 0 1 0 0,0-1-1 0 0,0-1 1 0 0,1 0-1 0 0,18 2 1 0 0,-21-4-164 0 0,6 1-213 0 0,0 0 0 0 0,32-2 1 0 0,-44 0 236 0 0,0-1 0 0 0,-1 1 0 0 0,1-1 0 0 0,0 1 0 0 0,-1-1 0 0 0,1-1 0 0 0,-1 1 0 0 0,0 0 0 0 0,1-1 0 0 0,-1 1 0 0 0,0-1 0 0 0,0 0 0 0 0,0 0 0 0 0,0-1 0 0 0,0 1 0 0 0,0 0 0 0 0,-1-1 0 0 0,1 0 0 0 0,2-3 0 0 0,1-4-1522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0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1936 0 0,'3'30'529'0'0,"2"14"-25"0"0,1 11-64 0 0,0-2-160 0 0,2-4-208 0 0,-2-2-192 0 0,3 0-152 0 0,2 1-112 0 0,1-4 16 0 0,1-3 55 0 0,3-5 73 0 0,-4-5 96 0 0,0-7 24 0 0,-3-4-32 0 0,-3-6-32 0 0,14 15-936 0 0</inkml:trace>
  <inkml:trace contextRef="#ctx0" brushRef="#br0" timeOffset="1">31 223 3009 0 0,'27'9'1257'0'0,"0"-1"0"0"0,0-1 0 0 0,46 6 0 0 0,-63-12-1528 0 0,0-1-1 0 0,1 0 1 0 0,-1-1-1 0 0,0 0 0 0 0,0 0 1 0 0,1-1-1 0 0,-1 0 1 0 0,0-1-1 0 0,-1 0 1 0 0,1-1-1 0 0,0 0 1 0 0,-1-1-1 0 0,13-7 1 0 0,6-11-1554 0 0,-15 11 22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1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22 1376 0 0,'-10'14'291'0'0,"0"1"0"0"0,2 0-1 0 0,-1 1 1 0 0,2-1-1 0 0,0 2 1 0 0,2-1 0 0 0,-1 1-1 0 0,-4 27 1 0 0,8-30-234 0 0,0-1 1 0 0,0 0-1 0 0,1 1 0 0 0,1-1 0 0 0,0 1 1 0 0,1-1-1 0 0,1 1 0 0 0,0-1 1 0 0,1 0-1 0 0,0 0 0 0 0,9 22 1 0 0,-11-31-28 0 0,0-1 1 0 0,1 1-1 0 0,0-1 1 0 0,0 1-1 0 0,0-1 1 0 0,0 0-1 0 0,0 0 1 0 0,0 0-1 0 0,1 0 1 0 0,0 0-1 0 0,-1 0 1 0 0,1-1-1 0 0,0 1 1 0 0,0-1-1 0 0,1 0 1 0 0,-1 0-1 0 0,0 0 1 0 0,1 0-1 0 0,-1-1 1 0 0,1 0-1 0 0,0 1 1 0 0,-1-1-1 0 0,1 0 1 0 0,0-1-1 0 0,0 1 1 0 0,0-1-1 0 0,-1 1 1 0 0,1-1-1 0 0,0 0 1 0 0,0-1-1 0 0,0 1 1 0 0,0-1-1 0 0,-1 1 1 0 0,1-1-1 0 0,0 0 1 0 0,3-2-1 0 0,3-1 75 0 0,-1-1-1 0 0,0 0 1 0 0,0 0-1 0 0,0-1 1 0 0,-1 0-1 0 0,0 0 1 0 0,0-1-1 0 0,-1 0 1 0 0,0-1-1 0 0,0 1 1 0 0,0-1-1 0 0,7-13 1 0 0,-9 13-48 0 0,0 0-1 0 0,0-1 1 0 0,-1 1-1 0 0,0-1 1 0 0,-1 0 0 0 0,0 0-1 0 0,0 0 1 0 0,-1 0 0 0 0,0 0-1 0 0,-1 0 1 0 0,0-1 0 0 0,0 1-1 0 0,-1-1 1 0 0,0 1-1 0 0,-1-1 1 0 0,0 1 0 0 0,0 0-1 0 0,-1-1 1 0 0,0 1 0 0 0,-1 0-1 0 0,0 0 1 0 0,-1 1 0 0 0,1-1-1 0 0,-2 0 1 0 0,1 1 0 0 0,-1 0-1 0 0,0 0 1 0 0,-1 1-1 0 0,0-1 1 0 0,0 1 0 0 0,-1 0-1 0 0,0 1 1 0 0,0 0 0 0 0,0 0-1 0 0,-12-7 1 0 0,13 10-160 0 0,1-1 0 0 0,-1 2 0 0 0,0-1 0 0 0,0 1 0 0 0,-1 0 0 0 0,1 0 0 0 0,0 0 0 0 0,-1 1 1 0 0,1 0-1 0 0,-1 0 0 0 0,1 1 0 0 0,-1 0 0 0 0,1 0 0 0 0,-1 1 0 0 0,1-1 0 0 0,-1 1 0 0 0,1 1 0 0 0,-1-1 0 0 0,-10 5 0 0 0,11-3-227 0 0,0 0-1 0 0,0 0 0 0 0,1 0 0 0 0,-1 0 0 0 0,1 1 1 0 0,0 0-1 0 0,0 0 0 0 0,1 1 0 0 0,-1-1 1 0 0,1 1-1 0 0,0 0 0 0 0,-7 11 0 0 0,2 0-1788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1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2264 0 0,'1'0'96'0'0,"0"1"0"0"0,0-1 0 0 0,0 1 0 0 0,-1-1 0 0 0,1 1 0 0 0,0 0 0 0 0,0-1 0 0 0,0 1 0 0 0,-1 0-1 0 0,1 0 1 0 0,0 0 0 0 0,-1-1 0 0 0,1 1 0 0 0,-1 0 0 0 0,1 0 0 0 0,-1 0 0 0 0,1 0 0 0 0,-1 0-1 0 0,0 0 1 0 0,1 0 0 0 0,-1 0 0 0 0,0 0 0 0 0,0 0 0 0 0,0 0 0 0 0,0 2 0 0 0,5 31 560 0 0,-5-31-439 0 0,36 357 4133 0 0,8-2-4898 0 0,-42-337 195 0 0,-1-12-70 0 0,-1 1 1 0 0,1-1 0 0 0,1 1 0 0 0,0-1 0 0 0,0 1-1 0 0,1-1 1 0 0,0 0 0 0 0,0 0 0 0 0,1 0 0 0 0,6 10 0 0 0,-10-19 396 0 0,0 0 1 0 0,0 0 0 0 0,0 0-1 0 0,0-1 1 0 0,0 1 0 0 0,-1 0-1 0 0,1 0 1 0 0,0 0 0 0 0,0 0-1 0 0,0 0 1 0 0,0 0 0 0 0,0-1-1 0 0,0 1 1 0 0,0 0 0 0 0,0 0-1 0 0,0 0 1 0 0,0 0 0 0 0,0 0-1 0 0,0-1 1 0 0,0 1 0 0 0,0 0-1 0 0,0 0 1 0 0,0 0 0 0 0,0 0-1 0 0,0 0 1 0 0,0-1 0 0 0,0 1-1 0 0,0 0 1 0 0,0 0 0 0 0,0 0-1 0 0,0 0 1 0 0,0 0 0 0 0,0-1-1 0 0,0 1 1 0 0,0 0 0 0 0,0 0-1 0 0,1 0 1 0 0,-1 0 0 0 0,0 0-1 0 0,0 0 1 0 0,0-1 0 0 0,0 1-1 0 0,0 0 1 0 0,0 0 0 0 0,0 0-1 0 0,1 0 1 0 0,-1 0 0 0 0,0 0-1 0 0,0 0 1 0 0,0 0-1 0 0,0 0 1 0 0,0 0 0 0 0,1 0-1 0 0,-1 0 1 0 0,0 0 0 0 0,0 0-1 0 0,0 0 1 0 0,0 0 0 0 0,0 0-1 0 0,1 0 1 0 0,-1 0 0 0 0,0 0-1 0 0,0 0 1 0 0,0 0 0 0 0,0 0-1 0 0,0 0 1 0 0,1 0 0 0 0,-1 0-1 0 0,0-2-308 0 0,1-9-1443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1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4865 0 0,'0'10'496'0'0,"2"-1"0"0"0,0 0 0 0 0,0 0 0 0 0,0 0 0 0 0,1 0 1 0 0,0 0-1 0 0,8 14 0 0 0,37 55 39 0 0,-9-37-1104 0 0,-32-35 87 0 0,-1 0 1 0 0,1 0-1 0 0,-1 1 1 0 0,0 0-1 0 0,-1 0 1 0 0,0 1-1 0 0,0 0 1 0 0,4 8-1 0 0,-9-2-1315 0 0,-2-8-160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2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0 170 4553 0 0,'15'-5'1316'0'0,"-1"-1"-1"0"0,1 2 1 0 0,23-5 0 0 0,18-5-487 0 0,12-13-471 0 0,91-48-1 0 0,-107 48-228 0 0,-52 27-126 0 0,1 0 0 0 0,-1-1 0 0 0,0 1 0 0 0,1 0 0 0 0,-1 0 1 0 0,0-1-1 0 0,1 1 0 0 0,-1 0 0 0 0,1 0 0 0 0,-1 0 0 0 0,0 0 0 0 0,1-1 0 0 0,-1 1 0 0 0,1 0 0 0 0,-1 0 0 0 0,1 0 0 0 0,-1 0 0 0 0,1 0 0 0 0,-1 0 0 0 0,0 0 0 0 0,1 0 1 0 0,-1 0-1 0 0,1 0 0 0 0,-1 0 0 0 0,1 0 0 0 0,-1 1 0 0 0,0-1 0 0 0,1 0 0 0 0,-1 0 0 0 0,1 0 0 0 0,-1 1 0 0 0,0-1 0 0 0,1 0 0 0 0,-3 16-25 0 0,-21 29-152 0 0,19-38 146 0 0,-17 30-23 0 0,-27 55-137 0 0,45-85 142 0 0,0-1 1 0 0,0 1 0 0 0,1 0 0 0 0,1 0-1 0 0,-1 0 1 0 0,1 0 0 0 0,0 1-1 0 0,0-1 1 0 0,1 0 0 0 0,0 0 0 0 0,1 9-1 0 0,-1-15 39 0 0,1 0 0 0 0,-1 0 1 0 0,0 0-1 0 0,0 0 0 0 0,1 0 0 0 0,-1 0 0 0 0,0 0 0 0 0,1 0 0 0 0,-1 0 0 0 0,1 0 1 0 0,0 0-1 0 0,-1 0 0 0 0,1 0 0 0 0,0-1 0 0 0,-1 1 0 0 0,1 0 0 0 0,0 0 0 0 0,0-1 0 0 0,0 1 1 0 0,-1-1-1 0 0,1 1 0 0 0,0 0 0 0 0,0-1 0 0 0,0 0 0 0 0,0 1 0 0 0,1 0 0 0 0,1-1 19 0 0,-1 0 0 0 0,1 0-1 0 0,-1 0 1 0 0,1 0-1 0 0,-1 0 1 0 0,1-1-1 0 0,-1 1 1 0 0,1-1-1 0 0,-1 1 1 0 0,0-1-1 0 0,3-1 1 0 0,7-3 75 0 0,-1-1 1 0 0,1-1-1 0 0,12-9 0 0 0,-23 16-87 0 0,86-68 526 0 0,-79 61-437 0 0,-1 0 0 0 0,0-1 0 0 0,0 1 1 0 0,-1-1-1 0 0,0-1 0 0 0,0 1 0 0 0,-1-1 0 0 0,8-16 0 0 0,-13 24-66 0 0,1 0 1 0 0,-1 0-1 0 0,0 0 0 0 0,1 0 0 0 0,-1 0 1 0 0,0 0-1 0 0,0 0 0 0 0,0 0 1 0 0,0-1-1 0 0,0 1 0 0 0,0 0 0 0 0,0 0 1 0 0,0 0-1 0 0,0 0 0 0 0,-1 0 1 0 0,1 0-1 0 0,0 0 0 0 0,-1 0 0 0 0,1 0 1 0 0,-1 0-1 0 0,1 0 0 0 0,-1 0 1 0 0,1 0-1 0 0,-1 0 0 0 0,0 0 0 0 0,0-1 1 0 0,-1 1-23 0 0,-1-1 1 0 0,1 1 0 0 0,0-1-1 0 0,-1 1 1 0 0,1 0 0 0 0,-1 0-1 0 0,1 0 1 0 0,-1 0 0 0 0,1 0-1 0 0,-5 0 1 0 0,-7-1-333 0 0,-1 0 1 0 0,1 2 0 0 0,-16 0-1 0 0,27 0 186 0 0,-12 1-435 0 0,8-2-77 0 0,-1 1 1 0 0,1 0 0 0 0,-1 0-1 0 0,1 1 1 0 0,-1 0-1 0 0,1 1 1 0 0,0-1 0 0 0,0 1-1 0 0,-1 1 1 0 0,2-1 0 0 0,-13 8-1 0 0,18-10 615 0 0,0 0-1 0 0,0 0 0 0 0,1 0 1 0 0,-1 0-1 0 0,0 0 1 0 0,1 0-1 0 0,-1 0 0 0 0,0 0 1 0 0,0 0-1 0 0,1 0 0 0 0,-1 0 1 0 0,0 0-1 0 0,1 0 1 0 0,-1 0-1 0 0,0-1 0 0 0,1 1 1 0 0,-1 0-1 0 0,0-1 0 0 0,1 1 1 0 0,-1 0-1 0 0,0-1 1 0 0,1 1-1 0 0,-1-1 0 0 0,1 1 1 0 0,-2-2-1 0 0,1 1-182 0 0,-1 3-1037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2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0 301 3825 0 0,'13'0'968'0'0,"-1"-1"1"0"0,0-1 0 0 0,21-5-1 0 0,73-30 732 0 0,-35 11-1213 0 0,0 2-855 0 0,-2-3-1 0 0,-1-3 1 0 0,125-76-1 0 0,-189 104 195 0 0,0 0-36 0 0,-1 0-1 0 0,0 0 1 0 0,0 0 0 0 0,1 0-1 0 0,-2-1 1 0 0,1 1 0 0 0,0-1-1 0 0,0 1 1 0 0,-1-1 0 0 0,1 0-1 0 0,-1 0 1 0 0,0 0-1 0 0,2-4 1 0 0,-50 29-2504 0 0,-37 13 3150 0 0,64-28 91 0 0,1 0 1 0 0,-1 1-1 0 0,1 1 0 0 0,1 1 1 0 0,0 0-1 0 0,0 1 0 0 0,-16 14 1 0 0,30-21-362 0 0,1-1 0 0 0,0 1 0 0 0,0-1 0 0 0,0 1 1 0 0,0 0-1 0 0,0 0 0 0 0,1-1 0 0 0,-1 1 1 0 0,1 0-1 0 0,0 1 0 0 0,0-1 0 0 0,1 0 1 0 0,-1 0-1 0 0,1 0 0 0 0,0 0 0 0 0,0 1 0 0 0,1 4 1 0 0,1 12 172 0 0,2 0 1 0 0,6 24 0 0 0,-5-24-168 0 0,4 23-71 0 0,-4-16-274 0 0,1 0 0 0 0,1-1 0 0 0,2 0 0 0 0,0 0 0 0 0,2 0 0 0 0,16 29 1 0 0,-26-54 8 0 0,0-1 1 0 0,0 1 0 0 0,1 0 0 0 0,-1-1-1 0 0,0 1 1 0 0,1-1 0 0 0,-1 1 0 0 0,1-1-1 0 0,-1 0 1 0 0,1 1 0 0 0,0-1 0 0 0,1 1 0 0 0,3-7-2476 0 0,-6-13 358 0 0,-1 3-137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4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1 3769 0 0,'-6'4'568'0'0,"-4"8"-200"0"0,-2 5-96 0 0,-3 8 0 0 0,0 4-88 0 0,-4 4-8 0 0,1 7-64 0 0,0-1-64 0 0,1 2-24 0 0,2-1-96 0 0,3-2-168 0 0,0-1-240 0 0,2-1-144 0 0,3-4-96 0 0,1-3 32 0 0,3-6 200 0 0,0-3 39 0 0,12 1-999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1 215 3465 0 0,'1'3'335'0'0,"1"1"1"0"0,0-1 0 0 0,0 0-1 0 0,0 0 1 0 0,0 0 0 0 0,1 0-1 0 0,-1-1 1 0 0,1 1 0 0 0,4 3-1 0 0,50 34-17 0 0,-50-36-175 0 0,7 4-383 0 0,1 0 0 0 0,0-1 0 0 0,1-1 1 0 0,0 0-1 0 0,0-2 0 0 0,0 1 0 0 0,0-2 1 0 0,1 0-1 0 0,-1-1 0 0 0,1-1 0 0 0,0 0 1 0 0,0-2-1 0 0,-1 0 0 0 0,1 0 1 0 0,-1-2-1 0 0,1 0 0 0 0,-1-1 0 0 0,0 0 1 0 0,0-1-1 0 0,27-13 0 0 0,-39 15 197 0 0,0 1 0 0 0,-1-1-1 0 0,1 1 1 0 0,0-1 0 0 0,-1 0-1 0 0,0 0 1 0 0,0-1 0 0 0,0 1-1 0 0,0-1 1 0 0,0 0 0 0 0,-1 1 0 0 0,1-1-1 0 0,-1 0 1 0 0,2-5 0 0 0,6-13-1147 0 0</inkml:trace>
  <inkml:trace contextRef="#ctx0" brushRef="#br0" timeOffset="1">519 0 1168 0 0,'-5'7'270'0'0,"2"0"0"0"0,-1 0 0 0 0,1 1 0 0 0,0-1 0 0 0,0 1 1 0 0,1 0-1 0 0,0-1 0 0 0,0 1 0 0 0,1 0 0 0 0,0 0 0 0 0,0 12 0 0 0,-1 1 22 0 0,-3 36-583 0 0,3 0 0 0 0,6 66-1 0 0,-2-63-774 0 0,-4-22 108 0 0,-1-22-405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5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0 189 2024 0 0,'10'-6'426'0'0,"1"1"0"0"0,-1 0 0 0 0,1 1 0 0 0,17-5 0 0 0,21-9 236 0 0,18-14 441 0 0,92-39-88 0 0,-137 62-932 0 0,1 2 0 0 0,0 0 0 0 0,0 2 0 0 0,1 1 0 0 0,27-2 0 0 0,-51 6-77 0 0,1-1 0 0 0,0 1 0 0 0,0 0 0 0 0,-1 0 0 0 0,1 0 0 0 0,0 0 0 0 0,-1 0-1 0 0,1 0 1 0 0,0 0 0 0 0,0 0 0 0 0,-1 0 0 0 0,1 1 0 0 0,0-1 0 0 0,-1 0 0 0 0,1 0 0 0 0,0 1-1 0 0,-1-1 1 0 0,1 0 0 0 0,0 1 0 0 0,-1-1 0 0 0,1 1 0 0 0,-1-1 0 0 0,1 1 0 0 0,-1-1 0 0 0,1 1 0 0 0,-1-1-1 0 0,1 1 1 0 0,-1-1 0 0 0,1 2 0 0 0,-1-1 14 0 0,0 0 0 0 0,0 1 1 0 0,0-1-1 0 0,0 0 0 0 0,0 1 0 0 0,0-1 0 0 0,0 0 0 0 0,-1 1 1 0 0,1-1-1 0 0,0 0 0 0 0,-1 1 0 0 0,0-1 0 0 0,1 0 0 0 0,-2 2 1 0 0,-38 50 545 0 0,30-41-501 0 0,-19 25-76 0 0,9-13-15 0 0,2 0 0 0 0,0 1 1 0 0,1 1-1 0 0,2 1 0 0 0,0 0 0 0 0,-12 35 0 0 0,26-61-1 0 0,1 0 0 0 0,-1 0 0 0 0,1 0 0 0 0,0 0 0 0 0,-1 0 0 0 0,1 0 0 0 0,0 0 0 0 0,-1 0 0 0 0,1 0 0 0 0,0 0 0 0 0,0 0 0 0 0,0 0 0 0 0,0 1 0 0 0,0-1 0 0 0,0 0 1 0 0,0 0-1 0 0,0 0 0 0 0,1 0 0 0 0,-1 0 0 0 0,0 0 0 0 0,1 0 0 0 0,-1 0 0 0 0,1 0 0 0 0,-1 0 0 0 0,1 0 0 0 0,-1 0 0 0 0,1 0 0 0 0,0 0 0 0 0,0 0 0 0 0,-1 0 0 0 0,1-1 0 0 0,0 1 0 0 0,0 0 0 0 0,0 0 0 0 0,0-1 0 0 0,0 1 0 0 0,0-1 0 0 0,0 1 0 0 0,0-1 0 0 0,0 1 0 0 0,0-1 0 0 0,0 0 0 0 0,0 1 0 0 0,0-1 0 0 0,0 0 0 0 0,0 0 0 0 0,0 0 0 0 0,0 0 0 0 0,0 0 0 0 0,1 0 0 0 0,-1 0 0 0 0,0 0 0 0 0,0 0 0 0 0,0 0 0 0 0,0-1 0 0 0,0 1 0 0 0,2-1 1 0 0,8-2-284 0 0,1 0 0 0 0,-1 0 0 0 0,-1-1 0 0 0,15-7 0 0 0,-4 0-243 0 0,0-1 0 0 0,-1-1 0 0 0,0-1 0 0 0,-2 0 0 0 0,30-29 0 0 0,-17 12-902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5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0 792 0 0,'-3'26'424'0'0,"1"9"-72"0"0,-1 8-240 0 0,3-7-104 0 0,-2-5-136 0 0,7 2-952 0 0</inkml:trace>
  <inkml:trace contextRef="#ctx0" brushRef="#br0" timeOffset="1">1 37 1368 0 0,'6'7'357'0'0,"1"0"-1"0"0,0 0 1 0 0,0-1-1 0 0,1 0 0 0 0,0 0 1 0 0,0-1-1 0 0,1 0 1 0 0,-1 0-1 0 0,1-1 1 0 0,0 0-1 0 0,13 3 1 0 0,12 2-311 0 0,63 10 0 0 0,-36-9-1179 0 0,-57-10 868 0 0,3 2-391 0 0,-9 1-1130 0 0,-3-1 320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5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1 271 3945 0 0,'4'1'228'0'0,"0"-1"1"0"0,0 1-1 0 0,0 0 0 0 0,1-1 1 0 0,-1 0-1 0 0,0 0 0 0 0,0 0 1 0 0,0-1-1 0 0,0 1 1 0 0,1-1-1 0 0,-1 0 0 0 0,0 0 1 0 0,5-3-1 0 0,1 2 164 0 0,259-75 2546 0 0,-60 16-2478 0 0,-58 26-353 0 0,90-26-3320 0 0,-216 48 1360 0 0,-25 13 1799 0 0,1 0 0 0 0,-1-1 1 0 0,0 1-1 0 0,0 0 0 0 0,1 0 1 0 0,-1 0-1 0 0,0-1 0 0 0,1 1 1 0 0,-1 0-1 0 0,0 0 0 0 0,0-1 1 0 0,0 1-1 0 0,1 0 0 0 0,-1 0 1 0 0,0-1-1 0 0,0 1 0 0 0,0 0 1 0 0,1-1-1 0 0,-1 1 0 0 0,0 0 1 0 0,0-1-1 0 0,0 1 0 0 0,0 0 0 0 0,0-1 1 0 0,0 1-1 0 0,0 0 0 0 0,0-1 1 0 0,0 1-1 0 0,0 0 0 0 0,0-1 1 0 0,0 1-1 0 0,0 0 0 0 0,0-1 1 0 0,0 1-1 0 0,0 0 0 0 0,-1-1 1 0 0,1 1-1 0 0,0 0 0 0 0,0-1 1 0 0,0 1-1 0 0,0 0 0 0 0,-1-1 1 0 0,1 1-1 0 0,0 0 0 0 0,0 0 0 0 0,-1-1 1 0 0,1 1-1 0 0,0 0 0 0 0,0 0 1 0 0,-1 0-1 0 0,1-1 0 0 0,0 1 1 0 0,-1 0-1 0 0,1 0 0 0 0,0 0 1 0 0,-1 0-1 0 0,1 0 0 0 0,0-1 1 0 0,-1 1-1 0 0,1 0 0 0 0,0 0 1 0 0,-1 0-1 0 0,1 0 0 0 0,0 0 1 0 0,-1 0-1 0 0,1 0 0 0 0,0 0 0 0 0,-1 0 1 0 0,0 1-1 0 0,-8-2-1649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8:46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2705 0 0,'10'51'576'0'0,"2"-1"1"0"0,25 64 0 0 0,-28-91-382 0 0,1-2 0 0 0,1 1-1 0 0,0-1 1 0 0,2-1 0 0 0,0 0 0 0 0,2 0-1 0 0,20 21 1 0 0,-32-37-125 0 0,0-1 0 0 0,0 0 0 0 0,1 0 0 0 0,-1 0 0 0 0,1 0 0 0 0,-1 0-1 0 0,1-1 1 0 0,0 0 0 0 0,0 1 0 0 0,0-1 0 0 0,0-1 0 0 0,0 1 0 0 0,0-1 0 0 0,1 1-1 0 0,-1-1 1 0 0,0 0 0 0 0,1-1 0 0 0,-1 1 0 0 0,1-1 0 0 0,-1 0 0 0 0,1 0 0 0 0,-1 0 0 0 0,1-1-1 0 0,-1 1 1 0 0,1-1 0 0 0,-1 0 0 0 0,0-1 0 0 0,1 1 0 0 0,-1-1 0 0 0,0 0 0 0 0,0 0-1 0 0,0 0 1 0 0,0 0 0 0 0,-1-1 0 0 0,1 1 0 0 0,-1-1 0 0 0,1 0 0 0 0,4-5 0 0 0,0-1 15 0 0,0-1 0 0 0,0 0 1 0 0,-1 0-1 0 0,0-1 1 0 0,0 0-1 0 0,-2 0 0 0 0,1 0 1 0 0,-1-1-1 0 0,-1 0 1 0 0,0 0-1 0 0,-1 0 0 0 0,4-23 1 0 0,-6 12-264 0 0,-2 0 0 0 0,0-1 0 0 0,-1 1 0 0 0,-1 0 0 0 0,-2 0 0 0 0,0 0 0 0 0,-1 0 1 0 0,-1 1-1 0 0,-12-26 0 0 0,7 29-1258 0 0,12 19 1349 0 0,-1-1-1 0 0,1 1 1 0 0,0 0-1 0 0,0-1 1 0 0,0 1-1 0 0,-1 0 1 0 0,1-1-1 0 0,0 1 1 0 0,-1 0-1 0 0,1-1 1 0 0,0 1-1 0 0,0 0 1 0 0,-1 0-1 0 0,1-1 1 0 0,-1 1-1 0 0,1 0 1 0 0,0 0-1 0 0,-1 0 1 0 0,1 0-1 0 0,0 0 1 0 0,-1-1-1 0 0,1 1 1 0 0,-1 0 0 0 0,1 0-1 0 0,0 0 1 0 0,-1 0-1 0 0,1 0 1 0 0,-1 0-1 0 0,1 0 1 0 0,0 0-1 0 0,-1 1 1 0 0,1-1-1 0 0,-1 0 1 0 0,1 0-1 0 0,0 0 1 0 0,-1 0-1 0 0,1 0 1 0 0,0 1-1 0 0,-1-1 1 0 0,1 0-1 0 0,0 0 1 0 0,-1 0-1 0 0,1 1 1 0 0,0-1-1 0 0,-1 0 1 0 0,1 1-1 0 0,0-1 1 0 0,0 0-1 0 0,-1 1 1 0 0,1 0-1 0 0,-2 4-1520 0 0</inkml:trace>
  <inkml:trace contextRef="#ctx0" brushRef="#br0" timeOffset="1">43 309 3769 0 0,'22'0'1147'0'0,"1"-1"1"0"0,-1-2-1 0 0,40-9 1 0 0,-37 5-1732 0 0,1-2 0 0 0,-1-1 0 0 0,-1-1 0 0 0,0-1-1 0 0,26-17 1 0 0,-49 28 495 0 0,1 1-1 0 0,-1-1 1 0 0,0 0-1 0 0,0 0 0 0 0,1 0 1 0 0,-1-1-1 0 0,0 1 1 0 0,0 0-1 0 0,0 0 0 0 0,-1 0 1 0 0,1-1-1 0 0,0 1 1 0 0,0 0-1 0 0,-1-1 0 0 0,1 1 1 0 0,0-1-1 0 0,-1 1 1 0 0,0-1-1 0 0,1 1 0 0 0,-1-1 1 0 0,0 1-1 0 0,0-1 0 0 0,0-1 1 0 0,2-10-596 0 0,10-3-1038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9:08.0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20 29 2192 0 0,'-19'22'1521'0'0,"18"-14"-192"0"0,15-14-271 0 0,-12 5-1007 0 0,0-1 1 0 0,1 1-1 0 0,-1-1 0 0 0,1 1 1 0 0,-1 0-1 0 0,1 0 0 0 0,0 0 1 0 0,-1 0-1 0 0,1 1 0 0 0,0-1 1 0 0,0 1-1 0 0,-1 0 0 0 0,1-1 1 0 0,0 1-1 0 0,0 1 1 0 0,0-1-1 0 0,-1 0 0 0 0,1 1 1 0 0,0-1-1 0 0,0 1 0 0 0,-1 0 1 0 0,1 0-1 0 0,0 0 0 0 0,-1 0 1 0 0,1 0-1 0 0,-1 0 0 0 0,0 1 1 0 0,5 2-1 0 0,26 12 418 0 0,-24-14-403 0 0,-1 0-1 0 0,1-1 1 0 0,-1 0 0 0 0,1-1 0 0 0,-1 0-1 0 0,17-2 1 0 0,-14 1 11 0 0,-1 0 0 0 0,1 1 0 0 0,-1 1 0 0 0,13 1 0 0 0,28 11 114 0 0,-40-10-152 0 0,-1 1 0 0 0,1-2 0 0 0,-1 0 0 0 0,1 0 0 0 0,0 0 0 0 0,-1-2 0 0 0,1 1 0 0 0,0-1 0 0 0,0-1 0 0 0,15-3 0 0 0,7-4 101 0 0,-23 5-93 0 0,0-1 1 0 0,1 2-1 0 0,-1-1 0 0 0,1 1 1 0 0,0 1-1 0 0,0 0 1 0 0,-1 1-1 0 0,1 0 0 0 0,0 0 1 0 0,0 1-1 0 0,0 1 0 0 0,-1 0 1 0 0,19 5-1 0 0,-17-3 7 0 0,0-2 0 0 0,1 0 0 0 0,-1 0 0 0 0,1-1 0 0 0,0 0 0 0 0,-1-1 0 0 0,1-1 0 0 0,14-2 0 0 0,25 0 146 0 0,1 1-157 0 0,87-13 0 0 0,-39 8 90 0 0,-71 7-102 0 0,-1-2 0 0 0,31-5 0 0 0,-36 3 1 0 0,1 2 1 0 0,-1 1-1 0 0,0 1 0 0 0,36 5 1 0 0,-33-3-4 0 0,-1 0 0 0 0,1-2 0 0 0,38-4 0 0 0,41-8 48 0 0,-60 8-30 0 0,-1-2 0 0 0,45-12 0 0 0,-77 16-26 0 0,-1 0 0 0 0,0 1-1 0 0,1 0 1 0 0,-1 1 0 0 0,25 3 0 0 0,-23-2-5 0 0,-1 0 1 0 0,1-1-1 0 0,-1 0 1 0 0,1-1-1 0 0,13-3 1 0 0,1 0 52 0 0,1 2 0 0 0,-1 0 0 0 0,1 2 0 0 0,0 1 0 0 0,-1 2 0 0 0,47 9 1 0 0,55 3 89 0 0,-98-12-106 0 0,-1 2 0 0 0,34 8 0 0 0,-46-7-33 0 0,-1-2 0 0 0,1 0 0 0 0,0-1 0 0 0,1-1 0 0 0,-1-1 1 0 0,0-1-1 0 0,1 0 0 0 0,31-6 0 0 0,0-5 24 0 0,0 2 1 0 0,1 1 0 0 0,65 1-1 0 0,-14 3 51 0 0,-74 1-51 0 0,1 1 0 0 0,0 2 0 0 0,0 1 0 0 0,-1 1 0 0 0,1 2 0 0 0,32 7 0 0 0,-3 2 14 0 0,0-2 0 0 0,0-3 0 0 0,87 0 0 0 0,-96-5-27 0 0,78-8 0 0 0,0 0 95 0 0,45 3 26 0 0,-131-1-118 0 0,0 1 0 0 0,0 2 0 0 0,1 2 1 0 0,-2 2-1 0 0,1 2 0 0 0,42 11 0 0 0,-71-13-25 0 0,0-1 0 0 0,1-1 0 0 0,0 0 1 0 0,-1 0-1 0 0,1-2 0 0 0,0 0 0 0 0,16-1 0 0 0,11-5 5 0 0,42-11 1 0 0,-55 10-10 0 0,0 1 0 0 0,0 1 1 0 0,1 2-1 0 0,43 0 0 0 0,-45 3 30 0 0,-1-1-1 0 0,1-2 0 0 0,31-6 1 0 0,-40 5-20 0 0,0 1 1 0 0,1 1-1 0 0,-1 0 0 0 0,1 1 1 0 0,-1 1-1 0 0,0 1 0 0 0,1 0 1 0 0,31 8-1 0 0,4 4 29 0 0,71 9 1 0 0,26 5 29 0 0,-119-20-66 0 0,-1-1 1 0 0,1-1 0 0 0,0-2-1 0 0,0-1 1 0 0,1-1-1 0 0,45-6 1 0 0,313-16 234 0 0,-320 18-238 0 0,-1 2 0 0 0,74 11 0 0 0,-64-3-26 0 0,86-5 0 0 0,-129-2 26 0 0,59 7 0 0 0,-64-4 32 0 0,0 0-1 0 0,53-4 1 0 0,183-14 83 0 0,-165 12-100 0 0,-51 0-24 0 0,86 7 0 0 0,163 8-128 0 0,-101-9 220 0 0,-112 0-64 0 0,0-3 0 0 0,172-25 0 0 0,-44 1-50 0 0,-32 5 11 0 0,-139 15 34 0 0,1 2 1 0 0,71 6 0 0 0,36 0 10 0 0,-84-6-33 0 0,-1 4 0 0 0,135 20 0 0 0,-156-16 28 0 0,92-2 0 0 0,11 0 115 0 0,91 10 46 0 0,-93-22-91 0 0,-88 2-79 0 0,68 4 1 0 0,-6 4-43 0 0,-85-3 39 0 0,1 1 1 0 0,-1 2-1 0 0,0 1 1 0 0,0 2-1 0 0,61 17 0 0 0,-51-10 60 0 0,0-2 0 0 0,2-2 0 0 0,-1-3-1 0 0,69 1 1 0 0,-5-1 25 0 0,-82-4-78 0 0,1-2 1 0 0,-1-1-1 0 0,49-11 1 0 0,33-2-43 0 0,150-15 174 0 0,-147 15-69 0 0,8 4-39 0 0,-67 8 0 0 0,79-16 0 0 0,241-46-139 0 0,-340 60 142 0 0,1 2 0 0 0,71 1 0 0 0,-62 3-29 0 0,16-2 4 0 0,-23-1 18 0 0,0 3 0 0 0,60 7 0 0 0,12 21 259 0 0,-80-20-161 0 0,0 0 0 0 0,63 7 0 0 0,-54-13-499 0 0,71 17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9:41.8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1328 1 1520 0 0,'-11'9'627'0'0,"0"1"0"0"0,0 0 0 0 0,1 1-1 0 0,0 0 1 0 0,-14 23 0 0 0,-25 27 1726 0 0,13-25-2053 0 0,2 1 0 0 0,1 2 0 0 0,2 2 1 0 0,2 1-1 0 0,-29 54 0 0 0,-444 1014 1214 0 0,325-540-809 0 0,139-436-572 0 0,-113 617 180 0 0,115-530-194 0 0,1 2 103 0 0,10 3 0 0 0,9 0 1 0 0,15 248-1 0 0,63 283 182 0 0,-31-525-290 0 0,111 421-1 0 0,-41-387-44 0 0,-31-96 1 0 0,-54-125-57 0 0,167 400 74 0 0,-130-349-37 0 0,97 134 1 0 0,-135-208-35 0 0,2 0 0 0 0,0-2 0 0 0,1 0 1 0 0,2 0-1 0 0,0-2 0 0 0,0-1 0 0 0,2 0 0 0 0,43 25 0 0 0,-51-34-2 0 0,-1 0 0 0 0,0 1 0 0 0,-1 1 0 0 0,15 14-1 0 0,-18-14-11 0 0,1-1 0 0 0,1-1-1 0 0,-1 0 1 0 0,1 0-1 0 0,0-1 1 0 0,24 10-1 0 0,-24-13-20 0 0,1-1-1 0 0,0-1 0 0 0,-1 0 1 0 0,1-1-1 0 0,24 0 0 0 0,-22-1-42 0 0,0 0-1 0 0,0 1 0 0 0,0 1 0 0 0,15 3 0 0 0,12 2-103 0 0,-35-6 166 0 0,1-1-1 0 0,-1 1 1 0 0,0 1-1 0 0,0-1 1 0 0,1 1-1 0 0,-1 0 1 0 0,0 0 0 0 0,0 0-1 0 0,10 7 1 0 0,-7-1-276 0 0,15 12 38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31:14.52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3130 300 2961 0 0,'-7'-1'170'0'0,"0"-1"0"0"0,0 1 1 0 0,0-1-1 0 0,1 0 0 0 0,-1-1 1 0 0,1 0-1 0 0,-1 0 0 0 0,1 0 1 0 0,0-1-1 0 0,0 1 0 0 0,-6-7 1 0 0,-2-3 93 0 0,1 0-1 0 0,-22-31 1 0 0,35 44-260 0 0,-13-16 95 0 0,-1 1 0 0 0,0 0 0 0 0,0 1 0 0 0,-2 1 0 0 0,0 0 0 0 0,0 1 1 0 0,-1 1-1 0 0,0 1 0 0 0,-1 0 0 0 0,-24-9 0 0 0,15 9-52 0 0,-1 1 0 0 0,0 2 0 0 0,0 1 0 0 0,-1 1 0 0 0,0 1 0 0 0,-44 0 0 0 0,15 6-38 0 0,0 3 1 0 0,0 2-1 0 0,1 2 0 0 0,0 4 0 0 0,1 1 0 0 0,-89 36 0 0 0,49-7-176 0 0,2 4-1 0 0,2 4 1 0 0,2 4 0 0 0,3 3-1 0 0,-158 140 1 0 0,-339 409 922 0 0,511-522-713 0 0,4 3 1 0 0,4 4-1 0 0,4 2 1 0 0,4 2-1 0 0,4 3 1 0 0,5 3 0 0 0,4 1-1 0 0,5 2 1 0 0,5 2-1 0 0,4 1 1 0 0,5 1 0 0 0,4 1-1 0 0,6 1 1 0 0,-3 208-1 0 0,23-206-83 0 0,5-1 0 0 0,49 221 0 0 0,108 207-85 0 0,-110-392 216 0 0,84 157-1 0 0,-97-224-41 0 0,4-2 0 0 0,4-2 0 0 0,81 93 0 0 0,156 126 317 0 0,-283-291-331 0 0,33 36 204 0 0,-36-38-197 0 0,-1 0 1 0 0,0 0-1 0 0,0 0 1 0 0,0 0 0 0 0,0 0-1 0 0,0 0 1 0 0,-1 0-1 0 0,0 1 1 0 0,1-1 0 0 0,-1 1-1 0 0,0-1 1 0 0,0 7-1 0 0,-1-8-9 0 0,-1 0-1 0 0,0 0 0 0 0,1-1 1 0 0,-1 1-1 0 0,0 0 1 0 0,0-1-1 0 0,0 1 0 0 0,0-1 1 0 0,0 1-1 0 0,0-1 1 0 0,-1 1-1 0 0,1-1 0 0 0,0 0 1 0 0,-1 0-1 0 0,1 0 1 0 0,-1 0-1 0 0,1 0 0 0 0,-1 0 1 0 0,0 0-1 0 0,1 0 0 0 0,-1 0 1 0 0,0-1-1 0 0,-3 2 1 0 0,-47 12 50 0 0,49-14-39 0 0,-48 10 18 0 0,0-3 1 0 0,0-2-1 0 0,0-3 0 0 0,0-1 1 0 0,-1-3-1 0 0,1-2 1 0 0,0-3-1 0 0,-60-14 0 0 0,73 8 35 0 0,1-2-1 0 0,1-1 1 0 0,0-2-1 0 0,-62-41 1 0 0,58 33 25 0 0,-1 3 0 0 0,-83-36 1 0 0,114 55-30 0 0,0 0 0 0 0,0 1 1 0 0,0 0-1 0 0,0 1 1 0 0,-1 0-1 0 0,1 0 0 0 0,-1 2 1 0 0,1-1-1 0 0,-1 1 1 0 0,-16 2-1 0 0,37 1-73 0 0,-1 0 0 0 0,0 0 1 0 0,-1 1-1 0 0,12 6 0 0 0,-9-4-20 0 0,110 47-52 0 0,-70-32 23 0 0,-1 2 0 0 0,-1 2 0 0 0,80 54 1 0 0,-2 24 106 0 0,-82-63-28 0 0,2-2 0 0 0,2-1-1 0 0,2-3 1 0 0,63 32 0 0 0,-108-63-116 0 0,26 7 827 0 0,-32-11-728 0 0,1 1-1 0 0,0-1 1 0 0,0 1-1 0 0,-1-1 1 0 0,1 1 0 0 0,0-1-1 0 0,-1 0 1 0 0,1 1-1 0 0,0-1 1 0 0,-1 0-1 0 0,1 1 1 0 0,-1-1 0 0 0,1 0-1 0 0,-1 0 1 0 0,0 1-1 0 0,1-1 1 0 0,-1 0 0 0 0,0 0-1 0 0,0 0 1 0 0,1 0-1 0 0,-1 0 1 0 0,0 1 0 0 0,0-1-1 0 0,0 0 1 0 0,0 0-1 0 0,0 0 1 0 0,0 0 0 0 0,0 0-1 0 0,0 0 1 0 0,0 1-1 0 0,-1-1 1 0 0,1 0-1 0 0,-1-1 1 0 0,-5-193-30 0 0,9 0 1 0 0,8 1-1 0 0,9 0 0 0 0,8 1 0 0 0,8 2 1 0 0,98-299-1 0 0,-66 265-6893 0 0,-45 145 2056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31:38.0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30 144 1008 0 0,'-30'19'3627'0'0,"44"-35"-3102"0"0,-9 11-382 0 0,0 1 1 0 0,0 1 0 0 0,0-1 0 0 0,1 1-1 0 0,-1 0 1 0 0,1 0 0 0 0,0 0-1 0 0,0 1 1 0 0,0 0 0 0 0,12-3 0 0 0,67-9 197 0 0,-74 14-236 0 0,-1 0 0 0 0,1 1 0 0 0,0 0 0 0 0,-1 1 0 0 0,0 0 0 0 0,18 6 0 0 0,-19-4-31 0 0,1-1 1 0 0,-1-1 0 0 0,1 0-1 0 0,-1 0 1 0 0,1-1 0 0 0,0 0-1 0 0,0-1 1 0 0,17-2-1 0 0,10-4 132 0 0,-14 0-62 0 0,1 2-1 0 0,0 1 0 0 0,0 1 1 0 0,45 2-1 0 0,-16 3 334 0 0,-35-2-336 0 0,0 0 0 0 0,0 1 0 0 0,-1 0 0 0 0,19 6 0 0 0,-20-5-111 0 0,0 0 0 0 0,1-1 0 0 0,0-1 1 0 0,-1 0-1 0 0,1-1 0 0 0,-1-1 0 0 0,1-1 0 0 0,-1 0 0 0 0,1-1 1 0 0,20-7-1 0 0,-12 4 107 0 0,1 1 1 0 0,-1 1 0 0 0,31 0 0 0 0,-43 5-62 0 0,1 0 1 0 0,0 1-1 0 0,21 6 1 0 0,-24-5-71 0 0,0 0 1 0 0,-1-1 0 0 0,1 0 0 0 0,0-1 0 0 0,0-1-1 0 0,0 1 1 0 0,13-2 0 0 0,-9-1 13 0 0,0 1-1 0 0,0 1 1 0 0,0 0 0 0 0,0 2 0 0 0,0-1-1 0 0,-1 2 1 0 0,1 0 0 0 0,0 0 0 0 0,22 10-1 0 0,-25-10-20 0 0,0-1-1 0 0,1 0 0 0 0,-1-1 0 0 0,1 0 1 0 0,0-1-1 0 0,0 0 0 0 0,19-3 0 0 0,-18 1 18 0 0,0 1 0 0 0,0 0-1 0 0,0 1 1 0 0,1 1 0 0 0,23 4-1 0 0,-5 1 8 0 0,1-1 0 0 0,0-2-1 0 0,0-2 1 0 0,0-1-1 0 0,35-4 1 0 0,-24 1 93 0 0,0 2-1 0 0,46 5 1 0 0,-33-1-23 0 0,1-3 0 0 0,-1-2 0 0 0,1-2 0 0 0,92-20 0 0 0,-123 19-79 0 0,143-12-11 0 0,-34 5-68 0 0,-67 7 80 0 0,1 2 0 0 0,70 8 0 0 0,57-2 122 0 0,10 5-44 0 0,7-1-35 0 0,-129-6 49 0 0,155 21 0 0 0,-79-4 144 0 0,-94-13-165 0 0,-11-1-23 0 0,0 1 1 0 0,61 16-1 0 0,-65-12-35 0 0,0-2 0 0 0,1-3 0 0 0,0-2 0 0 0,95-9 1 0 0,7 1 98 0 0,-37 5 50 0 0,153-20-1 0 0,-184 13-170 0 0,-1 4-1 0 0,90 7 1 0 0,-23 1 8 0 0,235 10 95 0 0,0 1-108 0 0,-154-8 66 0 0,71 0 102 0 0,158-50-163 0 0,-260 20 10 0 0,14 2 26 0 0,290 8 0 0 0,-119 12 1 0 0,22-41-2 0 0,12 0-175 0 0,-67 40 252 0 0,-197 3-86 0 0,91 18-14 0 0,-169-10-4 0 0,132 0 0 0 0,-201-10-6 0 0,133-5 53 0 0,144-26 0 0 0,-205 22-73 0 0,155 0-1 0 0,-88 8 94 0 0,-57 2-1 0 0,111 15 0 0 0,-111-6-56 0 0,112-3 0 0 0,-150-5-26 0 0,0 2-1 0 0,75 14 0 0 0,-68-7 58 0 0,91 1 0 0 0,36-11 16 0 0,418 5-29 0 0,-51 0 126 0 0,-438-4-187 0 0,127 17 1 0 0,-137-8 95 0 0,257 10 70 0 0,-275-16-130 0 0,273-1-86 0 0,-197-5 49 0 0,-45 5 113 0 0,104-4 26 0 0,194-44-4 0 0,-76-4 95 0 0,-79 27 93 0 0,-204 23 194 0 0,-12 0-1402 0 0,-19-5-5071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32:06.69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6 111 984 0 0,'-1'0'42'0'0,"1"-1"-1"0"0,-1 1 1 0 0,1-1-1 0 0,-1 1 1 0 0,1-1-1 0 0,0 1 1 0 0,-1-1-1 0 0,1 1 1 0 0,0-1-1 0 0,-1 1 0 0 0,1-1 1 0 0,0 0-1 0 0,0 1 1 0 0,0-1-1 0 0,-1 1 1 0 0,1-1-1 0 0,0 0 1 0 0,0 1-1 0 0,0-1 1 0 0,0 0-1 0 0,0 1 1 0 0,0-1-1 0 0,0 0 1 0 0,0 1-1 0 0,0-1 1 0 0,1 1-1 0 0,-1-1 1 0 0,0 0-1 0 0,0 1 1 0 0,1-1-1 0 0,17-16 489 0 0,33-5 445 0 0,-45 20-449 0 0,-3 1-420 0 0,0 0 0 0 0,0 0 1 0 0,-1 1-1 0 0,1-1 0 0 0,0 1 0 0 0,0 0 0 0 0,0-1 1 0 0,0 1-1 0 0,-1 0 0 0 0,1 1 0 0 0,0-1 0 0 0,0 1 1 0 0,0-1-1 0 0,-1 1 0 0 0,1 0 0 0 0,0 0 0 0 0,4 2 1 0 0,39 31 701 0 0,-41-29-734 0 0,0 0 0 0 0,1-1-1 0 0,-1 1 1 0 0,1-1 0 0 0,0 0 0 0 0,1-1 0 0 0,-1 0-1 0 0,1 1 1 0 0,11 2 0 0 0,16-2 137 0 0,0-1-1 0 0,0-3 1 0 0,0 0-1 0 0,48-8 1 0 0,-78 8-196 0 0,37-3 254 0 0,1 3-1 0 0,69 8 1 0 0,-55-1-194 0 0,-28-3-29 0 0,0 0 0 0 0,0-2 0 0 0,0-2 0 0 0,36-2 0 0 0,311-36 777 0 0,-331 33-679 0 0,-1-1-1 0 0,0-2 1 0 0,52-17 0 0 0,-65 18-28 0 0,1 1 0 0 0,-1 2 0 0 0,1 1 1 0 0,32 1-1 0 0,-22 2 49 0 0,60-10 1 0 0,-50 2 16 0 0,101-3 0 0 0,-78 13-123 0 0,54-2 66 0 0,-98-1-54 0 0,0 2 0 0 0,48 7-1 0 0,-19-1 11 0 0,-31-7-30 0 0,1 0-1 0 0,-1-2 0 0 0,0-1 0 0 0,34-8 0 0 0,-28 4-45 0 0,0 2 0 0 0,39-1 0 0 0,-61 6-8 0 0,15 0 52 0 0,1 1 1 0 0,-1 0-1 0 0,43 9 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D7AC8132-DFB8-44FC-B958-9D0893523D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9FA095D-53EB-4562-89FB-D11517942F42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E415C13-FE5B-4300-A9D1-D96350B5BCA1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785FCADE-CE65-45FD-A002-0135AFF1083F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0A32477-222B-46D9-BD60-6B958696D25C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C1D010EE-B532-4030-A6E8-F25FF07F58A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844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DF00FF45-0756-4AC2-9F8C-6A1B9A1C29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84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BFD97028-DCE1-4B8E-B228-780BA97FD4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332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D01333FF-BBB6-49B2-9F14-6FBE1486D0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.png"/><Relationship Id="rId299" Type="http://schemas.openxmlformats.org/officeDocument/2006/relationships/image" Target="../media/image156.png"/><Relationship Id="rId303" Type="http://schemas.openxmlformats.org/officeDocument/2006/relationships/image" Target="../media/image158.png"/><Relationship Id="rId21" Type="http://schemas.openxmlformats.org/officeDocument/2006/relationships/image" Target="../media/image17.png"/><Relationship Id="rId42" Type="http://schemas.openxmlformats.org/officeDocument/2006/relationships/customXml" Target="../ink/ink25.xml"/><Relationship Id="rId63" Type="http://schemas.openxmlformats.org/officeDocument/2006/relationships/image" Target="../media/image38.png"/><Relationship Id="rId84" Type="http://schemas.openxmlformats.org/officeDocument/2006/relationships/customXml" Target="../ink/ink46.xml"/><Relationship Id="rId138" Type="http://schemas.openxmlformats.org/officeDocument/2006/relationships/customXml" Target="../ink/ink73.xml"/><Relationship Id="rId159" Type="http://schemas.openxmlformats.org/officeDocument/2006/relationships/image" Target="../media/image86.png"/><Relationship Id="rId170" Type="http://schemas.openxmlformats.org/officeDocument/2006/relationships/customXml" Target="../ink/ink89.xml"/><Relationship Id="rId191" Type="http://schemas.openxmlformats.org/officeDocument/2006/relationships/image" Target="../media/image102.png"/><Relationship Id="rId205" Type="http://schemas.openxmlformats.org/officeDocument/2006/relationships/image" Target="../media/image109.png"/><Relationship Id="rId226" Type="http://schemas.openxmlformats.org/officeDocument/2006/relationships/customXml" Target="../ink/ink117.xml"/><Relationship Id="rId247" Type="http://schemas.openxmlformats.org/officeDocument/2006/relationships/image" Target="../media/image130.png"/><Relationship Id="rId107" Type="http://schemas.openxmlformats.org/officeDocument/2006/relationships/image" Target="../media/image60.png"/><Relationship Id="rId268" Type="http://schemas.openxmlformats.org/officeDocument/2006/relationships/customXml" Target="../ink/ink138.xml"/><Relationship Id="rId289" Type="http://schemas.openxmlformats.org/officeDocument/2006/relationships/image" Target="../media/image151.png"/><Relationship Id="rId11" Type="http://schemas.openxmlformats.org/officeDocument/2006/relationships/image" Target="../media/image12.png"/><Relationship Id="rId32" Type="http://schemas.openxmlformats.org/officeDocument/2006/relationships/customXml" Target="../ink/ink20.xml"/><Relationship Id="rId53" Type="http://schemas.openxmlformats.org/officeDocument/2006/relationships/image" Target="../media/image33.png"/><Relationship Id="rId74" Type="http://schemas.openxmlformats.org/officeDocument/2006/relationships/customXml" Target="../ink/ink41.xml"/><Relationship Id="rId128" Type="http://schemas.openxmlformats.org/officeDocument/2006/relationships/customXml" Target="../ink/ink68.xml"/><Relationship Id="rId149" Type="http://schemas.openxmlformats.org/officeDocument/2006/relationships/image" Target="../media/image81.png"/><Relationship Id="rId314" Type="http://schemas.openxmlformats.org/officeDocument/2006/relationships/customXml" Target="../ink/ink161.xml"/><Relationship Id="rId5" Type="http://schemas.openxmlformats.org/officeDocument/2006/relationships/image" Target="../media/image9.png"/><Relationship Id="rId95" Type="http://schemas.openxmlformats.org/officeDocument/2006/relationships/image" Target="../media/image54.png"/><Relationship Id="rId160" Type="http://schemas.openxmlformats.org/officeDocument/2006/relationships/customXml" Target="../ink/ink84.xml"/><Relationship Id="rId181" Type="http://schemas.openxmlformats.org/officeDocument/2006/relationships/image" Target="../media/image97.png"/><Relationship Id="rId216" Type="http://schemas.openxmlformats.org/officeDocument/2006/relationships/customXml" Target="../ink/ink112.xml"/><Relationship Id="rId237" Type="http://schemas.openxmlformats.org/officeDocument/2006/relationships/image" Target="../media/image125.png"/><Relationship Id="rId258" Type="http://schemas.openxmlformats.org/officeDocument/2006/relationships/customXml" Target="../ink/ink133.xml"/><Relationship Id="rId279" Type="http://schemas.openxmlformats.org/officeDocument/2006/relationships/image" Target="../media/image146.png"/><Relationship Id="rId22" Type="http://schemas.openxmlformats.org/officeDocument/2006/relationships/customXml" Target="../ink/ink15.xml"/><Relationship Id="rId43" Type="http://schemas.openxmlformats.org/officeDocument/2006/relationships/image" Target="../media/image28.png"/><Relationship Id="rId64" Type="http://schemas.openxmlformats.org/officeDocument/2006/relationships/customXml" Target="../ink/ink36.xml"/><Relationship Id="rId118" Type="http://schemas.openxmlformats.org/officeDocument/2006/relationships/customXml" Target="../ink/ink63.xml"/><Relationship Id="rId139" Type="http://schemas.openxmlformats.org/officeDocument/2006/relationships/image" Target="../media/image76.png"/><Relationship Id="rId290" Type="http://schemas.openxmlformats.org/officeDocument/2006/relationships/customXml" Target="../ink/ink149.xml"/><Relationship Id="rId304" Type="http://schemas.openxmlformats.org/officeDocument/2006/relationships/customXml" Target="../ink/ink156.xml"/><Relationship Id="rId85" Type="http://schemas.openxmlformats.org/officeDocument/2006/relationships/image" Target="../media/image49.png"/><Relationship Id="rId150" Type="http://schemas.openxmlformats.org/officeDocument/2006/relationships/customXml" Target="../ink/ink79.xml"/><Relationship Id="rId171" Type="http://schemas.openxmlformats.org/officeDocument/2006/relationships/image" Target="../media/image92.png"/><Relationship Id="rId192" Type="http://schemas.openxmlformats.org/officeDocument/2006/relationships/customXml" Target="../ink/ink100.xml"/><Relationship Id="rId206" Type="http://schemas.openxmlformats.org/officeDocument/2006/relationships/customXml" Target="../ink/ink107.xml"/><Relationship Id="rId227" Type="http://schemas.openxmlformats.org/officeDocument/2006/relationships/image" Target="../media/image120.png"/><Relationship Id="rId248" Type="http://schemas.openxmlformats.org/officeDocument/2006/relationships/customXml" Target="../ink/ink128.xml"/><Relationship Id="rId269" Type="http://schemas.openxmlformats.org/officeDocument/2006/relationships/image" Target="../media/image141.png"/><Relationship Id="rId12" Type="http://schemas.openxmlformats.org/officeDocument/2006/relationships/customXml" Target="../ink/ink10.xml"/><Relationship Id="rId33" Type="http://schemas.openxmlformats.org/officeDocument/2006/relationships/image" Target="../media/image23.png"/><Relationship Id="rId108" Type="http://schemas.openxmlformats.org/officeDocument/2006/relationships/customXml" Target="../ink/ink58.xml"/><Relationship Id="rId129" Type="http://schemas.openxmlformats.org/officeDocument/2006/relationships/image" Target="../media/image71.png"/><Relationship Id="rId280" Type="http://schemas.openxmlformats.org/officeDocument/2006/relationships/customXml" Target="../ink/ink144.xml"/><Relationship Id="rId315" Type="http://schemas.openxmlformats.org/officeDocument/2006/relationships/image" Target="../media/image164.png"/><Relationship Id="rId54" Type="http://schemas.openxmlformats.org/officeDocument/2006/relationships/customXml" Target="../ink/ink31.xml"/><Relationship Id="rId75" Type="http://schemas.openxmlformats.org/officeDocument/2006/relationships/image" Target="../media/image44.png"/><Relationship Id="rId96" Type="http://schemas.openxmlformats.org/officeDocument/2006/relationships/customXml" Target="../ink/ink52.xml"/><Relationship Id="rId140" Type="http://schemas.openxmlformats.org/officeDocument/2006/relationships/customXml" Target="../ink/ink74.xml"/><Relationship Id="rId161" Type="http://schemas.openxmlformats.org/officeDocument/2006/relationships/image" Target="../media/image87.png"/><Relationship Id="rId182" Type="http://schemas.openxmlformats.org/officeDocument/2006/relationships/customXml" Target="../ink/ink95.xml"/><Relationship Id="rId217" Type="http://schemas.openxmlformats.org/officeDocument/2006/relationships/image" Target="../media/image115.png"/><Relationship Id="rId6" Type="http://schemas.openxmlformats.org/officeDocument/2006/relationships/customXml" Target="../ink/ink7.xml"/><Relationship Id="rId238" Type="http://schemas.openxmlformats.org/officeDocument/2006/relationships/customXml" Target="../ink/ink123.xml"/><Relationship Id="rId259" Type="http://schemas.openxmlformats.org/officeDocument/2006/relationships/image" Target="../media/image136.png"/><Relationship Id="rId23" Type="http://schemas.openxmlformats.org/officeDocument/2006/relationships/image" Target="../media/image18.png"/><Relationship Id="rId119" Type="http://schemas.openxmlformats.org/officeDocument/2006/relationships/image" Target="../media/image66.png"/><Relationship Id="rId270" Type="http://schemas.openxmlformats.org/officeDocument/2006/relationships/customXml" Target="../ink/ink139.xml"/><Relationship Id="rId291" Type="http://schemas.openxmlformats.org/officeDocument/2006/relationships/image" Target="../media/image152.png"/><Relationship Id="rId305" Type="http://schemas.openxmlformats.org/officeDocument/2006/relationships/image" Target="../media/image159.png"/><Relationship Id="rId44" Type="http://schemas.openxmlformats.org/officeDocument/2006/relationships/customXml" Target="../ink/ink26.xml"/><Relationship Id="rId65" Type="http://schemas.openxmlformats.org/officeDocument/2006/relationships/image" Target="../media/image39.png"/><Relationship Id="rId86" Type="http://schemas.openxmlformats.org/officeDocument/2006/relationships/customXml" Target="../ink/ink47.xml"/><Relationship Id="rId130" Type="http://schemas.openxmlformats.org/officeDocument/2006/relationships/customXml" Target="../ink/ink69.xml"/><Relationship Id="rId151" Type="http://schemas.openxmlformats.org/officeDocument/2006/relationships/image" Target="../media/image82.png"/><Relationship Id="rId172" Type="http://schemas.openxmlformats.org/officeDocument/2006/relationships/customXml" Target="../ink/ink90.xml"/><Relationship Id="rId193" Type="http://schemas.openxmlformats.org/officeDocument/2006/relationships/image" Target="../media/image103.png"/><Relationship Id="rId207" Type="http://schemas.openxmlformats.org/officeDocument/2006/relationships/image" Target="../media/image110.png"/><Relationship Id="rId228" Type="http://schemas.openxmlformats.org/officeDocument/2006/relationships/customXml" Target="../ink/ink118.xml"/><Relationship Id="rId249" Type="http://schemas.openxmlformats.org/officeDocument/2006/relationships/image" Target="../media/image131.png"/><Relationship Id="rId13" Type="http://schemas.openxmlformats.org/officeDocument/2006/relationships/image" Target="../media/image13.png"/><Relationship Id="rId109" Type="http://schemas.openxmlformats.org/officeDocument/2006/relationships/image" Target="../media/image61.png"/><Relationship Id="rId260" Type="http://schemas.openxmlformats.org/officeDocument/2006/relationships/customXml" Target="../ink/ink134.xml"/><Relationship Id="rId281" Type="http://schemas.openxmlformats.org/officeDocument/2006/relationships/image" Target="../media/image147.png"/><Relationship Id="rId316" Type="http://schemas.openxmlformats.org/officeDocument/2006/relationships/customXml" Target="../ink/ink162.xml"/><Relationship Id="rId34" Type="http://schemas.openxmlformats.org/officeDocument/2006/relationships/customXml" Target="../ink/ink21.xml"/><Relationship Id="rId55" Type="http://schemas.openxmlformats.org/officeDocument/2006/relationships/image" Target="../media/image34.png"/><Relationship Id="rId76" Type="http://schemas.openxmlformats.org/officeDocument/2006/relationships/customXml" Target="../ink/ink42.xml"/><Relationship Id="rId97" Type="http://schemas.openxmlformats.org/officeDocument/2006/relationships/image" Target="../media/image55.png"/><Relationship Id="rId120" Type="http://schemas.openxmlformats.org/officeDocument/2006/relationships/customXml" Target="../ink/ink64.xml"/><Relationship Id="rId141" Type="http://schemas.openxmlformats.org/officeDocument/2006/relationships/image" Target="../media/image77.png"/><Relationship Id="rId7" Type="http://schemas.openxmlformats.org/officeDocument/2006/relationships/image" Target="../media/image10.png"/><Relationship Id="rId162" Type="http://schemas.openxmlformats.org/officeDocument/2006/relationships/customXml" Target="../ink/ink85.xml"/><Relationship Id="rId183" Type="http://schemas.openxmlformats.org/officeDocument/2006/relationships/image" Target="../media/image98.png"/><Relationship Id="rId218" Type="http://schemas.openxmlformats.org/officeDocument/2006/relationships/customXml" Target="../ink/ink113.xml"/><Relationship Id="rId239" Type="http://schemas.openxmlformats.org/officeDocument/2006/relationships/image" Target="../media/image126.png"/><Relationship Id="rId250" Type="http://schemas.openxmlformats.org/officeDocument/2006/relationships/customXml" Target="../ink/ink129.xml"/><Relationship Id="rId271" Type="http://schemas.openxmlformats.org/officeDocument/2006/relationships/image" Target="../media/image142.png"/><Relationship Id="rId292" Type="http://schemas.openxmlformats.org/officeDocument/2006/relationships/customXml" Target="../ink/ink150.xml"/><Relationship Id="rId306" Type="http://schemas.openxmlformats.org/officeDocument/2006/relationships/customXml" Target="../ink/ink157.xml"/><Relationship Id="rId24" Type="http://schemas.openxmlformats.org/officeDocument/2006/relationships/customXml" Target="../ink/ink16.xml"/><Relationship Id="rId45" Type="http://schemas.openxmlformats.org/officeDocument/2006/relationships/image" Target="../media/image29.png"/><Relationship Id="rId66" Type="http://schemas.openxmlformats.org/officeDocument/2006/relationships/customXml" Target="../ink/ink37.xml"/><Relationship Id="rId87" Type="http://schemas.openxmlformats.org/officeDocument/2006/relationships/image" Target="../media/image50.png"/><Relationship Id="rId110" Type="http://schemas.openxmlformats.org/officeDocument/2006/relationships/customXml" Target="../ink/ink59.xml"/><Relationship Id="rId131" Type="http://schemas.openxmlformats.org/officeDocument/2006/relationships/image" Target="../media/image72.png"/><Relationship Id="rId61" Type="http://schemas.openxmlformats.org/officeDocument/2006/relationships/image" Target="../media/image37.png"/><Relationship Id="rId82" Type="http://schemas.openxmlformats.org/officeDocument/2006/relationships/customXml" Target="../ink/ink45.xml"/><Relationship Id="rId152" Type="http://schemas.openxmlformats.org/officeDocument/2006/relationships/customXml" Target="../ink/ink80.xml"/><Relationship Id="rId173" Type="http://schemas.openxmlformats.org/officeDocument/2006/relationships/image" Target="../media/image93.png"/><Relationship Id="rId194" Type="http://schemas.openxmlformats.org/officeDocument/2006/relationships/customXml" Target="../ink/ink101.xml"/><Relationship Id="rId199" Type="http://schemas.openxmlformats.org/officeDocument/2006/relationships/image" Target="../media/image106.png"/><Relationship Id="rId203" Type="http://schemas.openxmlformats.org/officeDocument/2006/relationships/image" Target="../media/image108.png"/><Relationship Id="rId208" Type="http://schemas.openxmlformats.org/officeDocument/2006/relationships/customXml" Target="../ink/ink108.xml"/><Relationship Id="rId229" Type="http://schemas.openxmlformats.org/officeDocument/2006/relationships/image" Target="../media/image121.png"/><Relationship Id="rId19" Type="http://schemas.openxmlformats.org/officeDocument/2006/relationships/image" Target="../media/image16.png"/><Relationship Id="rId224" Type="http://schemas.openxmlformats.org/officeDocument/2006/relationships/customXml" Target="../ink/ink116.xml"/><Relationship Id="rId240" Type="http://schemas.openxmlformats.org/officeDocument/2006/relationships/customXml" Target="../ink/ink124.xml"/><Relationship Id="rId245" Type="http://schemas.openxmlformats.org/officeDocument/2006/relationships/image" Target="../media/image129.png"/><Relationship Id="rId261" Type="http://schemas.openxmlformats.org/officeDocument/2006/relationships/image" Target="../media/image137.png"/><Relationship Id="rId266" Type="http://schemas.openxmlformats.org/officeDocument/2006/relationships/customXml" Target="../ink/ink137.xml"/><Relationship Id="rId287" Type="http://schemas.openxmlformats.org/officeDocument/2006/relationships/image" Target="../media/image150.png"/><Relationship Id="rId14" Type="http://schemas.openxmlformats.org/officeDocument/2006/relationships/customXml" Target="../ink/ink11.xml"/><Relationship Id="rId30" Type="http://schemas.openxmlformats.org/officeDocument/2006/relationships/customXml" Target="../ink/ink19.xml"/><Relationship Id="rId35" Type="http://schemas.openxmlformats.org/officeDocument/2006/relationships/image" Target="../media/image24.png"/><Relationship Id="rId56" Type="http://schemas.openxmlformats.org/officeDocument/2006/relationships/customXml" Target="../ink/ink32.xml"/><Relationship Id="rId77" Type="http://schemas.openxmlformats.org/officeDocument/2006/relationships/image" Target="../media/image45.png"/><Relationship Id="rId100" Type="http://schemas.openxmlformats.org/officeDocument/2006/relationships/customXml" Target="../ink/ink54.xml"/><Relationship Id="rId105" Type="http://schemas.openxmlformats.org/officeDocument/2006/relationships/image" Target="../media/image59.png"/><Relationship Id="rId126" Type="http://schemas.openxmlformats.org/officeDocument/2006/relationships/customXml" Target="../ink/ink67.xml"/><Relationship Id="rId147" Type="http://schemas.openxmlformats.org/officeDocument/2006/relationships/image" Target="../media/image80.png"/><Relationship Id="rId168" Type="http://schemas.openxmlformats.org/officeDocument/2006/relationships/customXml" Target="../ink/ink88.xml"/><Relationship Id="rId282" Type="http://schemas.openxmlformats.org/officeDocument/2006/relationships/customXml" Target="../ink/ink145.xml"/><Relationship Id="rId312" Type="http://schemas.openxmlformats.org/officeDocument/2006/relationships/customXml" Target="../ink/ink160.xml"/><Relationship Id="rId317" Type="http://schemas.openxmlformats.org/officeDocument/2006/relationships/image" Target="../media/image165.png"/><Relationship Id="rId8" Type="http://schemas.openxmlformats.org/officeDocument/2006/relationships/customXml" Target="../ink/ink8.xml"/><Relationship Id="rId51" Type="http://schemas.openxmlformats.org/officeDocument/2006/relationships/image" Target="../media/image32.png"/><Relationship Id="rId72" Type="http://schemas.openxmlformats.org/officeDocument/2006/relationships/customXml" Target="../ink/ink40.xml"/><Relationship Id="rId93" Type="http://schemas.openxmlformats.org/officeDocument/2006/relationships/image" Target="../media/image53.png"/><Relationship Id="rId98" Type="http://schemas.openxmlformats.org/officeDocument/2006/relationships/customXml" Target="../ink/ink53.xml"/><Relationship Id="rId121" Type="http://schemas.openxmlformats.org/officeDocument/2006/relationships/image" Target="../media/image67.png"/><Relationship Id="rId142" Type="http://schemas.openxmlformats.org/officeDocument/2006/relationships/customXml" Target="../ink/ink75.xml"/><Relationship Id="rId163" Type="http://schemas.openxmlformats.org/officeDocument/2006/relationships/image" Target="../media/image88.png"/><Relationship Id="rId184" Type="http://schemas.openxmlformats.org/officeDocument/2006/relationships/customXml" Target="../ink/ink96.xml"/><Relationship Id="rId189" Type="http://schemas.openxmlformats.org/officeDocument/2006/relationships/image" Target="../media/image101.png"/><Relationship Id="rId219" Type="http://schemas.openxmlformats.org/officeDocument/2006/relationships/image" Target="../media/image116.png"/><Relationship Id="rId3" Type="http://schemas.openxmlformats.org/officeDocument/2006/relationships/image" Target="../media/image8.jpeg"/><Relationship Id="rId214" Type="http://schemas.openxmlformats.org/officeDocument/2006/relationships/customXml" Target="../ink/ink111.xml"/><Relationship Id="rId230" Type="http://schemas.openxmlformats.org/officeDocument/2006/relationships/customXml" Target="../ink/ink119.xml"/><Relationship Id="rId235" Type="http://schemas.openxmlformats.org/officeDocument/2006/relationships/image" Target="../media/image124.png"/><Relationship Id="rId251" Type="http://schemas.openxmlformats.org/officeDocument/2006/relationships/image" Target="../media/image132.png"/><Relationship Id="rId256" Type="http://schemas.openxmlformats.org/officeDocument/2006/relationships/customXml" Target="../ink/ink132.xml"/><Relationship Id="rId277" Type="http://schemas.openxmlformats.org/officeDocument/2006/relationships/image" Target="../media/image145.png"/><Relationship Id="rId298" Type="http://schemas.openxmlformats.org/officeDocument/2006/relationships/customXml" Target="../ink/ink153.xml"/><Relationship Id="rId25" Type="http://schemas.openxmlformats.org/officeDocument/2006/relationships/image" Target="../media/image19.png"/><Relationship Id="rId46" Type="http://schemas.openxmlformats.org/officeDocument/2006/relationships/customXml" Target="../ink/ink27.xml"/><Relationship Id="rId67" Type="http://schemas.openxmlformats.org/officeDocument/2006/relationships/image" Target="../media/image40.png"/><Relationship Id="rId116" Type="http://schemas.openxmlformats.org/officeDocument/2006/relationships/customXml" Target="../ink/ink62.xml"/><Relationship Id="rId137" Type="http://schemas.openxmlformats.org/officeDocument/2006/relationships/image" Target="../media/image75.png"/><Relationship Id="rId158" Type="http://schemas.openxmlformats.org/officeDocument/2006/relationships/customXml" Target="../ink/ink83.xml"/><Relationship Id="rId272" Type="http://schemas.openxmlformats.org/officeDocument/2006/relationships/customXml" Target="../ink/ink140.xml"/><Relationship Id="rId293" Type="http://schemas.openxmlformats.org/officeDocument/2006/relationships/image" Target="../media/image153.png"/><Relationship Id="rId302" Type="http://schemas.openxmlformats.org/officeDocument/2006/relationships/customXml" Target="../ink/ink155.xml"/><Relationship Id="rId307" Type="http://schemas.openxmlformats.org/officeDocument/2006/relationships/image" Target="../media/image160.png"/><Relationship Id="rId20" Type="http://schemas.openxmlformats.org/officeDocument/2006/relationships/customXml" Target="../ink/ink14.xml"/><Relationship Id="rId41" Type="http://schemas.openxmlformats.org/officeDocument/2006/relationships/image" Target="../media/image27.png"/><Relationship Id="rId62" Type="http://schemas.openxmlformats.org/officeDocument/2006/relationships/customXml" Target="../ink/ink35.xml"/><Relationship Id="rId83" Type="http://schemas.openxmlformats.org/officeDocument/2006/relationships/image" Target="../media/image48.png"/><Relationship Id="rId88" Type="http://schemas.openxmlformats.org/officeDocument/2006/relationships/customXml" Target="../ink/ink48.xml"/><Relationship Id="rId111" Type="http://schemas.openxmlformats.org/officeDocument/2006/relationships/image" Target="../media/image62.png"/><Relationship Id="rId132" Type="http://schemas.openxmlformats.org/officeDocument/2006/relationships/customXml" Target="../ink/ink70.xml"/><Relationship Id="rId153" Type="http://schemas.openxmlformats.org/officeDocument/2006/relationships/image" Target="../media/image83.png"/><Relationship Id="rId174" Type="http://schemas.openxmlformats.org/officeDocument/2006/relationships/customXml" Target="../ink/ink91.xml"/><Relationship Id="rId179" Type="http://schemas.openxmlformats.org/officeDocument/2006/relationships/image" Target="../media/image96.png"/><Relationship Id="rId195" Type="http://schemas.openxmlformats.org/officeDocument/2006/relationships/image" Target="../media/image104.png"/><Relationship Id="rId209" Type="http://schemas.openxmlformats.org/officeDocument/2006/relationships/image" Target="../media/image111.png"/><Relationship Id="rId190" Type="http://schemas.openxmlformats.org/officeDocument/2006/relationships/customXml" Target="../ink/ink99.xml"/><Relationship Id="rId204" Type="http://schemas.openxmlformats.org/officeDocument/2006/relationships/customXml" Target="../ink/ink106.xml"/><Relationship Id="rId220" Type="http://schemas.openxmlformats.org/officeDocument/2006/relationships/customXml" Target="../ink/ink114.xml"/><Relationship Id="rId225" Type="http://schemas.openxmlformats.org/officeDocument/2006/relationships/image" Target="../media/image119.png"/><Relationship Id="rId241" Type="http://schemas.openxmlformats.org/officeDocument/2006/relationships/image" Target="../media/image127.png"/><Relationship Id="rId246" Type="http://schemas.openxmlformats.org/officeDocument/2006/relationships/customXml" Target="../ink/ink127.xml"/><Relationship Id="rId267" Type="http://schemas.openxmlformats.org/officeDocument/2006/relationships/image" Target="../media/image140.png"/><Relationship Id="rId288" Type="http://schemas.openxmlformats.org/officeDocument/2006/relationships/customXml" Target="../ink/ink148.xml"/><Relationship Id="rId15" Type="http://schemas.openxmlformats.org/officeDocument/2006/relationships/image" Target="../media/image14.png"/><Relationship Id="rId36" Type="http://schemas.openxmlformats.org/officeDocument/2006/relationships/customXml" Target="../ink/ink22.xml"/><Relationship Id="rId57" Type="http://schemas.openxmlformats.org/officeDocument/2006/relationships/image" Target="../media/image35.png"/><Relationship Id="rId106" Type="http://schemas.openxmlformats.org/officeDocument/2006/relationships/customXml" Target="../ink/ink57.xml"/><Relationship Id="rId127" Type="http://schemas.openxmlformats.org/officeDocument/2006/relationships/image" Target="../media/image70.png"/><Relationship Id="rId262" Type="http://schemas.openxmlformats.org/officeDocument/2006/relationships/customXml" Target="../ink/ink135.xml"/><Relationship Id="rId283" Type="http://schemas.openxmlformats.org/officeDocument/2006/relationships/image" Target="../media/image148.png"/><Relationship Id="rId313" Type="http://schemas.openxmlformats.org/officeDocument/2006/relationships/image" Target="../media/image163.png"/><Relationship Id="rId10" Type="http://schemas.openxmlformats.org/officeDocument/2006/relationships/customXml" Target="../ink/ink9.xml"/><Relationship Id="rId31" Type="http://schemas.openxmlformats.org/officeDocument/2006/relationships/image" Target="../media/image22.png"/><Relationship Id="rId52" Type="http://schemas.openxmlformats.org/officeDocument/2006/relationships/customXml" Target="../ink/ink30.xml"/><Relationship Id="rId73" Type="http://schemas.openxmlformats.org/officeDocument/2006/relationships/image" Target="../media/image43.png"/><Relationship Id="rId78" Type="http://schemas.openxmlformats.org/officeDocument/2006/relationships/customXml" Target="../ink/ink43.xml"/><Relationship Id="rId94" Type="http://schemas.openxmlformats.org/officeDocument/2006/relationships/customXml" Target="../ink/ink51.xml"/><Relationship Id="rId99" Type="http://schemas.openxmlformats.org/officeDocument/2006/relationships/image" Target="../media/image56.png"/><Relationship Id="rId101" Type="http://schemas.openxmlformats.org/officeDocument/2006/relationships/image" Target="../media/image57.png"/><Relationship Id="rId122" Type="http://schemas.openxmlformats.org/officeDocument/2006/relationships/customXml" Target="../ink/ink65.xml"/><Relationship Id="rId143" Type="http://schemas.openxmlformats.org/officeDocument/2006/relationships/image" Target="../media/image78.png"/><Relationship Id="rId148" Type="http://schemas.openxmlformats.org/officeDocument/2006/relationships/customXml" Target="../ink/ink78.xml"/><Relationship Id="rId164" Type="http://schemas.openxmlformats.org/officeDocument/2006/relationships/customXml" Target="../ink/ink86.xml"/><Relationship Id="rId169" Type="http://schemas.openxmlformats.org/officeDocument/2006/relationships/image" Target="../media/image91.png"/><Relationship Id="rId185" Type="http://schemas.openxmlformats.org/officeDocument/2006/relationships/image" Target="../media/image99.png"/><Relationship Id="rId4" Type="http://schemas.openxmlformats.org/officeDocument/2006/relationships/customXml" Target="../ink/ink6.xml"/><Relationship Id="rId9" Type="http://schemas.openxmlformats.org/officeDocument/2006/relationships/image" Target="../media/image11.png"/><Relationship Id="rId180" Type="http://schemas.openxmlformats.org/officeDocument/2006/relationships/customXml" Target="../ink/ink94.xml"/><Relationship Id="rId210" Type="http://schemas.openxmlformats.org/officeDocument/2006/relationships/customXml" Target="../ink/ink109.xml"/><Relationship Id="rId215" Type="http://schemas.openxmlformats.org/officeDocument/2006/relationships/image" Target="../media/image114.png"/><Relationship Id="rId236" Type="http://schemas.openxmlformats.org/officeDocument/2006/relationships/customXml" Target="../ink/ink122.xml"/><Relationship Id="rId257" Type="http://schemas.openxmlformats.org/officeDocument/2006/relationships/image" Target="../media/image135.png"/><Relationship Id="rId278" Type="http://schemas.openxmlformats.org/officeDocument/2006/relationships/customXml" Target="../ink/ink143.xml"/><Relationship Id="rId26" Type="http://schemas.openxmlformats.org/officeDocument/2006/relationships/customXml" Target="../ink/ink17.xml"/><Relationship Id="rId231" Type="http://schemas.openxmlformats.org/officeDocument/2006/relationships/image" Target="../media/image122.png"/><Relationship Id="rId252" Type="http://schemas.openxmlformats.org/officeDocument/2006/relationships/customXml" Target="../ink/ink130.xml"/><Relationship Id="rId273" Type="http://schemas.openxmlformats.org/officeDocument/2006/relationships/image" Target="../media/image143.png"/><Relationship Id="rId294" Type="http://schemas.openxmlformats.org/officeDocument/2006/relationships/customXml" Target="../ink/ink151.xml"/><Relationship Id="rId308" Type="http://schemas.openxmlformats.org/officeDocument/2006/relationships/customXml" Target="../ink/ink158.xml"/><Relationship Id="rId47" Type="http://schemas.openxmlformats.org/officeDocument/2006/relationships/image" Target="../media/image30.png"/><Relationship Id="rId68" Type="http://schemas.openxmlformats.org/officeDocument/2006/relationships/customXml" Target="../ink/ink38.xml"/><Relationship Id="rId89" Type="http://schemas.openxmlformats.org/officeDocument/2006/relationships/image" Target="../media/image51.png"/><Relationship Id="rId112" Type="http://schemas.openxmlformats.org/officeDocument/2006/relationships/customXml" Target="../ink/ink60.xml"/><Relationship Id="rId133" Type="http://schemas.openxmlformats.org/officeDocument/2006/relationships/image" Target="../media/image73.png"/><Relationship Id="rId154" Type="http://schemas.openxmlformats.org/officeDocument/2006/relationships/customXml" Target="../ink/ink81.xml"/><Relationship Id="rId175" Type="http://schemas.openxmlformats.org/officeDocument/2006/relationships/image" Target="../media/image94.png"/><Relationship Id="rId196" Type="http://schemas.openxmlformats.org/officeDocument/2006/relationships/customXml" Target="../ink/ink102.xml"/><Relationship Id="rId200" Type="http://schemas.openxmlformats.org/officeDocument/2006/relationships/customXml" Target="../ink/ink104.xml"/><Relationship Id="rId16" Type="http://schemas.openxmlformats.org/officeDocument/2006/relationships/customXml" Target="../ink/ink12.xml"/><Relationship Id="rId221" Type="http://schemas.openxmlformats.org/officeDocument/2006/relationships/image" Target="../media/image117.png"/><Relationship Id="rId242" Type="http://schemas.openxmlformats.org/officeDocument/2006/relationships/customXml" Target="../ink/ink125.xml"/><Relationship Id="rId263" Type="http://schemas.openxmlformats.org/officeDocument/2006/relationships/image" Target="../media/image138.png"/><Relationship Id="rId284" Type="http://schemas.openxmlformats.org/officeDocument/2006/relationships/customXml" Target="../ink/ink146.xml"/><Relationship Id="rId37" Type="http://schemas.openxmlformats.org/officeDocument/2006/relationships/image" Target="../media/image25.png"/><Relationship Id="rId58" Type="http://schemas.openxmlformats.org/officeDocument/2006/relationships/customXml" Target="../ink/ink33.xml"/><Relationship Id="rId79" Type="http://schemas.openxmlformats.org/officeDocument/2006/relationships/image" Target="../media/image46.png"/><Relationship Id="rId102" Type="http://schemas.openxmlformats.org/officeDocument/2006/relationships/customXml" Target="../ink/ink55.xml"/><Relationship Id="rId123" Type="http://schemas.openxmlformats.org/officeDocument/2006/relationships/image" Target="../media/image68.png"/><Relationship Id="rId144" Type="http://schemas.openxmlformats.org/officeDocument/2006/relationships/customXml" Target="../ink/ink76.xml"/><Relationship Id="rId90" Type="http://schemas.openxmlformats.org/officeDocument/2006/relationships/customXml" Target="../ink/ink49.xml"/><Relationship Id="rId165" Type="http://schemas.openxmlformats.org/officeDocument/2006/relationships/image" Target="../media/image89.png"/><Relationship Id="rId186" Type="http://schemas.openxmlformats.org/officeDocument/2006/relationships/customXml" Target="../ink/ink97.xml"/><Relationship Id="rId211" Type="http://schemas.openxmlformats.org/officeDocument/2006/relationships/image" Target="../media/image112.png"/><Relationship Id="rId232" Type="http://schemas.openxmlformats.org/officeDocument/2006/relationships/customXml" Target="../ink/ink120.xml"/><Relationship Id="rId253" Type="http://schemas.openxmlformats.org/officeDocument/2006/relationships/image" Target="../media/image133.png"/><Relationship Id="rId274" Type="http://schemas.openxmlformats.org/officeDocument/2006/relationships/customXml" Target="../ink/ink141.xml"/><Relationship Id="rId295" Type="http://schemas.openxmlformats.org/officeDocument/2006/relationships/image" Target="../media/image154.png"/><Relationship Id="rId309" Type="http://schemas.openxmlformats.org/officeDocument/2006/relationships/image" Target="../media/image161.png"/><Relationship Id="rId27" Type="http://schemas.openxmlformats.org/officeDocument/2006/relationships/image" Target="../media/image20.png"/><Relationship Id="rId48" Type="http://schemas.openxmlformats.org/officeDocument/2006/relationships/customXml" Target="../ink/ink28.xml"/><Relationship Id="rId69" Type="http://schemas.openxmlformats.org/officeDocument/2006/relationships/image" Target="../media/image41.png"/><Relationship Id="rId113" Type="http://schemas.openxmlformats.org/officeDocument/2006/relationships/image" Target="../media/image63.png"/><Relationship Id="rId134" Type="http://schemas.openxmlformats.org/officeDocument/2006/relationships/customXml" Target="../ink/ink71.xml"/><Relationship Id="rId80" Type="http://schemas.openxmlformats.org/officeDocument/2006/relationships/customXml" Target="../ink/ink44.xml"/><Relationship Id="rId155" Type="http://schemas.openxmlformats.org/officeDocument/2006/relationships/image" Target="../media/image84.png"/><Relationship Id="rId176" Type="http://schemas.openxmlformats.org/officeDocument/2006/relationships/customXml" Target="../ink/ink92.xml"/><Relationship Id="rId197" Type="http://schemas.openxmlformats.org/officeDocument/2006/relationships/image" Target="../media/image105.png"/><Relationship Id="rId201" Type="http://schemas.openxmlformats.org/officeDocument/2006/relationships/image" Target="../media/image107.png"/><Relationship Id="rId222" Type="http://schemas.openxmlformats.org/officeDocument/2006/relationships/customXml" Target="../ink/ink115.xml"/><Relationship Id="rId243" Type="http://schemas.openxmlformats.org/officeDocument/2006/relationships/image" Target="../media/image128.png"/><Relationship Id="rId264" Type="http://schemas.openxmlformats.org/officeDocument/2006/relationships/customXml" Target="../ink/ink136.xml"/><Relationship Id="rId285" Type="http://schemas.openxmlformats.org/officeDocument/2006/relationships/image" Target="../media/image149.png"/><Relationship Id="rId17" Type="http://schemas.openxmlformats.org/officeDocument/2006/relationships/image" Target="../media/image15.png"/><Relationship Id="rId38" Type="http://schemas.openxmlformats.org/officeDocument/2006/relationships/customXml" Target="../ink/ink23.xml"/><Relationship Id="rId59" Type="http://schemas.openxmlformats.org/officeDocument/2006/relationships/image" Target="../media/image36.png"/><Relationship Id="rId103" Type="http://schemas.openxmlformats.org/officeDocument/2006/relationships/image" Target="../media/image58.png"/><Relationship Id="rId124" Type="http://schemas.openxmlformats.org/officeDocument/2006/relationships/customXml" Target="../ink/ink66.xml"/><Relationship Id="rId310" Type="http://schemas.openxmlformats.org/officeDocument/2006/relationships/customXml" Target="../ink/ink159.xml"/><Relationship Id="rId70" Type="http://schemas.openxmlformats.org/officeDocument/2006/relationships/customXml" Target="../ink/ink39.xml"/><Relationship Id="rId91" Type="http://schemas.openxmlformats.org/officeDocument/2006/relationships/image" Target="../media/image52.png"/><Relationship Id="rId145" Type="http://schemas.openxmlformats.org/officeDocument/2006/relationships/image" Target="../media/image79.png"/><Relationship Id="rId166" Type="http://schemas.openxmlformats.org/officeDocument/2006/relationships/customXml" Target="../ink/ink87.xml"/><Relationship Id="rId187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212" Type="http://schemas.openxmlformats.org/officeDocument/2006/relationships/customXml" Target="../ink/ink110.xml"/><Relationship Id="rId233" Type="http://schemas.openxmlformats.org/officeDocument/2006/relationships/image" Target="../media/image123.png"/><Relationship Id="rId254" Type="http://schemas.openxmlformats.org/officeDocument/2006/relationships/customXml" Target="../ink/ink131.xml"/><Relationship Id="rId28" Type="http://schemas.openxmlformats.org/officeDocument/2006/relationships/customXml" Target="../ink/ink18.xml"/><Relationship Id="rId49" Type="http://schemas.openxmlformats.org/officeDocument/2006/relationships/image" Target="../media/image31.png"/><Relationship Id="rId114" Type="http://schemas.openxmlformats.org/officeDocument/2006/relationships/customXml" Target="../ink/ink61.xml"/><Relationship Id="rId275" Type="http://schemas.openxmlformats.org/officeDocument/2006/relationships/image" Target="../media/image144.png"/><Relationship Id="rId296" Type="http://schemas.openxmlformats.org/officeDocument/2006/relationships/customXml" Target="../ink/ink152.xml"/><Relationship Id="rId300" Type="http://schemas.openxmlformats.org/officeDocument/2006/relationships/customXml" Target="../ink/ink154.xml"/><Relationship Id="rId60" Type="http://schemas.openxmlformats.org/officeDocument/2006/relationships/customXml" Target="../ink/ink34.xml"/><Relationship Id="rId81" Type="http://schemas.openxmlformats.org/officeDocument/2006/relationships/image" Target="../media/image47.png"/><Relationship Id="rId135" Type="http://schemas.openxmlformats.org/officeDocument/2006/relationships/image" Target="../media/image74.png"/><Relationship Id="rId156" Type="http://schemas.openxmlformats.org/officeDocument/2006/relationships/customXml" Target="../ink/ink82.xml"/><Relationship Id="rId177" Type="http://schemas.openxmlformats.org/officeDocument/2006/relationships/image" Target="../media/image95.png"/><Relationship Id="rId198" Type="http://schemas.openxmlformats.org/officeDocument/2006/relationships/customXml" Target="../ink/ink103.xml"/><Relationship Id="rId202" Type="http://schemas.openxmlformats.org/officeDocument/2006/relationships/customXml" Target="../ink/ink105.xml"/><Relationship Id="rId223" Type="http://schemas.openxmlformats.org/officeDocument/2006/relationships/image" Target="../media/image118.png"/><Relationship Id="rId244" Type="http://schemas.openxmlformats.org/officeDocument/2006/relationships/customXml" Target="../ink/ink126.xml"/><Relationship Id="rId18" Type="http://schemas.openxmlformats.org/officeDocument/2006/relationships/customXml" Target="../ink/ink13.xml"/><Relationship Id="rId39" Type="http://schemas.openxmlformats.org/officeDocument/2006/relationships/image" Target="../media/image26.png"/><Relationship Id="rId265" Type="http://schemas.openxmlformats.org/officeDocument/2006/relationships/image" Target="../media/image139.png"/><Relationship Id="rId286" Type="http://schemas.openxmlformats.org/officeDocument/2006/relationships/customXml" Target="../ink/ink147.xml"/><Relationship Id="rId50" Type="http://schemas.openxmlformats.org/officeDocument/2006/relationships/customXml" Target="../ink/ink29.xml"/><Relationship Id="rId104" Type="http://schemas.openxmlformats.org/officeDocument/2006/relationships/customXml" Target="../ink/ink56.xml"/><Relationship Id="rId125" Type="http://schemas.openxmlformats.org/officeDocument/2006/relationships/image" Target="../media/image69.png"/><Relationship Id="rId146" Type="http://schemas.openxmlformats.org/officeDocument/2006/relationships/customXml" Target="../ink/ink77.xml"/><Relationship Id="rId167" Type="http://schemas.openxmlformats.org/officeDocument/2006/relationships/image" Target="../media/image90.png"/><Relationship Id="rId188" Type="http://schemas.openxmlformats.org/officeDocument/2006/relationships/customXml" Target="../ink/ink98.xml"/><Relationship Id="rId311" Type="http://schemas.openxmlformats.org/officeDocument/2006/relationships/image" Target="../media/image162.png"/><Relationship Id="rId71" Type="http://schemas.openxmlformats.org/officeDocument/2006/relationships/image" Target="../media/image42.png"/><Relationship Id="rId92" Type="http://schemas.openxmlformats.org/officeDocument/2006/relationships/customXml" Target="../ink/ink50.xml"/><Relationship Id="rId213" Type="http://schemas.openxmlformats.org/officeDocument/2006/relationships/image" Target="../media/image113.png"/><Relationship Id="rId234" Type="http://schemas.openxmlformats.org/officeDocument/2006/relationships/customXml" Target="../ink/ink121.xml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21.png"/><Relationship Id="rId255" Type="http://schemas.openxmlformats.org/officeDocument/2006/relationships/image" Target="../media/image134.png"/><Relationship Id="rId276" Type="http://schemas.openxmlformats.org/officeDocument/2006/relationships/customXml" Target="../ink/ink142.xml"/><Relationship Id="rId297" Type="http://schemas.openxmlformats.org/officeDocument/2006/relationships/image" Target="../media/image155.png"/><Relationship Id="rId40" Type="http://schemas.openxmlformats.org/officeDocument/2006/relationships/customXml" Target="../ink/ink24.xml"/><Relationship Id="rId115" Type="http://schemas.openxmlformats.org/officeDocument/2006/relationships/image" Target="../media/image64.png"/><Relationship Id="rId136" Type="http://schemas.openxmlformats.org/officeDocument/2006/relationships/customXml" Target="../ink/ink72.xml"/><Relationship Id="rId157" Type="http://schemas.openxmlformats.org/officeDocument/2006/relationships/image" Target="../media/image85.png"/><Relationship Id="rId178" Type="http://schemas.openxmlformats.org/officeDocument/2006/relationships/customXml" Target="../ink/ink93.xml"/><Relationship Id="rId301" Type="http://schemas.openxmlformats.org/officeDocument/2006/relationships/image" Target="../media/image15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8.xml"/><Relationship Id="rId18" Type="http://schemas.openxmlformats.org/officeDocument/2006/relationships/image" Target="../media/image173.png"/><Relationship Id="rId26" Type="http://schemas.openxmlformats.org/officeDocument/2006/relationships/image" Target="../media/image177.png"/><Relationship Id="rId39" Type="http://schemas.openxmlformats.org/officeDocument/2006/relationships/customXml" Target="../ink/ink181.xml"/><Relationship Id="rId21" Type="http://schemas.openxmlformats.org/officeDocument/2006/relationships/customXml" Target="../ink/ink172.xml"/><Relationship Id="rId34" Type="http://schemas.openxmlformats.org/officeDocument/2006/relationships/image" Target="../media/image181.png"/><Relationship Id="rId42" Type="http://schemas.openxmlformats.org/officeDocument/2006/relationships/image" Target="../media/image185.png"/><Relationship Id="rId47" Type="http://schemas.openxmlformats.org/officeDocument/2006/relationships/customXml" Target="../ink/ink185.xml"/><Relationship Id="rId50" Type="http://schemas.openxmlformats.org/officeDocument/2006/relationships/image" Target="../media/image189.png"/><Relationship Id="rId55" Type="http://schemas.openxmlformats.org/officeDocument/2006/relationships/customXml" Target="../ink/ink189.xml"/><Relationship Id="rId63" Type="http://schemas.openxmlformats.org/officeDocument/2006/relationships/customXml" Target="../ink/ink193.xml"/><Relationship Id="rId68" Type="http://schemas.openxmlformats.org/officeDocument/2006/relationships/image" Target="../media/image198.png"/><Relationship Id="rId76" Type="http://schemas.openxmlformats.org/officeDocument/2006/relationships/image" Target="../media/image202.png"/><Relationship Id="rId84" Type="http://schemas.openxmlformats.org/officeDocument/2006/relationships/image" Target="../media/image206.png"/><Relationship Id="rId7" Type="http://schemas.openxmlformats.org/officeDocument/2006/relationships/customXml" Target="../ink/ink165.xml"/><Relationship Id="rId71" Type="http://schemas.openxmlformats.org/officeDocument/2006/relationships/customXml" Target="../ink/ink197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2.png"/><Relationship Id="rId29" Type="http://schemas.openxmlformats.org/officeDocument/2006/relationships/customXml" Target="../ink/ink176.xml"/><Relationship Id="rId11" Type="http://schemas.openxmlformats.org/officeDocument/2006/relationships/customXml" Target="../ink/ink167.xml"/><Relationship Id="rId24" Type="http://schemas.openxmlformats.org/officeDocument/2006/relationships/image" Target="../media/image176.png"/><Relationship Id="rId32" Type="http://schemas.openxmlformats.org/officeDocument/2006/relationships/image" Target="../media/image180.png"/><Relationship Id="rId37" Type="http://schemas.openxmlformats.org/officeDocument/2006/relationships/customXml" Target="../ink/ink180.xml"/><Relationship Id="rId40" Type="http://schemas.openxmlformats.org/officeDocument/2006/relationships/image" Target="../media/image184.png"/><Relationship Id="rId45" Type="http://schemas.openxmlformats.org/officeDocument/2006/relationships/customXml" Target="../ink/ink184.xml"/><Relationship Id="rId53" Type="http://schemas.openxmlformats.org/officeDocument/2006/relationships/customXml" Target="../ink/ink188.xml"/><Relationship Id="rId58" Type="http://schemas.openxmlformats.org/officeDocument/2006/relationships/image" Target="../media/image193.png"/><Relationship Id="rId66" Type="http://schemas.openxmlformats.org/officeDocument/2006/relationships/image" Target="../media/image197.png"/><Relationship Id="rId74" Type="http://schemas.openxmlformats.org/officeDocument/2006/relationships/image" Target="../media/image201.png"/><Relationship Id="rId79" Type="http://schemas.openxmlformats.org/officeDocument/2006/relationships/customXml" Target="../ink/ink201.xml"/><Relationship Id="rId5" Type="http://schemas.openxmlformats.org/officeDocument/2006/relationships/customXml" Target="../ink/ink164.xml"/><Relationship Id="rId61" Type="http://schemas.openxmlformats.org/officeDocument/2006/relationships/customXml" Target="../ink/ink192.xml"/><Relationship Id="rId82" Type="http://schemas.openxmlformats.org/officeDocument/2006/relationships/image" Target="../media/image205.png"/><Relationship Id="rId19" Type="http://schemas.openxmlformats.org/officeDocument/2006/relationships/customXml" Target="../ink/ink171.xml"/><Relationship Id="rId4" Type="http://schemas.openxmlformats.org/officeDocument/2006/relationships/image" Target="../media/image166.png"/><Relationship Id="rId9" Type="http://schemas.openxmlformats.org/officeDocument/2006/relationships/customXml" Target="../ink/ink166.xml"/><Relationship Id="rId14" Type="http://schemas.openxmlformats.org/officeDocument/2006/relationships/image" Target="../media/image171.png"/><Relationship Id="rId22" Type="http://schemas.openxmlformats.org/officeDocument/2006/relationships/image" Target="../media/image175.png"/><Relationship Id="rId27" Type="http://schemas.openxmlformats.org/officeDocument/2006/relationships/customXml" Target="../ink/ink175.xml"/><Relationship Id="rId30" Type="http://schemas.openxmlformats.org/officeDocument/2006/relationships/image" Target="../media/image179.png"/><Relationship Id="rId35" Type="http://schemas.openxmlformats.org/officeDocument/2006/relationships/customXml" Target="../ink/ink179.xml"/><Relationship Id="rId43" Type="http://schemas.openxmlformats.org/officeDocument/2006/relationships/customXml" Target="../ink/ink183.xml"/><Relationship Id="rId48" Type="http://schemas.openxmlformats.org/officeDocument/2006/relationships/image" Target="../media/image188.png"/><Relationship Id="rId56" Type="http://schemas.openxmlformats.org/officeDocument/2006/relationships/image" Target="../media/image192.png"/><Relationship Id="rId64" Type="http://schemas.openxmlformats.org/officeDocument/2006/relationships/image" Target="../media/image196.png"/><Relationship Id="rId69" Type="http://schemas.openxmlformats.org/officeDocument/2006/relationships/customXml" Target="../ink/ink196.xml"/><Relationship Id="rId77" Type="http://schemas.openxmlformats.org/officeDocument/2006/relationships/customXml" Target="../ink/ink200.xml"/><Relationship Id="rId8" Type="http://schemas.openxmlformats.org/officeDocument/2006/relationships/image" Target="../media/image168.png"/><Relationship Id="rId51" Type="http://schemas.openxmlformats.org/officeDocument/2006/relationships/customXml" Target="../ink/ink187.xml"/><Relationship Id="rId72" Type="http://schemas.openxmlformats.org/officeDocument/2006/relationships/image" Target="../media/image200.png"/><Relationship Id="rId80" Type="http://schemas.openxmlformats.org/officeDocument/2006/relationships/image" Target="../media/image204.png"/><Relationship Id="rId85" Type="http://schemas.openxmlformats.org/officeDocument/2006/relationships/customXml" Target="../ink/ink204.xml"/><Relationship Id="rId3" Type="http://schemas.openxmlformats.org/officeDocument/2006/relationships/customXml" Target="../ink/ink163.xml"/><Relationship Id="rId12" Type="http://schemas.openxmlformats.org/officeDocument/2006/relationships/image" Target="../media/image170.png"/><Relationship Id="rId17" Type="http://schemas.openxmlformats.org/officeDocument/2006/relationships/customXml" Target="../ink/ink170.xml"/><Relationship Id="rId25" Type="http://schemas.openxmlformats.org/officeDocument/2006/relationships/customXml" Target="../ink/ink174.xml"/><Relationship Id="rId33" Type="http://schemas.openxmlformats.org/officeDocument/2006/relationships/customXml" Target="../ink/ink178.xml"/><Relationship Id="rId38" Type="http://schemas.openxmlformats.org/officeDocument/2006/relationships/image" Target="../media/image183.png"/><Relationship Id="rId46" Type="http://schemas.openxmlformats.org/officeDocument/2006/relationships/image" Target="../media/image187.png"/><Relationship Id="rId59" Type="http://schemas.openxmlformats.org/officeDocument/2006/relationships/customXml" Target="../ink/ink191.xml"/><Relationship Id="rId67" Type="http://schemas.openxmlformats.org/officeDocument/2006/relationships/customXml" Target="../ink/ink195.xml"/><Relationship Id="rId20" Type="http://schemas.openxmlformats.org/officeDocument/2006/relationships/image" Target="../media/image174.png"/><Relationship Id="rId41" Type="http://schemas.openxmlformats.org/officeDocument/2006/relationships/customXml" Target="../ink/ink182.xml"/><Relationship Id="rId54" Type="http://schemas.openxmlformats.org/officeDocument/2006/relationships/image" Target="../media/image191.png"/><Relationship Id="rId62" Type="http://schemas.openxmlformats.org/officeDocument/2006/relationships/image" Target="../media/image195.png"/><Relationship Id="rId70" Type="http://schemas.openxmlformats.org/officeDocument/2006/relationships/image" Target="../media/image199.png"/><Relationship Id="rId75" Type="http://schemas.openxmlformats.org/officeDocument/2006/relationships/customXml" Target="../ink/ink199.xml"/><Relationship Id="rId83" Type="http://schemas.openxmlformats.org/officeDocument/2006/relationships/customXml" Target="../ink/ink2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5" Type="http://schemas.openxmlformats.org/officeDocument/2006/relationships/customXml" Target="../ink/ink169.xml"/><Relationship Id="rId23" Type="http://schemas.openxmlformats.org/officeDocument/2006/relationships/customXml" Target="../ink/ink173.xml"/><Relationship Id="rId28" Type="http://schemas.openxmlformats.org/officeDocument/2006/relationships/image" Target="../media/image178.png"/><Relationship Id="rId36" Type="http://schemas.openxmlformats.org/officeDocument/2006/relationships/image" Target="../media/image182.png"/><Relationship Id="rId49" Type="http://schemas.openxmlformats.org/officeDocument/2006/relationships/customXml" Target="../ink/ink186.xml"/><Relationship Id="rId57" Type="http://schemas.openxmlformats.org/officeDocument/2006/relationships/customXml" Target="../ink/ink190.xml"/><Relationship Id="rId10" Type="http://schemas.openxmlformats.org/officeDocument/2006/relationships/image" Target="../media/image169.png"/><Relationship Id="rId31" Type="http://schemas.openxmlformats.org/officeDocument/2006/relationships/customXml" Target="../ink/ink177.xml"/><Relationship Id="rId44" Type="http://schemas.openxmlformats.org/officeDocument/2006/relationships/image" Target="../media/image186.png"/><Relationship Id="rId52" Type="http://schemas.openxmlformats.org/officeDocument/2006/relationships/image" Target="../media/image190.png"/><Relationship Id="rId60" Type="http://schemas.openxmlformats.org/officeDocument/2006/relationships/image" Target="../media/image194.png"/><Relationship Id="rId65" Type="http://schemas.openxmlformats.org/officeDocument/2006/relationships/customXml" Target="../ink/ink194.xml"/><Relationship Id="rId73" Type="http://schemas.openxmlformats.org/officeDocument/2006/relationships/customXml" Target="../ink/ink198.xml"/><Relationship Id="rId78" Type="http://schemas.openxmlformats.org/officeDocument/2006/relationships/image" Target="../media/image203.png"/><Relationship Id="rId81" Type="http://schemas.openxmlformats.org/officeDocument/2006/relationships/customXml" Target="../ink/ink202.xml"/><Relationship Id="rId86" Type="http://schemas.openxmlformats.org/officeDocument/2006/relationships/image" Target="../media/image20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customXml" Target="../ink/ink210.xml"/><Relationship Id="rId18" Type="http://schemas.openxmlformats.org/officeDocument/2006/relationships/image" Target="../media/image216.png"/><Relationship Id="rId26" Type="http://schemas.openxmlformats.org/officeDocument/2006/relationships/image" Target="../media/image220.png"/><Relationship Id="rId39" Type="http://schemas.openxmlformats.org/officeDocument/2006/relationships/customXml" Target="../ink/ink223.xml"/><Relationship Id="rId3" Type="http://schemas.openxmlformats.org/officeDocument/2006/relationships/customXml" Target="../ink/ink205.xml"/><Relationship Id="rId21" Type="http://schemas.openxmlformats.org/officeDocument/2006/relationships/customXml" Target="../ink/ink214.xml"/><Relationship Id="rId34" Type="http://schemas.openxmlformats.org/officeDocument/2006/relationships/image" Target="../media/image224.png"/><Relationship Id="rId42" Type="http://schemas.openxmlformats.org/officeDocument/2006/relationships/image" Target="../media/image228.png"/><Relationship Id="rId7" Type="http://schemas.openxmlformats.org/officeDocument/2006/relationships/customXml" Target="../ink/ink207.xml"/><Relationship Id="rId12" Type="http://schemas.openxmlformats.org/officeDocument/2006/relationships/image" Target="../media/image213.png"/><Relationship Id="rId17" Type="http://schemas.openxmlformats.org/officeDocument/2006/relationships/customXml" Target="../ink/ink212.xml"/><Relationship Id="rId25" Type="http://schemas.openxmlformats.org/officeDocument/2006/relationships/customXml" Target="../ink/ink216.xml"/><Relationship Id="rId33" Type="http://schemas.openxmlformats.org/officeDocument/2006/relationships/customXml" Target="../ink/ink220.xml"/><Relationship Id="rId38" Type="http://schemas.openxmlformats.org/officeDocument/2006/relationships/image" Target="../media/image226.png"/><Relationship Id="rId2" Type="http://schemas.openxmlformats.org/officeDocument/2006/relationships/image" Target="../media/image208.png"/><Relationship Id="rId16" Type="http://schemas.openxmlformats.org/officeDocument/2006/relationships/image" Target="../media/image215.png"/><Relationship Id="rId20" Type="http://schemas.openxmlformats.org/officeDocument/2006/relationships/image" Target="../media/image217.png"/><Relationship Id="rId29" Type="http://schemas.openxmlformats.org/officeDocument/2006/relationships/customXml" Target="../ink/ink218.xml"/><Relationship Id="rId41" Type="http://schemas.openxmlformats.org/officeDocument/2006/relationships/customXml" Target="../ink/ink2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customXml" Target="../ink/ink209.xml"/><Relationship Id="rId24" Type="http://schemas.openxmlformats.org/officeDocument/2006/relationships/image" Target="../media/image219.png"/><Relationship Id="rId32" Type="http://schemas.openxmlformats.org/officeDocument/2006/relationships/image" Target="../media/image223.png"/><Relationship Id="rId37" Type="http://schemas.openxmlformats.org/officeDocument/2006/relationships/customXml" Target="../ink/ink222.xml"/><Relationship Id="rId40" Type="http://schemas.openxmlformats.org/officeDocument/2006/relationships/image" Target="../media/image227.png"/><Relationship Id="rId5" Type="http://schemas.openxmlformats.org/officeDocument/2006/relationships/customXml" Target="../ink/ink206.xml"/><Relationship Id="rId15" Type="http://schemas.openxmlformats.org/officeDocument/2006/relationships/customXml" Target="../ink/ink211.xml"/><Relationship Id="rId23" Type="http://schemas.openxmlformats.org/officeDocument/2006/relationships/customXml" Target="../ink/ink215.xml"/><Relationship Id="rId28" Type="http://schemas.openxmlformats.org/officeDocument/2006/relationships/image" Target="../media/image221.png"/><Relationship Id="rId36" Type="http://schemas.openxmlformats.org/officeDocument/2006/relationships/image" Target="../media/image225.png"/><Relationship Id="rId10" Type="http://schemas.openxmlformats.org/officeDocument/2006/relationships/image" Target="../media/image212.png"/><Relationship Id="rId19" Type="http://schemas.openxmlformats.org/officeDocument/2006/relationships/customXml" Target="../ink/ink213.xml"/><Relationship Id="rId31" Type="http://schemas.openxmlformats.org/officeDocument/2006/relationships/customXml" Target="../ink/ink219.xml"/><Relationship Id="rId44" Type="http://schemas.openxmlformats.org/officeDocument/2006/relationships/image" Target="../media/image229.png"/><Relationship Id="rId4" Type="http://schemas.openxmlformats.org/officeDocument/2006/relationships/image" Target="../media/image209.png"/><Relationship Id="rId9" Type="http://schemas.openxmlformats.org/officeDocument/2006/relationships/customXml" Target="../ink/ink208.xml"/><Relationship Id="rId14" Type="http://schemas.openxmlformats.org/officeDocument/2006/relationships/image" Target="../media/image214.png"/><Relationship Id="rId22" Type="http://schemas.openxmlformats.org/officeDocument/2006/relationships/image" Target="../media/image218.png"/><Relationship Id="rId27" Type="http://schemas.openxmlformats.org/officeDocument/2006/relationships/customXml" Target="../ink/ink217.xml"/><Relationship Id="rId30" Type="http://schemas.openxmlformats.org/officeDocument/2006/relationships/image" Target="../media/image222.png"/><Relationship Id="rId35" Type="http://schemas.openxmlformats.org/officeDocument/2006/relationships/customXml" Target="../ink/ink221.xml"/><Relationship Id="rId43" Type="http://schemas.openxmlformats.org/officeDocument/2006/relationships/customXml" Target="../ink/ink2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customXml" Target="../ink/ink226.xml"/><Relationship Id="rId7" Type="http://schemas.openxmlformats.org/officeDocument/2006/relationships/customXml" Target="../ink/ink228.xm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5" Type="http://schemas.openxmlformats.org/officeDocument/2006/relationships/customXml" Target="../ink/ink227.xml"/><Relationship Id="rId4" Type="http://schemas.openxmlformats.org/officeDocument/2006/relationships/image" Target="../media/image2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9.xml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customXml" Target="../ink/ink23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쓰레드</a:t>
            </a:r>
            <a:endParaRPr lang="ko-KR" alt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91BF9B5-BA1D-F1CE-3A73-BD27C4B3FC3F}"/>
                  </a:ext>
                </a:extLst>
              </p14:cNvPr>
              <p14:cNvContentPartPr/>
              <p14:nvPr/>
            </p14:nvContentPartPr>
            <p14:xfrm>
              <a:off x="4658582" y="836336"/>
              <a:ext cx="2259360" cy="14007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91BF9B5-BA1D-F1CE-3A73-BD27C4B3FC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2582" y="764696"/>
                <a:ext cx="2331000" cy="15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F9896C6-69FC-FE7F-DD93-A9E8E98D3011}"/>
                  </a:ext>
                </a:extLst>
              </p14:cNvPr>
              <p14:cNvContentPartPr/>
              <p14:nvPr/>
            </p14:nvContentPartPr>
            <p14:xfrm>
              <a:off x="6371462" y="134696"/>
              <a:ext cx="1189440" cy="11667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F9896C6-69FC-FE7F-DD93-A9E8E98D30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5822" y="62696"/>
                <a:ext cx="1261080" cy="13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CA9F722-1117-8866-038D-C3366DACB998}"/>
                  </a:ext>
                </a:extLst>
              </p14:cNvPr>
              <p14:cNvContentPartPr/>
              <p14:nvPr/>
            </p14:nvContentPartPr>
            <p14:xfrm>
              <a:off x="5536262" y="102078"/>
              <a:ext cx="823680" cy="6764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CA9F722-1117-8866-038D-C3366DACB9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0622" y="30078"/>
                <a:ext cx="895320" cy="8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16C376C-7EAD-7992-1D0B-04CE990DE950}"/>
                  </a:ext>
                </a:extLst>
              </p14:cNvPr>
              <p14:cNvContentPartPr/>
              <p14:nvPr/>
            </p14:nvContentPartPr>
            <p14:xfrm>
              <a:off x="4766582" y="297809"/>
              <a:ext cx="672840" cy="6865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16C376C-7EAD-7992-1D0B-04CE990DE9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30942" y="226169"/>
                <a:ext cx="744480" cy="83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0D5559-BD71-4300-A7EA-8239047C633A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928813"/>
            <a:ext cx="8707438" cy="4319587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개요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쓰레드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 라이브러리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개요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3071812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쓰레드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개요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프로세스에서 실행 제어만 분리한 실행 단위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경량 프로세스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Light Weight Process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쓰레드를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포함하는 프로세스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태스크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중량 프로세스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Heavy Weight Process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105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쓰레드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구조</a:t>
            </a:r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F94CB0-D914-40A8-928E-0104CC8B01C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0245" name="Picture 4" descr="C:\Documents and Settings\Hanami\바탕 화면\운영체제\(강의교안)_그림파일_1장-13장\ch03_프로세스와 스레드\ch03-1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29"/>
          <a:stretch>
            <a:fillRect/>
          </a:stretch>
        </p:blipFill>
        <p:spPr bwMode="auto">
          <a:xfrm>
            <a:off x="2928938" y="3643313"/>
            <a:ext cx="58467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F869EE0-9D3C-57AB-2CD2-060EDE98C38A}"/>
                  </a:ext>
                </a:extLst>
              </p14:cNvPr>
              <p14:cNvContentPartPr/>
              <p14:nvPr/>
            </p14:nvContentPartPr>
            <p14:xfrm>
              <a:off x="1028342" y="2115274"/>
              <a:ext cx="5052600" cy="784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F869EE0-9D3C-57AB-2CD2-060EDE98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2702" y="2043634"/>
                <a:ext cx="5124240" cy="22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사용 예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6096000"/>
            <a:ext cx="7772400" cy="53657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ko-KR"/>
              <a:t>Multithreaded  Web  Server</a:t>
            </a:r>
          </a:p>
        </p:txBody>
      </p:sp>
      <p:pic>
        <p:nvPicPr>
          <p:cNvPr id="12292" name="Picture 4" descr="C:\B\b4\JPG\foo\2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599440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BA0F9B-FADD-4228-9366-9432D3249B3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00188"/>
            <a:ext cx="8686800" cy="2071687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단일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스레드와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다중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스레드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모델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단일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스레드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프로세스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 하나에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스레드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하나만을 지원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다중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스레드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프로세스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 하나에 여러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스레드를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지원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모든 </a:t>
            </a:r>
            <a:r>
              <a:rPr lang="ko-KR" altLang="en-US" sz="1800" dirty="0" err="1">
                <a:solidFill>
                  <a:srgbClr val="000000"/>
                </a:solidFill>
                <a:latin typeface="+mn-ea"/>
              </a:rPr>
              <a:t>스레드는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프로세스의 자원과 상태를 공유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같은 주소 공간에 존재하며 동일한 데이터에 접근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13315" name="Picture 4" descr="C:\Documents and Settings\Hanami\바탕 화면\운영체제\(강의교안)_그림파일_1장-13장\ch03_프로세스와 스레드\ch03-15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20"/>
          <a:stretch>
            <a:fillRect/>
          </a:stretch>
        </p:blipFill>
        <p:spPr bwMode="auto">
          <a:xfrm>
            <a:off x="2000250" y="3929063"/>
            <a:ext cx="5438775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E63A4C-C667-4125-B959-FE60EB057F7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A25C155-9B18-37C7-1879-99A27575218A}"/>
                  </a:ext>
                </a:extLst>
              </p14:cNvPr>
              <p14:cNvContentPartPr/>
              <p14:nvPr/>
            </p14:nvContentPartPr>
            <p14:xfrm>
              <a:off x="340022" y="1081714"/>
              <a:ext cx="208800" cy="3459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A25C155-9B18-37C7-1879-99A2757521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022" y="1010074"/>
                <a:ext cx="28044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A7CFD99-9DF4-2949-58C6-81A037A782A6}"/>
                  </a:ext>
                </a:extLst>
              </p14:cNvPr>
              <p14:cNvContentPartPr/>
              <p14:nvPr/>
            </p14:nvContentPartPr>
            <p14:xfrm>
              <a:off x="635582" y="1210234"/>
              <a:ext cx="178560" cy="374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A7CFD99-9DF4-2949-58C6-81A037A782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9582" y="1138594"/>
                <a:ext cx="2502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C995556-988C-2A67-E93A-ACC882441015}"/>
                  </a:ext>
                </a:extLst>
              </p14:cNvPr>
              <p14:cNvContentPartPr/>
              <p14:nvPr/>
            </p14:nvContentPartPr>
            <p14:xfrm>
              <a:off x="954542" y="1063354"/>
              <a:ext cx="90720" cy="3985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C995556-988C-2A67-E93A-ACC88244101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8542" y="991714"/>
                <a:ext cx="16236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93DB96D-1CA7-2DFE-B373-513FA53570E0}"/>
                  </a:ext>
                </a:extLst>
              </p14:cNvPr>
              <p14:cNvContentPartPr/>
              <p14:nvPr/>
            </p14:nvContentPartPr>
            <p14:xfrm>
              <a:off x="941222" y="1064794"/>
              <a:ext cx="129960" cy="2311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93DB96D-1CA7-2DFE-B373-513FA53570E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5582" y="992794"/>
                <a:ext cx="20160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C72ABCD-D722-3FE8-6475-26AAD2306E9F}"/>
                  </a:ext>
                </a:extLst>
              </p14:cNvPr>
              <p14:cNvContentPartPr/>
              <p14:nvPr/>
            </p14:nvContentPartPr>
            <p14:xfrm>
              <a:off x="1172342" y="1216354"/>
              <a:ext cx="5400" cy="352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C72ABCD-D722-3FE8-6475-26AAD2306E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6342" y="1144714"/>
                <a:ext cx="770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8E37B6D3-2CF1-56E3-E13F-37FEE5ED608B}"/>
                  </a:ext>
                </a:extLst>
              </p14:cNvPr>
              <p14:cNvContentPartPr/>
              <p14:nvPr/>
            </p14:nvContentPartPr>
            <p14:xfrm>
              <a:off x="1304462" y="960394"/>
              <a:ext cx="239400" cy="4975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8E37B6D3-2CF1-56E3-E13F-37FEE5ED608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68462" y="888754"/>
                <a:ext cx="31104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5269D233-E53E-0114-9612-239887CBF6B3}"/>
                  </a:ext>
                </a:extLst>
              </p14:cNvPr>
              <p14:cNvContentPartPr/>
              <p14:nvPr/>
            </p14:nvContentPartPr>
            <p14:xfrm>
              <a:off x="6589622" y="6254914"/>
              <a:ext cx="63360" cy="12924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5269D233-E53E-0114-9612-239887CBF6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80622" y="6246274"/>
                <a:ext cx="8100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7FDCBD8C-CDA1-6EF4-BF97-F2918C81687B}"/>
                  </a:ext>
                </a:extLst>
              </p14:cNvPr>
              <p14:cNvContentPartPr/>
              <p14:nvPr/>
            </p14:nvContentPartPr>
            <p14:xfrm>
              <a:off x="6633182" y="6277234"/>
              <a:ext cx="96120" cy="2412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7FDCBD8C-CDA1-6EF4-BF97-F2918C8168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24182" y="6268234"/>
                <a:ext cx="1137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F9FFCCE3-E5D9-A578-D5AA-D1DBF7F1E4BC}"/>
                  </a:ext>
                </a:extLst>
              </p14:cNvPr>
              <p14:cNvContentPartPr/>
              <p14:nvPr/>
            </p14:nvContentPartPr>
            <p14:xfrm>
              <a:off x="6652622" y="6230794"/>
              <a:ext cx="96480" cy="20448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F9FFCCE3-E5D9-A578-D5AA-D1DBF7F1E4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43982" y="6221794"/>
                <a:ext cx="1141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B8FB3344-9C9D-958D-D3B7-AA733C606160}"/>
                  </a:ext>
                </a:extLst>
              </p14:cNvPr>
              <p14:cNvContentPartPr/>
              <p14:nvPr/>
            </p14:nvContentPartPr>
            <p14:xfrm>
              <a:off x="6745502" y="6226114"/>
              <a:ext cx="204840" cy="17388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B8FB3344-9C9D-958D-D3B7-AA733C60616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36502" y="6217114"/>
                <a:ext cx="2224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D647806B-FECA-EC1F-F7B6-3F08C3C0A532}"/>
                  </a:ext>
                </a:extLst>
              </p14:cNvPr>
              <p14:cNvContentPartPr/>
              <p14:nvPr/>
            </p14:nvContentPartPr>
            <p14:xfrm>
              <a:off x="7018382" y="6237274"/>
              <a:ext cx="103680" cy="15624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D647806B-FECA-EC1F-F7B6-3F08C3C0A53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09382" y="6228634"/>
                <a:ext cx="1213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DA182AB6-E5FA-F5AA-4094-C7B674C18684}"/>
                  </a:ext>
                </a:extLst>
              </p14:cNvPr>
              <p14:cNvContentPartPr/>
              <p14:nvPr/>
            </p14:nvContentPartPr>
            <p14:xfrm>
              <a:off x="7175702" y="6190834"/>
              <a:ext cx="109080" cy="17964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DA182AB6-E5FA-F5AA-4094-C7B674C1868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66702" y="6182194"/>
                <a:ext cx="1267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F1B2BD59-FB4D-704D-4496-6023DE9CD476}"/>
                  </a:ext>
                </a:extLst>
              </p14:cNvPr>
              <p14:cNvContentPartPr/>
              <p14:nvPr/>
            </p14:nvContentPartPr>
            <p14:xfrm>
              <a:off x="7275782" y="6215674"/>
              <a:ext cx="74880" cy="80280"/>
            </p14:xfrm>
          </p:contentPart>
        </mc:Choice>
        <mc:Fallback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F1B2BD59-FB4D-704D-4496-6023DE9CD47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67142" y="6207034"/>
                <a:ext cx="925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2EB3B327-C9E8-2845-227F-F2F78BE3CA23}"/>
                  </a:ext>
                </a:extLst>
              </p14:cNvPr>
              <p14:cNvContentPartPr/>
              <p14:nvPr/>
            </p14:nvContentPartPr>
            <p14:xfrm>
              <a:off x="7309262" y="6183634"/>
              <a:ext cx="165600" cy="22644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2EB3B327-C9E8-2845-227F-F2F78BE3CA2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00262" y="6174634"/>
                <a:ext cx="1832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BADACAE5-6CC7-26D0-F16B-1C55A97985FF}"/>
                  </a:ext>
                </a:extLst>
              </p14:cNvPr>
              <p14:cNvContentPartPr/>
              <p14:nvPr/>
            </p14:nvContentPartPr>
            <p14:xfrm>
              <a:off x="7600142" y="6110914"/>
              <a:ext cx="27000" cy="10332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BADACAE5-6CC7-26D0-F16B-1C55A97985F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91142" y="6101914"/>
                <a:ext cx="446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A2B37580-529B-208A-A1F8-EE339B71B4B4}"/>
                  </a:ext>
                </a:extLst>
              </p14:cNvPr>
              <p14:cNvContentPartPr/>
              <p14:nvPr/>
            </p14:nvContentPartPr>
            <p14:xfrm>
              <a:off x="7546502" y="6203074"/>
              <a:ext cx="154080" cy="15696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A2B37580-529B-208A-A1F8-EE339B71B4B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37502" y="6194434"/>
                <a:ext cx="1717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D976A5AE-12CD-08A3-11B0-81403B48F6FB}"/>
                  </a:ext>
                </a:extLst>
              </p14:cNvPr>
              <p14:cNvContentPartPr/>
              <p14:nvPr/>
            </p14:nvContentPartPr>
            <p14:xfrm>
              <a:off x="7711742" y="6149074"/>
              <a:ext cx="63720" cy="14616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D976A5AE-12CD-08A3-11B0-81403B48F6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03102" y="6140434"/>
                <a:ext cx="813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24638B76-5ECC-4A36-258D-BAC4BA36DD45}"/>
                  </a:ext>
                </a:extLst>
              </p14:cNvPr>
              <p14:cNvContentPartPr/>
              <p14:nvPr/>
            </p14:nvContentPartPr>
            <p14:xfrm>
              <a:off x="7722902" y="6296314"/>
              <a:ext cx="102240" cy="8784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24638B76-5ECC-4A36-258D-BAC4BA36DD4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14262" y="6287674"/>
                <a:ext cx="1198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FA79BF61-C0FB-FE9F-1053-C5ACCC3BC461}"/>
                  </a:ext>
                </a:extLst>
              </p14:cNvPr>
              <p14:cNvContentPartPr/>
              <p14:nvPr/>
            </p14:nvContentPartPr>
            <p14:xfrm>
              <a:off x="7824062" y="6152314"/>
              <a:ext cx="74880" cy="13716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FA79BF61-C0FB-FE9F-1053-C5ACCC3BC46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15422" y="6143674"/>
                <a:ext cx="925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3312" name="잉크 13311">
                <a:extLst>
                  <a:ext uri="{FF2B5EF4-FFF2-40B4-BE49-F238E27FC236}">
                    <a16:creationId xmlns:a16="http://schemas.microsoft.com/office/drawing/2014/main" id="{8BA72A7B-995C-4E78-C549-BD18F35FA254}"/>
                  </a:ext>
                </a:extLst>
              </p14:cNvPr>
              <p14:cNvContentPartPr/>
              <p14:nvPr/>
            </p14:nvContentPartPr>
            <p14:xfrm>
              <a:off x="7786622" y="6265714"/>
              <a:ext cx="147240" cy="129240"/>
            </p14:xfrm>
          </p:contentPart>
        </mc:Choice>
        <mc:Fallback>
          <p:pic>
            <p:nvPicPr>
              <p:cNvPr id="13312" name="잉크 13311">
                <a:extLst>
                  <a:ext uri="{FF2B5EF4-FFF2-40B4-BE49-F238E27FC236}">
                    <a16:creationId xmlns:a16="http://schemas.microsoft.com/office/drawing/2014/main" id="{8BA72A7B-995C-4E78-C549-BD18F35FA25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77982" y="6256714"/>
                <a:ext cx="1648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313" name="잉크 13312">
                <a:extLst>
                  <a:ext uri="{FF2B5EF4-FFF2-40B4-BE49-F238E27FC236}">
                    <a16:creationId xmlns:a16="http://schemas.microsoft.com/office/drawing/2014/main" id="{5655CA41-503B-E7DA-D315-553FAB05689E}"/>
                  </a:ext>
                </a:extLst>
              </p14:cNvPr>
              <p14:cNvContentPartPr/>
              <p14:nvPr/>
            </p14:nvContentPartPr>
            <p14:xfrm>
              <a:off x="7929542" y="6202714"/>
              <a:ext cx="61200" cy="156240"/>
            </p14:xfrm>
          </p:contentPart>
        </mc:Choice>
        <mc:Fallback>
          <p:pic>
            <p:nvPicPr>
              <p:cNvPr id="13313" name="잉크 13312">
                <a:extLst>
                  <a:ext uri="{FF2B5EF4-FFF2-40B4-BE49-F238E27FC236}">
                    <a16:creationId xmlns:a16="http://schemas.microsoft.com/office/drawing/2014/main" id="{5655CA41-503B-E7DA-D315-553FAB05689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20902" y="6194074"/>
                <a:ext cx="788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3314" name="잉크 13313">
                <a:extLst>
                  <a:ext uri="{FF2B5EF4-FFF2-40B4-BE49-F238E27FC236}">
                    <a16:creationId xmlns:a16="http://schemas.microsoft.com/office/drawing/2014/main" id="{D2517EA9-2CD1-1AD1-56CA-2EB08714FAC5}"/>
                  </a:ext>
                </a:extLst>
              </p14:cNvPr>
              <p14:cNvContentPartPr/>
              <p14:nvPr/>
            </p14:nvContentPartPr>
            <p14:xfrm>
              <a:off x="8050502" y="6149794"/>
              <a:ext cx="108720" cy="196920"/>
            </p14:xfrm>
          </p:contentPart>
        </mc:Choice>
        <mc:Fallback>
          <p:pic>
            <p:nvPicPr>
              <p:cNvPr id="13314" name="잉크 13313">
                <a:extLst>
                  <a:ext uri="{FF2B5EF4-FFF2-40B4-BE49-F238E27FC236}">
                    <a16:creationId xmlns:a16="http://schemas.microsoft.com/office/drawing/2014/main" id="{D2517EA9-2CD1-1AD1-56CA-2EB08714FAC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41862" y="6140794"/>
                <a:ext cx="1263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3317" name="잉크 13316">
                <a:extLst>
                  <a:ext uri="{FF2B5EF4-FFF2-40B4-BE49-F238E27FC236}">
                    <a16:creationId xmlns:a16="http://schemas.microsoft.com/office/drawing/2014/main" id="{34A6A432-CF50-94B4-3E38-90C1F99F2FB2}"/>
                  </a:ext>
                </a:extLst>
              </p14:cNvPr>
              <p14:cNvContentPartPr/>
              <p14:nvPr/>
            </p14:nvContentPartPr>
            <p14:xfrm>
              <a:off x="6653342" y="6565234"/>
              <a:ext cx="21240" cy="154080"/>
            </p14:xfrm>
          </p:contentPart>
        </mc:Choice>
        <mc:Fallback>
          <p:pic>
            <p:nvPicPr>
              <p:cNvPr id="13317" name="잉크 13316">
                <a:extLst>
                  <a:ext uri="{FF2B5EF4-FFF2-40B4-BE49-F238E27FC236}">
                    <a16:creationId xmlns:a16="http://schemas.microsoft.com/office/drawing/2014/main" id="{34A6A432-CF50-94B4-3E38-90C1F99F2FB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644342" y="6556234"/>
                <a:ext cx="388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3318" name="잉크 13317">
                <a:extLst>
                  <a:ext uri="{FF2B5EF4-FFF2-40B4-BE49-F238E27FC236}">
                    <a16:creationId xmlns:a16="http://schemas.microsoft.com/office/drawing/2014/main" id="{AAABE370-5F4C-6D1B-2625-60E33B9ADB41}"/>
                  </a:ext>
                </a:extLst>
              </p14:cNvPr>
              <p14:cNvContentPartPr/>
              <p14:nvPr/>
            </p14:nvContentPartPr>
            <p14:xfrm>
              <a:off x="6665942" y="6552274"/>
              <a:ext cx="57240" cy="146520"/>
            </p14:xfrm>
          </p:contentPart>
        </mc:Choice>
        <mc:Fallback>
          <p:pic>
            <p:nvPicPr>
              <p:cNvPr id="13318" name="잉크 13317">
                <a:extLst>
                  <a:ext uri="{FF2B5EF4-FFF2-40B4-BE49-F238E27FC236}">
                    <a16:creationId xmlns:a16="http://schemas.microsoft.com/office/drawing/2014/main" id="{AAABE370-5F4C-6D1B-2625-60E33B9ADB4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657302" y="6543274"/>
                <a:ext cx="748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3319" name="잉크 13318">
                <a:extLst>
                  <a:ext uri="{FF2B5EF4-FFF2-40B4-BE49-F238E27FC236}">
                    <a16:creationId xmlns:a16="http://schemas.microsoft.com/office/drawing/2014/main" id="{6F6C53AC-99A7-4888-9B83-BB7A22CA65A9}"/>
                  </a:ext>
                </a:extLst>
              </p14:cNvPr>
              <p14:cNvContentPartPr/>
              <p14:nvPr/>
            </p14:nvContentPartPr>
            <p14:xfrm>
              <a:off x="6665942" y="6569194"/>
              <a:ext cx="124920" cy="160560"/>
            </p14:xfrm>
          </p:contentPart>
        </mc:Choice>
        <mc:Fallback>
          <p:pic>
            <p:nvPicPr>
              <p:cNvPr id="13319" name="잉크 13318">
                <a:extLst>
                  <a:ext uri="{FF2B5EF4-FFF2-40B4-BE49-F238E27FC236}">
                    <a16:creationId xmlns:a16="http://schemas.microsoft.com/office/drawing/2014/main" id="{6F6C53AC-99A7-4888-9B83-BB7A22CA65A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56942" y="6560194"/>
                <a:ext cx="1425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3320" name="잉크 13319">
                <a:extLst>
                  <a:ext uri="{FF2B5EF4-FFF2-40B4-BE49-F238E27FC236}">
                    <a16:creationId xmlns:a16="http://schemas.microsoft.com/office/drawing/2014/main" id="{9D2A3B2B-E502-5B4E-1C41-189B170D2686}"/>
                  </a:ext>
                </a:extLst>
              </p14:cNvPr>
              <p14:cNvContentPartPr/>
              <p14:nvPr/>
            </p14:nvContentPartPr>
            <p14:xfrm>
              <a:off x="6790142" y="6522034"/>
              <a:ext cx="101880" cy="136440"/>
            </p14:xfrm>
          </p:contentPart>
        </mc:Choice>
        <mc:Fallback>
          <p:pic>
            <p:nvPicPr>
              <p:cNvPr id="13320" name="잉크 13319">
                <a:extLst>
                  <a:ext uri="{FF2B5EF4-FFF2-40B4-BE49-F238E27FC236}">
                    <a16:creationId xmlns:a16="http://schemas.microsoft.com/office/drawing/2014/main" id="{9D2A3B2B-E502-5B4E-1C41-189B170D268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81502" y="6513034"/>
                <a:ext cx="119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3321" name="잉크 13320">
                <a:extLst>
                  <a:ext uri="{FF2B5EF4-FFF2-40B4-BE49-F238E27FC236}">
                    <a16:creationId xmlns:a16="http://schemas.microsoft.com/office/drawing/2014/main" id="{7BC3D090-962E-A90B-09DC-C3800A9640DF}"/>
                  </a:ext>
                </a:extLst>
              </p14:cNvPr>
              <p14:cNvContentPartPr/>
              <p14:nvPr/>
            </p14:nvContentPartPr>
            <p14:xfrm>
              <a:off x="6844142" y="6567394"/>
              <a:ext cx="165240" cy="138600"/>
            </p14:xfrm>
          </p:contentPart>
        </mc:Choice>
        <mc:Fallback>
          <p:pic>
            <p:nvPicPr>
              <p:cNvPr id="13321" name="잉크 13320">
                <a:extLst>
                  <a:ext uri="{FF2B5EF4-FFF2-40B4-BE49-F238E27FC236}">
                    <a16:creationId xmlns:a16="http://schemas.microsoft.com/office/drawing/2014/main" id="{7BC3D090-962E-A90B-09DC-C3800A9640D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835142" y="6558754"/>
                <a:ext cx="1828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3322" name="잉크 13321">
                <a:extLst>
                  <a:ext uri="{FF2B5EF4-FFF2-40B4-BE49-F238E27FC236}">
                    <a16:creationId xmlns:a16="http://schemas.microsoft.com/office/drawing/2014/main" id="{D93BFD7D-1E22-2CC9-B7E3-891D93E2FB4D}"/>
                  </a:ext>
                </a:extLst>
              </p14:cNvPr>
              <p14:cNvContentPartPr/>
              <p14:nvPr/>
            </p14:nvContentPartPr>
            <p14:xfrm>
              <a:off x="6989582" y="6527794"/>
              <a:ext cx="30240" cy="242640"/>
            </p14:xfrm>
          </p:contentPart>
        </mc:Choice>
        <mc:Fallback>
          <p:pic>
            <p:nvPicPr>
              <p:cNvPr id="13322" name="잉크 13321">
                <a:extLst>
                  <a:ext uri="{FF2B5EF4-FFF2-40B4-BE49-F238E27FC236}">
                    <a16:creationId xmlns:a16="http://schemas.microsoft.com/office/drawing/2014/main" id="{D93BFD7D-1E22-2CC9-B7E3-891D93E2FB4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80942" y="6518794"/>
                <a:ext cx="478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3323" name="잉크 13322">
                <a:extLst>
                  <a:ext uri="{FF2B5EF4-FFF2-40B4-BE49-F238E27FC236}">
                    <a16:creationId xmlns:a16="http://schemas.microsoft.com/office/drawing/2014/main" id="{773EC549-4463-2A93-B668-961453BBC55D}"/>
                  </a:ext>
                </a:extLst>
              </p14:cNvPr>
              <p14:cNvContentPartPr/>
              <p14:nvPr/>
            </p14:nvContentPartPr>
            <p14:xfrm>
              <a:off x="7143302" y="6504394"/>
              <a:ext cx="188640" cy="192960"/>
            </p14:xfrm>
          </p:contentPart>
        </mc:Choice>
        <mc:Fallback>
          <p:pic>
            <p:nvPicPr>
              <p:cNvPr id="13323" name="잉크 13322">
                <a:extLst>
                  <a:ext uri="{FF2B5EF4-FFF2-40B4-BE49-F238E27FC236}">
                    <a16:creationId xmlns:a16="http://schemas.microsoft.com/office/drawing/2014/main" id="{773EC549-4463-2A93-B668-961453BBC55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134302" y="6495754"/>
                <a:ext cx="206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3324" name="잉크 13323">
                <a:extLst>
                  <a:ext uri="{FF2B5EF4-FFF2-40B4-BE49-F238E27FC236}">
                    <a16:creationId xmlns:a16="http://schemas.microsoft.com/office/drawing/2014/main" id="{D09F4868-12F5-42DC-1AD3-0A897DE90153}"/>
                  </a:ext>
                </a:extLst>
              </p14:cNvPr>
              <p14:cNvContentPartPr/>
              <p14:nvPr/>
            </p14:nvContentPartPr>
            <p14:xfrm>
              <a:off x="7217462" y="6688714"/>
              <a:ext cx="115920" cy="86040"/>
            </p14:xfrm>
          </p:contentPart>
        </mc:Choice>
        <mc:Fallback>
          <p:pic>
            <p:nvPicPr>
              <p:cNvPr id="13324" name="잉크 13323">
                <a:extLst>
                  <a:ext uri="{FF2B5EF4-FFF2-40B4-BE49-F238E27FC236}">
                    <a16:creationId xmlns:a16="http://schemas.microsoft.com/office/drawing/2014/main" id="{D09F4868-12F5-42DC-1AD3-0A897DE9015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208462" y="6680074"/>
                <a:ext cx="1335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3325" name="잉크 13324">
                <a:extLst>
                  <a:ext uri="{FF2B5EF4-FFF2-40B4-BE49-F238E27FC236}">
                    <a16:creationId xmlns:a16="http://schemas.microsoft.com/office/drawing/2014/main" id="{16860442-5EDF-168D-2C54-7F3CD9B06A4E}"/>
                  </a:ext>
                </a:extLst>
              </p14:cNvPr>
              <p14:cNvContentPartPr/>
              <p14:nvPr/>
            </p14:nvContentPartPr>
            <p14:xfrm>
              <a:off x="7343102" y="6545074"/>
              <a:ext cx="114480" cy="156240"/>
            </p14:xfrm>
          </p:contentPart>
        </mc:Choice>
        <mc:Fallback>
          <p:pic>
            <p:nvPicPr>
              <p:cNvPr id="13325" name="잉크 13324">
                <a:extLst>
                  <a:ext uri="{FF2B5EF4-FFF2-40B4-BE49-F238E27FC236}">
                    <a16:creationId xmlns:a16="http://schemas.microsoft.com/office/drawing/2014/main" id="{16860442-5EDF-168D-2C54-7F3CD9B06A4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34102" y="6536434"/>
                <a:ext cx="1321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326" name="잉크 13325">
                <a:extLst>
                  <a:ext uri="{FF2B5EF4-FFF2-40B4-BE49-F238E27FC236}">
                    <a16:creationId xmlns:a16="http://schemas.microsoft.com/office/drawing/2014/main" id="{B6924C5C-1A8B-9F53-BF30-8B480DAF424E}"/>
                  </a:ext>
                </a:extLst>
              </p14:cNvPr>
              <p14:cNvContentPartPr/>
              <p14:nvPr/>
            </p14:nvContentPartPr>
            <p14:xfrm>
              <a:off x="7419062" y="6557674"/>
              <a:ext cx="28080" cy="182520"/>
            </p14:xfrm>
          </p:contentPart>
        </mc:Choice>
        <mc:Fallback>
          <p:pic>
            <p:nvPicPr>
              <p:cNvPr id="13326" name="잉크 13325">
                <a:extLst>
                  <a:ext uri="{FF2B5EF4-FFF2-40B4-BE49-F238E27FC236}">
                    <a16:creationId xmlns:a16="http://schemas.microsoft.com/office/drawing/2014/main" id="{B6924C5C-1A8B-9F53-BF30-8B480DAF424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410062" y="6548674"/>
                <a:ext cx="457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327" name="잉크 13326">
                <a:extLst>
                  <a:ext uri="{FF2B5EF4-FFF2-40B4-BE49-F238E27FC236}">
                    <a16:creationId xmlns:a16="http://schemas.microsoft.com/office/drawing/2014/main" id="{7CDAACA0-6DA9-265F-0D1D-FD45D54C6061}"/>
                  </a:ext>
                </a:extLst>
              </p14:cNvPr>
              <p14:cNvContentPartPr/>
              <p14:nvPr/>
            </p14:nvContentPartPr>
            <p14:xfrm>
              <a:off x="7484222" y="6538954"/>
              <a:ext cx="147600" cy="211320"/>
            </p14:xfrm>
          </p:contentPart>
        </mc:Choice>
        <mc:Fallback>
          <p:pic>
            <p:nvPicPr>
              <p:cNvPr id="13327" name="잉크 13326">
                <a:extLst>
                  <a:ext uri="{FF2B5EF4-FFF2-40B4-BE49-F238E27FC236}">
                    <a16:creationId xmlns:a16="http://schemas.microsoft.com/office/drawing/2014/main" id="{7CDAACA0-6DA9-265F-0D1D-FD45D54C606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75222" y="6530314"/>
                <a:ext cx="1652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328" name="잉크 13327">
                <a:extLst>
                  <a:ext uri="{FF2B5EF4-FFF2-40B4-BE49-F238E27FC236}">
                    <a16:creationId xmlns:a16="http://schemas.microsoft.com/office/drawing/2014/main" id="{C23EA8DB-B37A-C2DF-F1C3-F104275B2366}"/>
                  </a:ext>
                </a:extLst>
              </p14:cNvPr>
              <p14:cNvContentPartPr/>
              <p14:nvPr/>
            </p14:nvContentPartPr>
            <p14:xfrm>
              <a:off x="7643342" y="6506554"/>
              <a:ext cx="32400" cy="249840"/>
            </p14:xfrm>
          </p:contentPart>
        </mc:Choice>
        <mc:Fallback>
          <p:pic>
            <p:nvPicPr>
              <p:cNvPr id="13328" name="잉크 13327">
                <a:extLst>
                  <a:ext uri="{FF2B5EF4-FFF2-40B4-BE49-F238E27FC236}">
                    <a16:creationId xmlns:a16="http://schemas.microsoft.com/office/drawing/2014/main" id="{C23EA8DB-B37A-C2DF-F1C3-F104275B236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34342" y="6497554"/>
                <a:ext cx="5004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9968" name="그룹 339967">
            <a:extLst>
              <a:ext uri="{FF2B5EF4-FFF2-40B4-BE49-F238E27FC236}">
                <a16:creationId xmlns:a16="http://schemas.microsoft.com/office/drawing/2014/main" id="{4B95579A-C70D-8F1D-FA90-94FE1DED2336}"/>
              </a:ext>
            </a:extLst>
          </p:cNvPr>
          <p:cNvGrpSpPr/>
          <p:nvPr/>
        </p:nvGrpSpPr>
        <p:grpSpPr>
          <a:xfrm>
            <a:off x="7581782" y="4857034"/>
            <a:ext cx="1112040" cy="285120"/>
            <a:chOff x="7581782" y="4857034"/>
            <a:chExt cx="111204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334" name="잉크 13333">
                  <a:extLst>
                    <a:ext uri="{FF2B5EF4-FFF2-40B4-BE49-F238E27FC236}">
                      <a16:creationId xmlns:a16="http://schemas.microsoft.com/office/drawing/2014/main" id="{B536F8FD-15E3-6A53-FB82-1389B854DAD0}"/>
                    </a:ext>
                  </a:extLst>
                </p14:cNvPr>
                <p14:cNvContentPartPr/>
                <p14:nvPr/>
              </p14:nvContentPartPr>
              <p14:xfrm>
                <a:off x="7581782" y="4916434"/>
                <a:ext cx="66600" cy="215640"/>
              </p14:xfrm>
            </p:contentPart>
          </mc:Choice>
          <mc:Fallback>
            <p:pic>
              <p:nvPicPr>
                <p:cNvPr id="13334" name="잉크 13333">
                  <a:extLst>
                    <a:ext uri="{FF2B5EF4-FFF2-40B4-BE49-F238E27FC236}">
                      <a16:creationId xmlns:a16="http://schemas.microsoft.com/office/drawing/2014/main" id="{B536F8FD-15E3-6A53-FB82-1389B854DA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72782" y="4907434"/>
                  <a:ext cx="84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3335" name="잉크 13334">
                  <a:extLst>
                    <a:ext uri="{FF2B5EF4-FFF2-40B4-BE49-F238E27FC236}">
                      <a16:creationId xmlns:a16="http://schemas.microsoft.com/office/drawing/2014/main" id="{734D417A-9235-06A1-80DE-7AC3A5A6EF7F}"/>
                    </a:ext>
                  </a:extLst>
                </p14:cNvPr>
                <p14:cNvContentPartPr/>
                <p14:nvPr/>
              </p14:nvContentPartPr>
              <p14:xfrm>
                <a:off x="7655942" y="4893754"/>
                <a:ext cx="279000" cy="230760"/>
              </p14:xfrm>
            </p:contentPart>
          </mc:Choice>
          <mc:Fallback>
            <p:pic>
              <p:nvPicPr>
                <p:cNvPr id="13335" name="잉크 13334">
                  <a:extLst>
                    <a:ext uri="{FF2B5EF4-FFF2-40B4-BE49-F238E27FC236}">
                      <a16:creationId xmlns:a16="http://schemas.microsoft.com/office/drawing/2014/main" id="{734D417A-9235-06A1-80DE-7AC3A5A6EF7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47302" y="4885114"/>
                  <a:ext cx="296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336" name="잉크 13335">
                  <a:extLst>
                    <a:ext uri="{FF2B5EF4-FFF2-40B4-BE49-F238E27FC236}">
                      <a16:creationId xmlns:a16="http://schemas.microsoft.com/office/drawing/2014/main" id="{4E7CE479-A1D5-BC2D-D9C1-0AF61D15B4C2}"/>
                    </a:ext>
                  </a:extLst>
                </p14:cNvPr>
                <p14:cNvContentPartPr/>
                <p14:nvPr/>
              </p14:nvContentPartPr>
              <p14:xfrm>
                <a:off x="7846382" y="5037754"/>
                <a:ext cx="173160" cy="94680"/>
              </p14:xfrm>
            </p:contentPart>
          </mc:Choice>
          <mc:Fallback>
            <p:pic>
              <p:nvPicPr>
                <p:cNvPr id="13336" name="잉크 13335">
                  <a:extLst>
                    <a:ext uri="{FF2B5EF4-FFF2-40B4-BE49-F238E27FC236}">
                      <a16:creationId xmlns:a16="http://schemas.microsoft.com/office/drawing/2014/main" id="{4E7CE479-A1D5-BC2D-D9C1-0AF61D15B4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37742" y="5029114"/>
                  <a:ext cx="190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3337" name="잉크 13336">
                  <a:extLst>
                    <a:ext uri="{FF2B5EF4-FFF2-40B4-BE49-F238E27FC236}">
                      <a16:creationId xmlns:a16="http://schemas.microsoft.com/office/drawing/2014/main" id="{DF84295E-E455-1ADF-7D90-91FCE47AF582}"/>
                    </a:ext>
                  </a:extLst>
                </p14:cNvPr>
                <p14:cNvContentPartPr/>
                <p14:nvPr/>
              </p14:nvContentPartPr>
              <p14:xfrm>
                <a:off x="8090102" y="4877914"/>
                <a:ext cx="219960" cy="183240"/>
              </p14:xfrm>
            </p:contentPart>
          </mc:Choice>
          <mc:Fallback>
            <p:pic>
              <p:nvPicPr>
                <p:cNvPr id="13337" name="잉크 13336">
                  <a:extLst>
                    <a:ext uri="{FF2B5EF4-FFF2-40B4-BE49-F238E27FC236}">
                      <a16:creationId xmlns:a16="http://schemas.microsoft.com/office/drawing/2014/main" id="{DF84295E-E455-1ADF-7D90-91FCE47AF58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81102" y="4868914"/>
                  <a:ext cx="237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3338" name="잉크 13337">
                  <a:extLst>
                    <a:ext uri="{FF2B5EF4-FFF2-40B4-BE49-F238E27FC236}">
                      <a16:creationId xmlns:a16="http://schemas.microsoft.com/office/drawing/2014/main" id="{74B89C95-A669-6080-EF0B-B9A0E4F83A0E}"/>
                    </a:ext>
                  </a:extLst>
                </p14:cNvPr>
                <p14:cNvContentPartPr/>
                <p14:nvPr/>
              </p14:nvContentPartPr>
              <p14:xfrm>
                <a:off x="8191262" y="5025154"/>
                <a:ext cx="122760" cy="117000"/>
              </p14:xfrm>
            </p:contentPart>
          </mc:Choice>
          <mc:Fallback>
            <p:pic>
              <p:nvPicPr>
                <p:cNvPr id="13338" name="잉크 13337">
                  <a:extLst>
                    <a:ext uri="{FF2B5EF4-FFF2-40B4-BE49-F238E27FC236}">
                      <a16:creationId xmlns:a16="http://schemas.microsoft.com/office/drawing/2014/main" id="{74B89C95-A669-6080-EF0B-B9A0E4F83A0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82622" y="5016514"/>
                  <a:ext cx="140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339" name="잉크 13338">
                  <a:extLst>
                    <a:ext uri="{FF2B5EF4-FFF2-40B4-BE49-F238E27FC236}">
                      <a16:creationId xmlns:a16="http://schemas.microsoft.com/office/drawing/2014/main" id="{2C3CB355-FCE6-8FBF-8D3B-74AE01AF7F82}"/>
                    </a:ext>
                  </a:extLst>
                </p14:cNvPr>
                <p14:cNvContentPartPr/>
                <p14:nvPr/>
              </p14:nvContentPartPr>
              <p14:xfrm>
                <a:off x="8294222" y="4877914"/>
                <a:ext cx="111240" cy="161640"/>
              </p14:xfrm>
            </p:contentPart>
          </mc:Choice>
          <mc:Fallback>
            <p:pic>
              <p:nvPicPr>
                <p:cNvPr id="13339" name="잉크 13338">
                  <a:extLst>
                    <a:ext uri="{FF2B5EF4-FFF2-40B4-BE49-F238E27FC236}">
                      <a16:creationId xmlns:a16="http://schemas.microsoft.com/office/drawing/2014/main" id="{2C3CB355-FCE6-8FBF-8D3B-74AE01AF7F8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85582" y="4869274"/>
                  <a:ext cx="128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3340" name="잉크 13339">
                  <a:extLst>
                    <a:ext uri="{FF2B5EF4-FFF2-40B4-BE49-F238E27FC236}">
                      <a16:creationId xmlns:a16="http://schemas.microsoft.com/office/drawing/2014/main" id="{A0149658-CAE4-27D0-8E09-5BB0B938E416}"/>
                    </a:ext>
                  </a:extLst>
                </p14:cNvPr>
                <p14:cNvContentPartPr/>
                <p14:nvPr/>
              </p14:nvContentPartPr>
              <p14:xfrm>
                <a:off x="8336702" y="4898434"/>
                <a:ext cx="158760" cy="229320"/>
              </p14:xfrm>
            </p:contentPart>
          </mc:Choice>
          <mc:Fallback>
            <p:pic>
              <p:nvPicPr>
                <p:cNvPr id="13340" name="잉크 13339">
                  <a:extLst>
                    <a:ext uri="{FF2B5EF4-FFF2-40B4-BE49-F238E27FC236}">
                      <a16:creationId xmlns:a16="http://schemas.microsoft.com/office/drawing/2014/main" id="{A0149658-CAE4-27D0-8E09-5BB0B938E41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27702" y="4889794"/>
                  <a:ext cx="1764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341" name="잉크 13340">
                  <a:extLst>
                    <a:ext uri="{FF2B5EF4-FFF2-40B4-BE49-F238E27FC236}">
                      <a16:creationId xmlns:a16="http://schemas.microsoft.com/office/drawing/2014/main" id="{5E7A88EF-CDDB-D01A-47C1-361409C56EB7}"/>
                    </a:ext>
                  </a:extLst>
                </p14:cNvPr>
                <p14:cNvContentPartPr/>
                <p14:nvPr/>
              </p14:nvContentPartPr>
              <p14:xfrm>
                <a:off x="8515982" y="4857034"/>
                <a:ext cx="31680" cy="105480"/>
              </p14:xfrm>
            </p:contentPart>
          </mc:Choice>
          <mc:Fallback>
            <p:pic>
              <p:nvPicPr>
                <p:cNvPr id="13341" name="잉크 13340">
                  <a:extLst>
                    <a:ext uri="{FF2B5EF4-FFF2-40B4-BE49-F238E27FC236}">
                      <a16:creationId xmlns:a16="http://schemas.microsoft.com/office/drawing/2014/main" id="{5E7A88EF-CDDB-D01A-47C1-361409C56EB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06982" y="4848394"/>
                  <a:ext cx="49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342" name="잉크 13341">
                  <a:extLst>
                    <a:ext uri="{FF2B5EF4-FFF2-40B4-BE49-F238E27FC236}">
                      <a16:creationId xmlns:a16="http://schemas.microsoft.com/office/drawing/2014/main" id="{E25768FA-12C2-1AE7-DE8D-180301957063}"/>
                    </a:ext>
                  </a:extLst>
                </p14:cNvPr>
                <p14:cNvContentPartPr/>
                <p14:nvPr/>
              </p14:nvContentPartPr>
              <p14:xfrm>
                <a:off x="8461982" y="4874674"/>
                <a:ext cx="162360" cy="193320"/>
              </p14:xfrm>
            </p:contentPart>
          </mc:Choice>
          <mc:Fallback>
            <p:pic>
              <p:nvPicPr>
                <p:cNvPr id="13342" name="잉크 13341">
                  <a:extLst>
                    <a:ext uri="{FF2B5EF4-FFF2-40B4-BE49-F238E27FC236}">
                      <a16:creationId xmlns:a16="http://schemas.microsoft.com/office/drawing/2014/main" id="{E25768FA-12C2-1AE7-DE8D-1803019570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53342" y="4866034"/>
                  <a:ext cx="180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3343" name="잉크 13342">
                  <a:extLst>
                    <a:ext uri="{FF2B5EF4-FFF2-40B4-BE49-F238E27FC236}">
                      <a16:creationId xmlns:a16="http://schemas.microsoft.com/office/drawing/2014/main" id="{ECD5633B-E4E7-9812-D66F-79E1B78C689A}"/>
                    </a:ext>
                  </a:extLst>
                </p14:cNvPr>
                <p14:cNvContentPartPr/>
                <p14:nvPr/>
              </p14:nvContentPartPr>
              <p14:xfrm>
                <a:off x="8581142" y="4926514"/>
                <a:ext cx="112680" cy="209880"/>
              </p14:xfrm>
            </p:contentPart>
          </mc:Choice>
          <mc:Fallback>
            <p:pic>
              <p:nvPicPr>
                <p:cNvPr id="13343" name="잉크 13342">
                  <a:extLst>
                    <a:ext uri="{FF2B5EF4-FFF2-40B4-BE49-F238E27FC236}">
                      <a16:creationId xmlns:a16="http://schemas.microsoft.com/office/drawing/2014/main" id="{ECD5633B-E4E7-9812-D66F-79E1B78C689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72142" y="4917874"/>
                  <a:ext cx="1303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993" name="그룹 339992">
            <a:extLst>
              <a:ext uri="{FF2B5EF4-FFF2-40B4-BE49-F238E27FC236}">
                <a16:creationId xmlns:a16="http://schemas.microsoft.com/office/drawing/2014/main" id="{12A2328B-0A84-4665-712A-291966E2261A}"/>
              </a:ext>
            </a:extLst>
          </p:cNvPr>
          <p:cNvGrpSpPr/>
          <p:nvPr/>
        </p:nvGrpSpPr>
        <p:grpSpPr>
          <a:xfrm>
            <a:off x="7418342" y="5278954"/>
            <a:ext cx="1706760" cy="748080"/>
            <a:chOff x="7418342" y="5278954"/>
            <a:chExt cx="1706760" cy="74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329" name="잉크 13328">
                  <a:extLst>
                    <a:ext uri="{FF2B5EF4-FFF2-40B4-BE49-F238E27FC236}">
                      <a16:creationId xmlns:a16="http://schemas.microsoft.com/office/drawing/2014/main" id="{F73E405F-406F-293C-C948-042BCFA0ED1D}"/>
                    </a:ext>
                  </a:extLst>
                </p14:cNvPr>
                <p14:cNvContentPartPr/>
                <p14:nvPr/>
              </p14:nvContentPartPr>
              <p14:xfrm>
                <a:off x="7418342" y="5667394"/>
                <a:ext cx="109080" cy="114120"/>
              </p14:xfrm>
            </p:contentPart>
          </mc:Choice>
          <mc:Fallback>
            <p:pic>
              <p:nvPicPr>
                <p:cNvPr id="13329" name="잉크 13328">
                  <a:extLst>
                    <a:ext uri="{FF2B5EF4-FFF2-40B4-BE49-F238E27FC236}">
                      <a16:creationId xmlns:a16="http://schemas.microsoft.com/office/drawing/2014/main" id="{F73E405F-406F-293C-C948-042BCFA0ED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09342" y="5658394"/>
                  <a:ext cx="126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330" name="잉크 13329">
                  <a:extLst>
                    <a:ext uri="{FF2B5EF4-FFF2-40B4-BE49-F238E27FC236}">
                      <a16:creationId xmlns:a16="http://schemas.microsoft.com/office/drawing/2014/main" id="{3EF3A32C-2E0A-6D35-0F83-26C079655818}"/>
                    </a:ext>
                  </a:extLst>
                </p14:cNvPr>
                <p14:cNvContentPartPr/>
                <p14:nvPr/>
              </p14:nvContentPartPr>
              <p14:xfrm>
                <a:off x="7451102" y="5704474"/>
                <a:ext cx="89640" cy="322560"/>
              </p14:xfrm>
            </p:contentPart>
          </mc:Choice>
          <mc:Fallback>
            <p:pic>
              <p:nvPicPr>
                <p:cNvPr id="13330" name="잉크 13329">
                  <a:extLst>
                    <a:ext uri="{FF2B5EF4-FFF2-40B4-BE49-F238E27FC236}">
                      <a16:creationId xmlns:a16="http://schemas.microsoft.com/office/drawing/2014/main" id="{3EF3A32C-2E0A-6D35-0F83-26C0796558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42102" y="5695834"/>
                  <a:ext cx="1072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39969" name="잉크 339968">
                  <a:extLst>
                    <a:ext uri="{FF2B5EF4-FFF2-40B4-BE49-F238E27FC236}">
                      <a16:creationId xmlns:a16="http://schemas.microsoft.com/office/drawing/2014/main" id="{32F9DCBB-16E0-425C-9E0A-1D82C47A8D8B}"/>
                    </a:ext>
                  </a:extLst>
                </p14:cNvPr>
                <p14:cNvContentPartPr/>
                <p14:nvPr/>
              </p14:nvContentPartPr>
              <p14:xfrm>
                <a:off x="7646942" y="5297314"/>
                <a:ext cx="107280" cy="161640"/>
              </p14:xfrm>
            </p:contentPart>
          </mc:Choice>
          <mc:Fallback>
            <p:pic>
              <p:nvPicPr>
                <p:cNvPr id="339969" name="잉크 339968">
                  <a:extLst>
                    <a:ext uri="{FF2B5EF4-FFF2-40B4-BE49-F238E27FC236}">
                      <a16:creationId xmlns:a16="http://schemas.microsoft.com/office/drawing/2014/main" id="{32F9DCBB-16E0-425C-9E0A-1D82C47A8D8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37942" y="5288314"/>
                  <a:ext cx="124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39971" name="잉크 339970">
                  <a:extLst>
                    <a:ext uri="{FF2B5EF4-FFF2-40B4-BE49-F238E27FC236}">
                      <a16:creationId xmlns:a16="http://schemas.microsoft.com/office/drawing/2014/main" id="{D0BD6439-A374-CDAE-9754-AF42B1F56CC5}"/>
                    </a:ext>
                  </a:extLst>
                </p14:cNvPr>
                <p14:cNvContentPartPr/>
                <p14:nvPr/>
              </p14:nvContentPartPr>
              <p14:xfrm>
                <a:off x="7667822" y="5401714"/>
                <a:ext cx="142200" cy="96120"/>
              </p14:xfrm>
            </p:contentPart>
          </mc:Choice>
          <mc:Fallback>
            <p:pic>
              <p:nvPicPr>
                <p:cNvPr id="339971" name="잉크 339970">
                  <a:extLst>
                    <a:ext uri="{FF2B5EF4-FFF2-40B4-BE49-F238E27FC236}">
                      <a16:creationId xmlns:a16="http://schemas.microsoft.com/office/drawing/2014/main" id="{D0BD6439-A374-CDAE-9754-AF42B1F56C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58822" y="5393074"/>
                  <a:ext cx="1598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39972" name="잉크 339971">
                  <a:extLst>
                    <a:ext uri="{FF2B5EF4-FFF2-40B4-BE49-F238E27FC236}">
                      <a16:creationId xmlns:a16="http://schemas.microsoft.com/office/drawing/2014/main" id="{CA3A9015-3CE7-20BE-419D-2A89469CF60D}"/>
                    </a:ext>
                  </a:extLst>
                </p14:cNvPr>
                <p14:cNvContentPartPr/>
                <p14:nvPr/>
              </p14:nvContentPartPr>
              <p14:xfrm>
                <a:off x="7733342" y="5474794"/>
                <a:ext cx="90720" cy="60120"/>
              </p14:xfrm>
            </p:contentPart>
          </mc:Choice>
          <mc:Fallback>
            <p:pic>
              <p:nvPicPr>
                <p:cNvPr id="339972" name="잉크 339971">
                  <a:extLst>
                    <a:ext uri="{FF2B5EF4-FFF2-40B4-BE49-F238E27FC236}">
                      <a16:creationId xmlns:a16="http://schemas.microsoft.com/office/drawing/2014/main" id="{CA3A9015-3CE7-20BE-419D-2A89469CF6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24342" y="5466154"/>
                  <a:ext cx="108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39973" name="잉크 339972">
                  <a:extLst>
                    <a:ext uri="{FF2B5EF4-FFF2-40B4-BE49-F238E27FC236}">
                      <a16:creationId xmlns:a16="http://schemas.microsoft.com/office/drawing/2014/main" id="{B73EA34A-3015-3262-42A5-4EBB4AB51391}"/>
                    </a:ext>
                  </a:extLst>
                </p14:cNvPr>
                <p14:cNvContentPartPr/>
                <p14:nvPr/>
              </p14:nvContentPartPr>
              <p14:xfrm>
                <a:off x="7820462" y="5316034"/>
                <a:ext cx="142200" cy="174960"/>
              </p14:xfrm>
            </p:contentPart>
          </mc:Choice>
          <mc:Fallback>
            <p:pic>
              <p:nvPicPr>
                <p:cNvPr id="339973" name="잉크 339972">
                  <a:extLst>
                    <a:ext uri="{FF2B5EF4-FFF2-40B4-BE49-F238E27FC236}">
                      <a16:creationId xmlns:a16="http://schemas.microsoft.com/office/drawing/2014/main" id="{B73EA34A-3015-3262-42A5-4EBB4AB5139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11822" y="5307034"/>
                  <a:ext cx="159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39974" name="잉크 339973">
                  <a:extLst>
                    <a:ext uri="{FF2B5EF4-FFF2-40B4-BE49-F238E27FC236}">
                      <a16:creationId xmlns:a16="http://schemas.microsoft.com/office/drawing/2014/main" id="{9B6A5430-6196-BE12-2F13-DEB5CAEECB20}"/>
                    </a:ext>
                  </a:extLst>
                </p14:cNvPr>
                <p14:cNvContentPartPr/>
                <p14:nvPr/>
              </p14:nvContentPartPr>
              <p14:xfrm>
                <a:off x="8074622" y="5408914"/>
                <a:ext cx="13320" cy="11520"/>
              </p14:xfrm>
            </p:contentPart>
          </mc:Choice>
          <mc:Fallback>
            <p:pic>
              <p:nvPicPr>
                <p:cNvPr id="339974" name="잉크 339973">
                  <a:extLst>
                    <a:ext uri="{FF2B5EF4-FFF2-40B4-BE49-F238E27FC236}">
                      <a16:creationId xmlns:a16="http://schemas.microsoft.com/office/drawing/2014/main" id="{9B6A5430-6196-BE12-2F13-DEB5CAEECB2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65982" y="5399914"/>
                  <a:ext cx="30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39975" name="잉크 339974">
                  <a:extLst>
                    <a:ext uri="{FF2B5EF4-FFF2-40B4-BE49-F238E27FC236}">
                      <a16:creationId xmlns:a16="http://schemas.microsoft.com/office/drawing/2014/main" id="{0A4ACB57-D7BC-5F6C-7CF3-008D293C3166}"/>
                    </a:ext>
                  </a:extLst>
                </p14:cNvPr>
                <p14:cNvContentPartPr/>
                <p14:nvPr/>
              </p14:nvContentPartPr>
              <p14:xfrm>
                <a:off x="8130422" y="5373994"/>
                <a:ext cx="72360" cy="36360"/>
              </p14:xfrm>
            </p:contentPart>
          </mc:Choice>
          <mc:Fallback>
            <p:pic>
              <p:nvPicPr>
                <p:cNvPr id="339975" name="잉크 339974">
                  <a:extLst>
                    <a:ext uri="{FF2B5EF4-FFF2-40B4-BE49-F238E27FC236}">
                      <a16:creationId xmlns:a16="http://schemas.microsoft.com/office/drawing/2014/main" id="{0A4ACB57-D7BC-5F6C-7CF3-008D293C316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21422" y="5364994"/>
                  <a:ext cx="90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39976" name="잉크 339975">
                  <a:extLst>
                    <a:ext uri="{FF2B5EF4-FFF2-40B4-BE49-F238E27FC236}">
                      <a16:creationId xmlns:a16="http://schemas.microsoft.com/office/drawing/2014/main" id="{CC3AE25D-35EF-5365-7A74-30872B2FF379}"/>
                    </a:ext>
                  </a:extLst>
                </p14:cNvPr>
                <p14:cNvContentPartPr/>
                <p14:nvPr/>
              </p14:nvContentPartPr>
              <p14:xfrm>
                <a:off x="8287742" y="5278954"/>
                <a:ext cx="90000" cy="107280"/>
              </p14:xfrm>
            </p:contentPart>
          </mc:Choice>
          <mc:Fallback>
            <p:pic>
              <p:nvPicPr>
                <p:cNvPr id="339976" name="잉크 339975">
                  <a:extLst>
                    <a:ext uri="{FF2B5EF4-FFF2-40B4-BE49-F238E27FC236}">
                      <a16:creationId xmlns:a16="http://schemas.microsoft.com/office/drawing/2014/main" id="{CC3AE25D-35EF-5365-7A74-30872B2FF37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78742" y="5270314"/>
                  <a:ext cx="107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39977" name="잉크 339976">
                  <a:extLst>
                    <a:ext uri="{FF2B5EF4-FFF2-40B4-BE49-F238E27FC236}">
                      <a16:creationId xmlns:a16="http://schemas.microsoft.com/office/drawing/2014/main" id="{453D7634-2677-2CD2-2B44-45241C1FFF42}"/>
                    </a:ext>
                  </a:extLst>
                </p14:cNvPr>
                <p14:cNvContentPartPr/>
                <p14:nvPr/>
              </p14:nvContentPartPr>
              <p14:xfrm>
                <a:off x="8280542" y="5353834"/>
                <a:ext cx="188280" cy="119520"/>
              </p14:xfrm>
            </p:contentPart>
          </mc:Choice>
          <mc:Fallback>
            <p:pic>
              <p:nvPicPr>
                <p:cNvPr id="339977" name="잉크 339976">
                  <a:extLst>
                    <a:ext uri="{FF2B5EF4-FFF2-40B4-BE49-F238E27FC236}">
                      <a16:creationId xmlns:a16="http://schemas.microsoft.com/office/drawing/2014/main" id="{453D7634-2677-2CD2-2B44-45241C1FFF4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71902" y="5344834"/>
                  <a:ext cx="205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39978" name="잉크 339977">
                  <a:extLst>
                    <a:ext uri="{FF2B5EF4-FFF2-40B4-BE49-F238E27FC236}">
                      <a16:creationId xmlns:a16="http://schemas.microsoft.com/office/drawing/2014/main" id="{CB743ED8-5BE1-A444-FF60-CF847245B7F7}"/>
                    </a:ext>
                  </a:extLst>
                </p14:cNvPr>
                <p14:cNvContentPartPr/>
                <p14:nvPr/>
              </p14:nvContentPartPr>
              <p14:xfrm>
                <a:off x="7889582" y="5626714"/>
                <a:ext cx="101880" cy="122040"/>
              </p14:xfrm>
            </p:contentPart>
          </mc:Choice>
          <mc:Fallback>
            <p:pic>
              <p:nvPicPr>
                <p:cNvPr id="339978" name="잉크 339977">
                  <a:extLst>
                    <a:ext uri="{FF2B5EF4-FFF2-40B4-BE49-F238E27FC236}">
                      <a16:creationId xmlns:a16="http://schemas.microsoft.com/office/drawing/2014/main" id="{CB743ED8-5BE1-A444-FF60-CF847245B7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80942" y="5617714"/>
                  <a:ext cx="119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39979" name="잉크 339978">
                  <a:extLst>
                    <a:ext uri="{FF2B5EF4-FFF2-40B4-BE49-F238E27FC236}">
                      <a16:creationId xmlns:a16="http://schemas.microsoft.com/office/drawing/2014/main" id="{4C526C40-1091-136B-D8A0-54DBD6FCD876}"/>
                    </a:ext>
                  </a:extLst>
                </p14:cNvPr>
                <p14:cNvContentPartPr/>
                <p14:nvPr/>
              </p14:nvContentPartPr>
              <p14:xfrm>
                <a:off x="7950422" y="5567314"/>
                <a:ext cx="150480" cy="140760"/>
              </p14:xfrm>
            </p:contentPart>
          </mc:Choice>
          <mc:Fallback>
            <p:pic>
              <p:nvPicPr>
                <p:cNvPr id="339979" name="잉크 339978">
                  <a:extLst>
                    <a:ext uri="{FF2B5EF4-FFF2-40B4-BE49-F238E27FC236}">
                      <a16:creationId xmlns:a16="http://schemas.microsoft.com/office/drawing/2014/main" id="{4C526C40-1091-136B-D8A0-54DBD6FCD87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41782" y="5558674"/>
                  <a:ext cx="168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39980" name="잉크 339979">
                  <a:extLst>
                    <a:ext uri="{FF2B5EF4-FFF2-40B4-BE49-F238E27FC236}">
                      <a16:creationId xmlns:a16="http://schemas.microsoft.com/office/drawing/2014/main" id="{34D2B54D-BBC6-EE2F-EAD1-2BF7C0842F51}"/>
                    </a:ext>
                  </a:extLst>
                </p14:cNvPr>
                <p14:cNvContentPartPr/>
                <p14:nvPr/>
              </p14:nvContentPartPr>
              <p14:xfrm>
                <a:off x="7951862" y="5734714"/>
                <a:ext cx="41400" cy="118800"/>
              </p14:xfrm>
            </p:contentPart>
          </mc:Choice>
          <mc:Fallback>
            <p:pic>
              <p:nvPicPr>
                <p:cNvPr id="339980" name="잉크 339979">
                  <a:extLst>
                    <a:ext uri="{FF2B5EF4-FFF2-40B4-BE49-F238E27FC236}">
                      <a16:creationId xmlns:a16="http://schemas.microsoft.com/office/drawing/2014/main" id="{34D2B54D-BBC6-EE2F-EAD1-2BF7C0842F5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42862" y="5725714"/>
                  <a:ext cx="59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39981" name="잉크 339980">
                  <a:extLst>
                    <a:ext uri="{FF2B5EF4-FFF2-40B4-BE49-F238E27FC236}">
                      <a16:creationId xmlns:a16="http://schemas.microsoft.com/office/drawing/2014/main" id="{6F1C4153-20CC-322D-F50B-34A61FA2A196}"/>
                    </a:ext>
                  </a:extLst>
                </p14:cNvPr>
                <p14:cNvContentPartPr/>
                <p14:nvPr/>
              </p14:nvContentPartPr>
              <p14:xfrm>
                <a:off x="7987502" y="5682154"/>
                <a:ext cx="63360" cy="161280"/>
              </p14:xfrm>
            </p:contentPart>
          </mc:Choice>
          <mc:Fallback>
            <p:pic>
              <p:nvPicPr>
                <p:cNvPr id="339981" name="잉크 339980">
                  <a:extLst>
                    <a:ext uri="{FF2B5EF4-FFF2-40B4-BE49-F238E27FC236}">
                      <a16:creationId xmlns:a16="http://schemas.microsoft.com/office/drawing/2014/main" id="{6F1C4153-20CC-322D-F50B-34A61FA2A19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78502" y="5673154"/>
                  <a:ext cx="81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39982" name="잉크 339981">
                  <a:extLst>
                    <a:ext uri="{FF2B5EF4-FFF2-40B4-BE49-F238E27FC236}">
                      <a16:creationId xmlns:a16="http://schemas.microsoft.com/office/drawing/2014/main" id="{BD392574-2584-C56F-0FAE-5571D273A1AD}"/>
                    </a:ext>
                  </a:extLst>
                </p14:cNvPr>
                <p14:cNvContentPartPr/>
                <p14:nvPr/>
              </p14:nvContentPartPr>
              <p14:xfrm>
                <a:off x="8052302" y="5684314"/>
                <a:ext cx="109080" cy="114840"/>
              </p14:xfrm>
            </p:contentPart>
          </mc:Choice>
          <mc:Fallback>
            <p:pic>
              <p:nvPicPr>
                <p:cNvPr id="339982" name="잉크 339981">
                  <a:extLst>
                    <a:ext uri="{FF2B5EF4-FFF2-40B4-BE49-F238E27FC236}">
                      <a16:creationId xmlns:a16="http://schemas.microsoft.com/office/drawing/2014/main" id="{BD392574-2584-C56F-0FAE-5571D273A1A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43662" y="5675314"/>
                  <a:ext cx="126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39983" name="잉크 339982">
                  <a:extLst>
                    <a:ext uri="{FF2B5EF4-FFF2-40B4-BE49-F238E27FC236}">
                      <a16:creationId xmlns:a16="http://schemas.microsoft.com/office/drawing/2014/main" id="{C5471ADC-0F36-2C66-603F-97D73579698F}"/>
                    </a:ext>
                  </a:extLst>
                </p14:cNvPr>
                <p14:cNvContentPartPr/>
                <p14:nvPr/>
              </p14:nvContentPartPr>
              <p14:xfrm>
                <a:off x="8139062" y="5601874"/>
                <a:ext cx="214200" cy="174960"/>
              </p14:xfrm>
            </p:contentPart>
          </mc:Choice>
          <mc:Fallback>
            <p:pic>
              <p:nvPicPr>
                <p:cNvPr id="339983" name="잉크 339982">
                  <a:extLst>
                    <a:ext uri="{FF2B5EF4-FFF2-40B4-BE49-F238E27FC236}">
                      <a16:creationId xmlns:a16="http://schemas.microsoft.com/office/drawing/2014/main" id="{C5471ADC-0F36-2C66-603F-97D73579698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30422" y="5592874"/>
                  <a:ext cx="231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39984" name="잉크 339983">
                  <a:extLst>
                    <a:ext uri="{FF2B5EF4-FFF2-40B4-BE49-F238E27FC236}">
                      <a16:creationId xmlns:a16="http://schemas.microsoft.com/office/drawing/2014/main" id="{A07745D8-2236-C6BD-667D-C9EFEFDE90B9}"/>
                    </a:ext>
                  </a:extLst>
                </p14:cNvPr>
                <p14:cNvContentPartPr/>
                <p14:nvPr/>
              </p14:nvContentPartPr>
              <p14:xfrm>
                <a:off x="8395382" y="5700874"/>
                <a:ext cx="3600" cy="23400"/>
              </p14:xfrm>
            </p:contentPart>
          </mc:Choice>
          <mc:Fallback>
            <p:pic>
              <p:nvPicPr>
                <p:cNvPr id="339984" name="잉크 339983">
                  <a:extLst>
                    <a:ext uri="{FF2B5EF4-FFF2-40B4-BE49-F238E27FC236}">
                      <a16:creationId xmlns:a16="http://schemas.microsoft.com/office/drawing/2014/main" id="{A07745D8-2236-C6BD-667D-C9EFEFDE90B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6382" y="5691874"/>
                  <a:ext cx="21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39985" name="잉크 339984">
                  <a:extLst>
                    <a:ext uri="{FF2B5EF4-FFF2-40B4-BE49-F238E27FC236}">
                      <a16:creationId xmlns:a16="http://schemas.microsoft.com/office/drawing/2014/main" id="{E398C127-6A17-D08A-7C71-64A04E7150B3}"/>
                    </a:ext>
                  </a:extLst>
                </p14:cNvPr>
                <p14:cNvContentPartPr/>
                <p14:nvPr/>
              </p14:nvContentPartPr>
              <p14:xfrm>
                <a:off x="8461262" y="5560474"/>
                <a:ext cx="146520" cy="137520"/>
              </p14:xfrm>
            </p:contentPart>
          </mc:Choice>
          <mc:Fallback>
            <p:pic>
              <p:nvPicPr>
                <p:cNvPr id="339985" name="잉크 339984">
                  <a:extLst>
                    <a:ext uri="{FF2B5EF4-FFF2-40B4-BE49-F238E27FC236}">
                      <a16:creationId xmlns:a16="http://schemas.microsoft.com/office/drawing/2014/main" id="{E398C127-6A17-D08A-7C71-64A04E7150B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52262" y="5551474"/>
                  <a:ext cx="164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39986" name="잉크 339985">
                  <a:extLst>
                    <a:ext uri="{FF2B5EF4-FFF2-40B4-BE49-F238E27FC236}">
                      <a16:creationId xmlns:a16="http://schemas.microsoft.com/office/drawing/2014/main" id="{FD95D820-B79B-3D32-1372-D580EB5F5577}"/>
                    </a:ext>
                  </a:extLst>
                </p14:cNvPr>
                <p14:cNvContentPartPr/>
                <p14:nvPr/>
              </p14:nvContentPartPr>
              <p14:xfrm>
                <a:off x="8575742" y="5569834"/>
                <a:ext cx="50760" cy="83880"/>
              </p14:xfrm>
            </p:contentPart>
          </mc:Choice>
          <mc:Fallback>
            <p:pic>
              <p:nvPicPr>
                <p:cNvPr id="339986" name="잉크 339985">
                  <a:extLst>
                    <a:ext uri="{FF2B5EF4-FFF2-40B4-BE49-F238E27FC236}">
                      <a16:creationId xmlns:a16="http://schemas.microsoft.com/office/drawing/2014/main" id="{FD95D820-B79B-3D32-1372-D580EB5F55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66742" y="5560834"/>
                  <a:ext cx="68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39987" name="잉크 339986">
                  <a:extLst>
                    <a:ext uri="{FF2B5EF4-FFF2-40B4-BE49-F238E27FC236}">
                      <a16:creationId xmlns:a16="http://schemas.microsoft.com/office/drawing/2014/main" id="{FEF3360E-8ECD-F2BF-AB1C-90BF978C5A8B}"/>
                    </a:ext>
                  </a:extLst>
                </p14:cNvPr>
                <p14:cNvContentPartPr/>
                <p14:nvPr/>
              </p14:nvContentPartPr>
              <p14:xfrm>
                <a:off x="8495822" y="5647594"/>
                <a:ext cx="180720" cy="98280"/>
              </p14:xfrm>
            </p:contentPart>
          </mc:Choice>
          <mc:Fallback>
            <p:pic>
              <p:nvPicPr>
                <p:cNvPr id="339987" name="잉크 339986">
                  <a:extLst>
                    <a:ext uri="{FF2B5EF4-FFF2-40B4-BE49-F238E27FC236}">
                      <a16:creationId xmlns:a16="http://schemas.microsoft.com/office/drawing/2014/main" id="{FEF3360E-8ECD-F2BF-AB1C-90BF978C5A8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86822" y="5638954"/>
                  <a:ext cx="198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39988" name="잉크 339987">
                  <a:extLst>
                    <a:ext uri="{FF2B5EF4-FFF2-40B4-BE49-F238E27FC236}">
                      <a16:creationId xmlns:a16="http://schemas.microsoft.com/office/drawing/2014/main" id="{6A8CB03F-8EED-2DC0-8A7B-F13D175EDAC5}"/>
                    </a:ext>
                  </a:extLst>
                </p14:cNvPr>
                <p14:cNvContentPartPr/>
                <p14:nvPr/>
              </p14:nvContentPartPr>
              <p14:xfrm>
                <a:off x="8646302" y="5525194"/>
                <a:ext cx="198360" cy="146520"/>
              </p14:xfrm>
            </p:contentPart>
          </mc:Choice>
          <mc:Fallback>
            <p:pic>
              <p:nvPicPr>
                <p:cNvPr id="339988" name="잉크 339987">
                  <a:extLst>
                    <a:ext uri="{FF2B5EF4-FFF2-40B4-BE49-F238E27FC236}">
                      <a16:creationId xmlns:a16="http://schemas.microsoft.com/office/drawing/2014/main" id="{6A8CB03F-8EED-2DC0-8A7B-F13D175EDA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37662" y="5516554"/>
                  <a:ext cx="216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39989" name="잉크 339988">
                  <a:extLst>
                    <a:ext uri="{FF2B5EF4-FFF2-40B4-BE49-F238E27FC236}">
                      <a16:creationId xmlns:a16="http://schemas.microsoft.com/office/drawing/2014/main" id="{0D4521F2-3E28-3F98-F5F4-A65365FD5BAF}"/>
                    </a:ext>
                  </a:extLst>
                </p14:cNvPr>
                <p14:cNvContentPartPr/>
                <p14:nvPr/>
              </p14:nvContentPartPr>
              <p14:xfrm>
                <a:off x="8868782" y="5483794"/>
                <a:ext cx="59040" cy="118080"/>
              </p14:xfrm>
            </p:contentPart>
          </mc:Choice>
          <mc:Fallback>
            <p:pic>
              <p:nvPicPr>
                <p:cNvPr id="339989" name="잉크 339988">
                  <a:extLst>
                    <a:ext uri="{FF2B5EF4-FFF2-40B4-BE49-F238E27FC236}">
                      <a16:creationId xmlns:a16="http://schemas.microsoft.com/office/drawing/2014/main" id="{0D4521F2-3E28-3F98-F5F4-A65365FD5BA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60142" y="5475154"/>
                  <a:ext cx="76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39990" name="잉크 339989">
                  <a:extLst>
                    <a:ext uri="{FF2B5EF4-FFF2-40B4-BE49-F238E27FC236}">
                      <a16:creationId xmlns:a16="http://schemas.microsoft.com/office/drawing/2014/main" id="{8EACD832-2660-4C6E-8F51-BF33EF624397}"/>
                    </a:ext>
                  </a:extLst>
                </p14:cNvPr>
                <p14:cNvContentPartPr/>
                <p14:nvPr/>
              </p14:nvContentPartPr>
              <p14:xfrm>
                <a:off x="8819822" y="5611234"/>
                <a:ext cx="117720" cy="57960"/>
              </p14:xfrm>
            </p:contentPart>
          </mc:Choice>
          <mc:Fallback>
            <p:pic>
              <p:nvPicPr>
                <p:cNvPr id="339990" name="잉크 339989">
                  <a:extLst>
                    <a:ext uri="{FF2B5EF4-FFF2-40B4-BE49-F238E27FC236}">
                      <a16:creationId xmlns:a16="http://schemas.microsoft.com/office/drawing/2014/main" id="{8EACD832-2660-4C6E-8F51-BF33EF62439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10822" y="5602594"/>
                  <a:ext cx="1353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39991" name="잉크 339990">
                  <a:extLst>
                    <a:ext uri="{FF2B5EF4-FFF2-40B4-BE49-F238E27FC236}">
                      <a16:creationId xmlns:a16="http://schemas.microsoft.com/office/drawing/2014/main" id="{0CFB7ABD-8AB0-113D-9360-9663159D9E8E}"/>
                    </a:ext>
                  </a:extLst>
                </p14:cNvPr>
                <p14:cNvContentPartPr/>
                <p14:nvPr/>
              </p14:nvContentPartPr>
              <p14:xfrm>
                <a:off x="8921702" y="5484514"/>
                <a:ext cx="167760" cy="169560"/>
              </p14:xfrm>
            </p:contentPart>
          </mc:Choice>
          <mc:Fallback>
            <p:pic>
              <p:nvPicPr>
                <p:cNvPr id="339991" name="잉크 339990">
                  <a:extLst>
                    <a:ext uri="{FF2B5EF4-FFF2-40B4-BE49-F238E27FC236}">
                      <a16:creationId xmlns:a16="http://schemas.microsoft.com/office/drawing/2014/main" id="{0CFB7ABD-8AB0-113D-9360-9663159D9E8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13062" y="5475514"/>
                  <a:ext cx="185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39992" name="잉크 339991">
                  <a:extLst>
                    <a:ext uri="{FF2B5EF4-FFF2-40B4-BE49-F238E27FC236}">
                      <a16:creationId xmlns:a16="http://schemas.microsoft.com/office/drawing/2014/main" id="{83F440E5-D942-45A9-D879-5292C898D3E0}"/>
                    </a:ext>
                  </a:extLst>
                </p14:cNvPr>
                <p14:cNvContentPartPr/>
                <p14:nvPr/>
              </p14:nvContentPartPr>
              <p14:xfrm>
                <a:off x="9055622" y="5430154"/>
                <a:ext cx="69480" cy="310680"/>
              </p14:xfrm>
            </p:contentPart>
          </mc:Choice>
          <mc:Fallback>
            <p:pic>
              <p:nvPicPr>
                <p:cNvPr id="339992" name="잉크 339991">
                  <a:extLst>
                    <a:ext uri="{FF2B5EF4-FFF2-40B4-BE49-F238E27FC236}">
                      <a16:creationId xmlns:a16="http://schemas.microsoft.com/office/drawing/2014/main" id="{83F440E5-D942-45A9-D879-5292C898D3E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46982" y="5421154"/>
                  <a:ext cx="8712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025" name="그룹 340024">
            <a:extLst>
              <a:ext uri="{FF2B5EF4-FFF2-40B4-BE49-F238E27FC236}">
                <a16:creationId xmlns:a16="http://schemas.microsoft.com/office/drawing/2014/main" id="{BBB39A3C-D34D-5BDC-8AE5-D0A1B6A06932}"/>
              </a:ext>
            </a:extLst>
          </p:cNvPr>
          <p:cNvGrpSpPr/>
          <p:nvPr/>
        </p:nvGrpSpPr>
        <p:grpSpPr>
          <a:xfrm>
            <a:off x="4661822" y="6458674"/>
            <a:ext cx="1695240" cy="375480"/>
            <a:chOff x="4661822" y="6458674"/>
            <a:chExt cx="169524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39995" name="잉크 339994">
                  <a:extLst>
                    <a:ext uri="{FF2B5EF4-FFF2-40B4-BE49-F238E27FC236}">
                      <a16:creationId xmlns:a16="http://schemas.microsoft.com/office/drawing/2014/main" id="{915095F5-E861-F292-E2D6-668361443F57}"/>
                    </a:ext>
                  </a:extLst>
                </p14:cNvPr>
                <p14:cNvContentPartPr/>
                <p14:nvPr/>
              </p14:nvContentPartPr>
              <p14:xfrm>
                <a:off x="4688822" y="6509434"/>
                <a:ext cx="8640" cy="129960"/>
              </p14:xfrm>
            </p:contentPart>
          </mc:Choice>
          <mc:Fallback>
            <p:pic>
              <p:nvPicPr>
                <p:cNvPr id="339995" name="잉크 339994">
                  <a:extLst>
                    <a:ext uri="{FF2B5EF4-FFF2-40B4-BE49-F238E27FC236}">
                      <a16:creationId xmlns:a16="http://schemas.microsoft.com/office/drawing/2014/main" id="{915095F5-E861-F292-E2D6-668361443F5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80182" y="6500434"/>
                  <a:ext cx="26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39996" name="잉크 339995">
                  <a:extLst>
                    <a:ext uri="{FF2B5EF4-FFF2-40B4-BE49-F238E27FC236}">
                      <a16:creationId xmlns:a16="http://schemas.microsoft.com/office/drawing/2014/main" id="{4C6995E6-CA45-E503-BB7D-D095289560D4}"/>
                    </a:ext>
                  </a:extLst>
                </p14:cNvPr>
                <p14:cNvContentPartPr/>
                <p14:nvPr/>
              </p14:nvContentPartPr>
              <p14:xfrm>
                <a:off x="4676582" y="6496114"/>
                <a:ext cx="87480" cy="83160"/>
              </p14:xfrm>
            </p:contentPart>
          </mc:Choice>
          <mc:Fallback>
            <p:pic>
              <p:nvPicPr>
                <p:cNvPr id="339996" name="잉크 339995">
                  <a:extLst>
                    <a:ext uri="{FF2B5EF4-FFF2-40B4-BE49-F238E27FC236}">
                      <a16:creationId xmlns:a16="http://schemas.microsoft.com/office/drawing/2014/main" id="{4C6995E6-CA45-E503-BB7D-D095289560D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67942" y="6487114"/>
                  <a:ext cx="105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39997" name="잉크 339996">
                  <a:extLst>
                    <a:ext uri="{FF2B5EF4-FFF2-40B4-BE49-F238E27FC236}">
                      <a16:creationId xmlns:a16="http://schemas.microsoft.com/office/drawing/2014/main" id="{91D11D7C-3B28-71F4-6810-0EA4073B8EE1}"/>
                    </a:ext>
                  </a:extLst>
                </p14:cNvPr>
                <p14:cNvContentPartPr/>
                <p14:nvPr/>
              </p14:nvContentPartPr>
              <p14:xfrm>
                <a:off x="4661822" y="6588994"/>
                <a:ext cx="104760" cy="39600"/>
              </p14:xfrm>
            </p:contentPart>
          </mc:Choice>
          <mc:Fallback>
            <p:pic>
              <p:nvPicPr>
                <p:cNvPr id="339997" name="잉크 339996">
                  <a:extLst>
                    <a:ext uri="{FF2B5EF4-FFF2-40B4-BE49-F238E27FC236}">
                      <a16:creationId xmlns:a16="http://schemas.microsoft.com/office/drawing/2014/main" id="{91D11D7C-3B28-71F4-6810-0EA4073B8EE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53182" y="6579994"/>
                  <a:ext cx="122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39998" name="잉크 339997">
                  <a:extLst>
                    <a:ext uri="{FF2B5EF4-FFF2-40B4-BE49-F238E27FC236}">
                      <a16:creationId xmlns:a16="http://schemas.microsoft.com/office/drawing/2014/main" id="{8D147817-A644-0CDC-B2E0-CA21F8479691}"/>
                    </a:ext>
                  </a:extLst>
                </p14:cNvPr>
                <p14:cNvContentPartPr/>
                <p14:nvPr/>
              </p14:nvContentPartPr>
              <p14:xfrm>
                <a:off x="4663262" y="6635074"/>
                <a:ext cx="111240" cy="78480"/>
              </p14:xfrm>
            </p:contentPart>
          </mc:Choice>
          <mc:Fallback>
            <p:pic>
              <p:nvPicPr>
                <p:cNvPr id="339998" name="잉크 339997">
                  <a:extLst>
                    <a:ext uri="{FF2B5EF4-FFF2-40B4-BE49-F238E27FC236}">
                      <a16:creationId xmlns:a16="http://schemas.microsoft.com/office/drawing/2014/main" id="{8D147817-A644-0CDC-B2E0-CA21F84796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54622" y="6626074"/>
                  <a:ext cx="128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39999" name="잉크 339998">
                  <a:extLst>
                    <a:ext uri="{FF2B5EF4-FFF2-40B4-BE49-F238E27FC236}">
                      <a16:creationId xmlns:a16="http://schemas.microsoft.com/office/drawing/2014/main" id="{8EC59CA8-F78C-499D-FF37-725F2FB2BE0A}"/>
                    </a:ext>
                  </a:extLst>
                </p14:cNvPr>
                <p14:cNvContentPartPr/>
                <p14:nvPr/>
              </p14:nvContentPartPr>
              <p14:xfrm>
                <a:off x="4699262" y="6684754"/>
                <a:ext cx="124200" cy="125280"/>
              </p14:xfrm>
            </p:contentPart>
          </mc:Choice>
          <mc:Fallback>
            <p:pic>
              <p:nvPicPr>
                <p:cNvPr id="339999" name="잉크 339998">
                  <a:extLst>
                    <a:ext uri="{FF2B5EF4-FFF2-40B4-BE49-F238E27FC236}">
                      <a16:creationId xmlns:a16="http://schemas.microsoft.com/office/drawing/2014/main" id="{8EC59CA8-F78C-499D-FF37-725F2FB2BE0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90262" y="6676114"/>
                  <a:ext cx="141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40000" name="잉크 339999">
                  <a:extLst>
                    <a:ext uri="{FF2B5EF4-FFF2-40B4-BE49-F238E27FC236}">
                      <a16:creationId xmlns:a16="http://schemas.microsoft.com/office/drawing/2014/main" id="{E30BD2BD-E3AC-2842-0EBC-AC3B684E2A45}"/>
                    </a:ext>
                  </a:extLst>
                </p14:cNvPr>
                <p14:cNvContentPartPr/>
                <p14:nvPr/>
              </p14:nvContentPartPr>
              <p14:xfrm>
                <a:off x="4800422" y="6575674"/>
                <a:ext cx="84600" cy="161640"/>
              </p14:xfrm>
            </p:contentPart>
          </mc:Choice>
          <mc:Fallback>
            <p:pic>
              <p:nvPicPr>
                <p:cNvPr id="340000" name="잉크 339999">
                  <a:extLst>
                    <a:ext uri="{FF2B5EF4-FFF2-40B4-BE49-F238E27FC236}">
                      <a16:creationId xmlns:a16="http://schemas.microsoft.com/office/drawing/2014/main" id="{E30BD2BD-E3AC-2842-0EBC-AC3B684E2A4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1782" y="6567034"/>
                  <a:ext cx="102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40001" name="잉크 340000">
                  <a:extLst>
                    <a:ext uri="{FF2B5EF4-FFF2-40B4-BE49-F238E27FC236}">
                      <a16:creationId xmlns:a16="http://schemas.microsoft.com/office/drawing/2014/main" id="{D105A849-C38F-3EBB-5D2B-6E0ECDBD53DE}"/>
                    </a:ext>
                  </a:extLst>
                </p14:cNvPr>
                <p14:cNvContentPartPr/>
                <p14:nvPr/>
              </p14:nvContentPartPr>
              <p14:xfrm>
                <a:off x="4813022" y="6572074"/>
                <a:ext cx="106200" cy="174240"/>
              </p14:xfrm>
            </p:contentPart>
          </mc:Choice>
          <mc:Fallback>
            <p:pic>
              <p:nvPicPr>
                <p:cNvPr id="340001" name="잉크 340000">
                  <a:extLst>
                    <a:ext uri="{FF2B5EF4-FFF2-40B4-BE49-F238E27FC236}">
                      <a16:creationId xmlns:a16="http://schemas.microsoft.com/office/drawing/2014/main" id="{D105A849-C38F-3EBB-5D2B-6E0ECDBD53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04022" y="6563074"/>
                  <a:ext cx="123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40002" name="잉크 340001">
                  <a:extLst>
                    <a:ext uri="{FF2B5EF4-FFF2-40B4-BE49-F238E27FC236}">
                      <a16:creationId xmlns:a16="http://schemas.microsoft.com/office/drawing/2014/main" id="{BEAC9242-1C65-D90E-01CC-80FC3E8B0022}"/>
                    </a:ext>
                  </a:extLst>
                </p14:cNvPr>
                <p14:cNvContentPartPr/>
                <p14:nvPr/>
              </p14:nvContentPartPr>
              <p14:xfrm>
                <a:off x="4905542" y="6565594"/>
                <a:ext cx="66960" cy="126000"/>
              </p14:xfrm>
            </p:contentPart>
          </mc:Choice>
          <mc:Fallback>
            <p:pic>
              <p:nvPicPr>
                <p:cNvPr id="340002" name="잉크 340001">
                  <a:extLst>
                    <a:ext uri="{FF2B5EF4-FFF2-40B4-BE49-F238E27FC236}">
                      <a16:creationId xmlns:a16="http://schemas.microsoft.com/office/drawing/2014/main" id="{BEAC9242-1C65-D90E-01CC-80FC3E8B002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96542" y="6556954"/>
                  <a:ext cx="846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40003" name="잉크 340002">
                  <a:extLst>
                    <a:ext uri="{FF2B5EF4-FFF2-40B4-BE49-F238E27FC236}">
                      <a16:creationId xmlns:a16="http://schemas.microsoft.com/office/drawing/2014/main" id="{60CEB1FE-41D3-5AFB-E809-F1F86E711CD6}"/>
                    </a:ext>
                  </a:extLst>
                </p14:cNvPr>
                <p14:cNvContentPartPr/>
                <p14:nvPr/>
              </p14:nvContentPartPr>
              <p14:xfrm>
                <a:off x="4890782" y="6714274"/>
                <a:ext cx="106560" cy="119880"/>
              </p14:xfrm>
            </p:contentPart>
          </mc:Choice>
          <mc:Fallback>
            <p:pic>
              <p:nvPicPr>
                <p:cNvPr id="340003" name="잉크 340002">
                  <a:extLst>
                    <a:ext uri="{FF2B5EF4-FFF2-40B4-BE49-F238E27FC236}">
                      <a16:creationId xmlns:a16="http://schemas.microsoft.com/office/drawing/2014/main" id="{60CEB1FE-41D3-5AFB-E809-F1F86E711CD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81782" y="6705274"/>
                  <a:ext cx="124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40004" name="잉크 340003">
                  <a:extLst>
                    <a:ext uri="{FF2B5EF4-FFF2-40B4-BE49-F238E27FC236}">
                      <a16:creationId xmlns:a16="http://schemas.microsoft.com/office/drawing/2014/main" id="{E6996F24-B541-FA36-55E2-406E63548DAD}"/>
                    </a:ext>
                  </a:extLst>
                </p14:cNvPr>
                <p14:cNvContentPartPr/>
                <p14:nvPr/>
              </p14:nvContentPartPr>
              <p14:xfrm>
                <a:off x="5047742" y="6543274"/>
                <a:ext cx="112320" cy="144720"/>
              </p14:xfrm>
            </p:contentPart>
          </mc:Choice>
          <mc:Fallback>
            <p:pic>
              <p:nvPicPr>
                <p:cNvPr id="340004" name="잉크 340003">
                  <a:extLst>
                    <a:ext uri="{FF2B5EF4-FFF2-40B4-BE49-F238E27FC236}">
                      <a16:creationId xmlns:a16="http://schemas.microsoft.com/office/drawing/2014/main" id="{E6996F24-B541-FA36-55E2-406E63548DA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39102" y="6534634"/>
                  <a:ext cx="129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40005" name="잉크 340004">
                  <a:extLst>
                    <a:ext uri="{FF2B5EF4-FFF2-40B4-BE49-F238E27FC236}">
                      <a16:creationId xmlns:a16="http://schemas.microsoft.com/office/drawing/2014/main" id="{81F8ACFE-E5BB-81A2-2BFB-57224DECBF12}"/>
                    </a:ext>
                  </a:extLst>
                </p14:cNvPr>
                <p14:cNvContentPartPr/>
                <p14:nvPr/>
              </p14:nvContentPartPr>
              <p14:xfrm>
                <a:off x="5081942" y="6667834"/>
                <a:ext cx="18000" cy="127080"/>
              </p14:xfrm>
            </p:contentPart>
          </mc:Choice>
          <mc:Fallback>
            <p:pic>
              <p:nvPicPr>
                <p:cNvPr id="340005" name="잉크 340004">
                  <a:extLst>
                    <a:ext uri="{FF2B5EF4-FFF2-40B4-BE49-F238E27FC236}">
                      <a16:creationId xmlns:a16="http://schemas.microsoft.com/office/drawing/2014/main" id="{81F8ACFE-E5BB-81A2-2BFB-57224DECBF1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073302" y="6659194"/>
                  <a:ext cx="35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40006" name="잉크 340005">
                  <a:extLst>
                    <a:ext uri="{FF2B5EF4-FFF2-40B4-BE49-F238E27FC236}">
                      <a16:creationId xmlns:a16="http://schemas.microsoft.com/office/drawing/2014/main" id="{7F583884-07D0-0386-BAC2-A8DF81499941}"/>
                    </a:ext>
                  </a:extLst>
                </p14:cNvPr>
                <p14:cNvContentPartPr/>
                <p14:nvPr/>
              </p14:nvContentPartPr>
              <p14:xfrm>
                <a:off x="5059982" y="6646594"/>
                <a:ext cx="156960" cy="153720"/>
              </p14:xfrm>
            </p:contentPart>
          </mc:Choice>
          <mc:Fallback>
            <p:pic>
              <p:nvPicPr>
                <p:cNvPr id="340006" name="잉크 340005">
                  <a:extLst>
                    <a:ext uri="{FF2B5EF4-FFF2-40B4-BE49-F238E27FC236}">
                      <a16:creationId xmlns:a16="http://schemas.microsoft.com/office/drawing/2014/main" id="{7F583884-07D0-0386-BAC2-A8DF8149994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51342" y="6637594"/>
                  <a:ext cx="174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40007" name="잉크 340006">
                  <a:extLst>
                    <a:ext uri="{FF2B5EF4-FFF2-40B4-BE49-F238E27FC236}">
                      <a16:creationId xmlns:a16="http://schemas.microsoft.com/office/drawing/2014/main" id="{8CFE3C1F-B6BA-C490-59F7-642C8B57C4D4}"/>
                    </a:ext>
                  </a:extLst>
                </p14:cNvPr>
                <p14:cNvContentPartPr/>
                <p14:nvPr/>
              </p14:nvContentPartPr>
              <p14:xfrm>
                <a:off x="5210102" y="6493594"/>
                <a:ext cx="9720" cy="123840"/>
              </p14:xfrm>
            </p:contentPart>
          </mc:Choice>
          <mc:Fallback>
            <p:pic>
              <p:nvPicPr>
                <p:cNvPr id="340007" name="잉크 340006">
                  <a:extLst>
                    <a:ext uri="{FF2B5EF4-FFF2-40B4-BE49-F238E27FC236}">
                      <a16:creationId xmlns:a16="http://schemas.microsoft.com/office/drawing/2014/main" id="{8CFE3C1F-B6BA-C490-59F7-642C8B57C4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01462" y="6484594"/>
                  <a:ext cx="27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40008" name="잉크 340007">
                  <a:extLst>
                    <a:ext uri="{FF2B5EF4-FFF2-40B4-BE49-F238E27FC236}">
                      <a16:creationId xmlns:a16="http://schemas.microsoft.com/office/drawing/2014/main" id="{2A38D124-AA18-5F04-7ABE-736A272C2A3A}"/>
                    </a:ext>
                  </a:extLst>
                </p14:cNvPr>
                <p14:cNvContentPartPr/>
                <p14:nvPr/>
              </p14:nvContentPartPr>
              <p14:xfrm>
                <a:off x="5157182" y="6562714"/>
                <a:ext cx="125640" cy="124200"/>
              </p14:xfrm>
            </p:contentPart>
          </mc:Choice>
          <mc:Fallback>
            <p:pic>
              <p:nvPicPr>
                <p:cNvPr id="340008" name="잉크 340007">
                  <a:extLst>
                    <a:ext uri="{FF2B5EF4-FFF2-40B4-BE49-F238E27FC236}">
                      <a16:creationId xmlns:a16="http://schemas.microsoft.com/office/drawing/2014/main" id="{2A38D124-AA18-5F04-7ABE-736A272C2A3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48182" y="6553714"/>
                  <a:ext cx="143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40009" name="잉크 340008">
                  <a:extLst>
                    <a:ext uri="{FF2B5EF4-FFF2-40B4-BE49-F238E27FC236}">
                      <a16:creationId xmlns:a16="http://schemas.microsoft.com/office/drawing/2014/main" id="{DBEA4829-01B2-CE50-82E6-D959D21A07B3}"/>
                    </a:ext>
                  </a:extLst>
                </p14:cNvPr>
                <p14:cNvContentPartPr/>
                <p14:nvPr/>
              </p14:nvContentPartPr>
              <p14:xfrm>
                <a:off x="5221982" y="6608794"/>
                <a:ext cx="117360" cy="144360"/>
              </p14:xfrm>
            </p:contentPart>
          </mc:Choice>
          <mc:Fallback>
            <p:pic>
              <p:nvPicPr>
                <p:cNvPr id="340009" name="잉크 340008">
                  <a:extLst>
                    <a:ext uri="{FF2B5EF4-FFF2-40B4-BE49-F238E27FC236}">
                      <a16:creationId xmlns:a16="http://schemas.microsoft.com/office/drawing/2014/main" id="{DBEA4829-01B2-CE50-82E6-D959D21A07B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12982" y="6599794"/>
                  <a:ext cx="135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40010" name="잉크 340009">
                  <a:extLst>
                    <a:ext uri="{FF2B5EF4-FFF2-40B4-BE49-F238E27FC236}">
                      <a16:creationId xmlns:a16="http://schemas.microsoft.com/office/drawing/2014/main" id="{C4A1FEF1-C616-2CD0-60E6-0A7D24EBF004}"/>
                    </a:ext>
                  </a:extLst>
                </p14:cNvPr>
                <p14:cNvContentPartPr/>
                <p14:nvPr/>
              </p14:nvContentPartPr>
              <p14:xfrm>
                <a:off x="5337902" y="6601954"/>
                <a:ext cx="48960" cy="117720"/>
              </p14:xfrm>
            </p:contentPart>
          </mc:Choice>
          <mc:Fallback>
            <p:pic>
              <p:nvPicPr>
                <p:cNvPr id="340010" name="잉크 340009">
                  <a:extLst>
                    <a:ext uri="{FF2B5EF4-FFF2-40B4-BE49-F238E27FC236}">
                      <a16:creationId xmlns:a16="http://schemas.microsoft.com/office/drawing/2014/main" id="{C4A1FEF1-C616-2CD0-60E6-0A7D24EBF00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29262" y="6593314"/>
                  <a:ext cx="66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40011" name="잉크 340010">
                  <a:extLst>
                    <a:ext uri="{FF2B5EF4-FFF2-40B4-BE49-F238E27FC236}">
                      <a16:creationId xmlns:a16="http://schemas.microsoft.com/office/drawing/2014/main" id="{274229A2-0DD5-9AF2-CA3F-D8EFC238226E}"/>
                    </a:ext>
                  </a:extLst>
                </p14:cNvPr>
                <p14:cNvContentPartPr/>
                <p14:nvPr/>
              </p14:nvContentPartPr>
              <p14:xfrm>
                <a:off x="5279222" y="6710674"/>
                <a:ext cx="123480" cy="94320"/>
              </p14:xfrm>
            </p:contentPart>
          </mc:Choice>
          <mc:Fallback>
            <p:pic>
              <p:nvPicPr>
                <p:cNvPr id="340011" name="잉크 340010">
                  <a:extLst>
                    <a:ext uri="{FF2B5EF4-FFF2-40B4-BE49-F238E27FC236}">
                      <a16:creationId xmlns:a16="http://schemas.microsoft.com/office/drawing/2014/main" id="{274229A2-0DD5-9AF2-CA3F-D8EFC23822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70582" y="6701674"/>
                  <a:ext cx="141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40013" name="잉크 340012">
                  <a:extLst>
                    <a:ext uri="{FF2B5EF4-FFF2-40B4-BE49-F238E27FC236}">
                      <a16:creationId xmlns:a16="http://schemas.microsoft.com/office/drawing/2014/main" id="{9BF93B00-8B84-612F-17FE-0C6B9DAFF495}"/>
                    </a:ext>
                  </a:extLst>
                </p14:cNvPr>
                <p14:cNvContentPartPr/>
                <p14:nvPr/>
              </p14:nvContentPartPr>
              <p14:xfrm>
                <a:off x="5395502" y="6604114"/>
                <a:ext cx="79920" cy="121680"/>
              </p14:xfrm>
            </p:contentPart>
          </mc:Choice>
          <mc:Fallback>
            <p:pic>
              <p:nvPicPr>
                <p:cNvPr id="340013" name="잉크 340012">
                  <a:extLst>
                    <a:ext uri="{FF2B5EF4-FFF2-40B4-BE49-F238E27FC236}">
                      <a16:creationId xmlns:a16="http://schemas.microsoft.com/office/drawing/2014/main" id="{9BF93B00-8B84-612F-17FE-0C6B9DAFF4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86502" y="6595474"/>
                  <a:ext cx="97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40014" name="잉크 340013">
                  <a:extLst>
                    <a:ext uri="{FF2B5EF4-FFF2-40B4-BE49-F238E27FC236}">
                      <a16:creationId xmlns:a16="http://schemas.microsoft.com/office/drawing/2014/main" id="{056BA47D-7082-7779-0DCB-BB2D36AB3E75}"/>
                    </a:ext>
                  </a:extLst>
                </p14:cNvPr>
                <p14:cNvContentPartPr/>
                <p14:nvPr/>
              </p14:nvContentPartPr>
              <p14:xfrm>
                <a:off x="5505302" y="6527434"/>
                <a:ext cx="43920" cy="260280"/>
              </p14:xfrm>
            </p:contentPart>
          </mc:Choice>
          <mc:Fallback>
            <p:pic>
              <p:nvPicPr>
                <p:cNvPr id="340014" name="잉크 340013">
                  <a:extLst>
                    <a:ext uri="{FF2B5EF4-FFF2-40B4-BE49-F238E27FC236}">
                      <a16:creationId xmlns:a16="http://schemas.microsoft.com/office/drawing/2014/main" id="{056BA47D-7082-7779-0DCB-BB2D36AB3E7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96662" y="6518794"/>
                  <a:ext cx="615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40015" name="잉크 340014">
                  <a:extLst>
                    <a:ext uri="{FF2B5EF4-FFF2-40B4-BE49-F238E27FC236}">
                      <a16:creationId xmlns:a16="http://schemas.microsoft.com/office/drawing/2014/main" id="{7173D9C9-5C98-0825-419F-4F61FE86A24D}"/>
                    </a:ext>
                  </a:extLst>
                </p14:cNvPr>
                <p14:cNvContentPartPr/>
                <p14:nvPr/>
              </p14:nvContentPartPr>
              <p14:xfrm>
                <a:off x="5664062" y="6568474"/>
                <a:ext cx="46800" cy="153360"/>
              </p14:xfrm>
            </p:contentPart>
          </mc:Choice>
          <mc:Fallback>
            <p:pic>
              <p:nvPicPr>
                <p:cNvPr id="340015" name="잉크 340014">
                  <a:extLst>
                    <a:ext uri="{FF2B5EF4-FFF2-40B4-BE49-F238E27FC236}">
                      <a16:creationId xmlns:a16="http://schemas.microsoft.com/office/drawing/2014/main" id="{7173D9C9-5C98-0825-419F-4F61FE86A24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55062" y="6559834"/>
                  <a:ext cx="644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40016" name="잉크 340015">
                  <a:extLst>
                    <a:ext uri="{FF2B5EF4-FFF2-40B4-BE49-F238E27FC236}">
                      <a16:creationId xmlns:a16="http://schemas.microsoft.com/office/drawing/2014/main" id="{469A2D07-A635-607D-134C-E2757919DC38}"/>
                    </a:ext>
                  </a:extLst>
                </p14:cNvPr>
                <p14:cNvContentPartPr/>
                <p14:nvPr/>
              </p14:nvContentPartPr>
              <p14:xfrm>
                <a:off x="5694302" y="6545434"/>
                <a:ext cx="64080" cy="199800"/>
              </p14:xfrm>
            </p:contentPart>
          </mc:Choice>
          <mc:Fallback>
            <p:pic>
              <p:nvPicPr>
                <p:cNvPr id="340016" name="잉크 340015">
                  <a:extLst>
                    <a:ext uri="{FF2B5EF4-FFF2-40B4-BE49-F238E27FC236}">
                      <a16:creationId xmlns:a16="http://schemas.microsoft.com/office/drawing/2014/main" id="{469A2D07-A635-607D-134C-E2757919DC3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85302" y="6536794"/>
                  <a:ext cx="81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40017" name="잉크 340016">
                  <a:extLst>
                    <a:ext uri="{FF2B5EF4-FFF2-40B4-BE49-F238E27FC236}">
                      <a16:creationId xmlns:a16="http://schemas.microsoft.com/office/drawing/2014/main" id="{C4A38154-F2D1-CAA2-A486-284EB7C10CAF}"/>
                    </a:ext>
                  </a:extLst>
                </p14:cNvPr>
                <p14:cNvContentPartPr/>
                <p14:nvPr/>
              </p14:nvContentPartPr>
              <p14:xfrm>
                <a:off x="5772422" y="6553714"/>
                <a:ext cx="64080" cy="196200"/>
              </p14:xfrm>
            </p:contentPart>
          </mc:Choice>
          <mc:Fallback>
            <p:pic>
              <p:nvPicPr>
                <p:cNvPr id="340017" name="잉크 340016">
                  <a:extLst>
                    <a:ext uri="{FF2B5EF4-FFF2-40B4-BE49-F238E27FC236}">
                      <a16:creationId xmlns:a16="http://schemas.microsoft.com/office/drawing/2014/main" id="{C4A38154-F2D1-CAA2-A486-284EB7C10CA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63782" y="6545074"/>
                  <a:ext cx="81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40018" name="잉크 340017">
                  <a:extLst>
                    <a:ext uri="{FF2B5EF4-FFF2-40B4-BE49-F238E27FC236}">
                      <a16:creationId xmlns:a16="http://schemas.microsoft.com/office/drawing/2014/main" id="{C5113215-9FF7-7C9C-43F2-3B708746E570}"/>
                    </a:ext>
                  </a:extLst>
                </p14:cNvPr>
                <p14:cNvContentPartPr/>
                <p14:nvPr/>
              </p14:nvContentPartPr>
              <p14:xfrm>
                <a:off x="5838302" y="6558034"/>
                <a:ext cx="99360" cy="137880"/>
              </p14:xfrm>
            </p:contentPart>
          </mc:Choice>
          <mc:Fallback>
            <p:pic>
              <p:nvPicPr>
                <p:cNvPr id="340018" name="잉크 340017">
                  <a:extLst>
                    <a:ext uri="{FF2B5EF4-FFF2-40B4-BE49-F238E27FC236}">
                      <a16:creationId xmlns:a16="http://schemas.microsoft.com/office/drawing/2014/main" id="{C5113215-9FF7-7C9C-43F2-3B708746E57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29662" y="6549394"/>
                  <a:ext cx="117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40019" name="잉크 340018">
                  <a:extLst>
                    <a:ext uri="{FF2B5EF4-FFF2-40B4-BE49-F238E27FC236}">
                      <a16:creationId xmlns:a16="http://schemas.microsoft.com/office/drawing/2014/main" id="{2C2A8B72-7CFA-7C44-6E5F-EBE716982C2B}"/>
                    </a:ext>
                  </a:extLst>
                </p14:cNvPr>
                <p14:cNvContentPartPr/>
                <p14:nvPr/>
              </p14:nvContentPartPr>
              <p14:xfrm>
                <a:off x="5895182" y="6533554"/>
                <a:ext cx="116640" cy="147600"/>
              </p14:xfrm>
            </p:contentPart>
          </mc:Choice>
          <mc:Fallback>
            <p:pic>
              <p:nvPicPr>
                <p:cNvPr id="340019" name="잉크 340018">
                  <a:extLst>
                    <a:ext uri="{FF2B5EF4-FFF2-40B4-BE49-F238E27FC236}">
                      <a16:creationId xmlns:a16="http://schemas.microsoft.com/office/drawing/2014/main" id="{2C2A8B72-7CFA-7C44-6E5F-EBE716982C2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86182" y="6524554"/>
                  <a:ext cx="134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40020" name="잉크 340019">
                  <a:extLst>
                    <a:ext uri="{FF2B5EF4-FFF2-40B4-BE49-F238E27FC236}">
                      <a16:creationId xmlns:a16="http://schemas.microsoft.com/office/drawing/2014/main" id="{9CE162CB-0A7B-A0D6-665E-8780B396F47A}"/>
                    </a:ext>
                  </a:extLst>
                </p14:cNvPr>
                <p14:cNvContentPartPr/>
                <p14:nvPr/>
              </p14:nvContentPartPr>
              <p14:xfrm>
                <a:off x="5914262" y="6658114"/>
                <a:ext cx="172080" cy="77400"/>
              </p14:xfrm>
            </p:contentPart>
          </mc:Choice>
          <mc:Fallback>
            <p:pic>
              <p:nvPicPr>
                <p:cNvPr id="340020" name="잉크 340019">
                  <a:extLst>
                    <a:ext uri="{FF2B5EF4-FFF2-40B4-BE49-F238E27FC236}">
                      <a16:creationId xmlns:a16="http://schemas.microsoft.com/office/drawing/2014/main" id="{9CE162CB-0A7B-A0D6-665E-8780B396F47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05262" y="6649114"/>
                  <a:ext cx="189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40021" name="잉크 340020">
                  <a:extLst>
                    <a:ext uri="{FF2B5EF4-FFF2-40B4-BE49-F238E27FC236}">
                      <a16:creationId xmlns:a16="http://schemas.microsoft.com/office/drawing/2014/main" id="{F7FD8755-8DA8-22DE-8371-7F6B4AFF399D}"/>
                    </a:ext>
                  </a:extLst>
                </p14:cNvPr>
                <p14:cNvContentPartPr/>
                <p14:nvPr/>
              </p14:nvContentPartPr>
              <p14:xfrm>
                <a:off x="6029822" y="6564874"/>
                <a:ext cx="165240" cy="175320"/>
              </p14:xfrm>
            </p:contentPart>
          </mc:Choice>
          <mc:Fallback>
            <p:pic>
              <p:nvPicPr>
                <p:cNvPr id="340021" name="잉크 340020">
                  <a:extLst>
                    <a:ext uri="{FF2B5EF4-FFF2-40B4-BE49-F238E27FC236}">
                      <a16:creationId xmlns:a16="http://schemas.microsoft.com/office/drawing/2014/main" id="{F7FD8755-8DA8-22DE-8371-7F6B4AFF399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021182" y="6555874"/>
                  <a:ext cx="182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40022" name="잉크 340021">
                  <a:extLst>
                    <a:ext uri="{FF2B5EF4-FFF2-40B4-BE49-F238E27FC236}">
                      <a16:creationId xmlns:a16="http://schemas.microsoft.com/office/drawing/2014/main" id="{BAB08A31-63A0-53C4-B4B2-8EB1238FE607}"/>
                    </a:ext>
                  </a:extLst>
                </p14:cNvPr>
                <p14:cNvContentPartPr/>
                <p14:nvPr/>
              </p14:nvContentPartPr>
              <p14:xfrm>
                <a:off x="6173462" y="6600514"/>
                <a:ext cx="110880" cy="63000"/>
              </p14:xfrm>
            </p:contentPart>
          </mc:Choice>
          <mc:Fallback>
            <p:pic>
              <p:nvPicPr>
                <p:cNvPr id="340022" name="잉크 340021">
                  <a:extLst>
                    <a:ext uri="{FF2B5EF4-FFF2-40B4-BE49-F238E27FC236}">
                      <a16:creationId xmlns:a16="http://schemas.microsoft.com/office/drawing/2014/main" id="{BAB08A31-63A0-53C4-B4B2-8EB1238FE60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64462" y="6591514"/>
                  <a:ext cx="128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40023" name="잉크 340022">
                  <a:extLst>
                    <a:ext uri="{FF2B5EF4-FFF2-40B4-BE49-F238E27FC236}">
                      <a16:creationId xmlns:a16="http://schemas.microsoft.com/office/drawing/2014/main" id="{1EE86FCA-70CA-7628-840A-05230781D766}"/>
                    </a:ext>
                  </a:extLst>
                </p14:cNvPr>
                <p14:cNvContentPartPr/>
                <p14:nvPr/>
              </p14:nvContentPartPr>
              <p14:xfrm>
                <a:off x="6319622" y="6458674"/>
                <a:ext cx="14400" cy="179640"/>
              </p14:xfrm>
            </p:contentPart>
          </mc:Choice>
          <mc:Fallback>
            <p:pic>
              <p:nvPicPr>
                <p:cNvPr id="340023" name="잉크 340022">
                  <a:extLst>
                    <a:ext uri="{FF2B5EF4-FFF2-40B4-BE49-F238E27FC236}">
                      <a16:creationId xmlns:a16="http://schemas.microsoft.com/office/drawing/2014/main" id="{1EE86FCA-70CA-7628-840A-05230781D76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10982" y="6449674"/>
                  <a:ext cx="32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40024" name="잉크 340023">
                  <a:extLst>
                    <a:ext uri="{FF2B5EF4-FFF2-40B4-BE49-F238E27FC236}">
                      <a16:creationId xmlns:a16="http://schemas.microsoft.com/office/drawing/2014/main" id="{F79584D6-FE14-CA46-1ABF-791F9ECE8B26}"/>
                    </a:ext>
                  </a:extLst>
                </p14:cNvPr>
                <p14:cNvContentPartPr/>
                <p14:nvPr/>
              </p14:nvContentPartPr>
              <p14:xfrm>
                <a:off x="6328622" y="6669274"/>
                <a:ext cx="28440" cy="51480"/>
              </p14:xfrm>
            </p:contentPart>
          </mc:Choice>
          <mc:Fallback>
            <p:pic>
              <p:nvPicPr>
                <p:cNvPr id="340024" name="잉크 340023">
                  <a:extLst>
                    <a:ext uri="{FF2B5EF4-FFF2-40B4-BE49-F238E27FC236}">
                      <a16:creationId xmlns:a16="http://schemas.microsoft.com/office/drawing/2014/main" id="{F79584D6-FE14-CA46-1ABF-791F9ECE8B2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19982" y="6660274"/>
                  <a:ext cx="460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340027" name="잉크 340026">
                <a:extLst>
                  <a:ext uri="{FF2B5EF4-FFF2-40B4-BE49-F238E27FC236}">
                    <a16:creationId xmlns:a16="http://schemas.microsoft.com/office/drawing/2014/main" id="{27F3BAB7-9DBE-CAC8-394A-C524F14FD8DE}"/>
                  </a:ext>
                </a:extLst>
              </p14:cNvPr>
              <p14:cNvContentPartPr/>
              <p14:nvPr/>
            </p14:nvContentPartPr>
            <p14:xfrm>
              <a:off x="5224142" y="6368314"/>
              <a:ext cx="372600" cy="20160"/>
            </p14:xfrm>
          </p:contentPart>
        </mc:Choice>
        <mc:Fallback>
          <p:pic>
            <p:nvPicPr>
              <p:cNvPr id="340027" name="잉크 340026">
                <a:extLst>
                  <a:ext uri="{FF2B5EF4-FFF2-40B4-BE49-F238E27FC236}">
                    <a16:creationId xmlns:a16="http://schemas.microsoft.com/office/drawing/2014/main" id="{27F3BAB7-9DBE-CAC8-394A-C524F14FD8D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188142" y="6296674"/>
                <a:ext cx="4442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340028" name="잉크 340027">
                <a:extLst>
                  <a:ext uri="{FF2B5EF4-FFF2-40B4-BE49-F238E27FC236}">
                    <a16:creationId xmlns:a16="http://schemas.microsoft.com/office/drawing/2014/main" id="{13033472-3B8D-1FEA-1E48-613744482ED9}"/>
                  </a:ext>
                </a:extLst>
              </p14:cNvPr>
              <p14:cNvContentPartPr/>
              <p14:nvPr/>
            </p14:nvContentPartPr>
            <p14:xfrm>
              <a:off x="4583702" y="6772954"/>
              <a:ext cx="1839240" cy="78840"/>
            </p14:xfrm>
          </p:contentPart>
        </mc:Choice>
        <mc:Fallback>
          <p:pic>
            <p:nvPicPr>
              <p:cNvPr id="340028" name="잉크 340027">
                <a:extLst>
                  <a:ext uri="{FF2B5EF4-FFF2-40B4-BE49-F238E27FC236}">
                    <a16:creationId xmlns:a16="http://schemas.microsoft.com/office/drawing/2014/main" id="{13033472-3B8D-1FEA-1E48-613744482ED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547702" y="6700954"/>
                <a:ext cx="191088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340038" name="잉크 340037">
                <a:extLst>
                  <a:ext uri="{FF2B5EF4-FFF2-40B4-BE49-F238E27FC236}">
                    <a16:creationId xmlns:a16="http://schemas.microsoft.com/office/drawing/2014/main" id="{0A146575-9CD7-145B-454F-8CB78781D2D0}"/>
                  </a:ext>
                </a:extLst>
              </p14:cNvPr>
              <p14:cNvContentPartPr/>
              <p14:nvPr/>
            </p14:nvContentPartPr>
            <p14:xfrm>
              <a:off x="6887342" y="4444834"/>
              <a:ext cx="117720" cy="722880"/>
            </p14:xfrm>
          </p:contentPart>
        </mc:Choice>
        <mc:Fallback>
          <p:pic>
            <p:nvPicPr>
              <p:cNvPr id="340038" name="잉크 340037">
                <a:extLst>
                  <a:ext uri="{FF2B5EF4-FFF2-40B4-BE49-F238E27FC236}">
                    <a16:creationId xmlns:a16="http://schemas.microsoft.com/office/drawing/2014/main" id="{0A146575-9CD7-145B-454F-8CB78781D2D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878702" y="4436194"/>
                <a:ext cx="13536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340051" name="잉크 340050">
                <a:extLst>
                  <a:ext uri="{FF2B5EF4-FFF2-40B4-BE49-F238E27FC236}">
                    <a16:creationId xmlns:a16="http://schemas.microsoft.com/office/drawing/2014/main" id="{D7B29173-EEC3-25B8-1B2C-86471003FD31}"/>
                  </a:ext>
                </a:extLst>
              </p14:cNvPr>
              <p14:cNvContentPartPr/>
              <p14:nvPr/>
            </p14:nvContentPartPr>
            <p14:xfrm>
              <a:off x="6992822" y="4194994"/>
              <a:ext cx="66600" cy="22320"/>
            </p14:xfrm>
          </p:contentPart>
        </mc:Choice>
        <mc:Fallback>
          <p:pic>
            <p:nvPicPr>
              <p:cNvPr id="340051" name="잉크 340050">
                <a:extLst>
                  <a:ext uri="{FF2B5EF4-FFF2-40B4-BE49-F238E27FC236}">
                    <a16:creationId xmlns:a16="http://schemas.microsoft.com/office/drawing/2014/main" id="{D7B29173-EEC3-25B8-1B2C-86471003FD3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957182" y="4123354"/>
                <a:ext cx="1382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340052" name="잉크 340051">
                <a:extLst>
                  <a:ext uri="{FF2B5EF4-FFF2-40B4-BE49-F238E27FC236}">
                    <a16:creationId xmlns:a16="http://schemas.microsoft.com/office/drawing/2014/main" id="{1A1A1F9F-E8DA-82C8-1FC5-7F7E48A491FA}"/>
                  </a:ext>
                </a:extLst>
              </p14:cNvPr>
              <p14:cNvContentPartPr/>
              <p14:nvPr/>
            </p14:nvContentPartPr>
            <p14:xfrm>
              <a:off x="6958262" y="4106074"/>
              <a:ext cx="323640" cy="110520"/>
            </p14:xfrm>
          </p:contentPart>
        </mc:Choice>
        <mc:Fallback>
          <p:pic>
            <p:nvPicPr>
              <p:cNvPr id="340052" name="잉크 340051">
                <a:extLst>
                  <a:ext uri="{FF2B5EF4-FFF2-40B4-BE49-F238E27FC236}">
                    <a16:creationId xmlns:a16="http://schemas.microsoft.com/office/drawing/2014/main" id="{1A1A1F9F-E8DA-82C8-1FC5-7F7E48A491FA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922622" y="4034074"/>
                <a:ext cx="3952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340053" name="잉크 340052">
                <a:extLst>
                  <a:ext uri="{FF2B5EF4-FFF2-40B4-BE49-F238E27FC236}">
                    <a16:creationId xmlns:a16="http://schemas.microsoft.com/office/drawing/2014/main" id="{F3328DF6-2CF4-99EA-3B8A-46D9A4490781}"/>
                  </a:ext>
                </a:extLst>
              </p14:cNvPr>
              <p14:cNvContentPartPr/>
              <p14:nvPr/>
            </p14:nvContentPartPr>
            <p14:xfrm>
              <a:off x="7093982" y="4648594"/>
              <a:ext cx="450720" cy="171000"/>
            </p14:xfrm>
          </p:contentPart>
        </mc:Choice>
        <mc:Fallback>
          <p:pic>
            <p:nvPicPr>
              <p:cNvPr id="340053" name="잉크 340052">
                <a:extLst>
                  <a:ext uri="{FF2B5EF4-FFF2-40B4-BE49-F238E27FC236}">
                    <a16:creationId xmlns:a16="http://schemas.microsoft.com/office/drawing/2014/main" id="{F3328DF6-2CF4-99EA-3B8A-46D9A449078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058342" y="4576594"/>
                <a:ext cx="522360" cy="31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0088" name="그룹 340087">
            <a:extLst>
              <a:ext uri="{FF2B5EF4-FFF2-40B4-BE49-F238E27FC236}">
                <a16:creationId xmlns:a16="http://schemas.microsoft.com/office/drawing/2014/main" id="{1F4F08A5-2981-5183-F9D6-93A984C8E1C4}"/>
              </a:ext>
            </a:extLst>
          </p:cNvPr>
          <p:cNvGrpSpPr/>
          <p:nvPr/>
        </p:nvGrpSpPr>
        <p:grpSpPr>
          <a:xfrm>
            <a:off x="4617182" y="3545554"/>
            <a:ext cx="4286160" cy="1193760"/>
            <a:chOff x="4617182" y="3545554"/>
            <a:chExt cx="4286160" cy="11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40029" name="잉크 340028">
                  <a:extLst>
                    <a:ext uri="{FF2B5EF4-FFF2-40B4-BE49-F238E27FC236}">
                      <a16:creationId xmlns:a16="http://schemas.microsoft.com/office/drawing/2014/main" id="{EE863E21-003B-B4D1-CE31-4B03307C9806}"/>
                    </a:ext>
                  </a:extLst>
                </p14:cNvPr>
                <p14:cNvContentPartPr/>
                <p14:nvPr/>
              </p14:nvContentPartPr>
              <p14:xfrm>
                <a:off x="4617182" y="3900514"/>
                <a:ext cx="2357640" cy="510480"/>
              </p14:xfrm>
            </p:contentPart>
          </mc:Choice>
          <mc:Fallback>
            <p:pic>
              <p:nvPicPr>
                <p:cNvPr id="340029" name="잉크 340028">
                  <a:extLst>
                    <a:ext uri="{FF2B5EF4-FFF2-40B4-BE49-F238E27FC236}">
                      <a16:creationId xmlns:a16="http://schemas.microsoft.com/office/drawing/2014/main" id="{EE863E21-003B-B4D1-CE31-4B03307C980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08182" y="3891874"/>
                  <a:ext cx="237528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40030" name="잉크 340029">
                  <a:extLst>
                    <a:ext uri="{FF2B5EF4-FFF2-40B4-BE49-F238E27FC236}">
                      <a16:creationId xmlns:a16="http://schemas.microsoft.com/office/drawing/2014/main" id="{85225DD0-67BC-896C-2980-E2552244C0B5}"/>
                    </a:ext>
                  </a:extLst>
                </p14:cNvPr>
                <p14:cNvContentPartPr/>
                <p14:nvPr/>
              </p14:nvContentPartPr>
              <p14:xfrm>
                <a:off x="6949982" y="3892594"/>
                <a:ext cx="95760" cy="108720"/>
              </p14:xfrm>
            </p:contentPart>
          </mc:Choice>
          <mc:Fallback>
            <p:pic>
              <p:nvPicPr>
                <p:cNvPr id="340030" name="잉크 340029">
                  <a:extLst>
                    <a:ext uri="{FF2B5EF4-FFF2-40B4-BE49-F238E27FC236}">
                      <a16:creationId xmlns:a16="http://schemas.microsoft.com/office/drawing/2014/main" id="{85225DD0-67BC-896C-2980-E2552244C0B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40982" y="3883594"/>
                  <a:ext cx="113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40031" name="잉크 340030">
                  <a:extLst>
                    <a:ext uri="{FF2B5EF4-FFF2-40B4-BE49-F238E27FC236}">
                      <a16:creationId xmlns:a16="http://schemas.microsoft.com/office/drawing/2014/main" id="{93102D34-4A76-26A6-D625-47878E4B3B9C}"/>
                    </a:ext>
                  </a:extLst>
                </p14:cNvPr>
                <p14:cNvContentPartPr/>
                <p14:nvPr/>
              </p14:nvContentPartPr>
              <p14:xfrm>
                <a:off x="6990662" y="3977914"/>
                <a:ext cx="16200" cy="74520"/>
              </p14:xfrm>
            </p:contentPart>
          </mc:Choice>
          <mc:Fallback>
            <p:pic>
              <p:nvPicPr>
                <p:cNvPr id="340031" name="잉크 340030">
                  <a:extLst>
                    <a:ext uri="{FF2B5EF4-FFF2-40B4-BE49-F238E27FC236}">
                      <a16:creationId xmlns:a16="http://schemas.microsoft.com/office/drawing/2014/main" id="{93102D34-4A76-26A6-D625-47878E4B3B9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981662" y="3969274"/>
                  <a:ext cx="33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40032" name="잉크 340031">
                  <a:extLst>
                    <a:ext uri="{FF2B5EF4-FFF2-40B4-BE49-F238E27FC236}">
                      <a16:creationId xmlns:a16="http://schemas.microsoft.com/office/drawing/2014/main" id="{BF0CC08A-CED8-D2A4-4B4D-AD3D55C39E16}"/>
                    </a:ext>
                  </a:extLst>
                </p14:cNvPr>
                <p14:cNvContentPartPr/>
                <p14:nvPr/>
              </p14:nvContentPartPr>
              <p14:xfrm>
                <a:off x="6942782" y="4029034"/>
                <a:ext cx="147600" cy="131040"/>
              </p14:xfrm>
            </p:contentPart>
          </mc:Choice>
          <mc:Fallback>
            <p:pic>
              <p:nvPicPr>
                <p:cNvPr id="340032" name="잉크 340031">
                  <a:extLst>
                    <a:ext uri="{FF2B5EF4-FFF2-40B4-BE49-F238E27FC236}">
                      <a16:creationId xmlns:a16="http://schemas.microsoft.com/office/drawing/2014/main" id="{BF0CC08A-CED8-D2A4-4B4D-AD3D55C39E1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934142" y="4020394"/>
                  <a:ext cx="1652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40033" name="잉크 340032">
                  <a:extLst>
                    <a:ext uri="{FF2B5EF4-FFF2-40B4-BE49-F238E27FC236}">
                      <a16:creationId xmlns:a16="http://schemas.microsoft.com/office/drawing/2014/main" id="{DDDE9105-6D29-21C2-5F46-8F3496C65478}"/>
                    </a:ext>
                  </a:extLst>
                </p14:cNvPr>
                <p14:cNvContentPartPr/>
                <p14:nvPr/>
              </p14:nvContentPartPr>
              <p14:xfrm>
                <a:off x="7086782" y="3951274"/>
                <a:ext cx="68040" cy="48960"/>
              </p14:xfrm>
            </p:contentPart>
          </mc:Choice>
          <mc:Fallback>
            <p:pic>
              <p:nvPicPr>
                <p:cNvPr id="340033" name="잉크 340032">
                  <a:extLst>
                    <a:ext uri="{FF2B5EF4-FFF2-40B4-BE49-F238E27FC236}">
                      <a16:creationId xmlns:a16="http://schemas.microsoft.com/office/drawing/2014/main" id="{DDDE9105-6D29-21C2-5F46-8F3496C6547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78142" y="3942634"/>
                  <a:ext cx="85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40034" name="잉크 340033">
                  <a:extLst>
                    <a:ext uri="{FF2B5EF4-FFF2-40B4-BE49-F238E27FC236}">
                      <a16:creationId xmlns:a16="http://schemas.microsoft.com/office/drawing/2014/main" id="{FAC872ED-CD60-FBFE-B4DA-2E46B71B0B8E}"/>
                    </a:ext>
                  </a:extLst>
                </p14:cNvPr>
                <p14:cNvContentPartPr/>
                <p14:nvPr/>
              </p14:nvContentPartPr>
              <p14:xfrm>
                <a:off x="7052582" y="4000594"/>
                <a:ext cx="170640" cy="132480"/>
              </p14:xfrm>
            </p:contentPart>
          </mc:Choice>
          <mc:Fallback>
            <p:pic>
              <p:nvPicPr>
                <p:cNvPr id="340034" name="잉크 340033">
                  <a:extLst>
                    <a:ext uri="{FF2B5EF4-FFF2-40B4-BE49-F238E27FC236}">
                      <a16:creationId xmlns:a16="http://schemas.microsoft.com/office/drawing/2014/main" id="{FAC872ED-CD60-FBFE-B4DA-2E46B71B0B8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43582" y="3991954"/>
                  <a:ext cx="188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40035" name="잉크 340034">
                  <a:extLst>
                    <a:ext uri="{FF2B5EF4-FFF2-40B4-BE49-F238E27FC236}">
                      <a16:creationId xmlns:a16="http://schemas.microsoft.com/office/drawing/2014/main" id="{C0EA7AB3-D296-67B8-421A-22721F8DE10C}"/>
                    </a:ext>
                  </a:extLst>
                </p14:cNvPr>
                <p14:cNvContentPartPr/>
                <p14:nvPr/>
              </p14:nvContentPartPr>
              <p14:xfrm>
                <a:off x="7199822" y="4035154"/>
                <a:ext cx="16920" cy="89280"/>
              </p14:xfrm>
            </p:contentPart>
          </mc:Choice>
          <mc:Fallback>
            <p:pic>
              <p:nvPicPr>
                <p:cNvPr id="340035" name="잉크 340034">
                  <a:extLst>
                    <a:ext uri="{FF2B5EF4-FFF2-40B4-BE49-F238E27FC236}">
                      <a16:creationId xmlns:a16="http://schemas.microsoft.com/office/drawing/2014/main" id="{C0EA7AB3-D296-67B8-421A-22721F8DE10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91182" y="4026154"/>
                  <a:ext cx="34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40036" name="잉크 340035">
                  <a:extLst>
                    <a:ext uri="{FF2B5EF4-FFF2-40B4-BE49-F238E27FC236}">
                      <a16:creationId xmlns:a16="http://schemas.microsoft.com/office/drawing/2014/main" id="{ED1257BF-36D4-6670-4BA8-73818B299F8D}"/>
                    </a:ext>
                  </a:extLst>
                </p14:cNvPr>
                <p14:cNvContentPartPr/>
                <p14:nvPr/>
              </p14:nvContentPartPr>
              <p14:xfrm>
                <a:off x="7303142" y="4014274"/>
                <a:ext cx="96840" cy="61560"/>
              </p14:xfrm>
            </p:contentPart>
          </mc:Choice>
          <mc:Fallback>
            <p:pic>
              <p:nvPicPr>
                <p:cNvPr id="340036" name="잉크 340035">
                  <a:extLst>
                    <a:ext uri="{FF2B5EF4-FFF2-40B4-BE49-F238E27FC236}">
                      <a16:creationId xmlns:a16="http://schemas.microsoft.com/office/drawing/2014/main" id="{ED1257BF-36D4-6670-4BA8-73818B299F8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94142" y="4005274"/>
                  <a:ext cx="114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40037" name="잉크 340036">
                  <a:extLst>
                    <a:ext uri="{FF2B5EF4-FFF2-40B4-BE49-F238E27FC236}">
                      <a16:creationId xmlns:a16="http://schemas.microsoft.com/office/drawing/2014/main" id="{C961CB33-C748-8DEF-24AC-74ABB7DFF39B}"/>
                    </a:ext>
                  </a:extLst>
                </p14:cNvPr>
                <p14:cNvContentPartPr/>
                <p14:nvPr/>
              </p14:nvContentPartPr>
              <p14:xfrm>
                <a:off x="7449302" y="3988354"/>
                <a:ext cx="9360" cy="15120"/>
              </p14:xfrm>
            </p:contentPart>
          </mc:Choice>
          <mc:Fallback>
            <p:pic>
              <p:nvPicPr>
                <p:cNvPr id="340037" name="잉크 340036">
                  <a:extLst>
                    <a:ext uri="{FF2B5EF4-FFF2-40B4-BE49-F238E27FC236}">
                      <a16:creationId xmlns:a16="http://schemas.microsoft.com/office/drawing/2014/main" id="{C961CB33-C748-8DEF-24AC-74ABB7DFF39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40662" y="3979714"/>
                  <a:ext cx="27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340040" name="잉크 340039">
                  <a:extLst>
                    <a:ext uri="{FF2B5EF4-FFF2-40B4-BE49-F238E27FC236}">
                      <a16:creationId xmlns:a16="http://schemas.microsoft.com/office/drawing/2014/main" id="{D1279182-4628-9A30-952A-EFC76F8FDCFD}"/>
                    </a:ext>
                  </a:extLst>
                </p14:cNvPr>
                <p14:cNvContentPartPr/>
                <p14:nvPr/>
              </p14:nvContentPartPr>
              <p14:xfrm>
                <a:off x="7060142" y="4484434"/>
                <a:ext cx="98640" cy="89280"/>
              </p14:xfrm>
            </p:contentPart>
          </mc:Choice>
          <mc:Fallback>
            <p:pic>
              <p:nvPicPr>
                <p:cNvPr id="340040" name="잉크 340039">
                  <a:extLst>
                    <a:ext uri="{FF2B5EF4-FFF2-40B4-BE49-F238E27FC236}">
                      <a16:creationId xmlns:a16="http://schemas.microsoft.com/office/drawing/2014/main" id="{D1279182-4628-9A30-952A-EFC76F8FDCF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051502" y="4475434"/>
                  <a:ext cx="116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40041" name="잉크 340040">
                  <a:extLst>
                    <a:ext uri="{FF2B5EF4-FFF2-40B4-BE49-F238E27FC236}">
                      <a16:creationId xmlns:a16="http://schemas.microsoft.com/office/drawing/2014/main" id="{D92DA8CE-4E35-03A0-608B-217277DC0FE0}"/>
                    </a:ext>
                  </a:extLst>
                </p14:cNvPr>
                <p14:cNvContentPartPr/>
                <p14:nvPr/>
              </p14:nvContentPartPr>
              <p14:xfrm>
                <a:off x="7084262" y="4589554"/>
                <a:ext cx="15480" cy="58320"/>
              </p14:xfrm>
            </p:contentPart>
          </mc:Choice>
          <mc:Fallback>
            <p:pic>
              <p:nvPicPr>
                <p:cNvPr id="340041" name="잉크 340040">
                  <a:extLst>
                    <a:ext uri="{FF2B5EF4-FFF2-40B4-BE49-F238E27FC236}">
                      <a16:creationId xmlns:a16="http://schemas.microsoft.com/office/drawing/2014/main" id="{D92DA8CE-4E35-03A0-608B-217277DC0FE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75262" y="4580554"/>
                  <a:ext cx="33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40042" name="잉크 340041">
                  <a:extLst>
                    <a:ext uri="{FF2B5EF4-FFF2-40B4-BE49-F238E27FC236}">
                      <a16:creationId xmlns:a16="http://schemas.microsoft.com/office/drawing/2014/main" id="{927BB8CA-6097-996A-D181-51F0F2731D11}"/>
                    </a:ext>
                  </a:extLst>
                </p14:cNvPr>
                <p14:cNvContentPartPr/>
                <p14:nvPr/>
              </p14:nvContentPartPr>
              <p14:xfrm>
                <a:off x="7041422" y="4611874"/>
                <a:ext cx="155520" cy="127440"/>
              </p14:xfrm>
            </p:contentPart>
          </mc:Choice>
          <mc:Fallback>
            <p:pic>
              <p:nvPicPr>
                <p:cNvPr id="340042" name="잉크 340041">
                  <a:extLst>
                    <a:ext uri="{FF2B5EF4-FFF2-40B4-BE49-F238E27FC236}">
                      <a16:creationId xmlns:a16="http://schemas.microsoft.com/office/drawing/2014/main" id="{927BB8CA-6097-996A-D181-51F0F2731D1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32782" y="4602874"/>
                  <a:ext cx="173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40043" name="잉크 340042">
                  <a:extLst>
                    <a:ext uri="{FF2B5EF4-FFF2-40B4-BE49-F238E27FC236}">
                      <a16:creationId xmlns:a16="http://schemas.microsoft.com/office/drawing/2014/main" id="{D999564C-B375-474B-8A6B-EB3527FA10DD}"/>
                    </a:ext>
                  </a:extLst>
                </p14:cNvPr>
                <p14:cNvContentPartPr/>
                <p14:nvPr/>
              </p14:nvContentPartPr>
              <p14:xfrm>
                <a:off x="7185062" y="4517914"/>
                <a:ext cx="74880" cy="74880"/>
              </p14:xfrm>
            </p:contentPart>
          </mc:Choice>
          <mc:Fallback>
            <p:pic>
              <p:nvPicPr>
                <p:cNvPr id="340043" name="잉크 340042">
                  <a:extLst>
                    <a:ext uri="{FF2B5EF4-FFF2-40B4-BE49-F238E27FC236}">
                      <a16:creationId xmlns:a16="http://schemas.microsoft.com/office/drawing/2014/main" id="{D999564C-B375-474B-8A6B-EB3527FA10D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76062" y="4508914"/>
                  <a:ext cx="925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40044" name="잉크 340043">
                  <a:extLst>
                    <a:ext uri="{FF2B5EF4-FFF2-40B4-BE49-F238E27FC236}">
                      <a16:creationId xmlns:a16="http://schemas.microsoft.com/office/drawing/2014/main" id="{979E519B-E092-89C1-5519-E135DDCF364A}"/>
                    </a:ext>
                  </a:extLst>
                </p14:cNvPr>
                <p14:cNvContentPartPr/>
                <p14:nvPr/>
              </p14:nvContentPartPr>
              <p14:xfrm>
                <a:off x="7167782" y="4601074"/>
                <a:ext cx="158400" cy="77760"/>
              </p14:xfrm>
            </p:contentPart>
          </mc:Choice>
          <mc:Fallback>
            <p:pic>
              <p:nvPicPr>
                <p:cNvPr id="340044" name="잉크 340043">
                  <a:extLst>
                    <a:ext uri="{FF2B5EF4-FFF2-40B4-BE49-F238E27FC236}">
                      <a16:creationId xmlns:a16="http://schemas.microsoft.com/office/drawing/2014/main" id="{979E519B-E092-89C1-5519-E135DDCF36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58782" y="4592074"/>
                  <a:ext cx="176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40045" name="잉크 340044">
                  <a:extLst>
                    <a:ext uri="{FF2B5EF4-FFF2-40B4-BE49-F238E27FC236}">
                      <a16:creationId xmlns:a16="http://schemas.microsoft.com/office/drawing/2014/main" id="{E0320CED-F0EA-31F5-324F-21C5B098395C}"/>
                    </a:ext>
                  </a:extLst>
                </p14:cNvPr>
                <p14:cNvContentPartPr/>
                <p14:nvPr/>
              </p14:nvContentPartPr>
              <p14:xfrm>
                <a:off x="7259942" y="4616914"/>
                <a:ext cx="92880" cy="116640"/>
              </p14:xfrm>
            </p:contentPart>
          </mc:Choice>
          <mc:Fallback>
            <p:pic>
              <p:nvPicPr>
                <p:cNvPr id="340045" name="잉크 340044">
                  <a:extLst>
                    <a:ext uri="{FF2B5EF4-FFF2-40B4-BE49-F238E27FC236}">
                      <a16:creationId xmlns:a16="http://schemas.microsoft.com/office/drawing/2014/main" id="{E0320CED-F0EA-31F5-324F-21C5B098395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50942" y="4607914"/>
                  <a:ext cx="110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40046" name="잉크 340045">
                  <a:extLst>
                    <a:ext uri="{FF2B5EF4-FFF2-40B4-BE49-F238E27FC236}">
                      <a16:creationId xmlns:a16="http://schemas.microsoft.com/office/drawing/2014/main" id="{3FC4FCB1-ED59-607E-20BA-B9BB9E07C5B2}"/>
                    </a:ext>
                  </a:extLst>
                </p14:cNvPr>
                <p14:cNvContentPartPr/>
                <p14:nvPr/>
              </p14:nvContentPartPr>
              <p14:xfrm>
                <a:off x="7358582" y="4468594"/>
                <a:ext cx="133200" cy="217440"/>
              </p14:xfrm>
            </p:contentPart>
          </mc:Choice>
          <mc:Fallback>
            <p:pic>
              <p:nvPicPr>
                <p:cNvPr id="340046" name="잉크 340045">
                  <a:extLst>
                    <a:ext uri="{FF2B5EF4-FFF2-40B4-BE49-F238E27FC236}">
                      <a16:creationId xmlns:a16="http://schemas.microsoft.com/office/drawing/2014/main" id="{3FC4FCB1-ED59-607E-20BA-B9BB9E07C5B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349582" y="4459954"/>
                  <a:ext cx="150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40047" name="잉크 340046">
                  <a:extLst>
                    <a:ext uri="{FF2B5EF4-FFF2-40B4-BE49-F238E27FC236}">
                      <a16:creationId xmlns:a16="http://schemas.microsoft.com/office/drawing/2014/main" id="{FE99E4A0-D0F5-66D0-B9CA-872E72FC241D}"/>
                    </a:ext>
                  </a:extLst>
                </p14:cNvPr>
                <p14:cNvContentPartPr/>
                <p14:nvPr/>
              </p14:nvContentPartPr>
              <p14:xfrm>
                <a:off x="7609142" y="4568314"/>
                <a:ext cx="9000" cy="5400"/>
              </p14:xfrm>
            </p:contentPart>
          </mc:Choice>
          <mc:Fallback>
            <p:pic>
              <p:nvPicPr>
                <p:cNvPr id="340047" name="잉크 340046">
                  <a:extLst>
                    <a:ext uri="{FF2B5EF4-FFF2-40B4-BE49-F238E27FC236}">
                      <a16:creationId xmlns:a16="http://schemas.microsoft.com/office/drawing/2014/main" id="{FE99E4A0-D0F5-66D0-B9CA-872E72FC241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00142" y="4559674"/>
                  <a:ext cx="26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40048" name="잉크 340047">
                  <a:extLst>
                    <a:ext uri="{FF2B5EF4-FFF2-40B4-BE49-F238E27FC236}">
                      <a16:creationId xmlns:a16="http://schemas.microsoft.com/office/drawing/2014/main" id="{5D1AC527-3785-3434-6271-44DBF4330D34}"/>
                    </a:ext>
                  </a:extLst>
                </p14:cNvPr>
                <p14:cNvContentPartPr/>
                <p14:nvPr/>
              </p14:nvContentPartPr>
              <p14:xfrm>
                <a:off x="7703822" y="4522594"/>
                <a:ext cx="5040" cy="6480"/>
              </p14:xfrm>
            </p:contentPart>
          </mc:Choice>
          <mc:Fallback>
            <p:pic>
              <p:nvPicPr>
                <p:cNvPr id="340048" name="잉크 340047">
                  <a:extLst>
                    <a:ext uri="{FF2B5EF4-FFF2-40B4-BE49-F238E27FC236}">
                      <a16:creationId xmlns:a16="http://schemas.microsoft.com/office/drawing/2014/main" id="{5D1AC527-3785-3434-6271-44DBF4330D3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694822" y="4513954"/>
                  <a:ext cx="22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40049" name="잉크 340048">
                  <a:extLst>
                    <a:ext uri="{FF2B5EF4-FFF2-40B4-BE49-F238E27FC236}">
                      <a16:creationId xmlns:a16="http://schemas.microsoft.com/office/drawing/2014/main" id="{E78F3A1C-AD90-FBA8-EB84-F4640AE10077}"/>
                    </a:ext>
                  </a:extLst>
                </p14:cNvPr>
                <p14:cNvContentPartPr/>
                <p14:nvPr/>
              </p14:nvContentPartPr>
              <p14:xfrm>
                <a:off x="7763582" y="4488034"/>
                <a:ext cx="15480" cy="5760"/>
              </p14:xfrm>
            </p:contentPart>
          </mc:Choice>
          <mc:Fallback>
            <p:pic>
              <p:nvPicPr>
                <p:cNvPr id="340049" name="잉크 340048">
                  <a:extLst>
                    <a:ext uri="{FF2B5EF4-FFF2-40B4-BE49-F238E27FC236}">
                      <a16:creationId xmlns:a16="http://schemas.microsoft.com/office/drawing/2014/main" id="{E78F3A1C-AD90-FBA8-EB84-F4640AE1007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54942" y="4479034"/>
                  <a:ext cx="33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40054" name="잉크 340053">
                  <a:extLst>
                    <a:ext uri="{FF2B5EF4-FFF2-40B4-BE49-F238E27FC236}">
                      <a16:creationId xmlns:a16="http://schemas.microsoft.com/office/drawing/2014/main" id="{19B5734A-F8B5-0598-0EDE-57ABB379EE2C}"/>
                    </a:ext>
                  </a:extLst>
                </p14:cNvPr>
                <p14:cNvContentPartPr/>
                <p14:nvPr/>
              </p14:nvContentPartPr>
              <p14:xfrm>
                <a:off x="7532462" y="3827434"/>
                <a:ext cx="98640" cy="182160"/>
              </p14:xfrm>
            </p:contentPart>
          </mc:Choice>
          <mc:Fallback>
            <p:pic>
              <p:nvPicPr>
                <p:cNvPr id="340054" name="잉크 340053">
                  <a:extLst>
                    <a:ext uri="{FF2B5EF4-FFF2-40B4-BE49-F238E27FC236}">
                      <a16:creationId xmlns:a16="http://schemas.microsoft.com/office/drawing/2014/main" id="{19B5734A-F8B5-0598-0EDE-57ABB379EE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523822" y="3818434"/>
                  <a:ext cx="116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40055" name="잉크 340054">
                  <a:extLst>
                    <a:ext uri="{FF2B5EF4-FFF2-40B4-BE49-F238E27FC236}">
                      <a16:creationId xmlns:a16="http://schemas.microsoft.com/office/drawing/2014/main" id="{CA968458-D6B7-8F12-E567-53B61CBED96B}"/>
                    </a:ext>
                  </a:extLst>
                </p14:cNvPr>
                <p14:cNvContentPartPr/>
                <p14:nvPr/>
              </p14:nvContentPartPr>
              <p14:xfrm>
                <a:off x="7613102" y="3782434"/>
                <a:ext cx="32760" cy="154440"/>
              </p14:xfrm>
            </p:contentPart>
          </mc:Choice>
          <mc:Fallback>
            <p:pic>
              <p:nvPicPr>
                <p:cNvPr id="340055" name="잉크 340054">
                  <a:extLst>
                    <a:ext uri="{FF2B5EF4-FFF2-40B4-BE49-F238E27FC236}">
                      <a16:creationId xmlns:a16="http://schemas.microsoft.com/office/drawing/2014/main" id="{CA968458-D6B7-8F12-E567-53B61CBED96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604102" y="3773434"/>
                  <a:ext cx="50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40056" name="잉크 340055">
                  <a:extLst>
                    <a:ext uri="{FF2B5EF4-FFF2-40B4-BE49-F238E27FC236}">
                      <a16:creationId xmlns:a16="http://schemas.microsoft.com/office/drawing/2014/main" id="{5197E4BC-2B9E-A785-6864-5B12D77FA6E8}"/>
                    </a:ext>
                  </a:extLst>
                </p14:cNvPr>
                <p14:cNvContentPartPr/>
                <p14:nvPr/>
              </p14:nvContentPartPr>
              <p14:xfrm>
                <a:off x="7623182" y="3787474"/>
                <a:ext cx="92520" cy="116280"/>
              </p14:xfrm>
            </p:contentPart>
          </mc:Choice>
          <mc:Fallback>
            <p:pic>
              <p:nvPicPr>
                <p:cNvPr id="340056" name="잉크 340055">
                  <a:extLst>
                    <a:ext uri="{FF2B5EF4-FFF2-40B4-BE49-F238E27FC236}">
                      <a16:creationId xmlns:a16="http://schemas.microsoft.com/office/drawing/2014/main" id="{5197E4BC-2B9E-A785-6864-5B12D77FA6E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14542" y="3778834"/>
                  <a:ext cx="110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40057" name="잉크 340056">
                  <a:extLst>
                    <a:ext uri="{FF2B5EF4-FFF2-40B4-BE49-F238E27FC236}">
                      <a16:creationId xmlns:a16="http://schemas.microsoft.com/office/drawing/2014/main" id="{9C64E5E2-3E08-5E03-DA2E-EF83D2291E59}"/>
                    </a:ext>
                  </a:extLst>
                </p14:cNvPr>
                <p14:cNvContentPartPr/>
                <p14:nvPr/>
              </p14:nvContentPartPr>
              <p14:xfrm>
                <a:off x="7628222" y="3899794"/>
                <a:ext cx="164880" cy="98640"/>
              </p14:xfrm>
            </p:contentPart>
          </mc:Choice>
          <mc:Fallback>
            <p:pic>
              <p:nvPicPr>
                <p:cNvPr id="340057" name="잉크 340056">
                  <a:extLst>
                    <a:ext uri="{FF2B5EF4-FFF2-40B4-BE49-F238E27FC236}">
                      <a16:creationId xmlns:a16="http://schemas.microsoft.com/office/drawing/2014/main" id="{9C64E5E2-3E08-5E03-DA2E-EF83D2291E5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619222" y="3890794"/>
                  <a:ext cx="182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40058" name="잉크 340057">
                  <a:extLst>
                    <a:ext uri="{FF2B5EF4-FFF2-40B4-BE49-F238E27FC236}">
                      <a16:creationId xmlns:a16="http://schemas.microsoft.com/office/drawing/2014/main" id="{63379656-7CFA-D95E-634A-4F8812547FDA}"/>
                    </a:ext>
                  </a:extLst>
                </p14:cNvPr>
                <p14:cNvContentPartPr/>
                <p14:nvPr/>
              </p14:nvContentPartPr>
              <p14:xfrm>
                <a:off x="7749902" y="3766594"/>
                <a:ext cx="11880" cy="84240"/>
              </p14:xfrm>
            </p:contentPart>
          </mc:Choice>
          <mc:Fallback>
            <p:pic>
              <p:nvPicPr>
                <p:cNvPr id="340058" name="잉크 340057">
                  <a:extLst>
                    <a:ext uri="{FF2B5EF4-FFF2-40B4-BE49-F238E27FC236}">
                      <a16:creationId xmlns:a16="http://schemas.microsoft.com/office/drawing/2014/main" id="{63379656-7CFA-D95E-634A-4F8812547FD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740902" y="3757594"/>
                  <a:ext cx="29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40059" name="잉크 340058">
                  <a:extLst>
                    <a:ext uri="{FF2B5EF4-FFF2-40B4-BE49-F238E27FC236}">
                      <a16:creationId xmlns:a16="http://schemas.microsoft.com/office/drawing/2014/main" id="{BE2BA615-E456-9724-A76F-450401E40AB0}"/>
                    </a:ext>
                  </a:extLst>
                </p14:cNvPr>
                <p14:cNvContentPartPr/>
                <p14:nvPr/>
              </p14:nvContentPartPr>
              <p14:xfrm>
                <a:off x="7696622" y="3773434"/>
                <a:ext cx="147600" cy="165960"/>
              </p14:xfrm>
            </p:contentPart>
          </mc:Choice>
          <mc:Fallback>
            <p:pic>
              <p:nvPicPr>
                <p:cNvPr id="340059" name="잉크 340058">
                  <a:extLst>
                    <a:ext uri="{FF2B5EF4-FFF2-40B4-BE49-F238E27FC236}">
                      <a16:creationId xmlns:a16="http://schemas.microsoft.com/office/drawing/2014/main" id="{BE2BA615-E456-9724-A76F-450401E40AB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87622" y="3764794"/>
                  <a:ext cx="165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40060" name="잉크 340059">
                  <a:extLst>
                    <a:ext uri="{FF2B5EF4-FFF2-40B4-BE49-F238E27FC236}">
                      <a16:creationId xmlns:a16="http://schemas.microsoft.com/office/drawing/2014/main" id="{9B53996F-135E-6BAF-588C-7043D913B209}"/>
                    </a:ext>
                  </a:extLst>
                </p14:cNvPr>
                <p14:cNvContentPartPr/>
                <p14:nvPr/>
              </p14:nvContentPartPr>
              <p14:xfrm>
                <a:off x="7816142" y="3785314"/>
                <a:ext cx="72360" cy="98640"/>
              </p14:xfrm>
            </p:contentPart>
          </mc:Choice>
          <mc:Fallback>
            <p:pic>
              <p:nvPicPr>
                <p:cNvPr id="340060" name="잉크 340059">
                  <a:extLst>
                    <a:ext uri="{FF2B5EF4-FFF2-40B4-BE49-F238E27FC236}">
                      <a16:creationId xmlns:a16="http://schemas.microsoft.com/office/drawing/2014/main" id="{9B53996F-135E-6BAF-588C-7043D913B20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807142" y="3776674"/>
                  <a:ext cx="90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40061" name="잉크 340060">
                  <a:extLst>
                    <a:ext uri="{FF2B5EF4-FFF2-40B4-BE49-F238E27FC236}">
                      <a16:creationId xmlns:a16="http://schemas.microsoft.com/office/drawing/2014/main" id="{DD6FA445-6A07-E452-C5C1-71EFA19E7D42}"/>
                    </a:ext>
                  </a:extLst>
                </p14:cNvPr>
                <p14:cNvContentPartPr/>
                <p14:nvPr/>
              </p14:nvContentPartPr>
              <p14:xfrm>
                <a:off x="7814342" y="3927874"/>
                <a:ext cx="78480" cy="59040"/>
              </p14:xfrm>
            </p:contentPart>
          </mc:Choice>
          <mc:Fallback>
            <p:pic>
              <p:nvPicPr>
                <p:cNvPr id="340061" name="잉크 340060">
                  <a:extLst>
                    <a:ext uri="{FF2B5EF4-FFF2-40B4-BE49-F238E27FC236}">
                      <a16:creationId xmlns:a16="http://schemas.microsoft.com/office/drawing/2014/main" id="{DD6FA445-6A07-E452-C5C1-71EFA19E7D4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05342" y="3919234"/>
                  <a:ext cx="96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40062" name="잉크 340061">
                  <a:extLst>
                    <a:ext uri="{FF2B5EF4-FFF2-40B4-BE49-F238E27FC236}">
                      <a16:creationId xmlns:a16="http://schemas.microsoft.com/office/drawing/2014/main" id="{15AF5A88-4DC1-8523-8626-889254854BF9}"/>
                    </a:ext>
                  </a:extLst>
                </p14:cNvPr>
                <p14:cNvContentPartPr/>
                <p14:nvPr/>
              </p14:nvContentPartPr>
              <p14:xfrm>
                <a:off x="7903622" y="3757594"/>
                <a:ext cx="113760" cy="132840"/>
              </p14:xfrm>
            </p:contentPart>
          </mc:Choice>
          <mc:Fallback>
            <p:pic>
              <p:nvPicPr>
                <p:cNvPr id="340062" name="잉크 340061">
                  <a:extLst>
                    <a:ext uri="{FF2B5EF4-FFF2-40B4-BE49-F238E27FC236}">
                      <a16:creationId xmlns:a16="http://schemas.microsoft.com/office/drawing/2014/main" id="{15AF5A88-4DC1-8523-8626-889254854BF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894622" y="3748594"/>
                  <a:ext cx="131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40063" name="잉크 340062">
                  <a:extLst>
                    <a:ext uri="{FF2B5EF4-FFF2-40B4-BE49-F238E27FC236}">
                      <a16:creationId xmlns:a16="http://schemas.microsoft.com/office/drawing/2014/main" id="{EB486C8F-27E1-CA8E-2C65-FD2B136B4FDD}"/>
                    </a:ext>
                  </a:extLst>
                </p14:cNvPr>
                <p14:cNvContentPartPr/>
                <p14:nvPr/>
              </p14:nvContentPartPr>
              <p14:xfrm>
                <a:off x="8037182" y="3723034"/>
                <a:ext cx="38520" cy="159120"/>
              </p14:xfrm>
            </p:contentPart>
          </mc:Choice>
          <mc:Fallback>
            <p:pic>
              <p:nvPicPr>
                <p:cNvPr id="340063" name="잉크 340062">
                  <a:extLst>
                    <a:ext uri="{FF2B5EF4-FFF2-40B4-BE49-F238E27FC236}">
                      <a16:creationId xmlns:a16="http://schemas.microsoft.com/office/drawing/2014/main" id="{EB486C8F-27E1-CA8E-2C65-FD2B136B4FD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028182" y="3714394"/>
                  <a:ext cx="56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40064" name="잉크 340063">
                  <a:extLst>
                    <a:ext uri="{FF2B5EF4-FFF2-40B4-BE49-F238E27FC236}">
                      <a16:creationId xmlns:a16="http://schemas.microsoft.com/office/drawing/2014/main" id="{BA5CAB5A-58EC-6B73-41C6-A290299A42DF}"/>
                    </a:ext>
                  </a:extLst>
                </p14:cNvPr>
                <p14:cNvContentPartPr/>
                <p14:nvPr/>
              </p14:nvContentPartPr>
              <p14:xfrm>
                <a:off x="8102702" y="3620074"/>
                <a:ext cx="149760" cy="184320"/>
              </p14:xfrm>
            </p:contentPart>
          </mc:Choice>
          <mc:Fallback>
            <p:pic>
              <p:nvPicPr>
                <p:cNvPr id="340064" name="잉크 340063">
                  <a:extLst>
                    <a:ext uri="{FF2B5EF4-FFF2-40B4-BE49-F238E27FC236}">
                      <a16:creationId xmlns:a16="http://schemas.microsoft.com/office/drawing/2014/main" id="{BA5CAB5A-58EC-6B73-41C6-A290299A42D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094062" y="3611434"/>
                  <a:ext cx="167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40065" name="잉크 340064">
                  <a:extLst>
                    <a:ext uri="{FF2B5EF4-FFF2-40B4-BE49-F238E27FC236}">
                      <a16:creationId xmlns:a16="http://schemas.microsoft.com/office/drawing/2014/main" id="{0E556694-7659-3F8D-C41B-30684764F9AC}"/>
                    </a:ext>
                  </a:extLst>
                </p14:cNvPr>
                <p14:cNvContentPartPr/>
                <p14:nvPr/>
              </p14:nvContentPartPr>
              <p14:xfrm>
                <a:off x="8234462" y="3635554"/>
                <a:ext cx="9720" cy="95040"/>
              </p14:xfrm>
            </p:contentPart>
          </mc:Choice>
          <mc:Fallback>
            <p:pic>
              <p:nvPicPr>
                <p:cNvPr id="340065" name="잉크 340064">
                  <a:extLst>
                    <a:ext uri="{FF2B5EF4-FFF2-40B4-BE49-F238E27FC236}">
                      <a16:creationId xmlns:a16="http://schemas.microsoft.com/office/drawing/2014/main" id="{0E556694-7659-3F8D-C41B-30684764F9A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25822" y="3626554"/>
                  <a:ext cx="27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40066" name="잉크 340065">
                  <a:extLst>
                    <a:ext uri="{FF2B5EF4-FFF2-40B4-BE49-F238E27FC236}">
                      <a16:creationId xmlns:a16="http://schemas.microsoft.com/office/drawing/2014/main" id="{120510C7-76DC-6A28-9267-703E0D000C62}"/>
                    </a:ext>
                  </a:extLst>
                </p14:cNvPr>
                <p14:cNvContentPartPr/>
                <p14:nvPr/>
              </p14:nvContentPartPr>
              <p14:xfrm>
                <a:off x="8157782" y="3737434"/>
                <a:ext cx="164880" cy="111240"/>
              </p14:xfrm>
            </p:contentPart>
          </mc:Choice>
          <mc:Fallback>
            <p:pic>
              <p:nvPicPr>
                <p:cNvPr id="340066" name="잉크 340065">
                  <a:extLst>
                    <a:ext uri="{FF2B5EF4-FFF2-40B4-BE49-F238E27FC236}">
                      <a16:creationId xmlns:a16="http://schemas.microsoft.com/office/drawing/2014/main" id="{120510C7-76DC-6A28-9267-703E0D000C6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49142" y="3728434"/>
                  <a:ext cx="182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40067" name="잉크 340066">
                  <a:extLst>
                    <a:ext uri="{FF2B5EF4-FFF2-40B4-BE49-F238E27FC236}">
                      <a16:creationId xmlns:a16="http://schemas.microsoft.com/office/drawing/2014/main" id="{48948549-8B43-BA2A-FB0E-125EDE67709C}"/>
                    </a:ext>
                  </a:extLst>
                </p14:cNvPr>
                <p14:cNvContentPartPr/>
                <p14:nvPr/>
              </p14:nvContentPartPr>
              <p14:xfrm>
                <a:off x="8276942" y="3627994"/>
                <a:ext cx="99720" cy="148320"/>
              </p14:xfrm>
            </p:contentPart>
          </mc:Choice>
          <mc:Fallback>
            <p:pic>
              <p:nvPicPr>
                <p:cNvPr id="340067" name="잉크 340066">
                  <a:extLst>
                    <a:ext uri="{FF2B5EF4-FFF2-40B4-BE49-F238E27FC236}">
                      <a16:creationId xmlns:a16="http://schemas.microsoft.com/office/drawing/2014/main" id="{48948549-8B43-BA2A-FB0E-125EDE67709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267942" y="3619354"/>
                  <a:ext cx="117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40068" name="잉크 340067">
                  <a:extLst>
                    <a:ext uri="{FF2B5EF4-FFF2-40B4-BE49-F238E27FC236}">
                      <a16:creationId xmlns:a16="http://schemas.microsoft.com/office/drawing/2014/main" id="{A854D450-5372-01C4-871D-5A48510EE2B4}"/>
                    </a:ext>
                  </a:extLst>
                </p14:cNvPr>
                <p14:cNvContentPartPr/>
                <p14:nvPr/>
              </p14:nvContentPartPr>
              <p14:xfrm>
                <a:off x="8262902" y="3588394"/>
                <a:ext cx="258840" cy="227160"/>
              </p14:xfrm>
            </p:contentPart>
          </mc:Choice>
          <mc:Fallback>
            <p:pic>
              <p:nvPicPr>
                <p:cNvPr id="340068" name="잉크 340067">
                  <a:extLst>
                    <a:ext uri="{FF2B5EF4-FFF2-40B4-BE49-F238E27FC236}">
                      <a16:creationId xmlns:a16="http://schemas.microsoft.com/office/drawing/2014/main" id="{A854D450-5372-01C4-871D-5A48510EE2B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254262" y="3579394"/>
                  <a:ext cx="276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40069" name="잉크 340068">
                  <a:extLst>
                    <a:ext uri="{FF2B5EF4-FFF2-40B4-BE49-F238E27FC236}">
                      <a16:creationId xmlns:a16="http://schemas.microsoft.com/office/drawing/2014/main" id="{2FF850BB-ACDA-E0E9-9249-8179C3D9B921}"/>
                    </a:ext>
                  </a:extLst>
                </p14:cNvPr>
                <p14:cNvContentPartPr/>
                <p14:nvPr/>
              </p14:nvContentPartPr>
              <p14:xfrm>
                <a:off x="8427782" y="3595234"/>
                <a:ext cx="55080" cy="194040"/>
              </p14:xfrm>
            </p:contentPart>
          </mc:Choice>
          <mc:Fallback>
            <p:pic>
              <p:nvPicPr>
                <p:cNvPr id="340069" name="잉크 340068">
                  <a:extLst>
                    <a:ext uri="{FF2B5EF4-FFF2-40B4-BE49-F238E27FC236}">
                      <a16:creationId xmlns:a16="http://schemas.microsoft.com/office/drawing/2014/main" id="{2FF850BB-ACDA-E0E9-9249-8179C3D9B92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19142" y="3586594"/>
                  <a:ext cx="727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340070" name="잉크 340069">
                  <a:extLst>
                    <a:ext uri="{FF2B5EF4-FFF2-40B4-BE49-F238E27FC236}">
                      <a16:creationId xmlns:a16="http://schemas.microsoft.com/office/drawing/2014/main" id="{D6F15C1D-9D34-D9A5-67F6-23160D71E9ED}"/>
                    </a:ext>
                  </a:extLst>
                </p14:cNvPr>
                <p14:cNvContentPartPr/>
                <p14:nvPr/>
              </p14:nvContentPartPr>
              <p14:xfrm>
                <a:off x="8517422" y="3545554"/>
                <a:ext cx="113040" cy="255240"/>
              </p14:xfrm>
            </p:contentPart>
          </mc:Choice>
          <mc:Fallback>
            <p:pic>
              <p:nvPicPr>
                <p:cNvPr id="340070" name="잉크 340069">
                  <a:extLst>
                    <a:ext uri="{FF2B5EF4-FFF2-40B4-BE49-F238E27FC236}">
                      <a16:creationId xmlns:a16="http://schemas.microsoft.com/office/drawing/2014/main" id="{D6F15C1D-9D34-D9A5-67F6-23160D71E9E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08782" y="3536554"/>
                  <a:ext cx="1306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40071" name="잉크 340070">
                  <a:extLst>
                    <a:ext uri="{FF2B5EF4-FFF2-40B4-BE49-F238E27FC236}">
                      <a16:creationId xmlns:a16="http://schemas.microsoft.com/office/drawing/2014/main" id="{D814FEC7-929F-1C52-1EEA-B9A8B449E531}"/>
                    </a:ext>
                  </a:extLst>
                </p14:cNvPr>
                <p14:cNvContentPartPr/>
                <p14:nvPr/>
              </p14:nvContentPartPr>
              <p14:xfrm>
                <a:off x="7839182" y="4281034"/>
                <a:ext cx="109080" cy="209520"/>
              </p14:xfrm>
            </p:contentPart>
          </mc:Choice>
          <mc:Fallback>
            <p:pic>
              <p:nvPicPr>
                <p:cNvPr id="340071" name="잉크 340070">
                  <a:extLst>
                    <a:ext uri="{FF2B5EF4-FFF2-40B4-BE49-F238E27FC236}">
                      <a16:creationId xmlns:a16="http://schemas.microsoft.com/office/drawing/2014/main" id="{D814FEC7-929F-1C52-1EEA-B9A8B449E53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830182" y="4272394"/>
                  <a:ext cx="126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40072" name="잉크 340071">
                  <a:extLst>
                    <a:ext uri="{FF2B5EF4-FFF2-40B4-BE49-F238E27FC236}">
                      <a16:creationId xmlns:a16="http://schemas.microsoft.com/office/drawing/2014/main" id="{8135B9FC-AEE1-F8BA-F84D-3D6A5E2364E1}"/>
                    </a:ext>
                  </a:extLst>
                </p14:cNvPr>
                <p14:cNvContentPartPr/>
                <p14:nvPr/>
              </p14:nvContentPartPr>
              <p14:xfrm>
                <a:off x="7932782" y="4287154"/>
                <a:ext cx="27000" cy="162360"/>
              </p14:xfrm>
            </p:contentPart>
          </mc:Choice>
          <mc:Fallback>
            <p:pic>
              <p:nvPicPr>
                <p:cNvPr id="340072" name="잉크 340071">
                  <a:extLst>
                    <a:ext uri="{FF2B5EF4-FFF2-40B4-BE49-F238E27FC236}">
                      <a16:creationId xmlns:a16="http://schemas.microsoft.com/office/drawing/2014/main" id="{8135B9FC-AEE1-F8BA-F84D-3D6A5E2364E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923782" y="4278514"/>
                  <a:ext cx="44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40073" name="잉크 340072">
                  <a:extLst>
                    <a:ext uri="{FF2B5EF4-FFF2-40B4-BE49-F238E27FC236}">
                      <a16:creationId xmlns:a16="http://schemas.microsoft.com/office/drawing/2014/main" id="{0C965907-BC7B-2AA0-6B6F-B4616AC35A34}"/>
                    </a:ext>
                  </a:extLst>
                </p14:cNvPr>
                <p14:cNvContentPartPr/>
                <p14:nvPr/>
              </p14:nvContentPartPr>
              <p14:xfrm>
                <a:off x="7940702" y="4253314"/>
                <a:ext cx="128880" cy="138600"/>
              </p14:xfrm>
            </p:contentPart>
          </mc:Choice>
          <mc:Fallback>
            <p:pic>
              <p:nvPicPr>
                <p:cNvPr id="340073" name="잉크 340072">
                  <a:extLst>
                    <a:ext uri="{FF2B5EF4-FFF2-40B4-BE49-F238E27FC236}">
                      <a16:creationId xmlns:a16="http://schemas.microsoft.com/office/drawing/2014/main" id="{0C965907-BC7B-2AA0-6B6F-B4616AC35A3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931702" y="4244314"/>
                  <a:ext cx="14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40074" name="잉크 340073">
                  <a:extLst>
                    <a:ext uri="{FF2B5EF4-FFF2-40B4-BE49-F238E27FC236}">
                      <a16:creationId xmlns:a16="http://schemas.microsoft.com/office/drawing/2014/main" id="{26D22CE3-95D6-2433-6E68-8A8354D5C6A5}"/>
                    </a:ext>
                  </a:extLst>
                </p14:cNvPr>
                <p14:cNvContentPartPr/>
                <p14:nvPr/>
              </p14:nvContentPartPr>
              <p14:xfrm>
                <a:off x="7986782" y="4386874"/>
                <a:ext cx="133200" cy="84240"/>
              </p14:xfrm>
            </p:contentPart>
          </mc:Choice>
          <mc:Fallback>
            <p:pic>
              <p:nvPicPr>
                <p:cNvPr id="340074" name="잉크 340073">
                  <a:extLst>
                    <a:ext uri="{FF2B5EF4-FFF2-40B4-BE49-F238E27FC236}">
                      <a16:creationId xmlns:a16="http://schemas.microsoft.com/office/drawing/2014/main" id="{26D22CE3-95D6-2433-6E68-8A8354D5C6A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7782" y="4378234"/>
                  <a:ext cx="150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40075" name="잉크 340074">
                  <a:extLst>
                    <a:ext uri="{FF2B5EF4-FFF2-40B4-BE49-F238E27FC236}">
                      <a16:creationId xmlns:a16="http://schemas.microsoft.com/office/drawing/2014/main" id="{45BCD985-FEDF-E484-EA1E-41C11610BF1C}"/>
                    </a:ext>
                  </a:extLst>
                </p14:cNvPr>
                <p14:cNvContentPartPr/>
                <p14:nvPr/>
              </p14:nvContentPartPr>
              <p14:xfrm>
                <a:off x="8105942" y="4207234"/>
                <a:ext cx="4320" cy="88200"/>
              </p14:xfrm>
            </p:contentPart>
          </mc:Choice>
          <mc:Fallback>
            <p:pic>
              <p:nvPicPr>
                <p:cNvPr id="340075" name="잉크 340074">
                  <a:extLst>
                    <a:ext uri="{FF2B5EF4-FFF2-40B4-BE49-F238E27FC236}">
                      <a16:creationId xmlns:a16="http://schemas.microsoft.com/office/drawing/2014/main" id="{45BCD985-FEDF-E484-EA1E-41C11610BF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97302" y="4198594"/>
                  <a:ext cx="2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40076" name="잉크 340075">
                  <a:extLst>
                    <a:ext uri="{FF2B5EF4-FFF2-40B4-BE49-F238E27FC236}">
                      <a16:creationId xmlns:a16="http://schemas.microsoft.com/office/drawing/2014/main" id="{24C8CD2C-DB41-FF60-2A1E-47C4C08A701E}"/>
                    </a:ext>
                  </a:extLst>
                </p14:cNvPr>
                <p14:cNvContentPartPr/>
                <p14:nvPr/>
              </p14:nvContentPartPr>
              <p14:xfrm>
                <a:off x="8051582" y="4284274"/>
                <a:ext cx="132120" cy="115200"/>
              </p14:xfrm>
            </p:contentPart>
          </mc:Choice>
          <mc:Fallback>
            <p:pic>
              <p:nvPicPr>
                <p:cNvPr id="340076" name="잉크 340075">
                  <a:extLst>
                    <a:ext uri="{FF2B5EF4-FFF2-40B4-BE49-F238E27FC236}">
                      <a16:creationId xmlns:a16="http://schemas.microsoft.com/office/drawing/2014/main" id="{24C8CD2C-DB41-FF60-2A1E-47C4C08A701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042942" y="4275274"/>
                  <a:ext cx="149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40077" name="잉크 340076">
                  <a:extLst>
                    <a:ext uri="{FF2B5EF4-FFF2-40B4-BE49-F238E27FC236}">
                      <a16:creationId xmlns:a16="http://schemas.microsoft.com/office/drawing/2014/main" id="{5BD4EAB8-E031-BEEC-6DD4-5680525C5492}"/>
                    </a:ext>
                  </a:extLst>
                </p14:cNvPr>
                <p14:cNvContentPartPr/>
                <p14:nvPr/>
              </p14:nvContentPartPr>
              <p14:xfrm>
                <a:off x="8173622" y="4211914"/>
                <a:ext cx="90720" cy="141480"/>
              </p14:xfrm>
            </p:contentPart>
          </mc:Choice>
          <mc:Fallback>
            <p:pic>
              <p:nvPicPr>
                <p:cNvPr id="340077" name="잉크 340076">
                  <a:extLst>
                    <a:ext uri="{FF2B5EF4-FFF2-40B4-BE49-F238E27FC236}">
                      <a16:creationId xmlns:a16="http://schemas.microsoft.com/office/drawing/2014/main" id="{5BD4EAB8-E031-BEEC-6DD4-5680525C549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164982" y="4202914"/>
                  <a:ext cx="108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40078" name="잉크 340077">
                  <a:extLst>
                    <a:ext uri="{FF2B5EF4-FFF2-40B4-BE49-F238E27FC236}">
                      <a16:creationId xmlns:a16="http://schemas.microsoft.com/office/drawing/2014/main" id="{C3550EFA-B2CE-CF3F-CD62-2E25EDE8A520}"/>
                    </a:ext>
                  </a:extLst>
                </p14:cNvPr>
                <p14:cNvContentPartPr/>
                <p14:nvPr/>
              </p14:nvContentPartPr>
              <p14:xfrm>
                <a:off x="8187302" y="4367074"/>
                <a:ext cx="83880" cy="69840"/>
              </p14:xfrm>
            </p:contentPart>
          </mc:Choice>
          <mc:Fallback>
            <p:pic>
              <p:nvPicPr>
                <p:cNvPr id="340078" name="잉크 340077">
                  <a:extLst>
                    <a:ext uri="{FF2B5EF4-FFF2-40B4-BE49-F238E27FC236}">
                      <a16:creationId xmlns:a16="http://schemas.microsoft.com/office/drawing/2014/main" id="{C3550EFA-B2CE-CF3F-CD62-2E25EDE8A52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178662" y="4358434"/>
                  <a:ext cx="101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40079" name="잉크 340078">
                  <a:extLst>
                    <a:ext uri="{FF2B5EF4-FFF2-40B4-BE49-F238E27FC236}">
                      <a16:creationId xmlns:a16="http://schemas.microsoft.com/office/drawing/2014/main" id="{1F2BDAE1-CD65-9AC0-C4BC-99F4E07A0AFB}"/>
                    </a:ext>
                  </a:extLst>
                </p14:cNvPr>
                <p14:cNvContentPartPr/>
                <p14:nvPr/>
              </p14:nvContentPartPr>
              <p14:xfrm>
                <a:off x="8290982" y="4186714"/>
                <a:ext cx="142920" cy="126000"/>
              </p14:xfrm>
            </p:contentPart>
          </mc:Choice>
          <mc:Fallback>
            <p:pic>
              <p:nvPicPr>
                <p:cNvPr id="340079" name="잉크 340078">
                  <a:extLst>
                    <a:ext uri="{FF2B5EF4-FFF2-40B4-BE49-F238E27FC236}">
                      <a16:creationId xmlns:a16="http://schemas.microsoft.com/office/drawing/2014/main" id="{1F2BDAE1-CD65-9AC0-C4BC-99F4E07A0AF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282342" y="4177714"/>
                  <a:ext cx="160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40080" name="잉크 340079">
                  <a:extLst>
                    <a:ext uri="{FF2B5EF4-FFF2-40B4-BE49-F238E27FC236}">
                      <a16:creationId xmlns:a16="http://schemas.microsoft.com/office/drawing/2014/main" id="{06189090-33D9-95CB-69C5-78E46B02B039}"/>
                    </a:ext>
                  </a:extLst>
                </p14:cNvPr>
                <p14:cNvContentPartPr/>
                <p14:nvPr/>
              </p14:nvContentPartPr>
              <p14:xfrm>
                <a:off x="8421302" y="4171954"/>
                <a:ext cx="54360" cy="161640"/>
              </p14:xfrm>
            </p:contentPart>
          </mc:Choice>
          <mc:Fallback>
            <p:pic>
              <p:nvPicPr>
                <p:cNvPr id="340080" name="잉크 340079">
                  <a:extLst>
                    <a:ext uri="{FF2B5EF4-FFF2-40B4-BE49-F238E27FC236}">
                      <a16:creationId xmlns:a16="http://schemas.microsoft.com/office/drawing/2014/main" id="{06189090-33D9-95CB-69C5-78E46B02B03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412302" y="4162954"/>
                  <a:ext cx="72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40081" name="잉크 340080">
                  <a:extLst>
                    <a:ext uri="{FF2B5EF4-FFF2-40B4-BE49-F238E27FC236}">
                      <a16:creationId xmlns:a16="http://schemas.microsoft.com/office/drawing/2014/main" id="{0FAE948A-5A6B-C2C7-362B-2CBAC7F83870}"/>
                    </a:ext>
                  </a:extLst>
                </p14:cNvPr>
                <p14:cNvContentPartPr/>
                <p14:nvPr/>
              </p14:nvContentPartPr>
              <p14:xfrm>
                <a:off x="8474222" y="4049554"/>
                <a:ext cx="106560" cy="150120"/>
              </p14:xfrm>
            </p:contentPart>
          </mc:Choice>
          <mc:Fallback>
            <p:pic>
              <p:nvPicPr>
                <p:cNvPr id="340081" name="잉크 340080">
                  <a:extLst>
                    <a:ext uri="{FF2B5EF4-FFF2-40B4-BE49-F238E27FC236}">
                      <a16:creationId xmlns:a16="http://schemas.microsoft.com/office/drawing/2014/main" id="{0FAE948A-5A6B-C2C7-362B-2CBAC7F8387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465222" y="4040554"/>
                  <a:ext cx="124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40082" name="잉크 340081">
                  <a:extLst>
                    <a:ext uri="{FF2B5EF4-FFF2-40B4-BE49-F238E27FC236}">
                      <a16:creationId xmlns:a16="http://schemas.microsoft.com/office/drawing/2014/main" id="{66121265-1E32-CE43-4766-09B5470E9154}"/>
                    </a:ext>
                  </a:extLst>
                </p14:cNvPr>
                <p14:cNvContentPartPr/>
                <p14:nvPr/>
              </p14:nvContentPartPr>
              <p14:xfrm>
                <a:off x="8524622" y="4067914"/>
                <a:ext cx="112320" cy="163440"/>
              </p14:xfrm>
            </p:contentPart>
          </mc:Choice>
          <mc:Fallback>
            <p:pic>
              <p:nvPicPr>
                <p:cNvPr id="340082" name="잉크 340081">
                  <a:extLst>
                    <a:ext uri="{FF2B5EF4-FFF2-40B4-BE49-F238E27FC236}">
                      <a16:creationId xmlns:a16="http://schemas.microsoft.com/office/drawing/2014/main" id="{66121265-1E32-CE43-4766-09B5470E915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515622" y="4059274"/>
                  <a:ext cx="129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40083" name="잉크 340082">
                  <a:extLst>
                    <a:ext uri="{FF2B5EF4-FFF2-40B4-BE49-F238E27FC236}">
                      <a16:creationId xmlns:a16="http://schemas.microsoft.com/office/drawing/2014/main" id="{76C4BC4E-A748-8656-9275-6DE14578ADB5}"/>
                    </a:ext>
                  </a:extLst>
                </p14:cNvPr>
                <p14:cNvContentPartPr/>
                <p14:nvPr/>
              </p14:nvContentPartPr>
              <p14:xfrm>
                <a:off x="8608862" y="4045954"/>
                <a:ext cx="29520" cy="114480"/>
              </p14:xfrm>
            </p:contentPart>
          </mc:Choice>
          <mc:Fallback>
            <p:pic>
              <p:nvPicPr>
                <p:cNvPr id="340083" name="잉크 340082">
                  <a:extLst>
                    <a:ext uri="{FF2B5EF4-FFF2-40B4-BE49-F238E27FC236}">
                      <a16:creationId xmlns:a16="http://schemas.microsoft.com/office/drawing/2014/main" id="{76C4BC4E-A748-8656-9275-6DE14578ADB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00222" y="4037314"/>
                  <a:ext cx="47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40084" name="잉크 340083">
                  <a:extLst>
                    <a:ext uri="{FF2B5EF4-FFF2-40B4-BE49-F238E27FC236}">
                      <a16:creationId xmlns:a16="http://schemas.microsoft.com/office/drawing/2014/main" id="{971C66A7-49F0-B661-1958-CB2CB1FE83FF}"/>
                    </a:ext>
                  </a:extLst>
                </p14:cNvPr>
                <p14:cNvContentPartPr/>
                <p14:nvPr/>
              </p14:nvContentPartPr>
              <p14:xfrm>
                <a:off x="8582582" y="4160434"/>
                <a:ext cx="142920" cy="99360"/>
              </p14:xfrm>
            </p:contentPart>
          </mc:Choice>
          <mc:Fallback>
            <p:pic>
              <p:nvPicPr>
                <p:cNvPr id="340084" name="잉크 340083">
                  <a:extLst>
                    <a:ext uri="{FF2B5EF4-FFF2-40B4-BE49-F238E27FC236}">
                      <a16:creationId xmlns:a16="http://schemas.microsoft.com/office/drawing/2014/main" id="{971C66A7-49F0-B661-1958-CB2CB1FE83F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73942" y="4151434"/>
                  <a:ext cx="160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40085" name="잉크 340084">
                  <a:extLst>
                    <a:ext uri="{FF2B5EF4-FFF2-40B4-BE49-F238E27FC236}">
                      <a16:creationId xmlns:a16="http://schemas.microsoft.com/office/drawing/2014/main" id="{2698E7BD-3C43-5EB0-8D47-23722FD86BDC}"/>
                    </a:ext>
                  </a:extLst>
                </p14:cNvPr>
                <p14:cNvContentPartPr/>
                <p14:nvPr/>
              </p14:nvContentPartPr>
              <p14:xfrm>
                <a:off x="8675822" y="4013554"/>
                <a:ext cx="96840" cy="160920"/>
              </p14:xfrm>
            </p:contentPart>
          </mc:Choice>
          <mc:Fallback>
            <p:pic>
              <p:nvPicPr>
                <p:cNvPr id="340085" name="잉크 340084">
                  <a:extLst>
                    <a:ext uri="{FF2B5EF4-FFF2-40B4-BE49-F238E27FC236}">
                      <a16:creationId xmlns:a16="http://schemas.microsoft.com/office/drawing/2014/main" id="{2698E7BD-3C43-5EB0-8D47-23722FD86BD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667182" y="4004554"/>
                  <a:ext cx="114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40086" name="잉크 340085">
                  <a:extLst>
                    <a:ext uri="{FF2B5EF4-FFF2-40B4-BE49-F238E27FC236}">
                      <a16:creationId xmlns:a16="http://schemas.microsoft.com/office/drawing/2014/main" id="{C13DB671-2C45-3256-2B83-6A3F9FCCC98F}"/>
                    </a:ext>
                  </a:extLst>
                </p14:cNvPr>
                <p14:cNvContentPartPr/>
                <p14:nvPr/>
              </p14:nvContentPartPr>
              <p14:xfrm>
                <a:off x="8702102" y="4027954"/>
                <a:ext cx="181440" cy="178560"/>
              </p14:xfrm>
            </p:contentPart>
          </mc:Choice>
          <mc:Fallback>
            <p:pic>
              <p:nvPicPr>
                <p:cNvPr id="340086" name="잉크 340085">
                  <a:extLst>
                    <a:ext uri="{FF2B5EF4-FFF2-40B4-BE49-F238E27FC236}">
                      <a16:creationId xmlns:a16="http://schemas.microsoft.com/office/drawing/2014/main" id="{C13DB671-2C45-3256-2B83-6A3F9FCCC98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93462" y="4019314"/>
                  <a:ext cx="199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40087" name="잉크 340086">
                  <a:extLst>
                    <a:ext uri="{FF2B5EF4-FFF2-40B4-BE49-F238E27FC236}">
                      <a16:creationId xmlns:a16="http://schemas.microsoft.com/office/drawing/2014/main" id="{71E76612-9038-C7B5-C8AF-A4B532BD9C64}"/>
                    </a:ext>
                  </a:extLst>
                </p14:cNvPr>
                <p14:cNvContentPartPr/>
                <p14:nvPr/>
              </p14:nvContentPartPr>
              <p14:xfrm>
                <a:off x="8822702" y="3892954"/>
                <a:ext cx="80640" cy="329400"/>
              </p14:xfrm>
            </p:contentPart>
          </mc:Choice>
          <mc:Fallback>
            <p:pic>
              <p:nvPicPr>
                <p:cNvPr id="340087" name="잉크 340086">
                  <a:extLst>
                    <a:ext uri="{FF2B5EF4-FFF2-40B4-BE49-F238E27FC236}">
                      <a16:creationId xmlns:a16="http://schemas.microsoft.com/office/drawing/2014/main" id="{71E76612-9038-C7B5-C8AF-A4B532BD9C6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814062" y="3884314"/>
                  <a:ext cx="98280" cy="347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4714875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  <a:sym typeface="Wingdings" pitchFamily="2" charset="2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+mn-ea"/>
                <a:sym typeface="Wingdings" pitchFamily="2" charset="2"/>
              </a:rPr>
              <a:t>쓰레드</a:t>
            </a:r>
            <a:r>
              <a:rPr lang="en-US" altLang="ko-KR" dirty="0">
                <a:solidFill>
                  <a:srgbClr val="000000"/>
                </a:solidFill>
                <a:latin typeface="+mn-ea"/>
                <a:sym typeface="Wingdings" pitchFamily="2" charset="2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문맥 교환이 용이하지 않은 자원들을 공유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메모리 및 일부 주변 장치는 문맥 교환에 과다한 시간 소비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프로세스에서 다른 프로세스로 제어가 넘어가면 이들 자원이 바뀌므로 다시 초기화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레지스터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스택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프로그램 계수기 및 디스크 파일 등은 문맥 전환에 용이</a:t>
            </a:r>
          </a:p>
          <a:p>
            <a:pPr lvl="2">
              <a:defRPr/>
            </a:pPr>
            <a:endParaRPr lang="ko-KR" altLang="en-US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  <a:sym typeface="Wingdings" pitchFamily="2" charset="2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+mn-ea"/>
                <a:sym typeface="Wingdings" pitchFamily="2" charset="2"/>
              </a:rPr>
              <a:t>쓰레드</a:t>
            </a:r>
            <a:r>
              <a:rPr lang="ko-KR" altLang="en-US" dirty="0">
                <a:solidFill>
                  <a:srgbClr val="000000"/>
                </a:solidFill>
                <a:latin typeface="+mn-ea"/>
                <a:sym typeface="Wingdings" pitchFamily="2" charset="2"/>
              </a:rPr>
              <a:t> 장점</a:t>
            </a:r>
            <a:endParaRPr lang="en-US" altLang="ko-KR" dirty="0">
              <a:solidFill>
                <a:srgbClr val="000000"/>
              </a:solidFill>
              <a:latin typeface="+mn-ea"/>
              <a:sym typeface="Wingdings" pitchFamily="2" charset="2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사용자에 대한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응답성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증가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자원과 메모리 공유 가능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IPC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프로그램이 용이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경제성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자원 할당 개수를 줄이고 문맥교환 오버헤드 줄임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다중 프로세서 구조 활용 가능</a:t>
            </a:r>
            <a:endParaRPr lang="ko-KR" altLang="en-US" sz="3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36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2BC39E-0C69-47E1-8E4F-C61F2AF19DF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4B37A07-9328-9303-60CB-487CE19BA486}"/>
                  </a:ext>
                </a:extLst>
              </p14:cNvPr>
              <p14:cNvContentPartPr/>
              <p14:nvPr/>
            </p14:nvContentPartPr>
            <p14:xfrm>
              <a:off x="2687942" y="4871074"/>
              <a:ext cx="1456560" cy="457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4B37A07-9328-9303-60CB-487CE19BA4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942" y="4799434"/>
                <a:ext cx="1528200" cy="18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B79A3124-F3B0-AA98-05FA-2563AF20E95B}"/>
              </a:ext>
            </a:extLst>
          </p:cNvPr>
          <p:cNvGrpSpPr/>
          <p:nvPr/>
        </p:nvGrpSpPr>
        <p:grpSpPr>
          <a:xfrm>
            <a:off x="2917262" y="4214794"/>
            <a:ext cx="1456200" cy="488520"/>
            <a:chOff x="2917262" y="4214794"/>
            <a:chExt cx="145620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122A3FF-0A50-3DB8-D881-E3D4EAFF177C}"/>
                    </a:ext>
                  </a:extLst>
                </p14:cNvPr>
                <p14:cNvContentPartPr/>
                <p14:nvPr/>
              </p14:nvContentPartPr>
              <p14:xfrm>
                <a:off x="2917262" y="4386154"/>
                <a:ext cx="309960" cy="3171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122A3FF-0A50-3DB8-D881-E3D4EAFF177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08262" y="4377154"/>
                  <a:ext cx="3276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419C819-57E6-876E-9298-72942A9BD17D}"/>
                    </a:ext>
                  </a:extLst>
                </p14:cNvPr>
                <p14:cNvContentPartPr/>
                <p14:nvPr/>
              </p14:nvContentPartPr>
              <p14:xfrm>
                <a:off x="3325502" y="4283194"/>
                <a:ext cx="29160" cy="1465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419C819-57E6-876E-9298-72942A9BD1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16862" y="4274194"/>
                  <a:ext cx="46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610A81A5-1BEA-9333-5229-B87A8807415E}"/>
                    </a:ext>
                  </a:extLst>
                </p14:cNvPr>
                <p14:cNvContentPartPr/>
                <p14:nvPr/>
              </p14:nvContentPartPr>
              <p14:xfrm>
                <a:off x="3321902" y="4287874"/>
                <a:ext cx="91440" cy="1209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610A81A5-1BEA-9333-5229-B87A8807415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12902" y="4279234"/>
                  <a:ext cx="109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779312C-BAF9-B784-E537-3F2098EB368C}"/>
                    </a:ext>
                  </a:extLst>
                </p14:cNvPr>
                <p14:cNvContentPartPr/>
                <p14:nvPr/>
              </p14:nvContentPartPr>
              <p14:xfrm>
                <a:off x="3319742" y="4377874"/>
                <a:ext cx="97200" cy="662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779312C-BAF9-B784-E537-3F2098EB36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10742" y="4369234"/>
                  <a:ext cx="114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8407F51-7B61-D05E-8FF0-33B9AAA33D2F}"/>
                    </a:ext>
                  </a:extLst>
                </p14:cNvPr>
                <p14:cNvContentPartPr/>
                <p14:nvPr/>
              </p14:nvContentPartPr>
              <p14:xfrm>
                <a:off x="3329102" y="4416394"/>
                <a:ext cx="158040" cy="1483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8407F51-7B61-D05E-8FF0-33B9AAA33D2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20462" y="4407754"/>
                  <a:ext cx="175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815C25B-759C-493A-D1D3-2E477E765709}"/>
                    </a:ext>
                  </a:extLst>
                </p14:cNvPr>
                <p14:cNvContentPartPr/>
                <p14:nvPr/>
              </p14:nvContentPartPr>
              <p14:xfrm>
                <a:off x="3471302" y="4328914"/>
                <a:ext cx="29880" cy="1407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815C25B-759C-493A-D1D3-2E477E76570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62302" y="4320274"/>
                  <a:ext cx="47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8083F79-DCE9-CCE0-B829-40B8D061183F}"/>
                    </a:ext>
                  </a:extLst>
                </p14:cNvPr>
                <p14:cNvContentPartPr/>
                <p14:nvPr/>
              </p14:nvContentPartPr>
              <p14:xfrm>
                <a:off x="3466622" y="4315234"/>
                <a:ext cx="141840" cy="1533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8083F79-DCE9-CCE0-B829-40B8D06118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57982" y="4306594"/>
                  <a:ext cx="159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B9FEBF1-1AD1-CDE6-28B2-074545D91E33}"/>
                    </a:ext>
                  </a:extLst>
                </p14:cNvPr>
                <p14:cNvContentPartPr/>
                <p14:nvPr/>
              </p14:nvContentPartPr>
              <p14:xfrm>
                <a:off x="3596582" y="4311274"/>
                <a:ext cx="69840" cy="135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B9FEBF1-1AD1-CDE6-28B2-074545D91E3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87942" y="4302274"/>
                  <a:ext cx="87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54B7CE7-78CC-771F-265C-E28E18410D71}"/>
                    </a:ext>
                  </a:extLst>
                </p14:cNvPr>
                <p14:cNvContentPartPr/>
                <p14:nvPr/>
              </p14:nvContentPartPr>
              <p14:xfrm>
                <a:off x="3555542" y="4425754"/>
                <a:ext cx="149040" cy="1357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54B7CE7-78CC-771F-265C-E28E18410D7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46902" y="4417114"/>
                  <a:ext cx="166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8A99AFB-9E95-B18F-AB4A-69D7644E058F}"/>
                    </a:ext>
                  </a:extLst>
                </p14:cNvPr>
                <p14:cNvContentPartPr/>
                <p14:nvPr/>
              </p14:nvContentPartPr>
              <p14:xfrm>
                <a:off x="3809342" y="4241074"/>
                <a:ext cx="108000" cy="1515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8A99AFB-9E95-B18F-AB4A-69D7644E05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00702" y="4232074"/>
                  <a:ext cx="125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E462EAD-C83A-FCA0-1DB9-7F48098014BC}"/>
                    </a:ext>
                  </a:extLst>
                </p14:cNvPr>
                <p14:cNvContentPartPr/>
                <p14:nvPr/>
              </p14:nvContentPartPr>
              <p14:xfrm>
                <a:off x="3841742" y="4387594"/>
                <a:ext cx="29880" cy="860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E462EAD-C83A-FCA0-1DB9-7F48098014B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33102" y="4378954"/>
                  <a:ext cx="4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DE39644-A3DC-D9C1-95B8-684E07D7ED81}"/>
                    </a:ext>
                  </a:extLst>
                </p14:cNvPr>
                <p14:cNvContentPartPr/>
                <p14:nvPr/>
              </p14:nvContentPartPr>
              <p14:xfrm>
                <a:off x="3810422" y="4369954"/>
                <a:ext cx="186120" cy="1432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DE39644-A3DC-D9C1-95B8-684E07D7ED8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01782" y="4361314"/>
                  <a:ext cx="2037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128922B-CFF6-202A-B7E1-0391B8AED6CF}"/>
                    </a:ext>
                  </a:extLst>
                </p14:cNvPr>
                <p14:cNvContentPartPr/>
                <p14:nvPr/>
              </p14:nvContentPartPr>
              <p14:xfrm>
                <a:off x="3991502" y="4214794"/>
                <a:ext cx="5400" cy="121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128922B-CFF6-202A-B7E1-0391B8AED6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82502" y="4206154"/>
                  <a:ext cx="23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A7A5132-D335-38D3-8A36-2BC789152F2B}"/>
                    </a:ext>
                  </a:extLst>
                </p14:cNvPr>
                <p14:cNvContentPartPr/>
                <p14:nvPr/>
              </p14:nvContentPartPr>
              <p14:xfrm>
                <a:off x="3925622" y="4304074"/>
                <a:ext cx="232920" cy="1576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A7A5132-D335-38D3-8A36-2BC789152F2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16982" y="4295074"/>
                  <a:ext cx="2505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77527DE-CBE0-4A05-EDCD-BBE36A4F13B9}"/>
                    </a:ext>
                  </a:extLst>
                </p14:cNvPr>
                <p14:cNvContentPartPr/>
                <p14:nvPr/>
              </p14:nvContentPartPr>
              <p14:xfrm>
                <a:off x="4120742" y="4284634"/>
                <a:ext cx="80280" cy="132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77527DE-CBE0-4A05-EDCD-BBE36A4F13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12102" y="4275634"/>
                  <a:ext cx="97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72731D1-C4AB-B5A8-C88B-E6A4D34D82FA}"/>
                    </a:ext>
                  </a:extLst>
                </p14:cNvPr>
                <p14:cNvContentPartPr/>
                <p14:nvPr/>
              </p14:nvContentPartPr>
              <p14:xfrm>
                <a:off x="4066022" y="4314514"/>
                <a:ext cx="237240" cy="1904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72731D1-C4AB-B5A8-C88B-E6A4D34D82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057022" y="4305874"/>
                  <a:ext cx="254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22F6636-4B17-BA93-B7D1-C8FEE2E1F26F}"/>
                    </a:ext>
                  </a:extLst>
                </p14:cNvPr>
                <p14:cNvContentPartPr/>
                <p14:nvPr/>
              </p14:nvContentPartPr>
              <p14:xfrm>
                <a:off x="4316582" y="4227394"/>
                <a:ext cx="56880" cy="2073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22F6636-4B17-BA93-B7D1-C8FEE2E1F2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07582" y="4218754"/>
                  <a:ext cx="7452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1905092-77C9-19F3-F617-101982238365}"/>
              </a:ext>
            </a:extLst>
          </p:cNvPr>
          <p:cNvGrpSpPr/>
          <p:nvPr/>
        </p:nvGrpSpPr>
        <p:grpSpPr>
          <a:xfrm>
            <a:off x="4530782" y="4133794"/>
            <a:ext cx="706680" cy="314280"/>
            <a:chOff x="4530782" y="4133794"/>
            <a:chExt cx="70668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2ADFCE7-7AEC-2255-B221-FF04FE243E93}"/>
                    </a:ext>
                  </a:extLst>
                </p14:cNvPr>
                <p14:cNvContentPartPr/>
                <p14:nvPr/>
              </p14:nvContentPartPr>
              <p14:xfrm>
                <a:off x="4530782" y="4207234"/>
                <a:ext cx="41760" cy="1472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2ADFCE7-7AEC-2255-B221-FF04FE243E9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21782" y="4198594"/>
                  <a:ext cx="59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97C1722-BDF2-72AE-3CA6-01EFA9845C0F}"/>
                    </a:ext>
                  </a:extLst>
                </p14:cNvPr>
                <p14:cNvContentPartPr/>
                <p14:nvPr/>
              </p14:nvContentPartPr>
              <p14:xfrm>
                <a:off x="4562462" y="4190314"/>
                <a:ext cx="93960" cy="2077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97C1722-BDF2-72AE-3CA6-01EFA9845C0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53462" y="4181314"/>
                  <a:ext cx="111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0DFD5A3-04CA-7DBE-AAFC-A3AB87EA5F5F}"/>
                    </a:ext>
                  </a:extLst>
                </p14:cNvPr>
                <p14:cNvContentPartPr/>
                <p14:nvPr/>
              </p14:nvContentPartPr>
              <p14:xfrm>
                <a:off x="4647782" y="4171234"/>
                <a:ext cx="123480" cy="1861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0DFD5A3-04CA-7DBE-AAFC-A3AB87EA5F5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39142" y="4162234"/>
                  <a:ext cx="141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7AD774B-F5EC-036D-2BD4-3D6BE086F31D}"/>
                    </a:ext>
                  </a:extLst>
                </p14:cNvPr>
                <p14:cNvContentPartPr/>
                <p14:nvPr/>
              </p14:nvContentPartPr>
              <p14:xfrm>
                <a:off x="4753622" y="4219474"/>
                <a:ext cx="66960" cy="35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7AD774B-F5EC-036D-2BD4-3D6BE086F31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44982" y="4210474"/>
                  <a:ext cx="84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D6AED658-A635-7383-52B0-F430752451EB}"/>
                    </a:ext>
                  </a:extLst>
                </p14:cNvPr>
                <p14:cNvContentPartPr/>
                <p14:nvPr/>
              </p14:nvContentPartPr>
              <p14:xfrm>
                <a:off x="4707902" y="4314514"/>
                <a:ext cx="158760" cy="1335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D6AED658-A635-7383-52B0-F430752451E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99262" y="4305514"/>
                  <a:ext cx="176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12D7E13-8FC0-4745-88DC-3C6A592947D1}"/>
                    </a:ext>
                  </a:extLst>
                </p14:cNvPr>
                <p14:cNvContentPartPr/>
                <p14:nvPr/>
              </p14:nvContentPartPr>
              <p14:xfrm>
                <a:off x="4836782" y="4148554"/>
                <a:ext cx="317880" cy="2167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12D7E13-8FC0-4745-88DC-3C6A592947D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28142" y="4139914"/>
                  <a:ext cx="335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5834BDB-9444-F29F-AA54-DAEA47957E3E}"/>
                    </a:ext>
                  </a:extLst>
                </p14:cNvPr>
                <p14:cNvContentPartPr/>
                <p14:nvPr/>
              </p14:nvContentPartPr>
              <p14:xfrm>
                <a:off x="5089502" y="4133794"/>
                <a:ext cx="147960" cy="1965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5834BDB-9444-F29F-AA54-DAEA47957E3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80862" y="4125154"/>
                  <a:ext cx="16560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E9F35EA8-C7E4-55B6-286A-2EAA0F404490}"/>
                  </a:ext>
                </a:extLst>
              </p14:cNvPr>
              <p14:cNvContentPartPr/>
              <p14:nvPr/>
            </p14:nvContentPartPr>
            <p14:xfrm>
              <a:off x="2736902" y="5220994"/>
              <a:ext cx="521280" cy="4104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E9F35EA8-C7E4-55B6-286A-2EAA0F40449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701262" y="5148994"/>
                <a:ext cx="5929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69B1B148-817E-4FC4-4785-781027A3E3AD}"/>
                  </a:ext>
                </a:extLst>
              </p14:cNvPr>
              <p14:cNvContentPartPr/>
              <p14:nvPr/>
            </p14:nvContentPartPr>
            <p14:xfrm>
              <a:off x="3940742" y="5246554"/>
              <a:ext cx="2452680" cy="5904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69B1B148-817E-4FC4-4785-781027A3E3A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904742" y="5174914"/>
                <a:ext cx="25243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3488" name="잉크 63487">
                <a:extLst>
                  <a:ext uri="{FF2B5EF4-FFF2-40B4-BE49-F238E27FC236}">
                    <a16:creationId xmlns:a16="http://schemas.microsoft.com/office/drawing/2014/main" id="{58321099-A247-6DD3-059C-8F424A04F3AF}"/>
                  </a:ext>
                </a:extLst>
              </p14:cNvPr>
              <p14:cNvContentPartPr/>
              <p14:nvPr/>
            </p14:nvContentPartPr>
            <p14:xfrm>
              <a:off x="4853702" y="5575954"/>
              <a:ext cx="2790360" cy="78120"/>
            </p14:xfrm>
          </p:contentPart>
        </mc:Choice>
        <mc:Fallback>
          <p:pic>
            <p:nvPicPr>
              <p:cNvPr id="63488" name="잉크 63487">
                <a:extLst>
                  <a:ext uri="{FF2B5EF4-FFF2-40B4-BE49-F238E27FC236}">
                    <a16:creationId xmlns:a16="http://schemas.microsoft.com/office/drawing/2014/main" id="{58321099-A247-6DD3-059C-8F424A04F3A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818062" y="5503954"/>
                <a:ext cx="28620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3489" name="잉크 63488">
                <a:extLst>
                  <a:ext uri="{FF2B5EF4-FFF2-40B4-BE49-F238E27FC236}">
                    <a16:creationId xmlns:a16="http://schemas.microsoft.com/office/drawing/2014/main" id="{E1DEBCFF-8052-6B86-8165-08F81EEBDFE0}"/>
                  </a:ext>
                </a:extLst>
              </p14:cNvPr>
              <p14:cNvContentPartPr/>
              <p14:nvPr/>
            </p14:nvContentPartPr>
            <p14:xfrm>
              <a:off x="4447622" y="5910754"/>
              <a:ext cx="335160" cy="133200"/>
            </p14:xfrm>
          </p:contentPart>
        </mc:Choice>
        <mc:Fallback>
          <p:pic>
            <p:nvPicPr>
              <p:cNvPr id="63489" name="잉크 63488">
                <a:extLst>
                  <a:ext uri="{FF2B5EF4-FFF2-40B4-BE49-F238E27FC236}">
                    <a16:creationId xmlns:a16="http://schemas.microsoft.com/office/drawing/2014/main" id="{E1DEBCFF-8052-6B86-8165-08F81EEBDFE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438982" y="5901754"/>
                <a:ext cx="35280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497" name="그룹 63496">
            <a:extLst>
              <a:ext uri="{FF2B5EF4-FFF2-40B4-BE49-F238E27FC236}">
                <a16:creationId xmlns:a16="http://schemas.microsoft.com/office/drawing/2014/main" id="{65E4B7D4-5EE8-9181-B4BC-150A3094B013}"/>
              </a:ext>
            </a:extLst>
          </p:cNvPr>
          <p:cNvGrpSpPr/>
          <p:nvPr/>
        </p:nvGrpSpPr>
        <p:grpSpPr>
          <a:xfrm>
            <a:off x="4959182" y="5867554"/>
            <a:ext cx="694440" cy="272880"/>
            <a:chOff x="4959182" y="5867554"/>
            <a:chExt cx="69444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3490" name="잉크 63489">
                  <a:extLst>
                    <a:ext uri="{FF2B5EF4-FFF2-40B4-BE49-F238E27FC236}">
                      <a16:creationId xmlns:a16="http://schemas.microsoft.com/office/drawing/2014/main" id="{EF4D18FC-19E4-DBC4-559D-21270623FC44}"/>
                    </a:ext>
                  </a:extLst>
                </p14:cNvPr>
                <p14:cNvContentPartPr/>
                <p14:nvPr/>
              </p14:nvContentPartPr>
              <p14:xfrm>
                <a:off x="4959182" y="5900674"/>
                <a:ext cx="180720" cy="239760"/>
              </p14:xfrm>
            </p:contentPart>
          </mc:Choice>
          <mc:Fallback>
            <p:pic>
              <p:nvPicPr>
                <p:cNvPr id="63490" name="잉크 63489">
                  <a:extLst>
                    <a:ext uri="{FF2B5EF4-FFF2-40B4-BE49-F238E27FC236}">
                      <a16:creationId xmlns:a16="http://schemas.microsoft.com/office/drawing/2014/main" id="{EF4D18FC-19E4-DBC4-559D-21270623FC4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50542" y="5891674"/>
                  <a:ext cx="198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3492" name="잉크 63491">
                  <a:extLst>
                    <a:ext uri="{FF2B5EF4-FFF2-40B4-BE49-F238E27FC236}">
                      <a16:creationId xmlns:a16="http://schemas.microsoft.com/office/drawing/2014/main" id="{C444A916-A2F8-525A-6919-744FC2332300}"/>
                    </a:ext>
                  </a:extLst>
                </p14:cNvPr>
                <p14:cNvContentPartPr/>
                <p14:nvPr/>
              </p14:nvContentPartPr>
              <p14:xfrm>
                <a:off x="5104262" y="5891314"/>
                <a:ext cx="60840" cy="236160"/>
              </p14:xfrm>
            </p:contentPart>
          </mc:Choice>
          <mc:Fallback>
            <p:pic>
              <p:nvPicPr>
                <p:cNvPr id="63492" name="잉크 63491">
                  <a:extLst>
                    <a:ext uri="{FF2B5EF4-FFF2-40B4-BE49-F238E27FC236}">
                      <a16:creationId xmlns:a16="http://schemas.microsoft.com/office/drawing/2014/main" id="{C444A916-A2F8-525A-6919-744FC233230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95262" y="5882314"/>
                  <a:ext cx="784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3493" name="잉크 63492">
                  <a:extLst>
                    <a:ext uri="{FF2B5EF4-FFF2-40B4-BE49-F238E27FC236}">
                      <a16:creationId xmlns:a16="http://schemas.microsoft.com/office/drawing/2014/main" id="{6E5786BB-94F6-9E71-5B8C-EC92C39587BB}"/>
                    </a:ext>
                  </a:extLst>
                </p14:cNvPr>
                <p14:cNvContentPartPr/>
                <p14:nvPr/>
              </p14:nvContentPartPr>
              <p14:xfrm>
                <a:off x="5098862" y="5872234"/>
                <a:ext cx="124200" cy="169560"/>
              </p14:xfrm>
            </p:contentPart>
          </mc:Choice>
          <mc:Fallback>
            <p:pic>
              <p:nvPicPr>
                <p:cNvPr id="63493" name="잉크 63492">
                  <a:extLst>
                    <a:ext uri="{FF2B5EF4-FFF2-40B4-BE49-F238E27FC236}">
                      <a16:creationId xmlns:a16="http://schemas.microsoft.com/office/drawing/2014/main" id="{6E5786BB-94F6-9E71-5B8C-EC92C39587B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090222" y="5863234"/>
                  <a:ext cx="141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3494" name="잉크 63493">
                  <a:extLst>
                    <a:ext uri="{FF2B5EF4-FFF2-40B4-BE49-F238E27FC236}">
                      <a16:creationId xmlns:a16="http://schemas.microsoft.com/office/drawing/2014/main" id="{BCE89CFB-F334-39B9-FA67-F9F91C551E25}"/>
                    </a:ext>
                  </a:extLst>
                </p14:cNvPr>
                <p14:cNvContentPartPr/>
                <p14:nvPr/>
              </p14:nvContentPartPr>
              <p14:xfrm>
                <a:off x="5262662" y="5867554"/>
                <a:ext cx="119160" cy="242640"/>
              </p14:xfrm>
            </p:contentPart>
          </mc:Choice>
          <mc:Fallback>
            <p:pic>
              <p:nvPicPr>
                <p:cNvPr id="63494" name="잉크 63493">
                  <a:extLst>
                    <a:ext uri="{FF2B5EF4-FFF2-40B4-BE49-F238E27FC236}">
                      <a16:creationId xmlns:a16="http://schemas.microsoft.com/office/drawing/2014/main" id="{BCE89CFB-F334-39B9-FA67-F9F91C551E2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54022" y="5858554"/>
                  <a:ext cx="136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495" name="잉크 63494">
                  <a:extLst>
                    <a:ext uri="{FF2B5EF4-FFF2-40B4-BE49-F238E27FC236}">
                      <a16:creationId xmlns:a16="http://schemas.microsoft.com/office/drawing/2014/main" id="{E5D77394-C3D9-2805-A0AC-21C974C955C9}"/>
                    </a:ext>
                  </a:extLst>
                </p14:cNvPr>
                <p14:cNvContentPartPr/>
                <p14:nvPr/>
              </p14:nvContentPartPr>
              <p14:xfrm>
                <a:off x="5426462" y="5933794"/>
                <a:ext cx="107280" cy="183240"/>
              </p14:xfrm>
            </p:contentPart>
          </mc:Choice>
          <mc:Fallback>
            <p:pic>
              <p:nvPicPr>
                <p:cNvPr id="63495" name="잉크 63494">
                  <a:extLst>
                    <a:ext uri="{FF2B5EF4-FFF2-40B4-BE49-F238E27FC236}">
                      <a16:creationId xmlns:a16="http://schemas.microsoft.com/office/drawing/2014/main" id="{E5D77394-C3D9-2805-A0AC-21C974C955C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17462" y="5925154"/>
                  <a:ext cx="124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3496" name="잉크 63495">
                  <a:extLst>
                    <a:ext uri="{FF2B5EF4-FFF2-40B4-BE49-F238E27FC236}">
                      <a16:creationId xmlns:a16="http://schemas.microsoft.com/office/drawing/2014/main" id="{2FC64BA1-7148-C5D1-1845-B7C7E636F896}"/>
                    </a:ext>
                  </a:extLst>
                </p14:cNvPr>
                <p14:cNvContentPartPr/>
                <p14:nvPr/>
              </p14:nvContentPartPr>
              <p14:xfrm>
                <a:off x="5567942" y="5889874"/>
                <a:ext cx="85680" cy="229680"/>
              </p14:xfrm>
            </p:contentPart>
          </mc:Choice>
          <mc:Fallback>
            <p:pic>
              <p:nvPicPr>
                <p:cNvPr id="63496" name="잉크 63495">
                  <a:extLst>
                    <a:ext uri="{FF2B5EF4-FFF2-40B4-BE49-F238E27FC236}">
                      <a16:creationId xmlns:a16="http://schemas.microsoft.com/office/drawing/2014/main" id="{2FC64BA1-7148-C5D1-1845-B7C7E636F89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58942" y="5880874"/>
                  <a:ext cx="10332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505" name="그룹 63504">
            <a:extLst>
              <a:ext uri="{FF2B5EF4-FFF2-40B4-BE49-F238E27FC236}">
                <a16:creationId xmlns:a16="http://schemas.microsoft.com/office/drawing/2014/main" id="{103E2DC5-1A8D-02B9-4289-399526D1B6DC}"/>
              </a:ext>
            </a:extLst>
          </p:cNvPr>
          <p:cNvGrpSpPr/>
          <p:nvPr/>
        </p:nvGrpSpPr>
        <p:grpSpPr>
          <a:xfrm>
            <a:off x="5812022" y="5916154"/>
            <a:ext cx="405000" cy="253080"/>
            <a:chOff x="5812022" y="5916154"/>
            <a:chExt cx="40500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3498" name="잉크 63497">
                  <a:extLst>
                    <a:ext uri="{FF2B5EF4-FFF2-40B4-BE49-F238E27FC236}">
                      <a16:creationId xmlns:a16="http://schemas.microsoft.com/office/drawing/2014/main" id="{800A5D74-E669-6DC6-6D6E-ECEA60DABF0E}"/>
                    </a:ext>
                  </a:extLst>
                </p14:cNvPr>
                <p14:cNvContentPartPr/>
                <p14:nvPr/>
              </p14:nvContentPartPr>
              <p14:xfrm>
                <a:off x="5812022" y="5951434"/>
                <a:ext cx="86040" cy="158400"/>
              </p14:xfrm>
            </p:contentPart>
          </mc:Choice>
          <mc:Fallback>
            <p:pic>
              <p:nvPicPr>
                <p:cNvPr id="63498" name="잉크 63497">
                  <a:extLst>
                    <a:ext uri="{FF2B5EF4-FFF2-40B4-BE49-F238E27FC236}">
                      <a16:creationId xmlns:a16="http://schemas.microsoft.com/office/drawing/2014/main" id="{800A5D74-E669-6DC6-6D6E-ECEA60DABF0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03382" y="5942434"/>
                  <a:ext cx="103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499" name="잉크 63498">
                  <a:extLst>
                    <a:ext uri="{FF2B5EF4-FFF2-40B4-BE49-F238E27FC236}">
                      <a16:creationId xmlns:a16="http://schemas.microsoft.com/office/drawing/2014/main" id="{0CA55767-4662-B3E9-99DE-F43E2A2DC3B1}"/>
                    </a:ext>
                  </a:extLst>
                </p14:cNvPr>
                <p14:cNvContentPartPr/>
                <p14:nvPr/>
              </p14:nvContentPartPr>
              <p14:xfrm>
                <a:off x="5863142" y="5950354"/>
                <a:ext cx="140760" cy="109080"/>
              </p14:xfrm>
            </p:contentPart>
          </mc:Choice>
          <mc:Fallback>
            <p:pic>
              <p:nvPicPr>
                <p:cNvPr id="63499" name="잉크 63498">
                  <a:extLst>
                    <a:ext uri="{FF2B5EF4-FFF2-40B4-BE49-F238E27FC236}">
                      <a16:creationId xmlns:a16="http://schemas.microsoft.com/office/drawing/2014/main" id="{0CA55767-4662-B3E9-99DE-F43E2A2DC3B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854502" y="5941354"/>
                  <a:ext cx="158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3500" name="잉크 63499">
                  <a:extLst>
                    <a:ext uri="{FF2B5EF4-FFF2-40B4-BE49-F238E27FC236}">
                      <a16:creationId xmlns:a16="http://schemas.microsoft.com/office/drawing/2014/main" id="{9F7FA8FD-8C2F-0FE9-77CA-6931CA96E943}"/>
                    </a:ext>
                  </a:extLst>
                </p14:cNvPr>
                <p14:cNvContentPartPr/>
                <p14:nvPr/>
              </p14:nvContentPartPr>
              <p14:xfrm>
                <a:off x="5989502" y="5916154"/>
                <a:ext cx="56880" cy="253080"/>
              </p14:xfrm>
            </p:contentPart>
          </mc:Choice>
          <mc:Fallback>
            <p:pic>
              <p:nvPicPr>
                <p:cNvPr id="63500" name="잉크 63499">
                  <a:extLst>
                    <a:ext uri="{FF2B5EF4-FFF2-40B4-BE49-F238E27FC236}">
                      <a16:creationId xmlns:a16="http://schemas.microsoft.com/office/drawing/2014/main" id="{9F7FA8FD-8C2F-0FE9-77CA-6931CA96E94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80502" y="5907154"/>
                  <a:ext cx="74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501" name="잉크 63500">
                  <a:extLst>
                    <a:ext uri="{FF2B5EF4-FFF2-40B4-BE49-F238E27FC236}">
                      <a16:creationId xmlns:a16="http://schemas.microsoft.com/office/drawing/2014/main" id="{565FCE7E-ECF0-E749-6DCE-0716B6C57B8B}"/>
                    </a:ext>
                  </a:extLst>
                </p14:cNvPr>
                <p14:cNvContentPartPr/>
                <p14:nvPr/>
              </p14:nvContentPartPr>
              <p14:xfrm>
                <a:off x="6035222" y="5936674"/>
                <a:ext cx="181800" cy="176400"/>
              </p14:xfrm>
            </p:contentPart>
          </mc:Choice>
          <mc:Fallback>
            <p:pic>
              <p:nvPicPr>
                <p:cNvPr id="63501" name="잉크 63500">
                  <a:extLst>
                    <a:ext uri="{FF2B5EF4-FFF2-40B4-BE49-F238E27FC236}">
                      <a16:creationId xmlns:a16="http://schemas.microsoft.com/office/drawing/2014/main" id="{565FCE7E-ECF0-E749-6DCE-0716B6C57B8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26582" y="5927674"/>
                  <a:ext cx="1994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504" name="그룹 63503">
            <a:extLst>
              <a:ext uri="{FF2B5EF4-FFF2-40B4-BE49-F238E27FC236}">
                <a16:creationId xmlns:a16="http://schemas.microsoft.com/office/drawing/2014/main" id="{89972B74-593C-479E-5D32-56DC7BF7C062}"/>
              </a:ext>
            </a:extLst>
          </p:cNvPr>
          <p:cNvGrpSpPr/>
          <p:nvPr/>
        </p:nvGrpSpPr>
        <p:grpSpPr>
          <a:xfrm>
            <a:off x="6370382" y="5910034"/>
            <a:ext cx="233280" cy="267120"/>
            <a:chOff x="6370382" y="5910034"/>
            <a:chExt cx="23328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502" name="잉크 63501">
                  <a:extLst>
                    <a:ext uri="{FF2B5EF4-FFF2-40B4-BE49-F238E27FC236}">
                      <a16:creationId xmlns:a16="http://schemas.microsoft.com/office/drawing/2014/main" id="{1B1ED89B-52E8-5F5C-0CEF-DBE09692EB18}"/>
                    </a:ext>
                  </a:extLst>
                </p14:cNvPr>
                <p14:cNvContentPartPr/>
                <p14:nvPr/>
              </p14:nvContentPartPr>
              <p14:xfrm>
                <a:off x="6370382" y="5941354"/>
                <a:ext cx="91800" cy="161280"/>
              </p14:xfrm>
            </p:contentPart>
          </mc:Choice>
          <mc:Fallback>
            <p:pic>
              <p:nvPicPr>
                <p:cNvPr id="63502" name="잉크 63501">
                  <a:extLst>
                    <a:ext uri="{FF2B5EF4-FFF2-40B4-BE49-F238E27FC236}">
                      <a16:creationId xmlns:a16="http://schemas.microsoft.com/office/drawing/2014/main" id="{1B1ED89B-52E8-5F5C-0CEF-DBE09692EB1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61742" y="5932714"/>
                  <a:ext cx="109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3503" name="잉크 63502">
                  <a:extLst>
                    <a:ext uri="{FF2B5EF4-FFF2-40B4-BE49-F238E27FC236}">
                      <a16:creationId xmlns:a16="http://schemas.microsoft.com/office/drawing/2014/main" id="{9FBA48BF-3945-3D92-1F30-7DB649801A4C}"/>
                    </a:ext>
                  </a:extLst>
                </p14:cNvPr>
                <p14:cNvContentPartPr/>
                <p14:nvPr/>
              </p14:nvContentPartPr>
              <p14:xfrm>
                <a:off x="6480182" y="5910034"/>
                <a:ext cx="123480" cy="267120"/>
              </p14:xfrm>
            </p:contentPart>
          </mc:Choice>
          <mc:Fallback>
            <p:pic>
              <p:nvPicPr>
                <p:cNvPr id="63503" name="잉크 63502">
                  <a:extLst>
                    <a:ext uri="{FF2B5EF4-FFF2-40B4-BE49-F238E27FC236}">
                      <a16:creationId xmlns:a16="http://schemas.microsoft.com/office/drawing/2014/main" id="{9FBA48BF-3945-3D92-1F30-7DB649801A4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71182" y="5901394"/>
                  <a:ext cx="14112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3506" name="잉크 63505">
                <a:extLst>
                  <a:ext uri="{FF2B5EF4-FFF2-40B4-BE49-F238E27FC236}">
                    <a16:creationId xmlns:a16="http://schemas.microsoft.com/office/drawing/2014/main" id="{DB762F05-5642-9851-6880-A76BB84D8FF4}"/>
                  </a:ext>
                </a:extLst>
              </p14:cNvPr>
              <p14:cNvContentPartPr/>
              <p14:nvPr/>
            </p14:nvContentPartPr>
            <p14:xfrm>
              <a:off x="1043462" y="5966194"/>
              <a:ext cx="3379680" cy="52560"/>
            </p14:xfrm>
          </p:contentPart>
        </mc:Choice>
        <mc:Fallback>
          <p:pic>
            <p:nvPicPr>
              <p:cNvPr id="63506" name="잉크 63505">
                <a:extLst>
                  <a:ext uri="{FF2B5EF4-FFF2-40B4-BE49-F238E27FC236}">
                    <a16:creationId xmlns:a16="http://schemas.microsoft.com/office/drawing/2014/main" id="{DB762F05-5642-9851-6880-A76BB84D8FF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07462" y="5894554"/>
                <a:ext cx="3451320" cy="19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쓰레드 라이브러리</a:t>
            </a:r>
            <a:endParaRPr lang="en-US" altLang="ko-KR"/>
          </a:p>
        </p:txBody>
      </p:sp>
      <p:sp>
        <p:nvSpPr>
          <p:cNvPr id="2160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쓰레드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라이브러리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프로그래머에게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쓰레드를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생성하고 관리하기 위한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API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제공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주로 사용되는 라이브러리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POSIX </a:t>
            </a:r>
            <a:r>
              <a:rPr lang="en-US" altLang="ko-KR" dirty="0" err="1">
                <a:solidFill>
                  <a:srgbClr val="000000"/>
                </a:solidFill>
                <a:latin typeface="+mn-ea"/>
              </a:rPr>
              <a:t>Pthread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; </a:t>
            </a:r>
            <a:r>
              <a:rPr lang="en-US" altLang="ko-KR" dirty="0">
                <a:solidFill>
                  <a:srgbClr val="000000"/>
                </a:solidFill>
              </a:rPr>
              <a:t>UNIX </a:t>
            </a:r>
            <a:r>
              <a:rPr lang="ko-KR" altLang="en-US" dirty="0">
                <a:solidFill>
                  <a:srgbClr val="000000"/>
                </a:solidFill>
              </a:rPr>
              <a:t>기반 운영 체제에 해당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Win32</a:t>
            </a: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Java</a:t>
            </a:r>
          </a:p>
          <a:p>
            <a:pPr>
              <a:defRPr/>
            </a:pPr>
            <a:endParaRPr lang="ko-KR" altLang="en-US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F6ECA9-503A-491C-884A-DEEC7018B64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7250" y="428625"/>
            <a:ext cx="7600950" cy="866775"/>
          </a:xfrm>
        </p:spPr>
        <p:txBody>
          <a:bodyPr/>
          <a:lstStyle/>
          <a:p>
            <a:r>
              <a:rPr lang="en-US" altLang="ko-KR" sz="3600"/>
              <a:t>Pthread API </a:t>
            </a:r>
            <a:r>
              <a:rPr lang="ko-KR" altLang="en-US" sz="3600"/>
              <a:t>쓰레드 프로그래밍</a:t>
            </a:r>
          </a:p>
        </p:txBody>
      </p:sp>
      <p:sp>
        <p:nvSpPr>
          <p:cNvPr id="1843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DE2595-84FD-4003-9DDD-4D720CB64F6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8436" name="그림 7" descr="1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571625"/>
            <a:ext cx="7356475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98B24913-6D8F-4C0F-21D0-71FEB96EDD6E}"/>
              </a:ext>
            </a:extLst>
          </p:cNvPr>
          <p:cNvGrpSpPr/>
          <p:nvPr/>
        </p:nvGrpSpPr>
        <p:grpSpPr>
          <a:xfrm>
            <a:off x="5243582" y="162274"/>
            <a:ext cx="1005120" cy="369720"/>
            <a:chOff x="5243582" y="162274"/>
            <a:chExt cx="100512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DD9EE70D-4B36-7AE5-641C-686A51680FAA}"/>
                    </a:ext>
                  </a:extLst>
                </p14:cNvPr>
                <p14:cNvContentPartPr/>
                <p14:nvPr/>
              </p14:nvContentPartPr>
              <p14:xfrm>
                <a:off x="5243582" y="164074"/>
                <a:ext cx="164880" cy="1674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DD9EE70D-4B36-7AE5-641C-686A51680FA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34942" y="155074"/>
                  <a:ext cx="182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175738B-A7C8-634F-DD00-27CB609BDA5E}"/>
                    </a:ext>
                  </a:extLst>
                </p14:cNvPr>
                <p14:cNvContentPartPr/>
                <p14:nvPr/>
              </p14:nvContentPartPr>
              <p14:xfrm>
                <a:off x="5252582" y="312034"/>
                <a:ext cx="164160" cy="759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175738B-A7C8-634F-DD00-27CB609BDA5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43582" y="303394"/>
                  <a:ext cx="181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D5CC2887-106D-8A89-80AB-0073D00C9C70}"/>
                    </a:ext>
                  </a:extLst>
                </p14:cNvPr>
                <p14:cNvContentPartPr/>
                <p14:nvPr/>
              </p14:nvContentPartPr>
              <p14:xfrm>
                <a:off x="5336822" y="400594"/>
                <a:ext cx="118440" cy="1314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D5CC2887-106D-8A89-80AB-0073D00C9C7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27822" y="391954"/>
                  <a:ext cx="136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4C57F3F-AE0B-5834-247A-49D8F1C63319}"/>
                    </a:ext>
                  </a:extLst>
                </p14:cNvPr>
                <p14:cNvContentPartPr/>
                <p14:nvPr/>
              </p14:nvContentPartPr>
              <p14:xfrm>
                <a:off x="5460302" y="224914"/>
                <a:ext cx="101160" cy="1465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4C57F3F-AE0B-5834-247A-49D8F1C633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51302" y="216274"/>
                  <a:ext cx="118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0D119C7-0306-6F00-7466-CE3E2DC8CF45}"/>
                    </a:ext>
                  </a:extLst>
                </p14:cNvPr>
                <p14:cNvContentPartPr/>
                <p14:nvPr/>
              </p14:nvContentPartPr>
              <p14:xfrm>
                <a:off x="5621582" y="162274"/>
                <a:ext cx="91800" cy="2448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0D119C7-0306-6F00-7466-CE3E2DC8CF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12582" y="153274"/>
                  <a:ext cx="1094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83FB47D-29CE-6277-A0D6-3D83248C7F3E}"/>
                    </a:ext>
                  </a:extLst>
                </p14:cNvPr>
                <p14:cNvContentPartPr/>
                <p14:nvPr/>
              </p14:nvContentPartPr>
              <p14:xfrm>
                <a:off x="5557862" y="439114"/>
                <a:ext cx="159480" cy="558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83FB47D-29CE-6277-A0D6-3D83248C7F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49222" y="430114"/>
                  <a:ext cx="177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DE3CCFA-2355-848F-7D99-455E3D393A91}"/>
                    </a:ext>
                  </a:extLst>
                </p14:cNvPr>
                <p14:cNvContentPartPr/>
                <p14:nvPr/>
              </p14:nvContentPartPr>
              <p14:xfrm>
                <a:off x="5742542" y="181714"/>
                <a:ext cx="131760" cy="1209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DE3CCFA-2355-848F-7D99-455E3D393A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33902" y="173074"/>
                  <a:ext cx="149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3B4CA3F-4267-5F77-A283-02230430E793}"/>
                    </a:ext>
                  </a:extLst>
                </p14:cNvPr>
                <p14:cNvContentPartPr/>
                <p14:nvPr/>
              </p14:nvContentPartPr>
              <p14:xfrm>
                <a:off x="5750822" y="265594"/>
                <a:ext cx="219240" cy="1695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3B4CA3F-4267-5F77-A283-02230430E79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41822" y="256954"/>
                  <a:ext cx="236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B7D5B02-9BD3-9817-B986-4DE0C4ACBC81}"/>
                    </a:ext>
                  </a:extLst>
                </p14:cNvPr>
                <p14:cNvContentPartPr/>
                <p14:nvPr/>
              </p14:nvContentPartPr>
              <p14:xfrm>
                <a:off x="5961782" y="197194"/>
                <a:ext cx="156600" cy="158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B7D5B02-9BD3-9817-B986-4DE0C4ACBC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53142" y="188554"/>
                  <a:ext cx="174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0F074C0-876F-1365-978A-B6401AD7D4F0}"/>
                    </a:ext>
                  </a:extLst>
                </p14:cNvPr>
                <p14:cNvContentPartPr/>
                <p14:nvPr/>
              </p14:nvContentPartPr>
              <p14:xfrm>
                <a:off x="6112262" y="184594"/>
                <a:ext cx="136440" cy="220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0F074C0-876F-1365-978A-B6401AD7D4F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03262" y="175954"/>
                  <a:ext cx="1540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94D924-2EE3-81E2-E784-322A732877F8}"/>
              </a:ext>
            </a:extLst>
          </p:cNvPr>
          <p:cNvGrpSpPr/>
          <p:nvPr/>
        </p:nvGrpSpPr>
        <p:grpSpPr>
          <a:xfrm>
            <a:off x="6497102" y="129154"/>
            <a:ext cx="511560" cy="365760"/>
            <a:chOff x="6497102" y="129154"/>
            <a:chExt cx="51156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3EC95C6-FF5D-832E-5CB5-2113F79A9D9A}"/>
                    </a:ext>
                  </a:extLst>
                </p14:cNvPr>
                <p14:cNvContentPartPr/>
                <p14:nvPr/>
              </p14:nvContentPartPr>
              <p14:xfrm>
                <a:off x="6497102" y="197194"/>
                <a:ext cx="116280" cy="1566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3EC95C6-FF5D-832E-5CB5-2113F79A9D9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88102" y="188554"/>
                  <a:ext cx="133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6E219F2-20BE-8D97-1B7A-9FE855F4DA31}"/>
                    </a:ext>
                  </a:extLst>
                </p14:cNvPr>
                <p14:cNvContentPartPr/>
                <p14:nvPr/>
              </p14:nvContentPartPr>
              <p14:xfrm>
                <a:off x="6671342" y="129154"/>
                <a:ext cx="49680" cy="3283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6E219F2-20BE-8D97-1B7A-9FE855F4DA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62702" y="120514"/>
                  <a:ext cx="67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C4ED504-767D-5260-5F40-21649D1BBB2B}"/>
                    </a:ext>
                  </a:extLst>
                </p14:cNvPr>
                <p14:cNvContentPartPr/>
                <p14:nvPr/>
              </p14:nvContentPartPr>
              <p14:xfrm>
                <a:off x="6725702" y="146794"/>
                <a:ext cx="61200" cy="1072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C4ED504-767D-5260-5F40-21649D1BBB2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17062" y="137794"/>
                  <a:ext cx="78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742C0E2A-2A45-A5E9-8627-CF30494574C7}"/>
                    </a:ext>
                  </a:extLst>
                </p14:cNvPr>
                <p14:cNvContentPartPr/>
                <p14:nvPr/>
              </p14:nvContentPartPr>
              <p14:xfrm>
                <a:off x="6672062" y="239674"/>
                <a:ext cx="209520" cy="1134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742C0E2A-2A45-A5E9-8627-CF30494574C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63062" y="230674"/>
                  <a:ext cx="227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D1E49E8-08B2-6E7A-979C-C101485A3C14}"/>
                    </a:ext>
                  </a:extLst>
                </p14:cNvPr>
                <p14:cNvContentPartPr/>
                <p14:nvPr/>
              </p14:nvContentPartPr>
              <p14:xfrm>
                <a:off x="6759182" y="274234"/>
                <a:ext cx="249480" cy="220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D1E49E8-08B2-6E7A-979C-C101485A3C1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50182" y="265234"/>
                  <a:ext cx="26712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6EA1AF6-0B57-9B39-AF06-36651577755A}"/>
              </a:ext>
            </a:extLst>
          </p:cNvPr>
          <p:cNvGrpSpPr/>
          <p:nvPr/>
        </p:nvGrpSpPr>
        <p:grpSpPr>
          <a:xfrm>
            <a:off x="7276142" y="139234"/>
            <a:ext cx="488160" cy="413640"/>
            <a:chOff x="7276142" y="139234"/>
            <a:chExt cx="48816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9AF3643-9E1D-BA46-6A3A-45D3D40F7ADE}"/>
                    </a:ext>
                  </a:extLst>
                </p14:cNvPr>
                <p14:cNvContentPartPr/>
                <p14:nvPr/>
              </p14:nvContentPartPr>
              <p14:xfrm>
                <a:off x="7276142" y="141754"/>
                <a:ext cx="71640" cy="1861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9AF3643-9E1D-BA46-6A3A-45D3D40F7AD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67502" y="133114"/>
                  <a:ext cx="89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B57E8E0-6C7D-0E84-7827-50EC3CD35BBF}"/>
                    </a:ext>
                  </a:extLst>
                </p14:cNvPr>
                <p14:cNvContentPartPr/>
                <p14:nvPr/>
              </p14:nvContentPartPr>
              <p14:xfrm>
                <a:off x="7305662" y="139234"/>
                <a:ext cx="186840" cy="1713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B57E8E0-6C7D-0E84-7827-50EC3CD35BB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97022" y="130234"/>
                  <a:ext cx="204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B350E1E-EBBF-1944-67C4-01DBF27CA975}"/>
                    </a:ext>
                  </a:extLst>
                </p14:cNvPr>
                <p14:cNvContentPartPr/>
                <p14:nvPr/>
              </p14:nvContentPartPr>
              <p14:xfrm>
                <a:off x="7291622" y="339394"/>
                <a:ext cx="215280" cy="1393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B350E1E-EBBF-1944-67C4-01DBF27CA97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82622" y="330394"/>
                  <a:ext cx="232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E6A9C55-A76F-FDC1-CD98-E59B520345EE}"/>
                    </a:ext>
                  </a:extLst>
                </p14:cNvPr>
                <p14:cNvContentPartPr/>
                <p14:nvPr/>
              </p14:nvContentPartPr>
              <p14:xfrm>
                <a:off x="7563422" y="191794"/>
                <a:ext cx="112320" cy="738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E6A9C55-A76F-FDC1-CD98-E59B520345E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54782" y="182794"/>
                  <a:ext cx="129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E50C2DB-E131-4BDA-4566-F8CCEC52A476}"/>
                    </a:ext>
                  </a:extLst>
                </p14:cNvPr>
                <p14:cNvContentPartPr/>
                <p14:nvPr/>
              </p14:nvContentPartPr>
              <p14:xfrm>
                <a:off x="7413662" y="289714"/>
                <a:ext cx="350640" cy="986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E50C2DB-E131-4BDA-4566-F8CCEC52A4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05022" y="281074"/>
                  <a:ext cx="368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E715140-2DFD-5791-2832-E0D5BDAF2EC6}"/>
                    </a:ext>
                  </a:extLst>
                </p14:cNvPr>
                <p14:cNvContentPartPr/>
                <p14:nvPr/>
              </p14:nvContentPartPr>
              <p14:xfrm>
                <a:off x="7548662" y="379354"/>
                <a:ext cx="150120" cy="1735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E715140-2DFD-5791-2832-E0D5BDAF2EC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40022" y="370354"/>
                  <a:ext cx="167760" cy="191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7384E1-BE96-4B26-8A9C-2B97E5C6F7D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9459" name="그림 8" descr="2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143000"/>
            <a:ext cx="7539037" cy="550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C2255C2B-7F5F-B4D0-F4DE-7A8197940DC3}"/>
                  </a:ext>
                </a:extLst>
              </p14:cNvPr>
              <p14:cNvContentPartPr/>
              <p14:nvPr/>
            </p14:nvContentPartPr>
            <p14:xfrm>
              <a:off x="1548542" y="2045074"/>
              <a:ext cx="4907520" cy="669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C2255C2B-7F5F-B4D0-F4DE-7A8197940D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542" y="1973074"/>
                <a:ext cx="49791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460A264-1C97-D29D-09F0-F963DC7EB0F4}"/>
                  </a:ext>
                </a:extLst>
              </p14:cNvPr>
              <p14:cNvContentPartPr/>
              <p14:nvPr/>
            </p14:nvContentPartPr>
            <p14:xfrm>
              <a:off x="895862" y="3578314"/>
              <a:ext cx="548280" cy="27608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460A264-1C97-D29D-09F0-F963DC7EB0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9862" y="3506674"/>
                <a:ext cx="619920" cy="29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5FCE8B3-EEFE-1729-F12B-9F82BAF522C2}"/>
                  </a:ext>
                </a:extLst>
              </p14:cNvPr>
              <p14:cNvContentPartPr/>
              <p14:nvPr/>
            </p14:nvContentPartPr>
            <p14:xfrm>
              <a:off x="366302" y="2059474"/>
              <a:ext cx="1127160" cy="20109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5FCE8B3-EEFE-1729-F12B-9F82BAF522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0302" y="1987474"/>
                <a:ext cx="1198800" cy="215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0"/>
            <a:ext cx="8786812" cy="1143000"/>
          </a:xfrm>
        </p:spPr>
        <p:txBody>
          <a:bodyPr/>
          <a:lstStyle/>
          <a:p>
            <a:r>
              <a:rPr lang="en-US" altLang="ko-KR" sz="4000"/>
              <a:t>Java</a:t>
            </a:r>
            <a:r>
              <a:rPr lang="ko-KR" altLang="en-US" sz="4000"/>
              <a:t> 쓰레드 프로그래밍 </a:t>
            </a:r>
            <a:r>
              <a:rPr lang="en-US" altLang="ko-KR" sz="4000"/>
              <a:t>(1)</a:t>
            </a:r>
            <a:endParaRPr lang="ko-KR" altLang="en-US" sz="4000"/>
          </a:p>
        </p:txBody>
      </p:sp>
      <p:sp>
        <p:nvSpPr>
          <p:cNvPr id="2048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4E36D7-B6BE-4FDE-A73C-545BFDB71BC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0484" name="그림 6" descr="5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101725"/>
            <a:ext cx="5857875" cy="575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2BDDFC-AA77-4264-906C-10008356A99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1507" name="그림 7" descr="6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143000"/>
            <a:ext cx="7783512" cy="550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D56109F-D4A0-7E51-C6B3-49AC1B5E3612}"/>
                  </a:ext>
                </a:extLst>
              </p14:cNvPr>
              <p14:cNvContentPartPr/>
              <p14:nvPr/>
            </p14:nvContentPartPr>
            <p14:xfrm>
              <a:off x="1927982" y="3618994"/>
              <a:ext cx="6190200" cy="759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D56109F-D4A0-7E51-C6B3-49AC1B5E36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1982" y="3547354"/>
                <a:ext cx="6261840" cy="21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/>
              <a:t>Java</a:t>
            </a:r>
            <a:r>
              <a:rPr lang="ko-KR" altLang="en-US" sz="4000"/>
              <a:t> 쓰레드 프로그래밍 </a:t>
            </a:r>
            <a:r>
              <a:rPr lang="en-US" altLang="ko-KR" sz="4000"/>
              <a:t>(2)</a:t>
            </a:r>
            <a:endParaRPr lang="ko-KR" altLang="en-US" sz="400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214313" y="1714500"/>
            <a:ext cx="4343400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class Summation extends Thread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public Summation(int n)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upper = 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40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public void run()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int sum =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40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if (upper &gt; 0)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for (int i = 1; i &lt;= upper; i++)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    sum += i;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40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System.out.println(“The sum of “+upper+” is “+sum);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40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    private int upper;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4343400" y="1785938"/>
            <a:ext cx="4586288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90000"/>
              </a:lnSpc>
              <a:buClrTx/>
              <a:buFontTx/>
              <a:buNone/>
            </a:pPr>
            <a:endParaRPr lang="en-US" altLang="ko-KR" sz="1600">
              <a:latin typeface="Times New Roman" panose="02020603050405020304" pitchFamily="18" charset="0"/>
            </a:endParaRP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public class ThreadTester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public static void main(String[] args}) 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if (args.length &gt; 0) 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if (Integer.parseInt(args[0]) &lt; 0)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    System.err.println(args[0] + “ must be &gt;= 0.”);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else 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    Summation thrd = new           Summation(Integer.parseInt(args[0]));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    thrd.start();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}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}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else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        System.err.println()”Usage: Summation &lt;integer value&gt;”);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    }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2253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9C518D-E120-4C05-8A98-111EF1DC5B9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53177C0-D829-5005-124D-DBF83CB69148}"/>
                  </a:ext>
                </a:extLst>
              </p14:cNvPr>
              <p14:cNvContentPartPr/>
              <p14:nvPr/>
            </p14:nvContentPartPr>
            <p14:xfrm>
              <a:off x="5108582" y="4254034"/>
              <a:ext cx="1046160" cy="55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53177C0-D829-5005-124D-DBF83CB691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2582" y="4182394"/>
                <a:ext cx="1117800" cy="19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7250" y="285750"/>
            <a:ext cx="7600950" cy="866775"/>
          </a:xfrm>
        </p:spPr>
        <p:txBody>
          <a:bodyPr/>
          <a:lstStyle/>
          <a:p>
            <a:r>
              <a:rPr lang="en-US" altLang="ko-KR" sz="3600"/>
              <a:t>Win32 API </a:t>
            </a:r>
            <a:r>
              <a:rPr lang="ko-KR" altLang="en-US" sz="3600"/>
              <a:t>쓰레드 프로그래밍</a:t>
            </a:r>
          </a:p>
        </p:txBody>
      </p:sp>
      <p:sp>
        <p:nvSpPr>
          <p:cNvPr id="2355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880F6E-834A-49DF-AA51-D30D93A7798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3556" name="그림 3" descr="3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223963"/>
            <a:ext cx="6143625" cy="563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062D6E8-5003-4531-A3BB-D67478B7487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4579" name="그림 5" descr="4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428750"/>
            <a:ext cx="6511925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1318</TotalTime>
  <Words>415</Words>
  <Application>Microsoft Office PowerPoint</Application>
  <PresentationFormat>화면 슬라이드 쇼(4:3)</PresentationFormat>
  <Paragraphs>90</Paragraphs>
  <Slides>14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굴림</vt:lpstr>
      <vt:lpstr>Arial</vt:lpstr>
      <vt:lpstr>Times New Roman</vt:lpstr>
      <vt:lpstr>Wingdings</vt:lpstr>
      <vt:lpstr>직선과 네모</vt:lpstr>
      <vt:lpstr>3장. 쓰레드</vt:lpstr>
      <vt:lpstr>목  차</vt:lpstr>
      <vt:lpstr>1. 개요</vt:lpstr>
      <vt:lpstr>쓰레드 사용 예</vt:lpstr>
      <vt:lpstr>PowerPoint 프레젠테이션</vt:lpstr>
      <vt:lpstr>PowerPoint 프레젠테이션</vt:lpstr>
      <vt:lpstr>2. 쓰레드 라이브러리</vt:lpstr>
      <vt:lpstr>Pthread API 쓰레드 프로그래밍</vt:lpstr>
      <vt:lpstr>PowerPoint 프레젠테이션</vt:lpstr>
      <vt:lpstr>Java 쓰레드 프로그래밍 (1)</vt:lpstr>
      <vt:lpstr>PowerPoint 프레젠테이션</vt:lpstr>
      <vt:lpstr>Java 쓰레드 프로그래밍 (2)</vt:lpstr>
      <vt:lpstr>Win32 API 쓰레드 프로그래밍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357</cp:revision>
  <cp:lastPrinted>1996-03-06T04:51:07Z</cp:lastPrinted>
  <dcterms:created xsi:type="dcterms:W3CDTF">1996-06-05T03:01:40Z</dcterms:created>
  <dcterms:modified xsi:type="dcterms:W3CDTF">2023-09-15T02:32:36Z</dcterms:modified>
</cp:coreProperties>
</file>