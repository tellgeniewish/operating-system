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21"/>
  </p:notesMasterIdLst>
  <p:handoutMasterIdLst>
    <p:handoutMasterId r:id="rId22"/>
  </p:handoutMasterIdLst>
  <p:sldIdLst>
    <p:sldId id="575" r:id="rId2"/>
    <p:sldId id="576" r:id="rId3"/>
    <p:sldId id="538" r:id="rId4"/>
    <p:sldId id="595" r:id="rId5"/>
    <p:sldId id="593" r:id="rId6"/>
    <p:sldId id="594" r:id="rId7"/>
    <p:sldId id="540" r:id="rId8"/>
    <p:sldId id="543" r:id="rId9"/>
    <p:sldId id="545" r:id="rId10"/>
    <p:sldId id="579" r:id="rId11"/>
    <p:sldId id="548" r:id="rId12"/>
    <p:sldId id="551" r:id="rId13"/>
    <p:sldId id="552" r:id="rId14"/>
    <p:sldId id="554" r:id="rId15"/>
    <p:sldId id="555" r:id="rId16"/>
    <p:sldId id="589" r:id="rId17"/>
    <p:sldId id="590" r:id="rId18"/>
    <p:sldId id="591" r:id="rId19"/>
    <p:sldId id="592" r:id="rId20"/>
  </p:sldIdLst>
  <p:sldSz cx="9144000" cy="6858000" type="screen4x3"/>
  <p:notesSz cx="6735763" cy="986948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09" autoAdjust="0"/>
    <p:restoredTop sz="95652" autoAdjust="0"/>
  </p:normalViewPr>
  <p:slideViewPr>
    <p:cSldViewPr>
      <p:cViewPr varScale="1">
        <p:scale>
          <a:sx n="109" d="100"/>
          <a:sy n="109" d="100"/>
        </p:scale>
        <p:origin x="1920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9525"/>
            <a:ext cx="291941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defTabSz="762000" eaLnBrk="0" latinLnBrk="0" hangingPunct="0">
              <a:defRPr sz="1000" i="1">
                <a:latin typeface="Times New Roman" pitchFamily="18" charset="0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16350" y="9525"/>
            <a:ext cx="291941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 defTabSz="762000" eaLnBrk="0" latinLnBrk="0" hangingPunct="0">
              <a:defRPr sz="1000" i="1">
                <a:latin typeface="Times New Roman" pitchFamily="18" charset="0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96413"/>
            <a:ext cx="2919413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defTabSz="762000" eaLnBrk="0" latinLnBrk="0" hangingPunct="0">
              <a:defRPr sz="1000" i="1">
                <a:latin typeface="Times New Roman" pitchFamily="18" charset="0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16350" y="9396413"/>
            <a:ext cx="2919413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 defTabSz="762000" eaLnBrk="0" latinLnBrk="0" hangingPunct="0">
              <a:defRPr sz="1000" i="1">
                <a:ea typeface="돋움" panose="020B0600000101010101" pitchFamily="50" charset="-127"/>
              </a:defRPr>
            </a:lvl1pPr>
          </a:lstStyle>
          <a:p>
            <a:pPr>
              <a:defRPr/>
            </a:pPr>
            <a:fld id="{8F7FB95A-C672-4D02-9115-529950B63A4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09:03.106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84 233 512 0 0,'-19'-2'447'0'0,"14"2"-332"0"0,0-1 0 0 0,-1 1 0 0 0,1-1 0 0 0,0 0 1 0 0,-1 0-1 0 0,1-1 0 0 0,-7-3 0 0 0,10 5-45 0 0,1-1 0 0 0,0 0 0 0 0,0 0 1 0 0,0 0-1 0 0,0 0 0 0 0,0 0 0 0 0,0 0 0 0 0,0-1 0 0 0,1 1 0 0 0,-1 0 0 0 0,0 0 1 0 0,1-1-1 0 0,-1 1 0 0 0,1 0 0 0 0,-1-1 0 0 0,1 1 0 0 0,0-1 0 0 0,-1 1 0 0 0,1 0 0 0 0,0-1 1 0 0,0 1-1 0 0,0-1 0 0 0,0 1 0 0 0,0-1 0 0 0,0 1 0 0 0,1 0 0 0 0,-1-1 0 0 0,0 1 1 0 0,1-1-1 0 0,-1 1 0 0 0,1 0 0 0 0,-1 0 0 0 0,1-1 0 0 0,1-1 0 0 0,0 1 143 0 0,-1 0 0 0 0,1 0 0 0 0,0 0 0 0 0,0 0 1 0 0,0 1-1 0 0,0-1 0 0 0,0 1 0 0 0,0-1 0 0 0,1 1 0 0 0,3-2 0 0 0,18-13 532 0 0,42-50 34 0 0,-60 60-758 0 0,1 1 1 0 0,0-1 0 0 0,0 1-1 0 0,0 1 1 0 0,1-1 0 0 0,-1 1-1 0 0,1 1 1 0 0,14-5-1 0 0,-19 7 10 0 0,0 1 0 0 0,0 0-1 0 0,1 0 1 0 0,-1 1-1 0 0,0-1 1 0 0,1 1 0 0 0,-1-1-1 0 0,0 1 1 0 0,0 0-1 0 0,0 0 1 0 0,5 3 0 0 0,-5-3 16 0 0,1 1 0 0 0,-1-1 0 0 0,1 0 0 0 0,-1 0 0 0 0,1 0 1 0 0,0 0-1 0 0,0-1 0 0 0,-1 1 0 0 0,8-1 0 0 0,73-20 687 0 0,-63 14-513 0 0,1 1-1 0 0,-1 0 1 0 0,30-1-1 0 0,-44 5-136 0 0,0 1-1 0 0,0 1 1 0 0,0-1-1 0 0,0 1 1 0 0,0 0-1 0 0,0 1 1 0 0,0 0-1 0 0,-1 0 1 0 0,1 0-1 0 0,0 1 1 0 0,-1 0-1 0 0,0 0 1 0 0,0 1-1 0 0,9 6 1 0 0,-7-4 35 0 0,-1-1 1 0 0,0-1-1 0 0,1 0 1 0 0,0 0-1 0 0,0 0 1 0 0,0-1-1 0 0,1 0 1 0 0,-1-1-1 0 0,11 2 1 0 0,5 0 224 0 0,47-1 1 0 0,-54-3-291 0 0,-1 0 0 0 0,1 1 0 0 0,-1 0 0 0 0,0 2 0 0 0,1 0 0 0 0,-1 1 0 0 0,16 6 0 0 0,-15-4 0 0 0,0 0 0 0 0,0-2 0 0 0,0 0 0 0 0,1 0 0 0 0,-1-2 0 0 0,33 1-1 0 0,111-12 303 0 0,-23 0-172 0 0,-46 7-96 0 0,145-20 1 0 0,-211 20-70 0 0,1 0 0 0 0,-1 2 0 0 0,1 1 0 0 0,-1 1 0 0 0,39 9 0 0 0,-56-10-21 0 0,49 5 14 0 0,73 0-1 0 0,-89-7-2 0 0,0 3 0 0 0,-1 1-1 0 0,1 2 1 0 0,52 14 0 0 0,-72-15 44 0 0,0-1 1 0 0,0 0 0 0 0,0-2 0 0 0,0 0-1 0 0,1-2 1 0 0,-1 0 0 0 0,42-9-1 0 0,-40 5 12 0 0,0 2 1 0 0,1 1-1 0 0,0 0 0 0 0,-1 2 0 0 0,1 1 0 0 0,32 5 0 0 0,-14 2-47 0 0,0-3 0 0 0,0-1 0 0 0,0-2-1 0 0,0-2 1 0 0,47-6 0 0 0,-32 4 31 0 0,91 9 0 0 0,32 1 148 0 0,-122-11-99 0 0,-18 0-25 0 0,1 1 1 0 0,-1 3-1 0 0,1 1 1 0 0,53 11-1 0 0,-37-3 37 0 0,0-2 1 0 0,0-3-1 0 0,0-2 1 0 0,85-7-1 0 0,31 8 258 0 0,-124-1-199 0 0,0-2-1 0 0,92-9 1 0 0,-60-4 1 0 0,132-1 0 0 0,20-4-125 0 0,-2 0-4 0 0,-216 17-39 0 0,35-1 29 0 0,1 1 1 0 0,-1 3-1 0 0,1 3 1 0 0,92 21-1 0 0,-111-20-14 0 0,-1-2-1 0 0,1-1 0 0 0,0-2 1 0 0,-1-1-1 0 0,47-4 0 0 0,46 1 158 0 0,24 7 240 0 0,76 4 247 0 0,22 22-544 0 0,-179-21-603 0 0,24 3-2252 0 0,-32-14-2341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09:04.423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41 41 1440 0 0,'-6'2'312'0'0,"-29"24"7173"0"0,76-25-6146 0 0,85-27 121 0 0,-103 19-1342 0 0,1 2-1 0 0,-1 0 0 0 0,1 1 0 0 0,0 1 0 0 0,0 1 0 0 0,0 1 1 0 0,0 2-1 0 0,0 0 0 0 0,28 6 0 0 0,-15-2 161 0 0,1 0 0 0 0,-1-3 0 0 0,1-1 0 0 0,71-7 0 0 0,59 0 529 0 0,-147 8-632 0 0,-1 1-1 0 0,32 9 1 0 0,-37-7-106 0 0,0-2 0 0 0,1 0-1 0 0,0 0 1 0 0,-1-2-1 0 0,29 0 1 0 0,171-29 202 0 0,39-4 25 0 0,-239 32-269 0 0,0 1 0 0 0,0 0 0 0 0,18 4 0 0 0,-21-2-8 0 0,1-1 1 0 0,-1-1-1 0 0,0 0 1 0 0,1 0-1 0 0,23-3 1 0 0,-12-1-16 0 0,1 2 0 0 0,0 0 0 0 0,0 2-1 0 0,-1 1 1 0 0,30 5 0 0 0,30 3-10 0 0,9-11-767 0 0,-63-3-2436 0 0,1 0-3598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09:05.807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69 139 1784 0 0,'-21'7'717'0'0,"16"-5"-642"0"0,1 0 0 0 0,0-1 0 0 0,-1 0-1 0 0,1 1 1 0 0,-1-2 0 0 0,1 1 0 0 0,-1 0-1 0 0,-6-1 1 0 0,11-1-47 0 0,-1 1 0 0 0,1-1-1 0 0,0 0 1 0 0,0 0 0 0 0,0 0 0 0 0,0 1 0 0 0,0-1 0 0 0,0 0-1 0 0,0 0 1 0 0,0 0 0 0 0,1 0 0 0 0,-1 1 0 0 0,0-1-1 0 0,0 0 1 0 0,1 0 0 0 0,-1 1 0 0 0,0-1 0 0 0,1 0 0 0 0,-1 0-1 0 0,1 1 1 0 0,-1-1 0 0 0,1 0 0 0 0,-1 1 0 0 0,1-1-1 0 0,-1 1 1 0 0,1-1 0 0 0,0 1 0 0 0,1-2 0 0 0,19-22 1892 0 0,-5 12-1513 0 0,0 0 0 0 0,2 1 0 0 0,-1 1 0 0 0,1 0 0 0 0,0 2 0 0 0,1 0 0 0 0,0 1 0 0 0,0 1 0 0 0,1 0 0 0 0,24-2 0 0 0,-15 3-336 0 0,1 1 1 0 0,-1 2-1 0 0,1 1 1 0 0,0 2-1 0 0,0 0 1 0 0,40 8-1 0 0,-53-4-6 0 0,0 0 0 0 0,-1 1-1 0 0,26 13 1 0 0,-29-13 69 0 0,0 0 0 0 0,0 0 0 0 0,0-1 0 0 0,1-1 0 0 0,0 0 0 0 0,20 2 0 0 0,101-3 772 0 0,-90-4-696 0 0,-1 2 1 0 0,67 10-1 0 0,-54-3 261 0 0,1-3-1 0 0,63-2 1 0 0,38 2 107 0 0,166 14 237 0 0,-170 6-726 0 0,-102-14-41 0 0,77 5 0 0 0,77 3 114 0 0,-143-10-25 0 0,-1-3 0 0 0,1-2 0 0 0,0-3 0 0 0,81-10 0 0 0,-129 5-91 0 0,1 1-1 0 0,0 1 1 0 0,-1 1-1 0 0,1 0 1 0 0,0 1-1 0 0,-1 1 1 0 0,1 0 0 0 0,0 1-1 0 0,-1 1 1 0 0,1 1-1 0 0,15 5 1 0 0,-16-4-121 0 0,1-1-1 0 0,-1-1 1 0 0,1-1-1 0 0,0 0 1 0 0,-1-2 0 0 0,1 0-1 0 0,0 0 1 0 0,19-4 0 0 0,-7 2-1373 0 0,-27 3 1064 0 0,0-1 0 0 0,0 0 0 0 0,0 0 0 0 0,1 0 1 0 0,-1 0-1 0 0,0 0 0 0 0,0-1 0 0 0,0 1 0 0 0,0-1 0 0 0,0 1 0 0 0,0-1 0 0 0,0 0 0 0 0,0 1 0 0 0,0-1 1 0 0,0 0-1 0 0,0 0 0 0 0,0-1 0 0 0,19-35-6910 0 0,-15 21 5708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09:08.067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4 74 2040 0 0,'0'0'20'0'0,"0"0"0"0"0,-1 0 0 0 0,1-1 0 0 0,0 1 0 0 0,0 0 0 0 0,-1 0 0 0 0,1-1 0 0 0,0 1 0 0 0,0 0 0 0 0,0-1 0 0 0,-1 1-1 0 0,1 0 1 0 0,0 0 0 0 0,0-1 0 0 0,0 1 0 0 0,0-1 0 0 0,0 1 0 0 0,0 0 0 0 0,0-1 0 0 0,-1 1 0 0 0,1 0 0 0 0,0-1 0 0 0,0 1-1 0 0,0 0 1 0 0,0-1 0 0 0,1 1 0 0 0,-1-1 0 0 0,0 1 0 0 0,0 0 0 0 0,0-1 0 0 0,0 1 0 0 0,0 0 0 0 0,0-1 0 0 0,1 1 0 0 0,-1 0-1 0 0,0-1 1 0 0,0 1 0 0 0,0 0 0 0 0,1 0 0 0 0,-1-1 0 0 0,0 1 0 0 0,0 0 0 0 0,1 0 0 0 0,-1-1 0 0 0,0 1 0 0 0,1 0 0 0 0,-1 0-1 0 0,0 0 1 0 0,1 0 0 0 0,-1-1 0 0 0,0 1 0 0 0,1 0 0 0 0,-1 0 0 0 0,0 0 0 0 0,1 0 0 0 0,-1 0 0 0 0,0 0 0 0 0,1 0 0 0 0,-1 0 0 0 0,0 0-1 0 0,1 0 1 0 0,-1 0 0 0 0,1 0 0 0 0,-1 0 0 0 0,0 0 0 0 0,1 0 0 0 0,-1 1 0 0 0,2-1 39 0 0,-1 0 0 0 0,0 0 0 0 0,0 0 1 0 0,0 0-1 0 0,0 0 0 0 0,0 0 0 0 0,0 0 0 0 0,0 0 0 0 0,1-1 1 0 0,-1 1-1 0 0,0 0 0 0 0,0-1 0 0 0,0 1 0 0 0,0-1 0 0 0,0 1 1 0 0,0-1-1 0 0,0 1 0 0 0,0-1 0 0 0,1 0 0 0 0,3-3 166 0 0,0 0-1 0 0,0 1 1 0 0,1 0-1 0 0,-1 0 0 0 0,1 1 1 0 0,-1-1-1 0 0,1 1 1 0 0,0 1-1 0 0,0-1 0 0 0,0 1 1 0 0,1 0-1 0 0,-1 0 1 0 0,0 1-1 0 0,9 0 1 0 0,18 0-81 0 0,45 7 1 0 0,-56-5 24 0 0,67 4 425 0 0,0-3 0 0 0,1-5 1 0 0,106-15-1 0 0,-165 16-574 0 0,0 0 1 0 0,-1 2-1 0 0,1 2 1 0 0,36 7-1 0 0,-26-4 73 0 0,59 2 0 0 0,2-8 249 0 0,215-7-57 0 0,-254 5-230 0 0,112 10 1 0 0,-10 1-58 0 0,-21-1 235 0 0,-108-3-185 0 0,0-3 0 0 0,0 0-1 0 0,0-3 1 0 0,0 0 0 0 0,70-14 0 0 0,-84 9-18 0 0,12-3-1 0 0,0 1 1 0 0,38-4-1 0 0,-61 11-26 0 0,1 1 0 0 0,0 0-1 0 0,-1 1 1 0 0,1 0 0 0 0,-1 0 0 0 0,1 1 0 0 0,-1 1 0 0 0,0 0 0 0 0,0 0-1 0 0,14 7 1 0 0,-6-1-9 0 0,1-2-1 0 0,-1 0 0 0 0,1-1 0 0 0,0-1 0 0 0,37 4 1 0 0,101-5 28 0 0,-102-4-1 0 0,-19 2-5 0 0,0 1 0 0 0,43 11 0 0 0,-51-8-4 0 0,0-2 0 0 0,0 0-1 0 0,1-2 1 0 0,51-2 0 0 0,40-15 141 0 0,-47 3-8 0 0,0 5-1 0 0,0 2 1 0 0,132 9 0 0 0,-97 6 46 0 0,0-4 1 0 0,0-5-1 0 0,128-15 0 0 0,172-13 52 0 0,-343 24-172 0 0,107-18 1 0 0,-107 11-56 0 0,70-1 0 0 0,-70 6 21 0 0,268-10 27 0 0,-254 13-71 0 0,178 14 507 0 0,-39 0-35 0 0,-169-10-762 0 0,1 2 0 0 0,-1 2 1 0 0,0 2-1 0 0,74 23 1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09:11.348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70 205 616 0 0,'-11'3'393'0'0,"-25"1"-329"0"0,35-4 29 0 0,0 0 0 0 0,0 0 1 0 0,-1-1-1 0 0,1 1 0 0 0,0 0 1 0 0,0-1-1 0 0,0 1 1 0 0,0-1-1 0 0,0 1 0 0 0,0-1 1 0 0,0 1-1 0 0,0-1 1 0 0,0 0-1 0 0,0 0 0 0 0,1 1 1 0 0,-1-1-1 0 0,0 0 1 0 0,0 0-1 0 0,1 0 0 0 0,-1 0 1 0 0,0 0-1 0 0,1 0 1 0 0,-1-14 3234 0 0,1 15-3250 0 0,14 0 483 0 0,8 1-117 0 0,20-7-3 0 0,42-13 0 0 0,-57 12-233 0 0,1 0 0 0 0,0 2-1 0 0,0 1 1 0 0,0 2 0 0 0,29 0 0 0 0,-18 2-152 0 0,1-1 1 0 0,75-14-1 0 0,-85 9 111 0 0,0 1-1 0 0,1 2 1 0 0,0 1 0 0 0,0 2 0 0 0,-1 0-1 0 0,33 6 1 0 0,34 7 190 0 0,0-4-1 0 0,130-5 1 0 0,-22-1-83 0 0,-144-4-223 0 0,122-16 0 0 0,-10 0 66 0 0,184 7 19 0 0,20 10-169 0 0,-294 0-1 0 0,87-13 1 0 0,-67 4 78 0 0,-38 7 55 0 0,97 10 0 0 0,45 0 72 0 0,-154-10-108 0 0,328-29-30 0 0,-316 23 33 0 0,0 3 1 0 0,0 3-1 0 0,119 11 0 0 0,-114-3 182 0 0,1-2-1 0 0,120-10 1 0 0,-35-2 76 0 0,65-6-86 0 0,-162 8-84 0 0,82 5 1 0 0,-73 1-148 0 0,55-7 96 0 0,-86 4-56 0 0,-1 0 0 0 0,1 3 0 0 0,55 5 0 0 0,-12 10-11 0 0,-52-9 40 0 0,-1-1 0 0 0,1-1 0 0 0,0-1 0 0 0,0-1 0 0 0,0-2 0 0 0,44-4 0 0 0,24-5 214 0 0,-70 8-76 0 0,0-1 0 0 0,39-9 0 0 0,-42 6-285 0 0,0 0 0 0 0,0 2 0 0 0,26-1 0 0 0,-36 8-1521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6:47.515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45 66 1544 0 0,'-11'-18'1439'0'0,"-23"0"5728"0"0,35 15-7123 0 0,1 1 0 0 0,-1 0 0 0 0,1 0 0 0 0,-1 0 0 0 0,1 0-1 0 0,0 1 1 0 0,0-1 0 0 0,0 0 0 0 0,0 1 0 0 0,0-1 0 0 0,0 1-1 0 0,0-1 1 0 0,1 1 0 0 0,-1 0 0 0 0,0 0 0 0 0,4-1 0 0 0,10 1 51 0 0,-1 1 0 0 0,1 0 0 0 0,0 1 1 0 0,-1 1-1 0 0,17 4 0 0 0,-14-3-57 0 0,0 0 0 0 0,0-1 1 0 0,31-1-1 0 0,29-4 330 0 0,81 7 0 0 0,37 0-139 0 0,-161-4-82 0 0,0 2 0 0 0,48 8 0 0 0,-8 0 273 0 0,-36-8-199 0 0,0-2 1 0 0,56-7 0 0 0,-59 3-115 0 0,0 1 0 0 0,0 3 0 0 0,46 4 0 0 0,11 4 766 0 0,116-3-1 0 0,-162-5-706 0 0,28 4-2047 0 0,-40 1-1133 0 0,-1 2 0 0 0,-1 1 0 0 0,42 15 0 0 0,-16 1 2135 0 0,-27-8-483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6:48.467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0 0 1472 0 0,'0'0'635'0'0,"34"24"728"0"0,-21-19-928 0 0,0-1-1 0 0,0-1 1 0 0,1 0-1 0 0,-1 0 1 0 0,1-1-1 0 0,-1-1 1 0 0,26-1-1 0 0,39 6 1160 0 0,-44-2-1304 0 0,0-2 0 0 0,-1-2-1 0 0,1-1 1 0 0,41-6-1 0 0,8 0-76 0 0,479-20 1294 0 0,-452 28-1447 0 0,-100 0 0 0 0,0 0 0 0 0,0 1 0 0 0,-1 0 0 0 0,1 0-1 0 0,0 1 1 0 0,-1 0 0 0 0,1 1 0 0 0,16 8 0 0 0,-18-2-139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6:49.877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8 157 2409 0 0,'-1'0'51'0'0,"1"0"1"0"0,-1 0 0 0 0,1 0 0 0 0,0 0 0 0 0,-1 0 0 0 0,1-1 0 0 0,0 1 0 0 0,-1 0 0 0 0,1 0 0 0 0,0 0 0 0 0,-1-1 0 0 0,1 1 0 0 0,0 0 0 0 0,0-1 0 0 0,-1 1 0 0 0,1 0 0 0 0,0-1 0 0 0,0 1-1 0 0,-1 0 1 0 0,1-1 0 0 0,0 1 0 0 0,0 0 0 0 0,0-1 0 0 0,0 1 0 0 0,0 0 0 0 0,0-1 0 0 0,0 1 0 0 0,-1-1 0 0 0,1 1 0 0 0,0 0 0 0 0,0-1 0 0 0,0 1 0 0 0,0 0 0 0 0,1-1 0 0 0,-1 1 0 0 0,0-1 0 0 0,0 1-1 0 0,0 0 1 0 0,0-1 0 0 0,0 1 0 0 0,0 0 0 0 0,1-1 0 0 0,-1 1 0 0 0,0-1 0 0 0,0 1 0 0 0,0 0 0 0 0,1 0 0 0 0,-1-1 0 0 0,0 1 0 0 0,1 0 0 0 0,-1-1 0 0 0,0 1 0 0 0,0 0 0 0 0,1 0 0 0 0,-1 0-1 0 0,0-1 1 0 0,1 1 0 0 0,1 0 56 0 0,-1 0 1 0 0,0 0-1 0 0,0 0 0 0 0,0 0 0 0 0,1 0 0 0 0,-1 0 0 0 0,0 0 0 0 0,0 1 0 0 0,0-1 0 0 0,0 0 0 0 0,1 1 0 0 0,-1-1 0 0 0,0 1 0 0 0,0-1 1 0 0,0 1-1 0 0,0 0 0 0 0,0-1 0 0 0,0 1 0 0 0,1 1 0 0 0,2 1 47 0 0,0 0 0 0 0,0-1 0 0 0,0 1 0 0 0,1-1 0 0 0,-1 0 0 0 0,1 0 1 0 0,-1 0-1 0 0,1-1 0 0 0,0 0 0 0 0,-1 0 0 0 0,7 1 0 0 0,59 5 592 0 0,-52-6-548 0 0,322 13 804 0 0,5-21-12 0 0,-190 1-616 0 0,199 16 1 0 0,-275-4 44 0 0,1-4-1 0 0,1-3 1 0 0,-2-4 0 0 0,152-29 0 0 0,129-11-17 0 0,-9 1 111 0 0,-316 37-490 0 0,269-44 425 0 0,-239 44-266 0 0,0 2 0 0 0,111 8 0 0 0,86-1 721 0 0,-183-5-597 0 0,1 3-1 0 0,94 13 1 0 0,-60 7-226 0 0,117 13 149 0 0,-210-32-356 0 0,-3 0-405 0 0,-1 0 1 0 0,0 1 0 0 0,0 0 0 0 0,0 1-1 0 0,0 1 1 0 0,26 10 0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6:50.902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111 27 1544 0 0,'-31'2'1012'0'0,"25"-1"-915"0"0,0 0 0 0 0,0 0 0 0 0,-1-1-1 0 0,1 0 1 0 0,0 0 0 0 0,0-1 0 0 0,0 1 0 0 0,0-2 0 0 0,-12-2 0 0 0,18 4-55 0 0,0 0 1 0 0,-1 0 0 0 0,1 0 0 0 0,0 0-1 0 0,0 0 1 0 0,-1 0 0 0 0,1-1-1 0 0,0 1 1 0 0,-1 0 0 0 0,1 0-1 0 0,0 0 1 0 0,0 0 0 0 0,-1 0-1 0 0,1-1 1 0 0,0 1 0 0 0,0 0 0 0 0,0 0-1 0 0,-1 0 1 0 0,1-1 0 0 0,0 1-1 0 0,0 0 1 0 0,0 0 0 0 0,-1-1-1 0 0,1 1 1 0 0,0 0 0 0 0,0 0-1 0 0,0-1 1 0 0,0 1 0 0 0,0 0-1 0 0,0 0 1 0 0,0-1 0 0 0,0 1 0 0 0,0 0-1 0 0,0-1 1 0 0,0 1 0 0 0,0 0-1 0 0,0 0 1 0 0,0-1 0 0 0,0 1-1 0 0,0 0 1 0 0,0-1 0 0 0,0 1-1 0 0,14-7 1758 0 0,20 1 343 0 0,43 6-1442 0 0,-1-2-218 0 0,-1 3 1 0 0,0 3-1 0 0,118 23 0 0 0,-71 1 320 0 0,1-5-1 0 0,1-6 1 0 0,174 2-1 0 0,-198-19-268 0 0,210-3 74 0 0,-118-6-368 0 0,304-7 617 0 0,-473 18-178 0 0,-14-1-1634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09:29.094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382 1125 2601 0 0,'-37'3'1769'0'0,"37"-3"-1770"0"0,0 0 0 0 0,0 0-1 0 0,0 0 1 0 0,0 0 0 0 0,0 0 0 0 0,0 0 0 0 0,0 0 0 0 0,1 0 0 0 0,-1 0 0 0 0,0 0 0 0 0,0 0 0 0 0,0 0 0 0 0,0 0-1 0 0,0 0 1 0 0,0 0 0 0 0,0 1 0 0 0,0-1 0 0 0,0 0 0 0 0,0 0 0 0 0,0 0 0 0 0,0 0 0 0 0,0 0 0 0 0,0 0 0 0 0,0 0 0 0 0,0 0-1 0 0,0 0 1 0 0,0 0 0 0 0,0 0 0 0 0,0 1 0 0 0,0-1 0 0 0,0 0 0 0 0,0 0 0 0 0,0 0 0 0 0,0 0 0 0 0,0 0 0 0 0,0 0 0 0 0,0 0-1 0 0,0 0 1 0 0,0 0 0 0 0,0 0 0 0 0,0 0 0 0 0,0 0 0 0 0,0 1 0 0 0,0-1 0 0 0,0 0 0 0 0,0 0 0 0 0,0 0 0 0 0,0 0 0 0 0,0 0-1 0 0,0 0 1 0 0,0 0 0 0 0,0 0 0 0 0,0 0 0 0 0,-1 0 0 0 0,1 0 0 0 0,0 0 0 0 0,23 5-22 0 0,-21-5 39 0 0,0-1-1 0 0,1 1 1 0 0,-1 0 0 0 0,0-1 0 0 0,0 1-1 0 0,1-1 1 0 0,-1 1 0 0 0,0-1-1 0 0,0 0 1 0 0,0 0 0 0 0,0 0 0 0 0,0 0-1 0 0,0-1 1 0 0,0 1 0 0 0,2-2-1 0 0,31-30 222 0 0,-12 12-205 0 0,40-26-73 0 0,2 3 1 0 0,82-41-1 0 0,150-59-71 0 0,-113 58 5 0 0,-74 31 11 0 0,-2 0 123 0 0,3 4-1 0 0,215-68 1 0 0,-94 42-315 0 0,-103 31 973 0 0,-150 55-517 0 0,-1 1-1 0 0,2 1 1 0 0,-1 1 0 0 0,2 0 0 0 0,-1 2-1 0 0,2 0 1 0 0,0 1 0 0 0,1 1 0 0 0,0 1-1 0 0,1 0 1 0 0,-13 20 0 0 0,-29 43-858 0 0,-64 116 1 0 0,75-117 998 0 0,-394 683-186 0 0,396-676-83 0 0,21-37 72 0 0,-2-1 0 0 0,-1-2 0 0 0,-64 81 0 0 0,89-125-86 0 0,1 0-1 0 0,-1 0 1 0 0,0 0 0 0 0,0 0 0 0 0,0 0 0 0 0,0 0 0 0 0,0 0-1 0 0,0-1 1 0 0,-1 1 0 0 0,1-1 0 0 0,0 0 0 0 0,-1 0 0 0 0,1 0-1 0 0,-1 0 1 0 0,0 0 0 0 0,-3 1 0 0 0,5-3 0 0 0,-1 1 1 0 0,1-1-1 0 0,-1 0 0 0 0,1 0 1 0 0,0 1-1 0 0,-1-1 0 0 0,1 0 1 0 0,0 0-1 0 0,0 0 1 0 0,-1-1-1 0 0,1 1 0 0 0,0 0 1 0 0,0 0-1 0 0,0-1 0 0 0,1 1 1 0 0,-1 0-1 0 0,0-1 1 0 0,0 1-1 0 0,1-1 0 0 0,-1 1 1 0 0,1-1-1 0 0,-1 1 0 0 0,1-1 1 0 0,0 1-1 0 0,-1-1 1 0 0,1 1-1 0 0,0-4 0 0 0,-26-195 1110 0 0,10 65-774 0 0,-78-372 616 0 0,33 196-829 0 0,-51-244 1338 0 0,108 535-1468 0 0,-1-15-68 0 0,-3 0 0 0 0,-20-61 0 0 0,28 97 38 0 0,0-1-1 0 0,1 0 1 0 0,-1 0 0 0 0,0 1 0 0 0,1-1 0 0 0,-1 0 0 0 0,0 0-1 0 0,1 0 1 0 0,-1 1 0 0 0,1-1 0 0 0,-1 0 0 0 0,0 0 0 0 0,1 0-1 0 0,-1 0 1 0 0,0 0 0 0 0,1 0 0 0 0,-1 0 0 0 0,1 0-1 0 0,-1 0 1 0 0,0 0 0 0 0,1 0 0 0 0,-1 0 0 0 0,1 0 0 0 0,-1 0-1 0 0,0 0 1 0 0,1 0 0 0 0,-1-1 0 0 0,1 1 0 0 0,-1 0 0 0 0,0 0-1 0 0,1 0 1 0 0,-1-1 0 0 0,0 1 0 0 0,1 0 0 0 0,-1 0-1 0 0,0-1 1 0 0,0 1 0 0 0,1 0 0 0 0,-1 0 0 0 0,0-1 0 0 0,0 1-1 0 0,1 0 1 0 0,-1-1 0 0 0,0 1 0 0 0,0-1 0 0 0,0 1 0 0 0,0 0-1 0 0,0-1 1 0 0,1 1 0 0 0,-1-1 0 0 0,0 1 0 0 0,0 0 0 0 0,0-1-1 0 0,0 1 1 0 0,0-1 0 0 0,0 1 0 0 0,0 0 0 0 0,0-1-1 0 0,0 1 1 0 0,-1 0 0 0 0,1-1 0 0 0,0 1 0 0 0,0-1 0 0 0,0 1-1 0 0,0 0 1 0 0,-1-1 0 0 0,30 19-406 0 0,5 25 252 0 0,1-2 0 0 0,3-1 0 0 0,1-2 0 0 0,1-1-1 0 0,58 38 1 0 0,456 306-99 0 0,-78-76 270 0 0,-273-182 91 0 0,-198-120-116 0 0,27 17 296 0 0,32 26 0 0 0,-57-40-148 0 0,0 0 0 0 0,0 0 0 0 0,0 1 0 0 0,-1 0 0 0 0,0 0 0 0 0,-1 0 0 0 0,0 1 0 0 0,0-1 0 0 0,0 1 0 0 0,4 12 0 0 0,-9-19-84 0 0,1-1 0 0 0,-1 1-1 0 0,0-1 1 0 0,0 1 0 0 0,0-1 0 0 0,0 1 0 0 0,0 0 0 0 0,0-1 0 0 0,0 1 0 0 0,0-1 0 0 0,0 1 0 0 0,0-1 0 0 0,0 1 0 0 0,-1-1 0 0 0,1 1-1 0 0,0-1 1 0 0,0 1 0 0 0,0-1 0 0 0,-1 1 0 0 0,1-1 0 0 0,0 1 0 0 0,-1-1 0 0 0,1 1 0 0 0,0-1 0 0 0,-1 0 0 0 0,1 1 0 0 0,0-1 0 0 0,-1 0-1 0 0,1 1 1 0 0,-1-1 0 0 0,0 1 0 0 0,-24 6 861 0 0,-36-4-138 0 0,54-3-704 0 0,-141-7 185 0 0,-253-46 1 0 0,254 28-153 0 0,-258-10 1 0 0,-223 40-149 0 0,585-2-16 0 0,0 1 0 0 0,0 3-1 0 0,0 1 1 0 0,1 2 0 0 0,1 2 0 0 0,0 2 0 0 0,0 1 0 0 0,-54 30 0 0 0,85-40-311 0 0,-1 0 0 0 0,1 0 0 0 0,-1-1 1 0 0,0 0-1 0 0,0-1 0 0 0,-17 2 0 0 0,25-4 76 0 0,0-1-1 0 0,0 0 0 0 0,1 0 0 0 0,-1 0 0 0 0,0-1 0 0 0,1 1 0 0 0,-1 0 0 0 0,0-1 0 0 0,1 0 0 0 0,-1 0 1 0 0,1 0-1 0 0,-1 0 0 0 0,1 0 0 0 0,-1 0 0 0 0,1-1 0 0 0,0 1 0 0 0,0-1 0 0 0,-1 0 0 0 0,1 1 0 0 0,0-1 1 0 0,0 0-1 0 0,1 0 0 0 0,-1 0 0 0 0,0-1 0 0 0,1 1 0 0 0,-1 0 0 0 0,1-1 0 0 0,0 1 0 0 0,0-1 0 0 0,0 1 1 0 0,0-1-1 0 0,-1-4 0 0 0,0-9-1203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09:48.201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105 120 232 0 0,'0'-4'114'0'0,"-1"0"-1"0"0,0 0 1 0 0,0 0 0 0 0,-1 0-1 0 0,1 0 1 0 0,-1 1-1 0 0,0-1 1 0 0,-2-4 0 0 0,3 6-48 0 0,0 1 1 0 0,0-1-1 0 0,0 0 1 0 0,0 1-1 0 0,0-1 0 0 0,0 1 1 0 0,-1-1-1 0 0,1 1 1 0 0,-1-1-1 0 0,1 1 1 0 0,-1 0-1 0 0,1 0 1 0 0,-1 0-1 0 0,0 0 1 0 0,1 0-1 0 0,-1 0 1 0 0,-4-1-1 0 0,4 2-12 0 0,0 1 0 0 0,0 0-1 0 0,0 0 1 0 0,0 0 0 0 0,0 0 0 0 0,0 0-1 0 0,0 0 1 0 0,0 1 0 0 0,0-1 0 0 0,0 0 0 0 0,0 1-1 0 0,1 0 1 0 0,-1-1 0 0 0,1 1 0 0 0,-1 0-1 0 0,0 2 1 0 0,0-2-51 0 0,1 0 0 0 0,0-1 0 0 0,0 1 0 0 0,-1 0 0 0 0,1-1 0 0 0,-1 1 1 0 0,1-1-1 0 0,-1 0 0 0 0,1 0 0 0 0,-1 1 0 0 0,0-1 0 0 0,0 0 0 0 0,0 0 0 0 0,1-1 0 0 0,-4 2 0 0 0,4-5 73 0 0,1-1 0 0 0,-1 0 0 0 0,1 1 0 0 0,0-1 0 0 0,0 1 0 0 0,1-1 0 0 0,-1 1-1 0 0,2-7 1 0 0,-2 10-61 0 0,21-61 5402 0 0,-20 60-5301 0 0,1 1-23 0 0,0-1 0 0 0,-1 1 0 0 0,1 0 1 0 0,0-1-1 0 0,0 1 0 0 0,0 0 1 0 0,-1 0-1 0 0,1 1 0 0 0,0-1 0 0 0,0 0 1 0 0,-1 0-1 0 0,1 1 0 0 0,0-1 1 0 0,0 1-1 0 0,2 1 0 0 0,0 1-22 0 0,0 0-1 0 0,0 0 1 0 0,0 0 0 0 0,0-1-1 0 0,1 0 1 0 0,-1 1 0 0 0,1-2 0 0 0,0 1-1 0 0,0 0 1 0 0,-1-1 0 0 0,1 0-1 0 0,0 0 1 0 0,0-1 0 0 0,0 1-1 0 0,0-1 1 0 0,0 0 0 0 0,0 0-1 0 0,0-1 1 0 0,6-1 0 0 0,-5 3 9 0 0,1-1-1 0 0,-1 1 1 0 0,1-1 0 0 0,-1 2 0 0 0,1-1 0 0 0,-1 1 0 0 0,0 0-1 0 0,0 0 1 0 0,0 1 0 0 0,6 3 0 0 0,35 11 134 0 0,-26-15-42 0 0,-1 0-1 0 0,1-2 1 0 0,-1 0 0 0 0,34-5-1 0 0,-28 2-87 0 0,-1 2 0 0 0,34 1-1 0 0,74 20 860 0 0,60 3-194 0 0,-146-16-451 0 0,59-1 1 0 0,-3 0 240 0 0,96 4-201 0 0,-12-2 487 0 0,-153-4-600 0 0,-1-2 1 0 0,62-5 0 0 0,29-5-86 0 0,-106 8-133 0 0,38 0 27 0 0,-1 1 0 0 0,70 13-1 0 0,-102-12-19 0 0,0 0-1 0 0,37-2 1 0 0,-39 0-2 0 0,0 0-1 0 0,0 1 1 0 0,36 6 0 0 0,-29-3 17 0 0,0-1 1 0 0,1-1-1 0 0,-1-2 0 0 0,1-1 0 0 0,-1-1 1 0 0,48-9-1 0 0,-31 4 24 0 0,63-1 0 0 0,2 7 62 0 0,170 22 1 0 0,-236-17 86 0 0,1-2 0 0 0,0-2 0 0 0,-1-1 0 0 0,55-10 1 0 0,5 0-151 0 0,-42 9-17 0 0,80 8 1 0 0,-82-2 10 0 0,89-4-1 0 0,-87-2-9 0 0,61 5 0 0 0,-12 0 240 0 0,245-6 518 0 0,-113 13-111 0 0,-179-10-606 0 0,0 3 0 0 0,91 15 1 0 0,-148-17-984 0 0,0-1-1 0 0,-1 1 1 0 0,1-1 0 0 0,0-1 0 0 0,-1 1 0 0 0,1-1 0 0 0,0 0 0 0 0,-1-1 0 0 0,1 1-1 0 0,-1-1 1 0 0,1-1 0 0 0,-1 1 0 0 0,0-1 0 0 0,0 0 0 0 0,0 0 0 0 0,-1-1-1 0 0,1 0 1 0 0,-1 0 0 0 0,1 0 0 0 0,-2-1 0 0 0,6-5 0 0 0,2-3-577 0 0,2 3-343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1:08.5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6 171 1520 0 0,'-1'0'86'0'0,"1"0"-1"0"0,0 0 1 0 0,0 0-1 0 0,-1 0 1 0 0,1-1-1 0 0,0 1 1 0 0,0 0-1 0 0,0 0 1 0 0,-1 0 0 0 0,1 0-1 0 0,0 0 1 0 0,0 0-1 0 0,0 0 1 0 0,-1 0-1 0 0,1-1 1 0 0,0 1-1 0 0,0 0 1 0 0,0 0-1 0 0,0 0 1 0 0,-1 0-1 0 0,1 0 1 0 0,0-1-1 0 0,0 1 1 0 0,0 0-1 0 0,0 0 1 0 0,0 0-1 0 0,0-1 1 0 0,-1 1-1 0 0,1 0 1 0 0,0 0-1 0 0,0-1 1 0 0,0 1-1 0 0,0 0 1 0 0,0 0-1 0 0,0 0 1 0 0,0-1 0 0 0,0 1-1 0 0,0 0 1 0 0,0 0-1 0 0,0-1 1 0 0,0 1-1 0 0,1 0 1 0 0,4-17 1969 0 0,13-12 410 0 0,-5 13-1878 0 0,1 1 0 0 0,1 1 0 0 0,1 0-1 0 0,19-13 1 0 0,-30 23-559 0 0,0 0 1 0 0,1 1-1 0 0,0 0 0 0 0,-1 0 0 0 0,1 0 0 0 0,0 1 0 0 0,0 0 0 0 0,1 0 1 0 0,-1 0-1 0 0,0 1 0 0 0,1 0 0 0 0,-1 0 0 0 0,1 1 0 0 0,-1 0 0 0 0,1 0 1 0 0,-1 0-1 0 0,11 3 0 0 0,-15-3 17 0 0,0 2 0 0 0,1-1 0 0 0,-1 0 0 0 0,0 0 0 0 0,0 1 0 0 0,0-1 0 0 0,0 1 0 0 0,0-1 0 0 0,0 1 0 0 0,-1 0 0 0 0,1 0-1 0 0,-1 0 1 0 0,1 0 0 0 0,-1 0 0 0 0,1 0 0 0 0,-1 0 0 0 0,0 0 0 0 0,0 1 0 0 0,0-1 0 0 0,0 0 0 0 0,-1 1 0 0 0,1-1 0 0 0,-1 1 0 0 0,1-1 0 0 0,-1 1 0 0 0,0 3 0 0 0,1 11-274 0 0,-1 1 1 0 0,-3 32-1 0 0,0-14-2024 0 0,1 34-5987 0 0,6-50 5766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1:08.9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 0 2889 0 0,'-3'4'370'0'0,"1"-1"1"0"0,0 1-1 0 0,0-1 0 0 0,0 1 1 0 0,1 0-1 0 0,-1 0 1 0 0,1 0-1 0 0,0 0 1 0 0,0 0-1 0 0,0 0 1 0 0,1 0-1 0 0,0 0 0 0 0,-1 0 1 0 0,1 0-1 0 0,1 0 1 0 0,-1 0-1 0 0,0 1 1 0 0,1-1-1 0 0,0 0 1 0 0,2 5-1 0 0,1 6-308 0 0,0-1 1 0 0,1 1-1 0 0,1-1 0 0 0,9 15 1 0 0,-14-26-499 0 0,0-1 1 0 0,0 0 0 0 0,0 0-1 0 0,0 1 1 0 0,0-1 0 0 0,-1 0 0 0 0,1 1-1 0 0,-1-1 1 0 0,1 1 0 0 0,-1-1-1 0 0,0 1 1 0 0,0-1 0 0 0,0 1 0 0 0,0-1-1 0 0,-1 0 1 0 0,1 1 0 0 0,-1 2-1 0 0,0 2-293 0 0,0 6-974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1:09.2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1 140 1120 0 0,'15'1'9648'0'0,"7"-11"-7090"0"0,18-17-2250 0 0,-7-5-277 0 0,20-16-999 0 0,-50 46 135 0 0,0 0 1 0 0,1 0-1 0 0,-1 0 1 0 0,1 0-1 0 0,-1 1 0 0 0,1-1 1 0 0,0 1-1 0 0,6-1 1 0 0,-10 2 783 0 0,0 0 1 0 0,0 0 0 0 0,0 0-1 0 0,0 0 1 0 0,1 0-1 0 0,-1 0 1 0 0,0 0 0 0 0,0 0-1 0 0,0-1 1 0 0,0 1 0 0 0,0 0-1 0 0,0 0 1 0 0,1 0-1 0 0,-1 0 1 0 0,0 0 0 0 0,0 0-1 0 0,0 0 1 0 0,0 0 0 0 0,0-1-1 0 0,0 1 1 0 0,0 0-1 0 0,0 0 1 0 0,0 0 0 0 0,1 0-1 0 0,-1 0 1 0 0,0 0 0 0 0,0-1-1 0 0,0 1 1 0 0,0 0-1 0 0,0 0 1 0 0,0 0 0 0 0,0 0-1 0 0,0-1 1 0 0,0 1-1 0 0,0 0 1 0 0,0 0 0 0 0,0 0-1 0 0,0 0 1 0 0,0 0 0 0 0,0-1-1 0 0,0 1 1 0 0,0 0-1 0 0,0 0 1 0 0,-1 0 0 0 0,1 0-1 0 0,0 0 1 0 0,0 0 0 0 0,0-1-1 0 0,0 1 1 0 0,0 0-1 0 0,0 0 1 0 0,0 0 0 0 0,0 0-1 0 0,0 0 1 0 0,-1 0 0 0 0,1 0-1 0 0,0 0 1 0 0,0-1-1 0 0,0 1 1 0 0,-1-1-409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1:09.6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9 491 2200 0 0,'-2'7'550'0'0,"0"-1"0"0"0,1 1 0 0 0,0 0-1 0 0,0-1 1 0 0,0 1 0 0 0,1 0 0 0 0,-1 0-1 0 0,2 0 1 0 0,0 7 0 0 0,-1-12-467 0 0,1 0-1 0 0,-1-1 1 0 0,1 1-1 0 0,-1-1 1 0 0,1 1 0 0 0,-1-1-1 0 0,1 1 1 0 0,0-1 0 0 0,-1 0-1 0 0,1 1 1 0 0,0-1-1 0 0,0 0 1 0 0,0 0 0 0 0,0 0-1 0 0,1 1 1 0 0,-1-1-1 0 0,0 0 1 0 0,0 0 0 0 0,1-1-1 0 0,-1 1 1 0 0,0 0 0 0 0,1 0-1 0 0,-1-1 1 0 0,1 1-1 0 0,-1-1 1 0 0,1 1 0 0 0,-1-1-1 0 0,1 1 1 0 0,-1-1-1 0 0,1 0 1 0 0,-1 0 0 0 0,1 0-1 0 0,0 0 1 0 0,-1 0 0 0 0,1 0-1 0 0,-1 0 1 0 0,1-1-1 0 0,-1 1 1 0 0,1-1 0 0 0,-1 1-1 0 0,1-1 1 0 0,-1 1-1 0 0,2-2 1 0 0,10-2 81 0 0,-1-1-1 0 0,0 0 1 0 0,0-1-1 0 0,0-1 1 0 0,13-9-1 0 0,-22 14-83 0 0,1 0-1 0 0,-1-1 1 0 0,0 1-1 0 0,0-1 1 0 0,0 0-1 0 0,0 0 0 0 0,-1 0 1 0 0,1 0-1 0 0,-1 0 1 0 0,1-1-1 0 0,-1 1 0 0 0,0-1 1 0 0,-1 1-1 0 0,1-1 1 0 0,0 0-1 0 0,-1 0 1 0 0,0 0-1 0 0,0 0 0 0 0,0 0 1 0 0,-1 0-1 0 0,1-5 1 0 0,-1 7-38 0 0,0 0-1 0 0,0 0 1 0 0,0 0 0 0 0,-1 0 0 0 0,1 0 0 0 0,-1-1 0 0 0,1 1-1 0 0,-1 0 1 0 0,0 0 0 0 0,0 0 0 0 0,0 0 0 0 0,0 0 0 0 0,0 1 0 0 0,0-1-1 0 0,0 0 1 0 0,-1 0 0 0 0,1 1 0 0 0,-1-1 0 0 0,1 1 0 0 0,-1-1 0 0 0,0 1-1 0 0,1 0 1 0 0,-1-1 0 0 0,0 1 0 0 0,0 0 0 0 0,0 0 0 0 0,0 0 0 0 0,0 1-1 0 0,0-1 1 0 0,0 0 0 0 0,0 1 0 0 0,0-1 0 0 0,-1 1 0 0 0,1 0 0 0 0,0 0-1 0 0,0 0 1 0 0,0 0 0 0 0,-4 0 0 0 0,-1 1-382 0 0,1 0 1 0 0,0 1-1 0 0,0-1 1 0 0,-1 1-1 0 0,1 1 1 0 0,0-1-1 0 0,1 1 1 0 0,-1 0-1 0 0,0 0 1 0 0,1 0-1 0 0,-9 8 1 0 0,-7 5-4988 0 0,20-16 5202 0 0,1 0-1 0 0,-1 0 1 0 0,0 0-1 0 0,1 0 1 0 0,-1 0-1 0 0,1 0 0 0 0,-1 0 1 0 0,1 0-1 0 0,-1 0 1 0 0,1 0-1 0 0,-1 0 0 0 0,0-1 1 0 0,1 1-1 0 0,-1 0 1 0 0,1 0-1 0 0,-1-1 1 0 0,1 1-1 0 0,0 0 0 0 0,-1 0 1 0 0,1-1-1 0 0,-1 1 1 0 0,1-1-1 0 0,-1 1 0 0 0,1 0 1 0 0,0-1-1 0 0,-1 1 1 0 0,1-1-1 0 0,0 1 0 0 0,0-1 1 0 0,-1 1-1 0 0,1-1 1 0 0,0 1-1 0 0,0-1 1 0 0,0 1-1 0 0,-1-2 0 0 0,1-4-1422 0 0</inkml:trace>
  <inkml:trace contextRef="#ctx0" brushRef="#br0" timeOffset="1">228 155 2481 0 0,'7'-11'5432'0'0,"43"-34"-3416"0"0,-21 21-1195 0 0,-14 11-473 0 0,1 1 0 0 0,0 1 0 0 0,1 0 0 0 0,31-15-1 0 0,-48 25-317 0 0,0 1-1 0 0,0 0 1 0 0,1 0-1 0 0,-1 0 1 0 0,0 0-1 0 0,1 0 1 0 0,-1 0-1 0 0,0 0 1 0 0,0 0-1 0 0,1 0 0 0 0,-1 0 1 0 0,0 0-1 0 0,1 0 1 0 0,-1 0-1 0 0,0 0 1 0 0,1 0-1 0 0,-1 0 1 0 0,0 0-1 0 0,0 0 1 0 0,1 0-1 0 0,-1 0 1 0 0,0 1-1 0 0,0-1 1 0 0,1 0-1 0 0,-1 0 0 0 0,0 0 1 0 0,0 0-1 0 0,1 1 1 0 0,-1-1-1 0 0,0 0 1 0 0,0 0-1 0 0,1 0 1 0 0,-1 1-1 0 0,0-1 1 0 0,0 0-1 0 0,0 1 1 0 0,0-1-1 0 0,0 0 1 0 0,1 0-1 0 0,-1 1 1 0 0,0-1-1 0 0,1 19 720 0 0,-9 20-76 0 0,8-39-663 0 0,-32 87 526 0 0,2-10-2000 0 0,19-26-2842 0 0,11-49 4169 0 0,0-2 35 0 0,0 0 0 0 0,0 0 1 0 0,1-1-1 0 0,-1 1 0 0 0,0 0 0 0 0,0 0 0 0 0,0 0 0 0 0,0 0 0 0 0,1 0 0 0 0,-1 0 0 0 0,0 0 0 0 0,0 0 0 0 0,1-1 0 0 0,-1 1 0 0 0,0 0 0 0 0,0 0 0 0 0,0 0 0 0 0,1 0 0 0 0,-1 0 0 0 0,0 0 0 0 0,0 0 0 0 0,0 0 0 0 0,1 0 0 0 0,-1 1 0 0 0,0-1 0 0 0,0 0 1 0 0,0 0-1 0 0,1 0 0 0 0,-1 0 0 0 0,0 0 0 0 0,0 0 0 0 0,0 0 0 0 0,1 0 0 0 0,-1 1 0 0 0,0-1 0 0 0,0 0 0 0 0,0 0 0 0 0,0 0 0 0 0,1 0 0 0 0,-1 0 0 0 0,0 1 0 0 0,0-1 0 0 0,0 0 0 0 0,0 0 0 0 0,0 0 0 0 0,0 1 0 0 0,0-1 0 0 0,0 0 0 0 0,0 0 1 0 0,0 0-1 0 0,1 1 0 0 0,-1-1 0 0 0,0 0 0 0 0,0 0 0 0 0,0 1 0 0 0,0-1 0 0 0,0 0 0 0 0,-1 0 0 0 0,1 0 0 0 0,0 1 0 0 0,0-1 0 0 0,0 0 0 0 0,0 0 0 0 0,0 0 0 0 0,0 1 0 0 0,0-1 0 0 0,0 0 0 0 0,9-2-1873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1:10.0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 0 1936 0 0,'-4'13'1795'0'0,"1"0"-1"0"0,1 0 0 0 0,0 0 0 0 0,0 25 1 0 0,3-5-1079 0 0,1-1 1 0 0,8 43-1 0 0,-8-64-945 0 0,16 63 518 0 0,-1-40-2187 0 0,-16-32 1326 0 0,1 1 1 0 0,0-1-1 0 0,0 0 0 0 0,0 1 1 0 0,1-1-1 0 0,-1 0 0 0 0,1-1 1 0 0,-1 1-1 0 0,4 2 1 0 0,-19-21-3602 0 0,5 9 3323 0 0</inkml:trace>
  <inkml:trace contextRef="#ctx0" brushRef="#br0" timeOffset="1">27 303 1032 0 0,'-1'-1'153'0'0,"1"0"1"0"0,-1 0-1 0 0,1 0 0 0 0,-1 0 0 0 0,1 0 1 0 0,0 0-1 0 0,-1 0 0 0 0,1 0 0 0 0,0 0 0 0 0,0 0 1 0 0,0 0-1 0 0,0-1 0 0 0,0 1 0 0 0,0 0 0 0 0,0 0 1 0 0,0 0-1 0 0,0 0 0 0 0,1 0 0 0 0,-1 0 0 0 0,0-1 1 0 0,1 1-1 0 0,-1 0 0 0 0,1 0 0 0 0,-1 0 1 0 0,1 0-1 0 0,0 0 0 0 0,-1 1 0 0 0,1-1 0 0 0,0 0 1 0 0,0 0-1 0 0,-1 0 0 0 0,1 1 0 0 0,2-2 0 0 0,42-26 2262 0 0,-10 8-2361 0 0,-19 8-141 0 0,22-18-1203 0 0,-23 7-2492 0 0,-18 22 2267 0 0,0 5-41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1:10.4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 31 2385 0 0,'-5'13'533'0'0,"1"1"1"0"0,0 0 0 0 0,1 0 0 0 0,1 0 0 0 0,-2 17 0 0 0,4-27-309 0 0,-1 1 1 0 0,1-1 0 0 0,0 0-1 0 0,0 1 1 0 0,1-1-1 0 0,-1 1 1 0 0,1-1-1 0 0,0 0 1 0 0,0 1 0 0 0,0-1-1 0 0,1 0 1 0 0,0 0-1 0 0,-1 0 1 0 0,1 0-1 0 0,1 0 1 0 0,-1 0 0 0 0,0-1-1 0 0,1 1 1 0 0,0-1-1 0 0,5 6 1 0 0,-5-8-110 0 0,0 0 1 0 0,0 0 0 0 0,0 1-1 0 0,0-2 1 0 0,0 1-1 0 0,0 0 1 0 0,0-1 0 0 0,0 1-1 0 0,0-1 1 0 0,1 0-1 0 0,-1 0 1 0 0,0 0 0 0 0,0-1-1 0 0,0 1 1 0 0,0-1-1 0 0,1 1 1 0 0,-1-1 0 0 0,0 0-1 0 0,0 0 1 0 0,0-1-1 0 0,-1 1 1 0 0,1-1 0 0 0,0 1-1 0 0,2-3 1 0 0,8-4 49 0 0,0-1-1 0 0,-1 0 1 0 0,17-17 0 0 0,-12 10-744 0 0,-1-1 0 0 0,24-34 0 0 0,-33 42-1121 0 0,-2 0-1 0 0,1-1 0 0 0,-2 0 0 0 0,7-17 0 0 0,-5 14-1170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1:10.8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4 132 2649 0 0,'1'0'98'0'0,"-1"0"0"0"0,0 0 0 0 0,0 0 0 0 0,0 0 0 0 0,0 0 0 0 0,0-1 0 0 0,0 1 1 0 0,1 0-1 0 0,-1 0 0 0 0,0 0 0 0 0,0 0 0 0 0,0 0 0 0 0,0-1 0 0 0,0 1 0 0 0,0 0 1 0 0,0 0-1 0 0,0 0 0 0 0,0 0 0 0 0,0 0 0 0 0,0-1 0 0 0,0 1 0 0 0,0 0 0 0 0,0 0 0 0 0,0 0 1 0 0,0 0-1 0 0,0-1 0 0 0,0 1 0 0 0,0 0 0 0 0,0 0 0 0 0,0 0 0 0 0,0 0 0 0 0,0-1 1 0 0,0 1-1 0 0,0 0 0 0 0,0 0 0 0 0,-1 0 0 0 0,1 0 0 0 0,0 0 0 0 0,0 0 0 0 0,0-1 1 0 0,0 1-1 0 0,0 0 0 0 0,0 0 0 0 0,0 0 0 0 0,-1 0 0 0 0,1 0 0 0 0,0 0 0 0 0,0 0 1 0 0,0 0-1 0 0,0 0 0 0 0,0 0 0 0 0,-1-1 0 0 0,1 1 0 0 0,0 0 0 0 0,0 0 0 0 0,0 0 0 0 0,0 0 1 0 0,-1 0-1 0 0,1 0 0 0 0,0 0 0 0 0,0 0 0 0 0,0 0 0 0 0,0 0 0 0 0,-1 0 0 0 0,1 1 1 0 0,0-1-1 0 0,0 0 0 0 0,13-22 1749 0 0,22-21-1282 0 0,-33 41-512 0 0,41-37 718 0 0,-40 37-680 0 0,-1 0 0 0 0,1 0 1 0 0,-1 0-1 0 0,1 0 0 0 0,0 1 1 0 0,-1-1-1 0 0,1 1 0 0 0,0 0 1 0 0,0 0-1 0 0,0 0 0 0 0,0 0 0 0 0,0 1 1 0 0,0-1-1 0 0,0 1 0 0 0,5-1 1 0 0,-7 2-41 0 0,1 0 0 0 0,-1-1 0 0 0,0 1 0 0 0,-1 0 0 0 0,1 0 0 0 0,0 0 0 0 0,0 0 0 0 0,0-1 0 0 0,0 1 0 0 0,-1 1 0 0 0,1-1 0 0 0,0 0 0 0 0,-1 0 0 0 0,1 0 0 0 0,-1 0 0 0 0,0 0 0 0 0,1 0 0 0 0,-1 1-1 0 0,0-1 1 0 0,1 0 0 0 0,-1 0 0 0 0,0 1 0 0 0,0-1 0 0 0,0 0 0 0 0,0 0 0 0 0,0 1 0 0 0,-1-1 0 0 0,1 0 0 0 0,0 0 0 0 0,0 0 0 0 0,-1 2 0 0 0,-11 47 418 0 0,10-43-385 0 0,-21 61 8 0 0,-3 0 0 0 0,-45 85 0 0 0,94-233-1631 0 0,-19 73 1501 0 0,-2 1 93 0 0,1 0 0 0 0,-1 1 0 0 0,2-1 0 0 0,-1 1 0 0 0,0 0-1 0 0,9-9 1 0 0,-11 13-36 0 0,0 0-1 0 0,0 0 0 0 0,0 1 1 0 0,1-1-1 0 0,-1 0 0 0 0,0 1 1 0 0,1-1-1 0 0,-1 1 0 0 0,1 0 1 0 0,-1-1-1 0 0,0 1 0 0 0,1 0 1 0 0,-1 0-1 0 0,1 0 0 0 0,-1 0 1 0 0,1 0-1 0 0,-1 0 1 0 0,1 0-1 0 0,-1 0 0 0 0,0 0 1 0 0,1 1-1 0 0,-1-1 0 0 0,1 1 1 0 0,-1-1-1 0 0,0 1 0 0 0,0 0 1 0 0,1-1-1 0 0,-1 1 0 0 0,0 0 1 0 0,0 0-1 0 0,0 0 0 0 0,1 0 1 0 0,-1 0-1 0 0,1 2 0 0 0,24 21-73 0 0,31 37 1 0 0,-25-22-6869 0 0,-30-31 469 0 0,4-2 4741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1:11.2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0 192 1456 0 0,'0'-2'373'0'0,"0"1"-1"0"0,0-1 0 0 0,1 1 1 0 0,-1-1-1 0 0,0 1 0 0 0,1-1 1 0 0,-1 1-1 0 0,1-1 0 0 0,-1 1 1 0 0,1-1-1 0 0,-1 1 0 0 0,1-1 1 0 0,0 1-1 0 0,0 0 1 0 0,0 0-1 0 0,0-1 0 0 0,0 1 1 0 0,0 0-1 0 0,0 0 0 0 0,0 0 1 0 0,0 0-1 0 0,3-2 0 0 0,41-27 1985 0 0,-13 10-1919 0 0,-23 13-345 0 0,0-1 0 0 0,0 0 0 0 0,-1-1 0 0 0,0 0 0 0 0,0 0-1 0 0,-1 0 1 0 0,0-1 0 0 0,-1 0 0 0 0,9-19 0 0 0,-10 30 126 0 0,4 12 94 0 0,4 12 306 0 0,-8-10-508 0 0,-1 0 1 0 0,-1 1-1 0 0,0-1 0 0 0,-1 1 1 0 0,0-1-1 0 0,-1 1 0 0 0,-2 18 0 0 0,-2 27-2498 0 0,-1 22-8888 0 0,5-77 9592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1:11.5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 1 2128 0 0,'-3'1'192'0'0,"1"1"-1"0"0,0-1 0 0 0,-1 1 0 0 0,1 0 0 0 0,0 0 1 0 0,0 0-1 0 0,0 1 0 0 0,0-1 0 0 0,1 0 0 0 0,-1 1 1 0 0,0-1-1 0 0,1 1 0 0 0,0-1 0 0 0,0 1 0 0 0,-1 0 0 0 0,2-1 1 0 0,-1 1-1 0 0,0 0 0 0 0,1 0 0 0 0,-1 0 0 0 0,1 0 1 0 0,0 4-1 0 0,-2 6 453 0 0,1 0 1 0 0,1 1-1 0 0,3 19 0 0 0,-3-29-544 0 0,0 0-1 0 0,1 0 1 0 0,-1-1 0 0 0,1 1-1 0 0,0 0 1 0 0,0 0-1 0 0,1-1 1 0 0,-1 1-1 0 0,1-1 1 0 0,0 1 0 0 0,0-1-1 0 0,0 0 1 0 0,0 1-1 0 0,1-1 1 0 0,-1 0 0 0 0,1 0-1 0 0,0-1 1 0 0,-1 1-1 0 0,1-1 1 0 0,1 1-1 0 0,-1-1 1 0 0,5 3 0 0 0,-4-4 5 0 0,0 0 0 0 0,0 0 0 0 0,0-1 0 0 0,0 1 0 0 0,0-1 1 0 0,0 0-1 0 0,0 0 0 0 0,0 0 0 0 0,0 0 0 0 0,0-1 0 0 0,0 1 0 0 0,0-1 1 0 0,0 0-1 0 0,-1-1 0 0 0,1 1 0 0 0,0-1 0 0 0,0 1 0 0 0,-1-1 0 0 0,1 0 1 0 0,-1-1-1 0 0,6-3 0 0 0,-2 0 81 0 0,-1 0-1 0 0,1-1 1 0 0,-1 1 0 0 0,0-1 0 0 0,0 0 0 0 0,-1-1-1 0 0,0 0 1 0 0,0 1 0 0 0,-1-1 0 0 0,5-15 0 0 0,-7 21-130 0 0,-1 0 0 0 0,-1 0 0 0 0,1-1 0 0 0,0 1 1 0 0,0 0-1 0 0,-1-1 0 0 0,0 1 0 0 0,1 0 0 0 0,-1-1 1 0 0,0 1-1 0 0,0-1 0 0 0,0 1 0 0 0,0 0 0 0 0,-1-1 1 0 0,1 1-1 0 0,-1 0 0 0 0,1-1 0 0 0,-1 1 1 0 0,0 0-1 0 0,0 0 0 0 0,0-1 0 0 0,0 1 0 0 0,0 0 1 0 0,-1 0-1 0 0,1 0 0 0 0,0 0 0 0 0,-1 1 0 0 0,0-1 1 0 0,1 0-1 0 0,-1 1 0 0 0,0-1 0 0 0,0 1 0 0 0,0-1 1 0 0,0 1-1 0 0,0 0 0 0 0,0 0 0 0 0,0 0 0 0 0,0 0 1 0 0,-1 0-1 0 0,1 0 0 0 0,0 1 0 0 0,-1-1 0 0 0,1 1 1 0 0,-3-1-1 0 0,1 1-157 0 0,1 0 0 0 0,-1 0-1 0 0,0 0 1 0 0,1 0 0 0 0,-1 0 0 0 0,0 1-1 0 0,1-1 1 0 0,-1 1 0 0 0,1 0 0 0 0,-1 0 0 0 0,1 1-1 0 0,0-1 1 0 0,-1 1 0 0 0,1-1 0 0 0,0 1 0 0 0,0 0-1 0 0,0 0 1 0 0,0 0 0 0 0,0 1 0 0 0,-4 4 0 0 0,-4 5-2126 0 0,1 1 1 0 0,0 0 0 0 0,-11 20 0 0 0,8-14-2778 0 0,14-16 3222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1:12.0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 0 3065 0 0,'-2'1'382'0'0,"-1"1"1"0"0,1 0 0 0 0,-1 0 0 0 0,1-1 0 0 0,-1 1-1 0 0,1 1 1 0 0,0-1 0 0 0,0 0 0 0 0,0 0 0 0 0,0 1-1 0 0,1-1 1 0 0,-1 1 0 0 0,1 0 0 0 0,-1-1 0 0 0,1 1-1 0 0,0 0 1 0 0,0 0 0 0 0,0 0 0 0 0,0 0 0 0 0,1 0-1 0 0,-1 6 1 0 0,-5 74 1604 0 0,6-65-1464 0 0,-1 5-549 0 0,0 2 469 0 0,3 48 0 0 0,9-28-2193 0 0,-9-42 1312 0 0,-1-1 1 0 0,0 1 0 0 0,1 0-1 0 0,0-1 1 0 0,-1 1-1 0 0,1-1 1 0 0,0 0-1 0 0,0 0 1 0 0,0 0-1 0 0,1 0 1 0 0,3 3-1 0 0,-6-4 319 0 0,1-1 0 0 0,-1 0 0 0 0,0 0 0 0 0,0 1-1 0 0,1-1 1 0 0,-1 0 0 0 0,0 0 0 0 0,1 0-1 0 0,-1 0 1 0 0,1 1 0 0 0,-1-1 0 0 0,0 0 0 0 0,1 0-1 0 0,-1 0 1 0 0,0 0 0 0 0,1 0 0 0 0,-1 0 0 0 0,1 0-1 0 0,-1 0 1 0 0,0 0 0 0 0,1 0 0 0 0,-1 0 0 0 0,1 0-1 0 0,-1 0 1 0 0,0 0 0 0 0,1 0 0 0 0,-1-1 0 0 0,0 1-1 0 0,1 0 1 0 0,-1 0 0 0 0,0 0 0 0 0,1-1 0 0 0,-1 1-1 0 0,0 0 1 0 0,1 0 0 0 0,-1-1 0 0 0,0 1-1 0 0,1 0 1 0 0,-1 0 0 0 0,0-1 0 0 0,0 1 0 0 0,0 0-1 0 0,1-1 1 0 0,5-4-1972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1:12.4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127 0 2369 0 0,'2'2'336'0'0,"0"-1"0"0"0,0 1 0 0 0,0 0 0 0 0,0 0 0 0 0,0 0 0 0 0,-1 0 1 0 0,1 0-1 0 0,-1 0 0 0 0,1 0 0 0 0,-1 0 0 0 0,0 1 0 0 0,0-1 1 0 0,0 0-1 0 0,0 1 0 0 0,1 4 0 0 0,7 43 1588 0 0,-7-39-1443 0 0,1 11-227 0 0,0 0 1 0 0,-2 0 0 0 0,0 0-1 0 0,-5 43 1 0 0,4-59-380 0 0,-1 0 0 0 0,-1 1-1 0 0,1-1 1 0 0,-1 0 0 0 0,0 0-1 0 0,0 0 1 0 0,-1 0 0 0 0,0 0-1 0 0,0 0 1 0 0,0-1 0 0 0,-1 1 0 0 0,1-1-1 0 0,-1 0 1 0 0,-1 0 0 0 0,1-1-1 0 0,-1 1 1 0 0,0-1 0 0 0,0 0-1 0 0,0 0 1 0 0,0 0 0 0 0,-9 3 0 0 0,11-5 82 0 0,-1-1 1 0 0,1-1-1 0 0,-1 1 1 0 0,1 0-1 0 0,-1-1 1 0 0,1 0-1 0 0,-1 0 1 0 0,1 0 0 0 0,-1 0-1 0 0,1-1 1 0 0,-1 1-1 0 0,1-1 1 0 0,-4-1-1 0 0,5 2 31 0 0,0-1 0 0 0,1 1 1 0 0,-1-1-1 0 0,0 1 0 0 0,1-1 0 0 0,-1 0 0 0 0,1 1 0 0 0,-1-1 0 0 0,1 0 0 0 0,-1 0 0 0 0,1 0 0 0 0,-1 0 0 0 0,1-1 0 0 0,0 1 0 0 0,0 0 0 0 0,0-1 1 0 0,0 1-1 0 0,0 0 0 0 0,0-1 0 0 0,0 1 0 0 0,0-1 0 0 0,0 1 0 0 0,1-1 0 0 0,-1 0 0 0 0,1 1 0 0 0,-1-1 0 0 0,0-3 0 0 0,2 2 110 0 0,0 0-1 0 0,-1 0 1 0 0,1 0 0 0 0,1 0-1 0 0,-1 0 1 0 0,0 0-1 0 0,1 1 1 0 0,-1-1-1 0 0,1 0 1 0 0,0 1-1 0 0,0-1 1 0 0,0 1 0 0 0,0 0-1 0 0,2-2 1 0 0,38-33 1559 0 0,-35 32-1277 0 0,-3 1-173 0 0,0 1 0 0 0,0 0-1 0 0,1 0 1 0 0,-1 1 0 0 0,1-1 0 0 0,-1 1-1 0 0,1 0 1 0 0,0 0 0 0 0,0 1 0 0 0,0 0-1 0 0,0-1 1 0 0,0 1 0 0 0,0 1 0 0 0,0-1-1 0 0,7 1 1 0 0,-9 1-156 0 0,0-1-1 0 0,0 1 0 0 0,-1 0 1 0 0,1 0-1 0 0,0 0 1 0 0,-1 0-1 0 0,1 0 1 0 0,-1 0-1 0 0,1 1 0 0 0,-1-1 1 0 0,0 1-1 0 0,1 0 1 0 0,-1 0-1 0 0,0 0 1 0 0,0 0-1 0 0,0 0 1 0 0,-1 0-1 0 0,1 0 0 0 0,0 1 1 0 0,-1-1-1 0 0,0 1 1 0 0,1-1-1 0 0,-1 1 1 0 0,0-1-1 0 0,0 1 0 0 0,-1 0 1 0 0,1 0-1 0 0,0-1 1 0 0,-1 5-1 0 0,3 16-105 0 0,-2 0-1 0 0,-1-1 1 0 0,-1 1-1 0 0,-1-1 1 0 0,-1 1-1 0 0,0-1 1 0 0,-2 0-1 0 0,-1 0 1 0 0,0 0 0 0 0,-2-1-1 0 0,-14 29 1 0 0,-25 18 152 0 0,53-73 97 0 0,1 0 0 0 0,-1 0 0 0 0,1 0 0 0 0,0 1 1 0 0,0 0-1 0 0,1 0 0 0 0,8-3 0 0 0,6-3 193 0 0,159-88 1780 0 0,-62 28-4490 0 0,-111 64-272 0 0,7-4-6276 0 0,-6 10 4643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1:53.680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55 21 520 0 0,'-10'-4'888'0'0,"-19"-5"638"0"0,28 9-1479 0 0,1 0 0 0 0,-1 0 0 0 0,0 0 0 0 0,1 1 0 0 0,-1-1 0 0 0,0 0 0 0 0,0 0 0 0 0,1 1 0 0 0,-1-1 0 0 0,0 0 0 0 0,1 1 0 0 0,-1-1 1 0 0,1 0-1 0 0,-1 1 0 0 0,1-1 0 0 0,-1 1 0 0 0,1-1 0 0 0,-1 1 0 0 0,1-1 0 0 0,-1 1 0 0 0,1 0 0 0 0,-1-1 0 0 0,1 1 0 0 0,0 0 0 0 0,-1-1 0 0 0,1 1 0 0 0,0 0 0 0 0,0-1 0 0 0,0 1 0 0 0,-1 0 0 0 0,1-1 0 0 0,0 1 0 0 0,0 0 0 0 0,0 0 0 0 0,0-1 1 0 0,0 1-1 0 0,0 0 0 0 0,0-1 0 0 0,1 2 0 0 0,1 0 153 0 0,0 0 0 0 0,-1-1 1 0 0,1 1-1 0 0,1-1 0 0 0,-1 0 0 0 0,0 0 1 0 0,0 0-1 0 0,0 0 0 0 0,1 0 1 0 0,-1 0-1 0 0,0-1 0 0 0,1 1 1 0 0,-1-1-1 0 0,0 1 0 0 0,3-1 0 0 0,46 8 498 0 0,-14-6-154 0 0,1-2 1 0 0,46-6 0 0 0,27-1 720 0 0,-6 3-544 0 0,-62 1-360 0 0,0 2 1 0 0,69 8 0 0 0,-76-4-208 0 0,0-1-1 0 0,1-2 1 0 0,43-5-1 0 0,-40 2 101 0 0,202-4 185 0 0,-143 2-171 0 0,-1 4 1 0 0,165 18-1 0 0,287 41 503 0 0,-522-57-716 0 0,117 6 398 0 0,198-15 1 0 0,-182 0-264 0 0,-101 8-71 0 0,106-16 0 0 0,-74 4-57 0 0,-1 5 1 0 0,129 5-1 0 0,0 0 11 0 0,-156-1-63 0 0,36-2 57 0 0,119 9 0 0 0,-109-1-78 0 0,-1-4 0 0 0,116-16 0 0 0,9-1 131 0 0,253 2-70 0 0,289 23 782 0 0,-639-7-844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1:56.115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6 200 1968 0 0,'-6'-44'11704'0'0,"19"37"-11200"0"0,-9 6-456 0 0,0 0-1 0 0,1 1 0 0 0,-1-1 0 0 0,0 1 0 0 0,1 0 0 0 0,-1 0 1 0 0,1 0-1 0 0,-1 0 0 0 0,0 1 0 0 0,1 0 0 0 0,-1 0 1 0 0,0 0-1 0 0,1 0 0 0 0,-1 1 0 0 0,5 2 0 0 0,-3-1 40 0 0,0-1 0 0 0,0 0 0 0 0,0-1 0 0 0,0 1-1 0 0,1-1 1 0 0,-1 0 0 0 0,13 0 0 0 0,26-3 242 0 0,0 3 0 0 0,72 9 0 0 0,-116-10-328 0 0,41 1 165 0 0,0-1 0 0 0,1-2-1 0 0,-1-3 1 0 0,52-11 0 0 0,-19 3 217 0 0,-28 9-207 0 0,-1 1-1 0 0,72 6 1 0 0,-15 0-56 0 0,191-17 580 0 0,-41 0-289 0 0,0 0 47 0 0,-186 15-421 0 0,299-7 699 0 0,-78-14-376 0 0,-116 4-297 0 0,-98 7-41 0 0,125 2 0 0 0,29 3 7 0 0,-11 0 25 0 0,-143 7-73 0 0,360-1 14 0 0,-203-7 32 0 0,-4 0 50 0 0,61 3-31 0 0,-54 3-58 0 0,-102-4-38 0 0,144-12 140 0 0,-200 8-135 0 0,0 3 1 0 0,0 3-1 0 0,0 4 0 0 0,111 17 0 0 0,-150-18-351 0 0,-30-2 234 0 0,-1-1-1 0 0,1 1 1 0 0,-1 0-1 0 0,1 1 0 0 0,-1 0 1 0 0,1 0-1 0 0,-1 0 0 0 0,0 1 1 0 0,1 0-1 0 0,-1 0 1 0 0,0 0-1 0 0,9 6 0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2:35.050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152 111 784 0 0,'-27'-7'1194'0'0,"21"4"-997"0"0,0 2 0 0 0,0-1 1 0 0,0 1-1 0 0,0 0 0 0 0,0 0 0 0 0,0 0 0 0 0,-1 1 0 0 0,1 0 0 0 0,0 0 0 0 0,0 1 0 0 0,-7 1 1 0 0,10-1-57 0 0,0-1 0 0 0,0 1 1 0 0,-1-1-1 0 0,1 0 1 0 0,0 0-1 0 0,0 0 0 0 0,0 0 1 0 0,0 0-1 0 0,0-1 1 0 0,0 1-1 0 0,-3-2 1 0 0,5 2-121 0 0,1 0 1 0 0,0 0-1 0 0,-1 0 1 0 0,1 0 0 0 0,0-1-1 0 0,0 1 1 0 0,-1 0 0 0 0,1 0-1 0 0,0 0 1 0 0,0-1-1 0 0,0 1 1 0 0,-1 0 0 0 0,1 0-1 0 0,0-1 1 0 0,0 1 0 0 0,0 0-1 0 0,0-1 1 0 0,0 1-1 0 0,0 0 1 0 0,-1 0 0 0 0,1-1-1 0 0,0 1 1 0 0,0 0 0 0 0,0-1-1 0 0,0 1 1 0 0,0 0-1 0 0,0-1 1 0 0,0 1 0 0 0,0 0-1 0 0,0-1 1 0 0,0 1 0 0 0,0 0-1 0 0,1 0 1 0 0,-1-1-1 0 0,0 0 1 0 0,17-17 391 0 0,-14 15-346 0 0,0 0 1 0 0,1 0-1 0 0,-1 1 0 0 0,1-1 0 0 0,-1 1 0 0 0,1 0 1 0 0,0 0-1 0 0,0 0 0 0 0,0 0 0 0 0,0 0 0 0 0,1 1 1 0 0,-1 0-1 0 0,0 0 0 0 0,0 0 0 0 0,1 1 0 0 0,-1-1 1 0 0,1 1-1 0 0,-1 0 0 0 0,0 0 0 0 0,1 1 0 0 0,-1-1 1 0 0,0 1-1 0 0,1 0 0 0 0,-1 0 0 0 0,0 0 0 0 0,0 1 1 0 0,0 0-1 0 0,0 0 0 0 0,0 0 0 0 0,5 3 0 0 0,-1-2-2 0 0,-1 0-1 0 0,1 0 0 0 0,0-1 0 0 0,0 0 0 0 0,0-1 1 0 0,0 0-1 0 0,0 0 0 0 0,0-1 0 0 0,0 0 0 0 0,0 0 1 0 0,0-1-1 0 0,15-3 0 0 0,-12 3 39 0 0,-1-1-1 0 0,1 2 1 0 0,-1-1 0 0 0,1 1 0 0 0,0 1-1 0 0,-1 0 1 0 0,14 3 0 0 0,0 3 171 0 0,1-2 0 0 0,0 0 0 0 0,0-2 1 0 0,48 1-1 0 0,100-16 503 0 0,-114 6-63 0 0,110 3 0 0 0,-143 3-620 0 0,0-1 0 0 0,1-2 0 0 0,-1 0 0 0 0,43-12 0 0 0,-40 8 24 0 0,1 1 0 0 0,1 2 0 0 0,31-1 0 0 0,363-15 738 0 0,-319 17-770 0 0,-65 0-50 0 0,1 2 0 0 0,-1 2 1 0 0,0 1-1 0 0,49 10 0 0 0,-58-7 1 0 0,0-1 1 0 0,0-3-1 0 0,1 0 0 0 0,42-5 1 0 0,-34 1 25 0 0,0 2 1 0 0,42 5-1 0 0,210 10 61 0 0,-104-8-73 0 0,-83-2-39 0 0,117-9 0 0 0,-175 3 3 0 0,0 2 1 0 0,70 10-1 0 0,-1-1-17 0 0,45-10 26 0 0,-99-1-15 0 0,115 10-1 0 0,-99-1-7 0 0,0-4-1 0 0,102-10 0 0 0,-1 1 97 0 0,-65 5-64 0 0,223 8 6 0 0,-41 5-164 0 0,-138-8 76 0 0,367-27 71 0 0,-495 21-22 0 0,296-5-145 0 0,-89 6 107 0 0,-7 2 70 0 0,10 0-83 0 0,71 8 7 0 0,-67 2 127 0 0,165-3 1 0 0,-349-5-78 0 0,226 7-3 0 0,14-2 28 0 0,-154-4-6 0 0,61 5 7 0 0,234 19-104 0 0,-386-27-22 0 0,99-11 0 0 0,-98 4 57 0 0,89 3 1 0 0,-62 9-14 0 0,-1 4 0 0 0,85 22 1 0 0,-149-29 185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3:46.3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1258 6 1672 0 0,'0'-5'1818'0'0,"-15"14"-1362"0"0,5-6 96 0 0,0 0 1 0 0,-1-1-1 0 0,1 0 0 0 0,-1-1 0 0 0,0 0 1 0 0,1 0-1 0 0,-21-3 0 0 0,-13 2-130 0 0,-172 21 767 0 0,-108 3-222 0 0,282-23-888 0 0,0 1-1 0 0,0 2 0 0 0,1 2 1 0 0,0 1-1 0 0,0 3 0 0 0,0 1 1 0 0,2 2-1 0 0,-1 2 0 0 0,2 1 1 0 0,-46 27-1 0 0,78-40-70 0 0,0 1-1 0 0,0 0 1 0 0,1 1 0 0 0,-1-1 0 0 0,1 1 0 0 0,0 0-1 0 0,1 0 1 0 0,-1 1 0 0 0,-5 8 0 0 0,9-12-5 0 0,0 0 0 0 0,1-1 0 0 0,-1 1 0 0 0,0 0 1 0 0,1 0-1 0 0,-1 1 0 0 0,1-1 0 0 0,-1 0 0 0 0,1 0 0 0 0,0 0 1 0 0,0 0-1 0 0,0 0 0 0 0,0 0 0 0 0,0 0 0 0 0,1 0 1 0 0,-1 0-1 0 0,1 0 0 0 0,-1 1 0 0 0,1-1 0 0 0,0-1 1 0 0,0 1-1 0 0,0 0 0 0 0,0 0 0 0 0,0 0 0 0 0,0 0 1 0 0,0-1-1 0 0,0 1 0 0 0,1 0 0 0 0,-1-1 0 0 0,1 1 0 0 0,-1-1 1 0 0,1 0-1 0 0,0 0 0 0 0,2 2 0 0 0,13 9 13 0 0,1-2-1 0 0,0 0 0 0 0,0-1 1 0 0,1 0-1 0 0,0-2 0 0 0,0 0 1 0 0,1-2-1 0 0,0 0 1 0 0,0-1-1 0 0,0 0 0 0 0,36 0 1 0 0,17-4-28 0 0,143-19 0 0 0,-124 8-51 0 0,117-6 139 0 0,-78 8 63 0 0,247-50 0 0 0,-372 58-70 0 0,0-1 0 0 0,0 0-1 0 0,0-1 1 0 0,-1 1-1 0 0,1-1 1 0 0,-1 0 0 0 0,1-1-1 0 0,-1 1 1 0 0,-1-1-1 0 0,1 0 1 0 0,0 0 0 0 0,-1-1-1 0 0,5-5 1 0 0,-8 9-29 0 0,0-1-1 0 0,0 0 1 0 0,0 1 0 0 0,0-1 0 0 0,0 0 0 0 0,0 0-1 0 0,-1 0 1 0 0,1 0 0 0 0,-1 0 0 0 0,1 1 0 0 0,-1-1-1 0 0,0 0 1 0 0,0 0 0 0 0,0 0 0 0 0,0 0 0 0 0,0 0-1 0 0,-1-4 1 0 0,0 4-25 0 0,0-1-1 0 0,0 0 0 0 0,0 1 1 0 0,-1 0-1 0 0,1-1 1 0 0,-1 1-1 0 0,1 0 0 0 0,-1 0 1 0 0,0 0-1 0 0,0 0 1 0 0,0 0-1 0 0,0 0 0 0 0,0 0 1 0 0,-1 1-1 0 0,1-1 1 0 0,-4-1-1 0 0,-4-2-102 0 0,1 1 0 0 0,-1 0 0 0 0,-1 0 0 0 0,1 1 0 0 0,0 1 0 0 0,-1-1 0 0 0,-12 0 0 0 0,-82-2-1632 0 0,40 3 642 0 0,14-2 54 0 0,-334-31-7670 0 0,346 34 7587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3:47.7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1227 101 2897 0 0,'10'-17'846'0'0,"-8"15"-840"0"0,-1-1 0 0 0,1 1 0 0 0,0-1 1 0 0,-1 1-1 0 0,0-1 0 0 0,0 0 1 0 0,0 0-1 0 0,0 0 0 0 0,1-5 0 0 0,-9-2 18 0 0,-18 6 545 0 0,-309 18 1869 0 0,247-15-2264 0 0,26-1-82 0 0,0 2-1 0 0,0 3 0 0 0,0 3 1 0 0,-64 15-1 0 0,-183 72-11 0 0,293-87-79 0 0,0 0-1 0 0,-26 17 1 0 0,37-21-5 0 0,1 0 0 0 0,-1 0-1 0 0,1 1 1 0 0,-1-1 0 0 0,1 1-1 0 0,0 0 1 0 0,0 0 0 0 0,0 0 0 0 0,0 0-1 0 0,1 1 1 0 0,-1-1 0 0 0,1 1-1 0 0,0 0 1 0 0,0-1 0 0 0,0 1 0 0 0,-1 5-1 0 0,3-5 1 0 0,0-1 0 0 0,0 1 0 0 0,0 0 0 0 0,1 0 0 0 0,-1-1 0 0 0,1 1 0 0 0,0 0 0 0 0,0-1 0 0 0,0 1 0 0 0,1 0 0 0 0,-1-1 0 0 0,1 1-1 0 0,0-1 1 0 0,0 0 0 0 0,0 0 0 0 0,0 0 0 0 0,0 0 0 0 0,1 0 0 0 0,0 0 0 0 0,-1-1 0 0 0,1 1 0 0 0,0-1 0 0 0,0 1 0 0 0,0-1 0 0 0,1 0 0 0 0,-1-1 0 0 0,0 1 0 0 0,1 0 0 0 0,-1-1-1 0 0,5 1 1 0 0,13 6 33 0 0,0-1-1 0 0,0-2 0 0 0,40 6 0 0 0,-55-10-27 0 0,68 8 7 0 0,0-3 0 0 0,136-7 0 0 0,145-36 105 0 0,-150 12 69 0 0,-55 17-142 0 0,-103 8 127 0 0,0-2 0 0 0,1-3 0 0 0,-1-1 0 0 0,46-13 0 0 0,-86 17-15 0 0,0-1-1 0 0,0 0 1 0 0,-1 0 0 0 0,1 0 0 0 0,-1-1-1 0 0,0 0 1 0 0,0 0 0 0 0,0 0 0 0 0,0-1-1 0 0,-1 0 1 0 0,8-9 0 0 0,-12 12-102 0 0,1 0 1 0 0,-1 1-1 0 0,0-1 1 0 0,0 0-1 0 0,0 0 1 0 0,0 0-1 0 0,0-1 1 0 0,-1 1-1 0 0,1 0 0 0 0,-1 0 1 0 0,1 0-1 0 0,-1-1 1 0 0,0 1-1 0 0,1 0 1 0 0,-1 0-1 0 0,-1 0 1 0 0,1-1-1 0 0,0 1 1 0 0,0 0-1 0 0,-1 0 1 0 0,1-1-1 0 0,-1 1 1 0 0,0 0-1 0 0,0 0 1 0 0,0 0-1 0 0,0 0 0 0 0,0 0 1 0 0,0 0-1 0 0,0 0 1 0 0,-1 1-1 0 0,1-1 1 0 0,-1 0-1 0 0,1 1 1 0 0,-1-1-1 0 0,0 1 1 0 0,1-1-1 0 0,-1 1 1 0 0,0 0-1 0 0,0 0 1 0 0,-3-2-1 0 0,-6-4-37 0 0,-1 1 0 0 0,0-1 1 0 0,-1 2-1 0 0,0 0 0 0 0,1 0 0 0 0,-1 2 0 0 0,-14-3 1 0 0,-101-12-1270 0 0,51 10 276 0 0,2-3-152 0 0,7 2-794 0 0,0-2 0 0 0,1-3 0 0 0,-66-24 0 0 0,91 27 520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3:49.1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819 46 1168 0 0,'0'-2'33'0'0,"0"-1"0"0"0,0 1 0 0 0,0 0 0 0 0,0-1 0 0 0,0 1 0 0 0,0 0 0 0 0,-1-1 0 0 0,0 1 0 0 0,1 0 0 0 0,-1 0 0 0 0,0 0-1 0 0,0 0 1 0 0,0 0 0 0 0,0-1 0 0 0,0 2 0 0 0,-1-1 0 0 0,-1-2 0 0 0,2 3-4 0 0,-1 0 0 0 0,1 1 0 0 0,0-1 1 0 0,-1 1-1 0 0,0-1 0 0 0,1 1 0 0 0,-1 0 0 0 0,1 0 0 0 0,-1 0 0 0 0,1 0 1 0 0,-1 0-1 0 0,1 0 0 0 0,-1 0 0 0 0,1 0 0 0 0,-1 1 0 0 0,1-1 0 0 0,-1 0 0 0 0,1 1 1 0 0,-1-1-1 0 0,1 1 0 0 0,-1 0 0 0 0,1-1 0 0 0,0 1 0 0 0,-1 0 0 0 0,1 0 0 0 0,0 0 1 0 0,0 0-1 0 0,-2 2 0 0 0,-253 193 1601 0 0,153-113-1648 0 0,83-67 6 0 0,-36 26 24 0 0,2 2 1 0 0,2 2-1 0 0,-84 98 1 0 0,125-128-16 0 0,1-1 0 0 0,1 2 0 0 0,0-1-1 0 0,1 1 1 0 0,0 1 0 0 0,2 0 0 0 0,0-1 0 0 0,1 2 0 0 0,0-1 0 0 0,2 1 0 0 0,0-1 0 0 0,2 1 0 0 0,0 29 0 0 0,1-32 13 0 0,2-1-1 0 0,0 1 1 0 0,1-1-1 0 0,0 0 1 0 0,1 0 0 0 0,1-1-1 0 0,0 1 1 0 0,1-1-1 0 0,1 0 1 0 0,0 0-1 0 0,1-1 1 0 0,0 0-1 0 0,1 0 1 0 0,1-1-1 0 0,0 0 1 0 0,22 20 0 0 0,-13-16 48 0 0,2-1 0 0 0,0 0 1 0 0,1-2-1 0 0,0 0 0 0 0,1-2 1 0 0,0 0-1 0 0,1-1 1 0 0,0-2-1 0 0,1 0 0 0 0,0-2 1 0 0,0-1-1 0 0,48 4 0 0 0,-34-5 217 0 0,-1 0 0 0 0,0 3 0 0 0,50 15-1 0 0,-108-35 439 0 0,1-2 0 0 0,-27-25-1 0 0,-12-10-627 0 0,-79-41-67 0 0,161 103-124 0 0,1-1 0 0 0,43 13 0 0 0,-43-17 291 0 0,-1 1-1 0 0,1 1 0 0 0,-1 2 0 0 0,-1 0 1 0 0,0 2-1 0 0,24 16 0 0 0,-46-28-146 0 0,-1-1 0 0 0,1 0 0 0 0,-1 0 0 0 0,0 1 0 0 0,1-1 0 0 0,-1 0 0 0 0,0 1 0 0 0,1-1 0 0 0,-1 1 0 0 0,0-1 0 0 0,0 0 0 0 0,1 1 0 0 0,-1-1 0 0 0,0 1 0 0 0,0-1 0 0 0,0 1 0 0 0,1-1 1 0 0,-1 0-1 0 0,0 1 0 0 0,0-1 0 0 0,0 1 0 0 0,0-1 0 0 0,0 1 0 0 0,0-1 0 0 0,0 1 0 0 0,0-1 0 0 0,0 1 0 0 0,0-1 0 0 0,0 1 0 0 0,-1-1 0 0 0,1 1 0 0 0,0-1 0 0 0,0 0 0 0 0,-1 1 0 0 0,-15 13 695 0 0,-30 4-12 0 0,42-16-600 0 0,-31 10 173 0 0,1 2 0 0 0,0 2 0 0 0,1 1-1 0 0,1 1 1 0 0,-41 32 0 0 0,-68 69-5491 0 0,136-114 4595 0 0,2-2 144 0 0,1-1-1 0 0,0 1 0 0 0,-1-1 0 0 0,0 0 0 0 0,1 0 0 0 0,-1 0 0 0 0,0 0 1 0 0,0 0-1 0 0,0-1 0 0 0,0 1 0 0 0,0-1 0 0 0,-6 2 0 0 0,0-1-1476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3:51.4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57 569 1216 0 0,'-12'-9'1780'0'0,"9"8"-1621"0"0,1-1-1 0 0,-1 1 0 0 0,1-1 0 0 0,0 1 1 0 0,-1-1-1 0 0,1 0 0 0 0,0 0 1 0 0,0 0-1 0 0,0 0 0 0 0,0 0 0 0 0,-2-4 1 0 0,0-7 404 0 0,0-1 1 0 0,1 1-1 0 0,1-1 1 0 0,1 0 0 0 0,0 0-1 0 0,0 1 1 0 0,2-1-1 0 0,2-24 1 0 0,5-11-252 0 0,15-48 1 0 0,-15 62-183 0 0,1 1 0 0 0,2 0 0 0 0,1 0 1 0 0,33-60-1 0 0,-45 93-131 0 0,0 1 0 0 0,1-1 0 0 0,-1 0 0 0 0,0 1-1 0 0,1-1 1 0 0,-1 1 0 0 0,0-1 0 0 0,1 1 0 0 0,-1-1 0 0 0,1 1 0 0 0,-1-1 0 0 0,1 1 0 0 0,-1-1 0 0 0,1 1 0 0 0,0 0 0 0 0,-1-1 0 0 0,1 1 0 0 0,-1 0 0 0 0,1-1 0 0 0,0 1 0 0 0,-1 0 0 0 0,1 0 0 0 0,0 0-1 0 0,-1 0 1 0 0,1 0 0 0 0,0 0 0 0 0,-1-1 0 0 0,2 2 0 0 0,11 13-101 0 0,9 47-128 0 0,-14-34 201 0 0,18 38-60 0 0,2 0 63 0 0,-3 1 1 0 0,-2 1-1 0 0,16 89 1 0 0,-37-134 131 0 0,0 1 1 0 0,-3 28-1 0 0,0-11-1467 0 0,-8-93-5834 0 0,3 27 6037 0 0,4 8 60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3:51.8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51 2112 0 0,'0'0'36'0'0,"0"0"0"0"0,0-1 0 0 0,0 1-1 0 0,-1 0 1 0 0,1 0 0 0 0,0 0-1 0 0,0-1 1 0 0,0 1 0 0 0,0 0-1 0 0,0 0 1 0 0,0-1 0 0 0,0 1-1 0 0,0 0 1 0 0,0 0 0 0 0,0-1-1 0 0,0 1 1 0 0,0 0 0 0 0,0-1-1 0 0,0 1 1 0 0,0 0 0 0 0,0 0-1 0 0,0-1 1 0 0,0 1 0 0 0,0 0 0 0 0,1 0-1 0 0,-1 0 1 0 0,0-1 0 0 0,0 1-1 0 0,0 0 1 0 0,0 0 0 0 0,0-1-1 0 0,1 1 1 0 0,-1 0 0 0 0,0 0-1 0 0,0 0 1 0 0,0 0 0 0 0,1-1-1 0 0,-1 1 1 0 0,0 0 0 0 0,0 0-1 0 0,0 0 1 0 0,1 0 0 0 0,-1 0 0 0 0,0 0-1 0 0,0 0 1 0 0,1 0 0 0 0,-1 0-1 0 0,0-1 1 0 0,0 1 0 0 0,1 0-1 0 0,-1 0 1 0 0,0 0 0 0 0,1 1-1 0 0,-1-1 1 0 0,0 0 0 0 0,0 0-1 0 0,1 0 1 0 0,-1 0 0 0 0,0 0-1 0 0,26 4 1146 0 0,-7-1-536 0 0,98-18 186 0 0,-65 7-1202 0 0,73-2 0 0 0,-124 10 311 0 0,-1 0 1 0 0,0 0-1 0 0,0 0 0 0 0,0 0 1 0 0,1 0-1 0 0,-1 0 0 0 0,0 0 1 0 0,0 0-1 0 0,0 0 1 0 0,1 0-1 0 0,-1 0 0 0 0,0-1 1 0 0,0 1-1 0 0,0 0 0 0 0,1 0 1 0 0,-1 0-1 0 0,0 0 0 0 0,0 0 1 0 0,0 0-1 0 0,0-1 0 0 0,0 1 1 0 0,1 0-1 0 0,-1 0 0 0 0,0 0 1 0 0,0 0-1 0 0,0-1 0 0 0,0 1 1 0 0,0 0-1 0 0,0 0 1 0 0,0 0-1 0 0,0-1 0 0 0,0 1 1 0 0,1 0-1 0 0,-1 0 0 0 0,0 0 1 0 0,0-1-1 0 0,0 1 0 0 0,0 0 1 0 0,0 0-1 0 0,0-1 0 0 0,0 1 1 0 0,-1 0-1 0 0,1 0 0 0 0,0 0 1 0 0,0-1-1 0 0,0 1 1 0 0,0 0-1 0 0,0 0 0 0 0,0 0 1 0 0,0-1-1 0 0,0 1 0 0 0,0 0 1 0 0,-1 0-1 0 0,1 0 0 0 0,0 0 1 0 0,0 0-1 0 0,0-1 0 0 0,0 1 1 0 0,-1 0-1 0 0,1 0 0 0 0,-1-2-393 0 0,1-3-1303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3:55.3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 19 2385 0 0,'-1'-1'241'0'0,"1"0"1"0"0,0-1 0 0 0,-1 1 0 0 0,1 0-1 0 0,-1 0 1 0 0,0 0 0 0 0,1 0 0 0 0,-1 0-1 0 0,0 0 1 0 0,0 0 0 0 0,1 0 0 0 0,-1 0-1 0 0,0 1 1 0 0,0-1 0 0 0,0 0 0 0 0,0 0-1 0 0,0 1 1 0 0,-2-2 0 0 0,2 3-172 0 0,0-1 1 0 0,0 1-1 0 0,0 0 0 0 0,0-1 1 0 0,0 1-1 0 0,0 0 0 0 0,0 0 1 0 0,1-1-1 0 0,-1 1 1 0 0,0 0-1 0 0,1 0 0 0 0,-1 0 1 0 0,0 0-1 0 0,1 0 0 0 0,-1 0 1 0 0,1 0-1 0 0,0 0 1 0 0,-1 0-1 0 0,1 0 0 0 0,0 0 1 0 0,-1 1-1 0 0,1 1 1 0 0,-5 18-15 0 0,1 0 0 0 0,1 0 0 0 0,1 0 1 0 0,0 40-1 0 0,13 88-142 0 0,-9-132 68 0 0,12 64-1050 0 0,-9-57-781 0 0,-1 1 0 0 0,2 39 0 0 0,-6-64 1833 0 0,0 0-1 0 0,0 0 0 0 0,0 0 1 0 0,0 0-1 0 0,0 0 1 0 0,0 1-1 0 0,0-1 1 0 0,0 0-1 0 0,0 0 0 0 0,0 0 1 0 0,0 0-1 0 0,0 0 1 0 0,0 1-1 0 0,0-1 1 0 0,0 0-1 0 0,0 0 0 0 0,0 0 1 0 0,0 0-1 0 0,0 0 1 0 0,0 0-1 0 0,-1 1 1 0 0,1-1-1 0 0,0 0 0 0 0,0 0 1 0 0,0 0-1 0 0,0 0 1 0 0,0 0-1 0 0,0 0 1 0 0,0 0-1 0 0,0 0 0 0 0,-1 0 1 0 0,1 1-1 0 0,0-1 1 0 0,0 0-1 0 0,0 0 1 0 0,0 0-1 0 0,0 0 0 0 0,-1 0 1 0 0,1 0-1 0 0,0 0 1 0 0,0 0-1 0 0,0 0 1 0 0,0 0-1 0 0,0 0 0 0 0,-1 0 1 0 0,1 0-1 0 0,0 0 1 0 0,0 0-1 0 0,0 0 1 0 0,0 0-1 0 0,0 0 1 0 0,-1 0-1 0 0,1-1 0 0 0,0 1 1 0 0,0 0-1 0 0,0 0 1 0 0,0 0-1 0 0,0 0 1 0 0,0 0-1 0 0,0 0 0 0 0,-1 0 1 0 0,0-1-126 0 0,0 1-752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3:55.8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6 120 536 0 0,'-1'-2'212'0'0,"0"0"0"0"0,0 1-1 0 0,1-1 1 0 0,-1 0 0 0 0,0 0 0 0 0,1 1-1 0 0,0-1 1 0 0,-1 0 0 0 0,1 0 0 0 0,0 0-1 0 0,0 0 1 0 0,0 1 0 0 0,0-1 0 0 0,1 0-1 0 0,-1 0 1 0 0,0 0 0 0 0,1 0 0 0 0,-1 1 0 0 0,1-1-1 0 0,1-2 1 0 0,1 0 203 0 0,0 1 0 0 0,0-1 0 0 0,0 1 0 0 0,1 0 1 0 0,-1 0-1 0 0,1 0 0 0 0,5-2 0 0 0,-5 2-427 0 0,58-33 3042 0 0,-58 34-2878 0 0,0 0 1 0 0,0 0 0 0 0,0 1 0 0 0,0-1-1 0 0,1 1 1 0 0,-1 0 0 0 0,0 0 0 0 0,1 1-1 0 0,-1-1 1 0 0,1 1 0 0 0,-1 0 0 0 0,1 0-1 0 0,7 2 1 0 0,-11-1-116 0 0,0-1-1 0 0,1 1 0 0 0,-1 0 1 0 0,0 0-1 0 0,0 0 0 0 0,0 0 1 0 0,0 0-1 0 0,0 0 0 0 0,0 0 1 0 0,-1 0-1 0 0,1 0 1 0 0,0 1-1 0 0,-1-1 0 0 0,1 0 1 0 0,0 0-1 0 0,-1 1 0 0 0,0-1 1 0 0,1 0-1 0 0,-1 1 0 0 0,0-1 1 0 0,1 0-1 0 0,-1 1 1 0 0,0-1-1 0 0,0 1 0 0 0,0-1 1 0 0,0 0-1 0 0,-1 1 0 0 0,1-1 1 0 0,0 1-1 0 0,0-1 0 0 0,-1 0 1 0 0,1 1-1 0 0,-1-1 0 0 0,1 0 1 0 0,-2 2-1 0 0,-22 53-286 0 0,22-52 203 0 0,-94 166-2026 0 0,105-177 2291 0 0,0 0 0 0 0,1 0 1 0 0,-1 0-1 0 0,1 2 1 0 0,0-1-1 0 0,1 1 0 0 0,-1 0 1 0 0,1 1-1 0 0,0 0 0 0 0,0 1 1 0 0,20-3-1 0 0,-29 6-172 0 0,1 0-1 0 0,-1-1 0 0 0,0 1 0 0 0,0 1 1 0 0,0-1-1 0 0,1 0 0 0 0,-1 0 1 0 0,0 1-1 0 0,0 0 0 0 0,0-1 1 0 0,0 1-1 0 0,0 0 0 0 0,0 0 1 0 0,0 0-1 0 0,0 0 0 0 0,0 0 0 0 0,0 0 1 0 0,-1 1-1 0 0,1-1 0 0 0,0 1 1 0 0,-1-1-1 0 0,1 1 0 0 0,-1 0 1 0 0,0-1-1 0 0,1 1 0 0 0,-1 0 1 0 0,0 0-1 0 0,0 0 0 0 0,0 0 0 0 0,0 0 1 0 0,-1 0-1 0 0,1 0 0 0 0,-1 0 1 0 0,1 0-1 0 0,-1 0 0 0 0,1 1 1 0 0,-1-1-1 0 0,0 0 0 0 0,0 0 1 0 0,-1 3-1 0 0,1 12 49 0 0,-1 0 0 0 0,-1 0 0 0 0,-1-1-1 0 0,-5 21 1 0 0,4-20-76 0 0,-4 17-141 0 0,-2-1-1 0 0,-19 46 1 0 0,-8-10-1914 0 0,30-58 558 0 0,-1-1 1 0 0,0 0-1 0 0,-16 16 0 0 0,23-25 1279 0 0,1 0-1 0 0,-1-1 1 0 0,0 1-1 0 0,1-1 1 0 0,-1 1-1 0 0,0-1 1 0 0,1 1 0 0 0,-1-1-1 0 0,0 1 1 0 0,1-1-1 0 0,-1 0 1 0 0,0 1 0 0 0,0-1-1 0 0,0 0 1 0 0,1 0-1 0 0,-1 1 1 0 0,0-1-1 0 0,0 0 1 0 0,0 0 0 0 0,0 0-1 0 0,1 0 1 0 0,-1 0-1 0 0,0 0 1 0 0,0 0-1 0 0,0-1 1 0 0,0 1 0 0 0,1 0-1 0 0,-1 0 1 0 0,0-1-1 0 0,0 1 1 0 0,-1-1 0 0 0,-2-2-1997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3:53.6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30 712 2208 0 0,'-2'-4'3097'0'0,"-9"-20"-1973"0"0,5-7-886 0 0,1 0 0 0 0,2-1 0 0 0,1 0-1 0 0,3-53 1 0 0,22-128 1758 0 0,-19 183-1794 0 0,0 0 1 0 0,2 0-1 0 0,2 0 0 0 0,0 1 1 0 0,2 0-1 0 0,16-33 0 0 0,-26 61-202 0 0,1 0 0 0 0,-1 0 0 0 0,1 0 0 0 0,-1-1 0 0 0,1 1 0 0 0,-1 0 0 0 0,1 0 0 0 0,0 0-1 0 0,-1 1 1 0 0,1-1 0 0 0,0 0 0 0 0,0 0 0 0 0,0 0 0 0 0,0 1 0 0 0,0-1 0 0 0,0 0 0 0 0,0 1 0 0 0,0-1 0 0 0,0 1-1 0 0,0-1 1 0 0,0 1 0 0 0,0-1 0 0 0,0 1 0 0 0,0 0 0 0 0,1-1 0 0 0,-1 1 0 0 0,1 0 0 0 0,0 1-7 0 0,-1 0 0 0 0,1-1 1 0 0,-1 1-1 0 0,0 0 1 0 0,1 0-1 0 0,-1 0 0 0 0,0 0 1 0 0,0 1-1 0 0,0-1 1 0 0,0 0-1 0 0,0 0 0 0 0,0 1 1 0 0,0-1-1 0 0,0 0 1 0 0,0 1-1 0 0,1 2 1 0 0,4 11-58 0 0,-1 0 0 0 0,7 30 0 0 0,-11-40 68 0 0,34 165-905 0 0,14 191 0 0 0,-47-347 418 0 0,-1-6-100 0 0,1 0 1 0 0,-2 0 0 0 0,1 0 0 0 0,-1 0 0 0 0,0 0-1 0 0,-1 0 1 0 0,0 0 0 0 0,0-1 0 0 0,-3 11 0 0 0,4-18 549 0 0,-1 0 0 0 0,1 0 0 0 0,0 0 0 0 0,0 0 1 0 0,0 1-1 0 0,-1-1 0 0 0,1 0 0 0 0,0 0 1 0 0,0 0-1 0 0,-1 0 0 0 0,1 0 0 0 0,0 0 1 0 0,-1 0-1 0 0,1 0 0 0 0,0 0 0 0 0,0 0 0 0 0,-1 0 1 0 0,1 0-1 0 0,0 0 0 0 0,-1 0 0 0 0,1 0 1 0 0,0 0-1 0 0,0 0 0 0 0,-1 0 0 0 0,1 0 0 0 0,0 0 1 0 0,0 0-1 0 0,-1 0 0 0 0,1 0 0 0 0,0-1 1 0 0,0 1-1 0 0,-1 0 0 0 0,1 0 0 0 0,0 0 0 0 0,0 0 1 0 0,0-1-1 0 0,-1 1 0 0 0,1 0 0 0 0,0-1 1 0 0,-4-4-1094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3:54.0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 63 1760 0 0,'-1'0'160'0'0,"0"0"0"0"0,0-1 0 0 0,0 1 0 0 0,1 0 0 0 0,-1 0-1 0 0,0 0 1 0 0,0 0 0 0 0,0-1 0 0 0,0 1 0 0 0,0 1 0 0 0,0-1-1 0 0,0 0 1 0 0,1 0 0 0 0,-1 0 0 0 0,0 0 0 0 0,0 1-1 0 0,0-1 1 0 0,0 0 0 0 0,0 1 0 0 0,1-1 0 0 0,-1 1 0 0 0,0-1-1 0 0,0 1 1 0 0,1-1 0 0 0,-1 1 0 0 0,0-1 0 0 0,1 1 0 0 0,-1 0-1 0 0,0-1 1 0 0,1 1 0 0 0,-1 0 0 0 0,1 0 0 0 0,-1-1 0 0 0,1 2-1 0 0,0-1-62 0 0,0 0 0 0 0,0 0 0 0 0,0 0-1 0 0,0-1 1 0 0,0 1 0 0 0,0 0 0 0 0,1 0-1 0 0,-1 0 1 0 0,0-1 0 0 0,0 1-1 0 0,1 0 1 0 0,-1-1 0 0 0,1 1 0 0 0,-1 0-1 0 0,1 0 1 0 0,-1-1 0 0 0,1 1 0 0 0,-1-1-1 0 0,1 1 1 0 0,0-1 0 0 0,-1 1 0 0 0,1-1-1 0 0,0 1 1 0 0,-1-1 0 0 0,1 1-1 0 0,0-1 1 0 0,0 0 0 0 0,-1 1 0 0 0,1-1-1 0 0,0 0 1 0 0,0 0 0 0 0,0 0 0 0 0,-1 1-1 0 0,1-1 1 0 0,0 0 0 0 0,0 0 0 0 0,0 0-1 0 0,0 0 1 0 0,1-1 0 0 0,7 1-169 0 0,0 0 0 0 0,0 0 1 0 0,1-1-1 0 0,-1-1 0 0 0,0 1 1 0 0,0-2-1 0 0,0 1 0 0 0,-1-1 0 0 0,10-5 1 0 0,75-42-6347 0 0,-72 38 4581 0 0,-3 2 17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3:56.6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116 0 3521 0 0,'-6'34'6797'0'0,"-17"21"-5511"0"0,3-6-1159 0 0,-25 110-1706 0 0,25-50-5424 0 0,18-104 5414 0 0,6-3 421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3:57.0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10 1688 0 0,'0'0'67'0'0,"-1"0"0"0"0,1-1 0 0 0,0 1-1 0 0,0 0 1 0 0,0 0 0 0 0,0 0 0 0 0,-1-1 0 0 0,1 1-1 0 0,0 0 1 0 0,0 0 0 0 0,0 0 0 0 0,0-1-1 0 0,0 1 1 0 0,0 0 0 0 0,0 0 0 0 0,0 0 0 0 0,0-1-1 0 0,0 1 1 0 0,0 0 0 0 0,0 0 0 0 0,0-1-1 0 0,0 1 1 0 0,0 0 0 0 0,0 0 0 0 0,0-1-1 0 0,0 1 1 0 0,0 0 0 0 0,0 0 0 0 0,0 0 0 0 0,0-1-1 0 0,0 1 1 0 0,0 0 0 0 0,0 0 0 0 0,1-1-1 0 0,-1 1 1 0 0,0 0 0 0 0,0 0 0 0 0,0 0 0 0 0,0 0-1 0 0,1-1 1 0 0,-1 1 0 0 0,0 0 0 0 0,0 0-1 0 0,0 0 1 0 0,1 0 0 0 0,-1 0 0 0 0,0 0-1 0 0,0 0 1 0 0,0-1 0 0 0,1 1 0 0 0,-1 0 0 0 0,0 0-1 0 0,0 0 1 0 0,1 0 0 0 0,-1 0 0 0 0,0 0-1 0 0,0 0 1 0 0,1 0 0 0 0,-1 0 0 0 0,0 0 0 0 0,0 0-1 0 0,0 0 1 0 0,1 0 0 0 0,-1 1 0 0 0,0-1-1 0 0,1 0 1 0 0,16 8 3070 0 0,12 27-2308 0 0,7 6-1630 0 0,-32-37 269 0 0,-1-1-1 0 0,1 0 1 0 0,0 0-1 0 0,0 0 0 0 0,0 0 1 0 0,1-1-1 0 0,-1 1 1 0 0,7 1-1 0 0,-11-4 426 0 0,1 1 0 0 0,0-1 0 0 0,0 0 0 0 0,0 0-1 0 0,0 0 1 0 0,0 1 0 0 0,0-1 0 0 0,0 0 0 0 0,0 0-1 0 0,0 0 1 0 0,-1-1 0 0 0,1 1 0 0 0,0 0 0 0 0,0 0 0 0 0,0 0-1 0 0,0-1 1 0 0,0 1 0 0 0,0 0 0 0 0,-1-1 0 0 0,1 1-1 0 0,0-1 1 0 0,0 1 0 0 0,-1-1 0 0 0,1 1 0 0 0,0-1 0 0 0,1-1-1 0 0,4-4-1260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3:57.3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 0 2136 0 0,'-1'61'4320'0'0,"-5"7"-3683"0"0,4-53-993 0 0,0 0-1 0 0,-1-1 1 0 0,-1 0-1 0 0,0 1 1 0 0,-1-1 0 0 0,-13 25-1 0 0,16-38 224 0 0,3-9 280 0 0,7-24 947 0 0,-6 25-582 0 0,0 1 0 0 0,0 0 0 0 0,1-1 0 0 0,-1 1 0 0 0,2 0 0 0 0,-1 0 0 0 0,1 0 0 0 0,-1 1 0 0 0,7-7 0 0 0,2 10 619 0 0,3 7-3389 0 0,-14-5 2092 0 0,-1 1 0 0 0,1-1 0 0 0,-1 0 0 0 0,1 0 0 0 0,-1 0 0 0 0,1 0 0 0 0,-1 0 0 0 0,1 1 1 0 0,-1-1-1 0 0,0 0 0 0 0,1 0 0 0 0,-1 1 0 0 0,1-1 0 0 0,-1 0 0 0 0,0 1 0 0 0,1-1 0 0 0,-1 0 0 0 0,0 1 0 0 0,1-1 0 0 0,-1 1 0 0 0,0-1 0 0 0,0 0 0 0 0,1 1 1 0 0,-1-1-1 0 0,0 1 0 0 0,0-1 0 0 0,0 1 0 0 0,0-1 0 0 0,0 1 0 0 0,0-1 0 0 0,0 1 0 0 0,1-1 0 0 0,-1 1 0 0 0,0-1 0 0 0,-1 1 0 0 0,1-1 0 0 0,0 1 0 0 0,0-1 0 0 0,0 0 1 0 0,0 1-1 0 0,0-1 0 0 0,0 1 0 0 0,-1-1 0 0 0,1 1 0 0 0,0-1 0 0 0,0 1 0 0 0,-1-1 0 0 0,1 0 0 0 0,0 1 0 0 0,-1 0 0 0 0,-1 3-942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3:57.7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41 888 0 0,'10'-6'6697'0'0,"22"-3"-4599"0"0,37-5-349 0 0,-47 10-1186 0 0,-10 1-278 0 0,-1 1 0 0 0,1 1 0 0 0,0 0 1 0 0,23 1-1 0 0,-33 0-245 0 0,0 0 0 0 0,1 0 0 0 0,-1 1 0 0 0,0-1 0 0 0,0 1 0 0 0,0 0 1 0 0,0-1-1 0 0,0 1 0 0 0,0 0 0 0 0,0 0 0 0 0,0 1 0 0 0,0-1 0 0 0,0 0 0 0 0,0 1 0 0 0,-1-1 1 0 0,1 1-1 0 0,-1-1 0 0 0,1 1 0 0 0,-1 0 0 0 0,1-1 0 0 0,-1 1 0 0 0,0 0 0 0 0,0 0 1 0 0,0 0-1 0 0,0 0 0 0 0,0 0 0 0 0,0 0 0 0 0,-1 0 0 0 0,1 1 0 0 0,-1-1 0 0 0,1 4 0 0 0,0 12-835 0 0,0 0-1 0 0,-3 35 0 0 0,0-35-2315 0 0,-1 0 0 0 0,-9 34 1 0 0,12-52 3072 0 0,0 1-1 0 0,-1-1 1 0 0,1 0 0 0 0,0 0 0 0 0,0 1 0 0 0,0-1 0 0 0,0 0 0 0 0,0 0 0 0 0,0 0 0 0 0,0 1 0 0 0,0-1 0 0 0,0 0 0 0 0,-1 0 0 0 0,1 1-1 0 0,0-1 1 0 0,0 0 0 0 0,0 0 0 0 0,0 0 0 0 0,-1 0 0 0 0,1 1 0 0 0,0-1 0 0 0,0 0 0 0 0,-1 0 0 0 0,1 0 0 0 0,0 0 0 0 0,0 0 0 0 0,0 0 0 0 0,-1 1-1 0 0,1-1 1 0 0,0 0 0 0 0,0 0 0 0 0,-1 0 0 0 0,1 0 0 0 0,0 0 0 0 0,-1 0 0 0 0,1 0 0 0 0,-1 0 0 0 0,0 0-162 0 0,0 1-962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3:58.1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 39 1424 0 0,'-2'-5'-198'0'0,"-1"-10"2587"0"0,9 15 2156 0 0,6 1-2628 0 0,26-11-698 0 0,-34 9-1100 0 0,0-1-1 0 0,-1 1 1 0 0,1-1 0 0 0,0 1 0 0 0,0 1 0 0 0,0-1-1 0 0,0 0 1 0 0,0 1 0 0 0,0 0 0 0 0,7 0 0 0 0,-10 1-91 0 0,-1 0 1 0 0,1-1-1 0 0,-1 1 0 0 0,1 0 1 0 0,-1 0-1 0 0,1-1 1 0 0,-1 1-1 0 0,0 0 0 0 0,0 0 1 0 0,1 0-1 0 0,-1 0 1 0 0,0 0-1 0 0,0 0 0 0 0,0-1 1 0 0,0 1-1 0 0,0 0 1 0 0,0 0-1 0 0,0 0 0 0 0,0 0 1 0 0,0 0-1 0 0,0 0 1 0 0,-1-1-1 0 0,1 1 0 0 0,0 0 1 0 0,-1 0-1 0 0,1 0 1 0 0,0 0-1 0 0,-2 1 0 0 0,-9 27 135 0 0,10-28-150 0 0,-9 19-208 0 0,-1-2 1 0 0,0 1-1 0 0,-16 16 1 0 0,14-18-215 0 0,0 1-1 0 0,1 0 1 0 0,-10 23-1 0 0,24-44 383 0 0,1 1-1 0 0,-1 0 0 0 0,1-1 0 0 0,-1 1 1 0 0,1 0-1 0 0,0 1 0 0 0,0-1 1 0 0,0 0-1 0 0,0 1 0 0 0,0 0 0 0 0,0-1 1 0 0,0 1-1 0 0,1 0 0 0 0,-1 1 0 0 0,0-1 1 0 0,1 1-1 0 0,2-1 0 0 0,0 0 95 0 0,-1 1 0 0 0,1-1 0 0 0,-1 1 0 0 0,1 0 0 0 0,-1 1 0 0 0,0-1 0 0 0,1 1 0 0 0,-1 0 0 0 0,0 0 0 0 0,1 1 0 0 0,-1-1 0 0 0,0 1 0 0 0,8 4 0 0 0,0 5-956 0 0,0 0 0 0 0,0 0 0 0 0,21 26-1 0 0,-14-15-5559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3:58.4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1 152 1432 0 0,'0'-3'356'0'0,"0"0"0"0"0,0 0 0 0 0,1 0 0 0 0,-1 1 0 0 0,1-1 0 0 0,-1 0 0 0 0,1 1-1 0 0,0-1 1 0 0,0 1 0 0 0,1-1 0 0 0,-1 1 0 0 0,0-1 0 0 0,1 1 0 0 0,-1 0 0 0 0,1 0 0 0 0,3-4 0 0 0,38-24 3063 0 0,-37 27-3039 0 0,0-1-1 0 0,0 0 0 0 0,-1 0 0 0 0,1 0 1 0 0,-1 0-1 0 0,0-1 0 0 0,9-10 0 0 0,-13 17-375 0 0,1 1 0 0 0,-1-1 0 0 0,0 1-1 0 0,0-1 1 0 0,0 1 0 0 0,0-1 0 0 0,0 1-1 0 0,0 0 1 0 0,-1-1 0 0 0,0 1 0 0 0,1 5-1 0 0,-1-7-25 0 0,56 322-11538 0 0,-55-305 10193 0 0,1-10 423 0 0</inkml:trace>
  <inkml:trace contextRef="#ctx0" brushRef="#br0" timeOffset="1">274 5 2096 0 0,'0'-4'4166'0'0,"0"11"-1953"0"0,8 73-1329 0 0,28 93-1675 0 0,-17-57-5558 0 0,-15-107 4930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3:58.9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15 2833 0 0,'0'-1'260'0'0,"1"0"0"0"0,-1 0 1 0 0,1 1-1 0 0,-1-1 1 0 0,1 0-1 0 0,0 0 0 0 0,-1 0 1 0 0,1 1-1 0 0,0-1 0 0 0,-1 0 1 0 0,1 1-1 0 0,0-1 1 0 0,0 1-1 0 0,-1-1 0 0 0,1 1 1 0 0,0-1-1 0 0,0 1 1 0 0,0-1-1 0 0,0 1 0 0 0,0 0 1 0 0,0-1-1 0 0,0 1 1 0 0,0 0-1 0 0,1 0 0 0 0,23 8 2155 0 0,-20-4-2369 0 0,0 0-1 0 0,0 0 1 0 0,-1 0 0 0 0,1 1 0 0 0,-1-1-1 0 0,6 9 1 0 0,-2-2-314 0 0,17 28-1788 0 0,-24-38 1757 0 0,0 0 1 0 0,-1 1-1 0 0,1-1 1 0 0,0 1-1 0 0,-1-1 1 0 0,1 1 0 0 0,-1-1-1 0 0,1 1 1 0 0,-1-1-1 0 0,0 1 1 0 0,0-1 0 0 0,1 1-1 0 0,-1-1 1 0 0,0 1-1 0 0,0 0 1 0 0,-1-1-1 0 0,1 1 1 0 0,0-1 0 0 0,0 1-1 0 0,-1-1 1 0 0,0 4-1 0 0,0-5 220 0 0,1 0 0 0 0,-1 0 0 0 0,0 0 0 0 0,1 0 0 0 0,-1 0-1 0 0,1 0 1 0 0,-1 0 0 0 0,1 0 0 0 0,-1 0 0 0 0,1 0 0 0 0,-1-1 0 0 0,1 1-1 0 0,-1 0 1 0 0,1 0 0 0 0,-1 0 0 0 0,1-1 0 0 0,-1 1 0 0 0,1 0 0 0 0,0 0-1 0 0,-1-1 1 0 0,1 1 0 0 0,-1 0 0 0 0,0-1 0 0 0,1 0-150 0 0,-5 0-782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3:59.2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1 2112 0 0,'-1'1'155'0'0,"0"-1"0"0"0,0 1 0 0 0,1 0 0 0 0,-1 0 0 0 0,0 0-1 0 0,1 0 1 0 0,-1 0 0 0 0,1 0 0 0 0,-1 0 0 0 0,1 0-1 0 0,-1 0 1 0 0,1 0 0 0 0,0 0 0 0 0,0 0 0 0 0,-1 0 0 0 0,1 0-1 0 0,0 0 1 0 0,0 0 0 0 0,0 1 0 0 0,0 1 0 0 0,1-2-70 0 0,0-1 0 0 0,-1 1 1 0 0,1-1-1 0 0,-1 1 1 0 0,1-1-1 0 0,0 1 0 0 0,-1-1 1 0 0,1 1-1 0 0,0-1 0 0 0,-1 1 1 0 0,1-1-1 0 0,0 0 1 0 0,0 1-1 0 0,0-1 0 0 0,-1 0 1 0 0,1 0-1 0 0,0 1 1 0 0,0-1-1 0 0,0 0 0 0 0,0 0 1 0 0,1 0-1 0 0,63-8 1715 0 0,-38 4-693 0 0,-2 0-319 0 0,-20 3-648 0 0,0 0-1 0 0,0 0 1 0 0,0 0-1 0 0,0 0 1 0 0,0 1-1 0 0,0 0 1 0 0,1 0-1 0 0,-1 1 1 0 0,0-1-1 0 0,9 3 1 0 0,-14-2-119 0 0,1 0 1 0 0,-1 0-1 0 0,1 0 1 0 0,-1 1-1 0 0,0-1 1 0 0,1 0-1 0 0,-1 0 1 0 0,0 0-1 0 0,0 0 1 0 0,0 0-1 0 0,0 0 1 0 0,0 0-1 0 0,0 1 1 0 0,0-1-1 0 0,0 0 1 0 0,0 0-1 0 0,-1 0 1 0 0,1 0-1 0 0,0 0 1 0 0,-1 0-1 0 0,1 0 0 0 0,-1 0 1 0 0,1 0-1 0 0,-1 0 1 0 0,1 0-1 0 0,-1 0 1 0 0,-1 1-1 0 0,-22 35-750 0 0,22-33 553 0 0,-3 2 33 0 0,1 0 0 0 0,0 0 0 0 0,1 1 0 0 0,0 0 0 0 0,0-1 0 0 0,0 1 0 0 0,1 0 0 0 0,-2 9 0 0 0,4-15 127 0 0,0 1 0 0 0,0-1-1 0 0,0 1 1 0 0,0-1-1 0 0,0 1 1 0 0,0-1-1 0 0,0 1 1 0 0,0-1-1 0 0,1 0 1 0 0,-1 1 0 0 0,1-1-1 0 0,-1 1 1 0 0,1-1-1 0 0,-1 0 1 0 0,1 1-1 0 0,0-1 1 0 0,0 0-1 0 0,1 2 1 0 0,0-1 18 0 0,0-1-1 0 0,0 0 1 0 0,0 1 0 0 0,0-1 0 0 0,0 0-1 0 0,0-1 1 0 0,0 1 0 0 0,1 0 0 0 0,-1 0-1 0 0,0-1 1 0 0,0 1 0 0 0,1-1 0 0 0,-1 0-1 0 0,0 0 1 0 0,5 0 0 0 0,73-6 161 0 0,-74 5-120 0 0,-1 1 0 0 0,0-1 0 0 0,0-1 1 0 0,0 1-1 0 0,1-1 0 0 0,-1 0 0 0 0,0 0 0 0 0,-1 0 0 0 0,1-1 0 0 0,0 0 0 0 0,-1 0 0 0 0,7-5 0 0 0,-10 7 18 0 0,-1 0-1 0 0,1-1 1 0 0,0 1 0 0 0,-1 0 0 0 0,1-1-1 0 0,-1 1 1 0 0,1 0 0 0 0,-1-1 0 0 0,0 1-1 0 0,1-1 1 0 0,-1 1 0 0 0,0 0 0 0 0,0-1-1 0 0,0 1 1 0 0,0-1 0 0 0,-1 1 0 0 0,1-1 0 0 0,0 1-1 0 0,0 0 1 0 0,-1-1 0 0 0,1 1 0 0 0,-1-1-1 0 0,1 1 1 0 0,-1 0 0 0 0,0 0 0 0 0,1-1-1 0 0,-1 1 1 0 0,0 0 0 0 0,0 0 0 0 0,0 0-1 0 0,0 0 1 0 0,-1-1 0 0 0,-43-38-288 0 0,31 28-571 0 0,12 11 262 0 0,0-1 0 0 0,0 0 1 0 0,0 1-1 0 0,0 0 0 0 0,0-1 0 0 0,0 1 1 0 0,0 0-1 0 0,0 0 0 0 0,-1 0 0 0 0,1 0 1 0 0,0 1-1 0 0,-1-1 0 0 0,1 1 0 0 0,0-1 1 0 0,-1 1-1 0 0,1 0 0 0 0,-1 0 0 0 0,-2 0 0 0 0,-1 5-1256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3:59.6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37 1040 0 0,'-3'9'2256'0'0,"15"-8"-643"0"0,24-7 566 0 0,-31 5-1675 0 0,176-18 4061 0 0,-119 15-4957 0 0,63-13-1 0 0,-137 17-6364 0 0,8 1 6852 0 0,0-1-1 0 0,1 1 1 0 0,-1-1 0 0 0,0 1 0 0 0,0 0 0 0 0,1 0-1 0 0,-1 1 1 0 0,-5 2 0 0 0,5-1 133 0 0,0 0 1 0 0,1 0-1 0 0,-1 1 1 0 0,1-1-1 0 0,0 1 0 0 0,0 0 1 0 0,0 0-1 0 0,1 0 1 0 0,-1 0-1 0 0,1 0 1 0 0,0 0-1 0 0,0 1 1 0 0,0-1-1 0 0,1 1 0 0 0,0 0 1 0 0,0-1-1 0 0,0 1 1 0 0,0 0-1 0 0,1 0 1 0 0,-1-1-1 0 0,1 1 1 0 0,1 0-1 0 0,0 7 0 0 0,2 12-407 0 0,1 0 0 0 0,1 0-1 0 0,11 31 1 0 0,-11-40-225 0 0,19 46-5562 0 0,-24-60 5943 0 0,0-1-1 0 0,0 0 1 0 0,0 0-1 0 0,1 0 0 0 0,-1 0 1 0 0,0 0-1 0 0,0 0 1 0 0,0 0-1 0 0,0 0 0 0 0,0 0 1 0 0,1 0-1 0 0,-1 0 0 0 0,0 0 1 0 0,0 0-1 0 0,0 1 1 0 0,0-1-1 0 0,0 0 0 0 0,0 0 1 0 0,0 0-1 0 0,1 0 1 0 0,-1 0-1 0 0,0 1 0 0 0,0-1 1 0 0,0 0-1 0 0,0 0 1 0 0,0 0-1 0 0,0 0 0 0 0,0 0 1 0 0,0 1-1 0 0,0-1 0 0 0,0 0 1 0 0,0 0-1 0 0,0 0 1 0 0,0 0-1 0 0,0 1 0 0 0,0-1 1 0 0,0 0-1 0 0,0 0 1 0 0,0 0-1 0 0,0 0 0 0 0,0 1 1 0 0,0-1-1 0 0,0 0 0 0 0,0 0 1 0 0,0 0-1 0 0,-1 0 1 0 0,1 0-1 0 0,0 1 0 0 0,0-1 1 0 0,0 0-1 0 0,0 0 1 0 0,0 0-1 0 0,0 0 0 0 0,0 0 1 0 0,-1 0-1 0 0,1 0 0 0 0,0 0 1 0 0,0 1-1 0 0,0-1 1 0 0,0 0-1 0 0,0 0 0 0 0,-1 0 1 0 0,1 0-1 0 0,0 0 1 0 0,0 0-1 0 0,0 0 0 0 0,0 0 1 0 0,-1 0-1 0 0,1 0 0 0 0,-3 0-507 0 0,5 4-908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4:00.0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 3 2112 0 0,'0'0'107'0'0,"-1"-1"-1"0"0,1 1 1 0 0,0 0-1 0 0,-1 0 0 0 0,1 0 1 0 0,0-1-1 0 0,0 1 0 0 0,-1 0 1 0 0,1 0-1 0 0,-1 0 1 0 0,1 0-1 0 0,0 0 0 0 0,-1 0 1 0 0,1 0-1 0 0,0 0 1 0 0,-1 0-1 0 0,1 0 0 0 0,0 0 1 0 0,-1 0-1 0 0,1 0 0 0 0,0 0 1 0 0,-1 0-1 0 0,1 0 1 0 0,0 0-1 0 0,-1 1 0 0 0,1-1 1 0 0,0 0-1 0 0,-1 0 0 0 0,1 0 1 0 0,0 1-1 0 0,0-1 1 0 0,-1 0-1 0 0,1 0 0 0 0,0 0 1 0 0,0 1-1 0 0,-1-1 1 0 0,1 0-1 0 0,0 1 0 0 0,0-1 1 0 0,-8 20 1593 0 0,4 24-977 0 0,5 30-547 0 0,15 114 0 0 0,-9-132-492 0 0,-1-17-513 0 0,-3-27-155 0 0,-1 0 1 0 0,-1 0 0 0 0,0 0-1 0 0,-1 21 1 0 0,0-33 959 0 0,0 0 1 0 0,0 0 0 0 0,0 0-1 0 0,0 0 1 0 0,0 0 0 0 0,0 0-1 0 0,0 0 1 0 0,0 1 0 0 0,0-1-1 0 0,0 0 1 0 0,0 0 0 0 0,0 0 0 0 0,0 0-1 0 0,0 0 1 0 0,0 0 0 0 0,0 1-1 0 0,0-1 1 0 0,0 0 0 0 0,0 0-1 0 0,0 0 1 0 0,0 0 0 0 0,0 0-1 0 0,0 0 1 0 0,0 1 0 0 0,0-1-1 0 0,0 0 1 0 0,0 0 0 0 0,0 0-1 0 0,0 0 1 0 0,0 0 0 0 0,0 0-1 0 0,0 0 1 0 0,-1 0 0 0 0,1 0 0 0 0,0 1-1 0 0,0-1 1 0 0,0 0 0 0 0,0 0-1 0 0,0 0 1 0 0,0 0 0 0 0,0 0-1 0 0,-1 0 1 0 0,1 0 0 0 0,0 0-1 0 0,0 0 1 0 0,0 0 0 0 0,0 0-1 0 0,0 0 1 0 0,0 0 0 0 0,-1 0-1 0 0,1 0 1 0 0,0 0 0 0 0,0 0-1 0 0,0 0 1 0 0,0 0 0 0 0,0 0-1 0 0,0 0 1 0 0,-1 0 0 0 0,1 0 0 0 0,0 0-1 0 0,0 0 1 0 0,0 0 0 0 0,0-1-1 0 0,0 1 1 0 0,0 0 0 0 0,0 0-1 0 0,-1 0 1 0 0,-1-3-1240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4:00.6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81 1464 0 0,'0'0'3'0'0,"-15"-48"2023"0"0,15 47-1888 0 0,-1 0 1 0 0,1 0-1 0 0,0 0 0 0 0,0 0 0 0 0,0 0 1 0 0,0 0-1 0 0,0 0 0 0 0,0 0 1 0 0,0 0-1 0 0,0 0 0 0 0,0 0 0 0 0,0 0 1 0 0,1 0-1 0 0,-1 0 0 0 0,0 0 0 0 0,1 0 1 0 0,-1 0-1 0 0,1 0 0 0 0,-1 0 0 0 0,1 0 1 0 0,-1 0-1 0 0,1 1 0 0 0,0-1 0 0 0,-1 0 1 0 0,1 0-1 0 0,0 0 0 0 0,0 1 1 0 0,0-1-1 0 0,-1 1 0 0 0,1-1 0 0 0,0 0 1 0 0,0 1-1 0 0,0 0 0 0 0,0-1 0 0 0,0 1 1 0 0,0-1-1 0 0,0 1 0 0 0,0 0 0 0 0,0 0 1 0 0,2-1-1 0 0,7 1 333 0 0,1-1 0 0 0,-1 1 1 0 0,1 1-1 0 0,-1-1 0 0 0,1 2 0 0 0,-1 0 1 0 0,0 0-1 0 0,0 1 0 0 0,0 0 0 0 0,14 6 1 0 0,-22-8-508 0 0,-1 1-1 0 0,0-1 1 0 0,0 0 0 0 0,0 1 0 0 0,0-1-1 0 0,0 0 1 0 0,0 1 0 0 0,0-1 0 0 0,0 1 0 0 0,0 0-1 0 0,-1-1 1 0 0,1 1 0 0 0,-1 0 0 0 0,1-1 0 0 0,-1 1-1 0 0,0 0 1 0 0,0-1 0 0 0,1 1 0 0 0,-1 0 0 0 0,0 0-1 0 0,0-1 1 0 0,-1 1 0 0 0,1 0 0 0 0,0 0 0 0 0,-1-1-1 0 0,1 1 1 0 0,-1 0 0 0 0,1-1 0 0 0,-1 1-1 0 0,0 0 1 0 0,0-1 0 0 0,-1 3 0 0 0,-32 54-3637 0 0,31-55 3384 0 0,-3 8-420 0 0,4-8 645 0 0,1 0 0 0 0,-1 0 0 0 0,1 0-1 0 0,-1 0 1 0 0,0-1 0 0 0,0 1 0 0 0,-1 0-1 0 0,1-1 1 0 0,0 1 0 0 0,-1-1 0 0 0,0 0-1 0 0,1 0 1 0 0,-1 0 0 0 0,0 0 0 0 0,-6 2-1 0 0,19-2 563 0 0,0 0-1 0 0,-1 0 1 0 0,1 1-1 0 0,16 8 0 0 0,8 1-30 0 0,-26-10-309 0 0,0 1 0 0 0,0-1 0 0 0,0 2 0 0 0,0-1 1 0 0,-1 1-1 0 0,1 0 0 0 0,-1 0 0 0 0,0 1 0 0 0,9 8 0 0 0,-13-10-101 0 0,-1 0 0 0 0,0 0 0 0 0,0 0 0 0 0,0 0-1 0 0,0 1 1 0 0,0-1 0 0 0,-1 1 0 0 0,1-1 0 0 0,-1 1 0 0 0,0-1 0 0 0,0 1 0 0 0,-1 0 0 0 0,1 0 0 0 0,-1-1 0 0 0,1 1 0 0 0,-1 0 0 0 0,-1 0 0 0 0,1 0-1 0 0,0-1 1 0 0,-1 1 0 0 0,0 0 0 0 0,-2 7 0 0 0,-1 1-210 0 0,-1 0 0 0 0,-1 0 0 0 0,1-1 0 0 0,-2 0 0 0 0,0 0 0 0 0,0 0 0 0 0,-1-1 0 0 0,0 0 0 0 0,-1 0 0 0 0,0-1 0 0 0,-1-1 0 0 0,1 1 0 0 0,-2-1 0 0 0,1-1 0 0 0,-1 0 0 0 0,0 0 0 0 0,-1-1 0 0 0,1-1 0 0 0,-20 7 0 0 0,-3-10-2829 0 0,33-2 2814 0 0,1 0 0 0 0,-1 0 0 0 0,0 0 0 0 0,0 0 0 0 0,0 0 0 0 0,0 0 0 0 0,1 0 0 0 0,-1 0 0 0 0,0-1 0 0 0,0 1 0 0 0,1 0 0 0 0,-1-1 0 0 0,0 1 0 0 0,0 0 0 0 0,1-1 0 0 0,-1 1 0 0 0,0-1 0 0 0,1 0 0 0 0,-1 1 0 0 0,1-1 0 0 0,-1 1 0 0 0,0-1 0 0 0,1 0 0 0 0,0 1 0 0 0,-1-1 0 0 0,1 0 0 0 0,-1 1 0 0 0,1-1 0 0 0,0 0 0 0 0,-1 0 0 0 0,1 0 0 0 0,0 1 0 0 0,0-1 0 0 0,0-1 0 0 0,3-4-1030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4:01.0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61 1920 0 0,'-15'-8'3311'0'0,"14"0"-900"0"0,26-11-534 0 0,-21 17-1929 0 0,2-1 259 0 0,-1-1 1 0 0,1 2-1 0 0,0-1 0 0 0,0 1 0 0 0,0-1 0 0 0,0 2 0 0 0,1-1 0 0 0,-1 1 1 0 0,0 0-1 0 0,11-1 0 0 0,-15 3-171 0 0,0-1 0 0 0,1 0 0 0 0,-1 1 0 0 0,0-1 0 0 0,0 1 0 0 0,0-1-1 0 0,0 1 1 0 0,0 0 0 0 0,0 0 0 0 0,0 0 0 0 0,0 0 0 0 0,-1 1 0 0 0,1-1 0 0 0,0 0 0 0 0,-1 1 0 0 0,1-1 0 0 0,-1 1 0 0 0,1-1 0 0 0,-1 1 0 0 0,1 0 0 0 0,-1 0 0 0 0,0 0 0 0 0,0 0 0 0 0,0-1 0 0 0,0 1 0 0 0,-1 0 0 0 0,1 1-1 0 0,0-1 1 0 0,-1 0 0 0 0,1 0 0 0 0,-1 0 0 0 0,0 0 0 0 0,0 0 0 0 0,0 3 0 0 0,2 19-537 0 0,-1 1 0 0 0,-3 33 0 0 0,1-47-522 0 0,-1 0 0 0 0,1 0 1 0 0,-2 0-1 0 0,1-1 0 0 0,-2 1 0 0 0,1-1 0 0 0,-9 17 0 0 0,12-27 986 0 0,0-1 0 0 0,0 1 0 0 0,0 0 0 0 0,0 0 0 0 0,0 0-1 0 0,0-1 1 0 0,0 1 0 0 0,0 0 0 0 0,0 0 0 0 0,0-1 0 0 0,0 1 0 0 0,-1 0 0 0 0,1 0 0 0 0,0 0 0 0 0,0-1-1 0 0,0 1 1 0 0,0 0 0 0 0,0 0 0 0 0,0 0 0 0 0,0-1 0 0 0,-1 1 0 0 0,1 0 0 0 0,0 0 0 0 0,0 0-1 0 0,0 0 1 0 0,0 0 0 0 0,-1-1 0 0 0,1 1 0 0 0,0 0 0 0 0,0 0 0 0 0,0 0 0 0 0,-1 0 0 0 0,1 0 0 0 0,0 0-1 0 0,0 0 1 0 0,-1 0 0 0 0,1 0 0 0 0,0 0 0 0 0,0 0 0 0 0,0 0 0 0 0,-1 0 0 0 0,1 0 0 0 0,0 0 0 0 0,0 0-1 0 0,-1 0 1 0 0,1 0 0 0 0,0 0 0 0 0,0 0 0 0 0,0 0 0 0 0,-1 0 0 0 0,1 0 0 0 0,0 1 0 0 0,0-1 0 0 0,0 0-1 0 0,0 0 1 0 0,-1 0 0 0 0,1 0 0 0 0,0 0 0 0 0,0 1 0 0 0,0-1 0 0 0,0 0 0 0 0,-1 0 0 0 0,1 0-1 0 0,0 0 1 0 0,0 1 0 0 0,0-1 0 0 0,4-3-707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4:01.4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1 169 864 0 0,'7'-21'746'0'0,"30"-65"2476"0"0,-34 80-2499 0 0,0 0 0 0 0,0 1 0 0 0,1 0 0 0 0,0 0 0 0 0,0 0 0 0 0,9-8 0 0 0,-9 11-462 0 0,-1 0 0 0 0,1 0 0 0 0,-1 0 0 0 0,1 0 0 0 0,0 1 0 0 0,0-1-1 0 0,0 1 1 0 0,0 0 0 0 0,0 1 0 0 0,0-1 0 0 0,0 0 0 0 0,0 1 0 0 0,6 0 0 0 0,-8 0-207 0 0,0 0 0 0 0,0 0 0 0 0,-1 0 0 0 0,1 1 0 0 0,0-1 0 0 0,0 0 0 0 0,-1 1 0 0 0,1-1 0 0 0,0 1 0 0 0,0 0 0 0 0,-1-1 0 0 0,1 1 0 0 0,0 0 0 0 0,-1 0 0 0 0,1 0 0 0 0,-1 0 0 0 0,0 0 0 0 0,1 1 0 0 0,-1-1 0 0 0,0 0 0 0 0,0 1 0 0 0,1-1-1 0 0,-1 1 1 0 0,0-1 0 0 0,0 1 0 0 0,-1-1 0 0 0,1 1 0 0 0,0 0 0 0 0,0-1 0 0 0,0 4 0 0 0,2 20-674 0 0,-2 1 0 0 0,0-1 0 0 0,-3 28 1 0 0,-15 76-9292 0 0,17-121 8992 0 0,8 7-567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4:01.8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16 1744 0 0,'-9'-16'3543'0'0,"10"30"-890"0"0,3 7-2814 0 0,5 54-248 0 0,-1-20-2703 0 0,0 60 1 0 0,-5-107 2037 0 0,4-19 1257 0 0,4-22 731 0 0,1-61 3925 0 0,-8 92-4856 0 0,-1 0 0 0 0,0 0 0 0 0,1 1 0 0 0,-1-1 0 0 0,1 1 1 0 0,0 0-1 0 0,-1 0 0 0 0,1 0 0 0 0,0 0 0 0 0,0 1 0 0 0,-1-1 0 0 0,9 1 0 0 0,-1-1-520 0 0,-6 0 350 0 0,-1 0 0 0 0,0 0 1 0 0,1 0-1 0 0,-1 0 0 0 0,0-1 0 0 0,0 0 0 0 0,0 1 1 0 0,0-2-1 0 0,0 1 0 0 0,-1 0 0 0 0,1-1 1 0 0,-1 1-1 0 0,1-1 0 0 0,-1 0 0 0 0,0 0 1 0 0,0-1-1 0 0,0 1 0 0 0,0-1 0 0 0,-1 1 1 0 0,0-1-1 0 0,1 0 0 0 0,-1 0 0 0 0,1-4 0 0 0,3-4-542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4:02.1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63 1320 0 0,'0'-1'74'0'0,"-1"0"0"0"0,1 1 0 0 0,-1-1 1 0 0,1 0-1 0 0,0 0 0 0 0,-1 1 0 0 0,1-1 0 0 0,0 0 0 0 0,0 0 0 0 0,0 0 0 0 0,0 0 0 0 0,0 1 0 0 0,0-1 0 0 0,0 0 0 0 0,0 0 0 0 0,0 0 0 0 0,0 0 0 0 0,0 1 0 0 0,0-1 0 0 0,0 0 0 0 0,1 0 1 0 0,-1 0-1 0 0,0 1 0 0 0,1-1 0 0 0,-1 0 0 0 0,0 0 0 0 0,1 1 0 0 0,-1-1 0 0 0,1 0 0 0 0,-1 1 0 0 0,2-1 0 0 0,29-20 2422 0 0,-24 18-1904 0 0,1 0 0 0 0,0 1-1 0 0,0-1 1 0 0,0 2-1 0 0,1-1 1 0 0,14 0 0 0 0,-21 2-501 0 0,-1 0 0 0 0,1 0 1 0 0,-1 0-1 0 0,1 1 0 0 0,-1-1 0 0 0,0 1 1 0 0,1-1-1 0 0,-1 1 0 0 0,1-1 1 0 0,-1 1-1 0 0,0 0 0 0 0,0-1 1 0 0,1 1-1 0 0,-1 0 0 0 0,0 0 1 0 0,0 0-1 0 0,0 0 0 0 0,0 0 1 0 0,0 0-1 0 0,0 1 0 0 0,0-1 1 0 0,0 0-1 0 0,0 2 0 0 0,0 0-3 0 0,1 0 0 0 0,-2 0-1 0 0,1 1 1 0 0,0-1 0 0 0,-1 0-1 0 0,1 0 1 0 0,-1 1 0 0 0,0-1-1 0 0,0 0 1 0 0,-1 5 0 0 0,-2 9-112 0 0,-1 1 1 0 0,-1-1-1 0 0,-8 20 1 0 0,8-23-117 0 0,3-6-155 0 0,-1 0 1 0 0,0 0 0 0 0,0 0-1 0 0,-1-1 1 0 0,0 0 0 0 0,-1 0-1 0 0,1 0 1 0 0,-1 0 0 0 0,-1 0-1 0 0,1-1 1 0 0,-1 0 0 0 0,0-1-1 0 0,-1 1 1 0 0,1-1 0 0 0,-11 6-1 0 0,24-14 797 0 0,1 0-1 0 0,-1 0 0 0 0,1 1 0 0 0,-1-1 0 0 0,1 2 0 0 0,0-1 0 0 0,0 1 0 0 0,0 0 0 0 0,0 1 0 0 0,0 0 0 0 0,0 0 0 0 0,10 2 0 0 0,-6 0-1799 0 0,1 1 1 0 0,0 0-1 0 0,-1 1 0 0 0,14 6 1 0 0,-17-7-3052 0 0,-8-9 1719 0 0,0 3 1267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4:02.5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13 1560 0 0,'-9'-12'3661'0'0,"11"16"453"0"0,7 24-1919 0 0,23 225-2270 0 0,-18-108-6342 0 0,-14-129 4693 0 0,-1-11 567 0 0,-1-8 156 0 0,5 1-59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4:02.9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115 6 1944 0 0,'0'-6'4302'0'0,"-1"10"-1672"0"0,-3 18-942 0 0,-40 96-2624 0 0,-10 27-5985 0 0,54-145 6878 0 0,-1 0 1 0 0,1 1-1 0 0,0-1 0 0 0,0 1 0 0 0,0-1 0 0 0,0 0 0 0 0,0 1 1 0 0,-1-1-1 0 0,1 0 0 0 0,0 1 0 0 0,0-1 0 0 0,-1 0 0 0 0,1 0 1 0 0,0 1-1 0 0,0-1 0 0 0,-1 0 0 0 0,1 0 0 0 0,0 1 1 0 0,-1-1-1 0 0,1 0 0 0 0,0 0 0 0 0,-1 0 0 0 0,1 0 0 0 0,0 1 1 0 0,-1-1-1 0 0,1 0 0 0 0,0 0 0 0 0,-1 0 0 0 0,1 0 0 0 0,-1 0 1 0 0,1 0-1 0 0,0 0 0 0 0,-1 0 0 0 0,0 0 0 0 0,0 1-1029 0 0</inkml:trace>
  <inkml:trace contextRef="#ctx0" brushRef="#br0" timeOffset="1">70 152 1216 0 0,'2'0'720'0'0,"1"1"-167"0"0,4 1-65 0 0,1 1-24 0 0,0 0-56 0 0,-1 2-120 0 0,3 0-96 0 0,1 1-96 0 0,0 2-40 0 0,2 2-56 0 0,0-1-104 0 0,0 1-104 0 0,-1-2-160 0 0,3 2-152 0 0,-2-3-96 0 0,-1 0 15 0 0,-5-4-111 0 0,2 2-488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4:03.3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1608 0 0,'2'6'488'0'0,"3"6"-215"0"0,1 2-73 0 0,0 2-72 0 0,-1-2-96 0 0,0 2-64 0 0,0 0-88 0 0,0 2-64 0 0,-2 1-65 0 0,0-2-47 0 0,-1 1 24 0 0,-4-4-200 0 0,5 4-512 0 0</inkml:trace>
  <inkml:trace contextRef="#ctx0" brushRef="#br0" timeOffset="1">61 128 1176 0 0,'2'-1'287'0'0,"0"0"-1"0"0,0 0 0 0 0,-1 1 1 0 0,1-1-1 0 0,0 0 1 0 0,0 1-1 0 0,0 0 0 0 0,0 0 1 0 0,0-1-1 0 0,0 1 0 0 0,0 0 1 0 0,0 0-1 0 0,0 1 1 0 0,0-1-1 0 0,0 0 0 0 0,3 2 1 0 0,28 15-640 0 0,-9-3-2680 0 0,-20-14 1580 0 0,-2 2 375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4:03.7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83 1272 0 0,'3'0'298'0'0,"0"1"0"0"0,0-1 0 0 0,0 0 0 0 0,-1 0 0 0 0,1-1-1 0 0,0 1 1 0 0,0-1 0 0 0,0 1 0 0 0,0-1 0 0 0,-1 0 0 0 0,1 0 0 0 0,0 0-1 0 0,-1 0 1 0 0,1-1 0 0 0,0 1 0 0 0,2-3 0 0 0,1 1 369 0 0,31-17 1476 0 0,40-18 102 0 0,-73 36-2118 0 0,0 1 0 0 0,0-1 0 0 0,1 1 0 0 0,-1 0 0 0 0,1 0 0 0 0,-1 1-1 0 0,1-1 1 0 0,-1 1 0 0 0,1 0 0 0 0,-1 0 0 0 0,1 1 0 0 0,-1-1 0 0 0,1 1 0 0 0,7 2 0 0 0,-9-1-76 0 0,-1-1 1 0 0,1 1-1 0 0,-1 0 0 0 0,0 0 1 0 0,1 0-1 0 0,-1 1 0 0 0,0-1 1 0 0,0 0-1 0 0,0 1 0 0 0,-1-1 1 0 0,1 1-1 0 0,-1 0 0 0 0,1-1 1 0 0,-1 1-1 0 0,0 0 1 0 0,0 0-1 0 0,0 0 0 0 0,0 0 1 0 0,-1 0-1 0 0,1 0 0 0 0,-1 0 1 0 0,0 0-1 0 0,0 0 0 0 0,0 0 1 0 0,0 4-1 0 0,-7 39-1578 0 0,-8-10-5524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4:04.0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96 1112 0 0,'-1'-2'217'0'0,"0"-1"0"0"0,0 0 0 0 0,1 0 0 0 0,-1 0 0 0 0,1 0 0 0 0,-1 1 0 0 0,1-1-1 0 0,0 0 1 0 0,0 0 0 0 0,0 0 0 0 0,1 0 0 0 0,-1 0 0 0 0,1 0 0 0 0,0 1 0 0 0,-1-1 0 0 0,1 0 0 0 0,0 0-1 0 0,1 1 1 0 0,-1-1 0 0 0,0 1 0 0 0,1-1 0 0 0,0 1 0 0 0,-1-1 0 0 0,1 1 0 0 0,0 0 0 0 0,0 0 0 0 0,0 0-1 0 0,0 0 1 0 0,1 0 0 0 0,-1 1 0 0 0,6-4 0 0 0,-6 4-69 0 0,1-1 0 0 0,0 0 0 0 0,0 1 0 0 0,0 0 0 0 0,0 0 0 0 0,1 0 0 0 0,-1 0 0 0 0,0 1 0 0 0,0-1 0 0 0,1 1 0 0 0,-1 0 0 0 0,0 0 0 0 0,1 0 0 0 0,-1 0-1 0 0,0 0 1 0 0,0 1 0 0 0,1-1 0 0 0,-1 1 0 0 0,0 0 0 0 0,0 0 0 0 0,0 0 0 0 0,0 1 0 0 0,0-1 0 0 0,0 1 0 0 0,0 0 0 0 0,0-1 0 0 0,-1 1 0 0 0,4 3 0 0 0,-3-1-82 0 0,-1-1 0 0 0,0 1 0 0 0,0 0 0 0 0,0-1 0 0 0,0 1 0 0 0,-1 0 0 0 0,1 0 0 0 0,-1 0 0 0 0,0 0 0 0 0,0 0 0 0 0,0 0 0 0 0,-1 0 0 0 0,0 1 1 0 0,1-1-1 0 0,-1 0 0 0 0,-1 0 0 0 0,1 0 0 0 0,-1 0 0 0 0,-1 5 0 0 0,-1 10-161 0 0,-2 0 0 0 0,-12 30 0 0 0,-9 8-346 0 0,19-42 188 0 0,0 0 0 0 0,0 0 0 0 0,1 0 0 0 0,1 1 0 0 0,-5 26 0 0 0,10-42 239 0 0,0 0 0 0 0,0 1 0 0 0,0-1-1 0 0,0 0 1 0 0,0 0 0 0 0,0 0 0 0 0,0 0 0 0 0,0 1-1 0 0,0-1 1 0 0,-1 0 0 0 0,1 0 0 0 0,0 0 0 0 0,0 1-1 0 0,1-1 1 0 0,-1 0 0 0 0,0 0 0 0 0,0 0 0 0 0,0 0-1 0 0,0 1 1 0 0,0-1 0 0 0,0 0 0 0 0,0 0 0 0 0,0 0 0 0 0,0 0-1 0 0,0 1 1 0 0,0-1 0 0 0,0 0 0 0 0,1 0 0 0 0,-1 0-1 0 0,0 0 1 0 0,0 0 0 0 0,0 1 0 0 0,0-1 0 0 0,0 0-1 0 0,1 0 1 0 0,-1 0 0 0 0,0 0 0 0 0,0 0 0 0 0,0 0-1 0 0,0 0 1 0 0,1 0 0 0 0,-1 0 0 0 0,0 0 0 0 0,0 0-1 0 0,0 1 1 0 0,0-1 0 0 0,1 0 0 0 0,-1 0 0 0 0,0 0 0 0 0,0 0-1 0 0,0-1 1 0 0,1 1 0 0 0,-1 0 0 0 0,0 0 0 0 0,0 0-1 0 0,0 0 1 0 0,0 0 0 0 0,1 0 0 0 0,-1 0 0 0 0,0 0-1 0 0,0 0 1 0 0,0 0 0 0 0,1-1 0 0 0,16-12-1 0 0,13-20 658 0 0,-27 30-607 0 0,2-4 214 0 0,0 1 0 0 0,1 0 0 0 0,-1 0 1 0 0,13-9-1 0 0,-17 14-220 0 0,0 0 1 0 0,0 0-1 0 0,0 1 1 0 0,1-1-1 0 0,-1 0 1 0 0,0 1-1 0 0,1-1 1 0 0,-1 1-1 0 0,0-1 1 0 0,1 1-1 0 0,-1 0 1 0 0,1-1-1 0 0,-1 1 1 0 0,1 0-1 0 0,-1 0 1 0 0,1 0-1 0 0,-1 0 0 0 0,0 0 1 0 0,1 1-1 0 0,-1-1 1 0 0,1 0-1 0 0,-1 1 1 0 0,1-1-1 0 0,-1 1 1 0 0,0-1-1 0 0,1 1 1 0 0,-1 0-1 0 0,0-1 1 0 0,0 1-1 0 0,0 0 1 0 0,1 0-1 0 0,-1 0 1 0 0,1 1-1 0 0,19 21-254 0 0,15 15-1869 0 0,-10-21-2458 0 0,-26-17 4491 0 0,0 0 1 0 0,0 0-1 0 0,0 0 0 0 0,1 0 0 0 0,-1 1 1 0 0,0-1-1 0 0,0 0 0 0 0,0 0 0 0 0,0 0 1 0 0,1 0-1 0 0,-1 0 0 0 0,0 0 0 0 0,0 0 1 0 0,0 0-1 0 0,1 0 0 0 0,-1 0 1 0 0,0 0-1 0 0,0 0 0 0 0,0 0 0 0 0,1 0 1 0 0,-1 0-1 0 0,0 0 0 0 0,0 0 0 0 0,0 0 1 0 0,1 0-1 0 0,-1-1 0 0 0,0 1 0 0 0,0 0 1 0 0,0 0-1 0 0,1 0 0 0 0,-1 0 0 0 0,0 0 1 0 0,0 0-1 0 0,0-1 0 0 0,0 1 0 0 0,0 0 1 0 0,1 0-1 0 0,-1 0 0 0 0,0 0 1 0 0,0-1-1 0 0,0 1 0 0 0,0 0 0 0 0,0 0 1 0 0,0 0-1 0 0,0 0 0 0 0,0-1 0 0 0,0 1 1 0 0,0 0-1 0 0,0 0 0 0 0,0 0 0 0 0,0-1 1 0 0,0 1-1 0 0,0 0 0 0 0,0 0 0 0 0,0-1 1 0 0,0 1-1 0 0,0 0 0 0 0,0 0 1 0 0,0 0-1 0 0,0 0 0 0 0,0-1 0 0 0,0 1 1 0 0,0 0-1 0 0,0 0 0 0 0,0 0 0 0 0,-1-1 1 0 0,1 1-1 0 0,0 0 0 0 0,0 0 0 0 0,-5-12-938 0 0,2 7-10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4:04.4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21 198 1400 0 0,'-2'-4'364'0'0,"-1"1"-1"0"0,1-1 1 0 0,0 1-1 0 0,0-1 1 0 0,0 0-1 0 0,1 1 1 0 0,-1-1-1 0 0,1 0 1 0 0,0 0 0 0 0,0 0-1 0 0,0-8 1 0 0,1 10-127 0 0,0 0 0 0 0,1 0 0 0 0,-1 0 0 0 0,1 0 1 0 0,0 0-1 0 0,0 0 0 0 0,0 0 0 0 0,0 0 1 0 0,0 0-1 0 0,0 0 0 0 0,0 1 0 0 0,1-1 0 0 0,-1 0 1 0 0,1 1-1 0 0,-1-1 0 0 0,1 1 0 0 0,-1 0 0 0 0,1-1 1 0 0,0 1-1 0 0,0 0 0 0 0,0 0 0 0 0,-1 0 1 0 0,5-1-1 0 0,7-6 12 0 0,1 0 0 0 0,-2-1 0 0 0,15-13 1 0 0,-14 11-247 0 0,0 1 1 0 0,24-14 0 0 0,-35 22 34 0 0,1 1 0 0 0,-1-1 1 0 0,0 1-1 0 0,1 0 0 0 0,-1 0 0 0 0,1 0 1 0 0,0 0-1 0 0,-1 0 0 0 0,1 0 0 0 0,0 1 1 0 0,-1 0-1 0 0,6-1 0 0 0,-7 2 15 0 0,0 0 0 0 0,0 0-1 0 0,-1 0 1 0 0,1 0 0 0 0,0 0 0 0 0,0 1-1 0 0,-1-1 1 0 0,1 0 0 0 0,0 0 0 0 0,-1 1-1 0 0,0-1 1 0 0,1 0 0 0 0,-1 1-1 0 0,0-1 1 0 0,1 0 0 0 0,-1 1 0 0 0,0-1-1 0 0,0 1 1 0 0,0-1 0 0 0,0 0 0 0 0,0 1-1 0 0,-1-1 1 0 0,1 0 0 0 0,0 1 0 0 0,-1-1-1 0 0,1 0 1 0 0,-1 2 0 0 0,-16 105 382 0 0,-4 36-2065 0 0,16-48-5580 0 0,0-108 2795 0 0,5 9 4040 0 0,2-8-700 0 0</inkml:trace>
  <inkml:trace contextRef="#ctx0" brushRef="#br0" timeOffset="1">281 30 1528 0 0,'-3'-19'8403'0'0,"-4"36"-5337"0"0,-5 37-2348 0 0,3 4-678 0 0,-10 74-3258 0 0,17-109 1383 0 0,1 0-1 0 0,1 1 1 0 0,4 34-1 0 0,-4-36 151 0 0,1-13 391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4:04.8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2633 0 0,'2'1'467'0'0,"0"0"1"0"0,0-1-1 0 0,0 1 1 0 0,0 0-1 0 0,0 0 1 0 0,0 0-1 0 0,0 0 1 0 0,-1 0-1 0 0,1 0 1 0 0,0 0-1 0 0,-1 1 1 0 0,1-1-1 0 0,-1 1 1 0 0,1-1-1 0 0,1 4 1 0 0,24 32 1505 0 0,-18-24-1428 0 0,121 152-979 0 0,-32-66-6287 0 0,-71-78 5045 0 0,-26-20 1587 0 0,0-1 0 0 0,-1 1 0 0 0,1 0 0 0 0,0-1 0 0 0,0 1 0 0 0,0-1 0 0 0,-1 1 0 0 0,1-1-1 0 0,0 0 1 0 0,0 1 0 0 0,0-1 0 0 0,0 0 0 0 0,0 1 0 0 0,0-1 0 0 0,0 0 0 0 0,0 0 0 0 0,0 0-1 0 0,0 0 1 0 0,0 0 0 0 0,0 0 0 0 0,0 0 0 0 0,0 0 0 0 0,0-1 0 0 0,0 1 0 0 0,0 0 0 0 0,-1-1-1 0 0,1 1 1 0 0,1-1 0 0 0,3-3-1007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4:05.2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323 26 2208 0 0,'-1'-2'242'0'0,"0"0"-1"0"0,-1 0 0 0 0,1 1 1 0 0,-1-1-1 0 0,1 0 0 0 0,-1 1 0 0 0,1-1 1 0 0,-1 1-1 0 0,0 0 0 0 0,0-1 1 0 0,1 1-1 0 0,-1 0 0 0 0,0 0 0 0 0,0 0 1 0 0,0 0-1 0 0,0 1 0 0 0,-1-1 0 0 0,1 1 1 0 0,0-1-1 0 0,0 1 0 0 0,0 0 1 0 0,-5-1-1 0 0,4 2-26 0 0,0 1 0 0 0,0-1 0 0 0,0 0 0 0 0,0 1 1 0 0,0 0-1 0 0,0 0 0 0 0,0 0 0 0 0,0 0 0 0 0,1 0 0 0 0,-1 0 0 0 0,1 1 1 0 0,-1 0-1 0 0,1-1 0 0 0,-3 5 0 0 0,-14 20 165 0 0,0 1 0 0 0,2 1 0 0 0,1 1 0 0 0,-14 36 0 0 0,-20 64-2110 0 0,-18 42-6779 0 0,54-143 6415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4:06.1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139 8 1256 0 0,'0'-7'3347'0'0,"-1"10"-351"0"0,-4 18-962 0 0,-10 24-1919 0 0,1 0 1 0 0,2 1 0 0 0,-10 86-1 0 0,5-24-1763 0 0,-26 120-4442 0 0,35-206 4813 0 0,7-18 301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4:06.5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1744 0 0,'19'31'4576'0'0,"6"27"-4636"0"0,54 194-280 0 0,-67-199-1180 0 0,6 67-1 0 0,-20-84 2 0 0,1-21 335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4:06.8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92 1808 0 0,'10'-9'822'0'0,"1"1"0"0"0,-1 1 0 0 0,1-1-1 0 0,0 2 1 0 0,1 0 0 0 0,16-7 0 0 0,-3 4-2476 0 0,0 0 1 0 0,29-6 0 0 0,-43 14-404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4:07.2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1920 0 0,'0'2'753'0'0,"1"1"-113"0"0,1 2-112 0 0,-1 3-136 0 0,3 1-88 0 0,-1 4-136 0 0,-2 2-64 0 0,4 2-72 0 0,-2 2-72 0 0,0 2-104 0 0,1 0-96 0 0,-1-2-104 0 0,0-2-88 0 0,0 1-72 0 0,-1-2-80 0 0,-1-3 63 0 0,-2-2 89 0 0,7 8-904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4:07.6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 1 1888 0 0,'1'0'78'0'0,"-1"0"-1"0"0,1 0 1 0 0,0 0-1 0 0,-1 0 1 0 0,1 1-1 0 0,0-1 0 0 0,-1 0 1 0 0,1 0-1 0 0,0 1 1 0 0,-1-1-1 0 0,1 1 1 0 0,-1-1-1 0 0,1 0 0 0 0,-1 1 1 0 0,1-1-1 0 0,-1 1 1 0 0,1-1-1 0 0,-1 1 0 0 0,1 0 1 0 0,-1-1-1 0 0,0 1 1 0 0,1-1-1 0 0,-1 1 1 0 0,0 0-1 0 0,1-1 0 0 0,-1 1 1 0 0,0 0-1 0 0,0-1 1 0 0,0 1-1 0 0,0 0 1 0 0,0-1-1 0 0,0 1 0 0 0,0 0 1 0 0,0-1-1 0 0,0 1 1 0 0,0 0-1 0 0,0 0 1 0 0,0-1-1 0 0,0 1 0 0 0,0 0 1 0 0,-1-1-1 0 0,1 1 1 0 0,0 0-1 0 0,0-1 1 0 0,-1 1-1 0 0,1-1 0 0 0,-1 1 1 0 0,1 0-1 0 0,0-1 1 0 0,-1 1-1 0 0,1-1 1 0 0,-1 1-1 0 0,1-1 0 0 0,-1 0 1 0 0,0 1-1 0 0,1-1 1 0 0,-1 1-1 0 0,1-1 1 0 0,-1 0-1 0 0,0 0 0 0 0,1 1 1 0 0,-1-1-1 0 0,0 0 1 0 0,1 0-1 0 0,-1 0 1 0 0,0 0-1 0 0,1 1 0 0 0,-1-1 1 0 0,-1 0-1 0 0,49 2 941 0 0,15 1-559 0 0,-60-2-454 0 0,1-1 1 0 0,0 1-1 0 0,-1-1 0 0 0,1 1 1 0 0,-1 0-1 0 0,1 0 1 0 0,-1 0-1 0 0,1 0 0 0 0,-1 0 1 0 0,1 1-1 0 0,-1-1 1 0 0,0 1-1 0 0,0 0 0 0 0,0-1 1 0 0,0 1-1 0 0,0 0 1 0 0,2 3-1 0 0,-3-3-107 0 0,-1 0 1 0 0,1 1-1 0 0,-1-1 1 0 0,1 0-1 0 0,-1 0 0 0 0,0 1 1 0 0,0-1-1 0 0,0 0 1 0 0,0 1-1 0 0,0-1 0 0 0,0 0 1 0 0,-1 1-1 0 0,1-1 1 0 0,-1 0-1 0 0,0 0 1 0 0,0 1-1 0 0,1-1 0 0 0,-1 0 1 0 0,-1 0-1 0 0,1 0 1 0 0,0 0-1 0 0,0 0 0 0 0,-1 0 1 0 0,1-1-1 0 0,-1 1 1 0 0,-3 2-1 0 0,-1 4-231 0 0,-1-1 0 0 0,-1-1 1 0 0,1 1-1 0 0,-1-2 0 0 0,-9 7 0 0 0,-34 5-209 0 0,45-16 618 0 0,0 0 0 0 0,1 1 0 0 0,-1-1 1 0 0,0 1-1 0 0,1 0 0 0 0,-1 1 0 0 0,1-1 0 0 0,0 1 0 0 0,0 0 0 0 0,0 1 0 0 0,-7 5 0 0 0,12-9-60 0 0,0 0 0 0 0,0 0 0 0 0,-1 0 0 0 0,1 1 0 0 0,0-1 0 0 0,0 0 0 0 0,0 0 0 0 0,0 0 0 0 0,0 1 0 0 0,0-1 0 0 0,-1 0 0 0 0,1 0 0 0 0,0 1 0 0 0,0-1 0 0 0,0 0 0 0 0,0 0 0 0 0,0 1 0 0 0,0-1 0 0 0,0 0 0 0 0,0 0 0 0 0,0 1 0 0 0,0-1 0 0 0,0 0 0 0 0,0 0 0 0 0,0 0 0 0 0,0 1 0 0 0,0-1 0 0 0,0 0 1 0 0,0 0-1 0 0,1 1 0 0 0,-1-1 0 0 0,0 0 0 0 0,0 0 0 0 0,0 1 0 0 0,0-1 0 0 0,0 0 0 0 0,1 0 0 0 0,-1 0 0 0 0,0 0 0 0 0,0 1 0 0 0,0-1 0 0 0,1 0 0 0 0,14 5 229 0 0,24-2-171 0 0,-35-2 16 0 0,32 0-647 0 0,0-1 1 0 0,-1-2-1 0 0,42-8 1 0 0,-59 1-1385 0 0,-8 6 665 0 0</inkml:trace>
  <inkml:trace contextRef="#ctx0" brushRef="#br0" timeOffset="1">373 52 1416 0 0,'0'-2'792'0'0,"-1"2"-239"0"0,1 2-105 0 0,0 1-136 0 0,1 5-128 0 0,-1 1-104 0 0,2 6-96 0 0,-1 2-56 0 0,4 4-80 0 0,0 3-96 0 0,0 0-104 0 0,0 0-72 0 0,-2 0-33 0 0,-2-3 25 0 0,-7-7-264 0 0,9 7-184 0 0</inkml:trace>
  <inkml:trace contextRef="#ctx0" brushRef="#br0" timeOffset="2">420 93 760 0 0,'1'2'190'0'0,"1"-1"-1"0"0,0 1 1 0 0,0-1-1 0 0,0 1 1 0 0,0-1-1 0 0,0 0 1 0 0,0 0-1 0 0,1 0 1 0 0,-1 0-1 0 0,0 0 1 0 0,1-1-1 0 0,-1 1 1 0 0,0-1-1 0 0,3 1 1 0 0,44 7-788 0 0,-46-8 473 0 0,0 0-1 0 0,0 0 1 0 0,1-1 0 0 0,-1 1 0 0 0,0-1 0 0 0,0 0 0 0 0,0 1 0 0 0,0-2 0 0 0,0 1 0 0 0,0 0 0 0 0,0-1 0 0 0,0 1 0 0 0,5-4 0 0 0,1-1-953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4:08.0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1416 0 0,'-1'10'134'0'0,"2"-1"1"0"0,-1 1-1 0 0,1-1 0 0 0,1 1 0 0 0,0-1 0 0 0,0 0 0 0 0,1 1 1 0 0,0-1-1 0 0,5 9 0 0 0,-7-15-23 0 0,1 0 1 0 0,0 0 0 0 0,0 0-1 0 0,1 0 1 0 0,-1 0-1 0 0,0-1 1 0 0,1 1-1 0 0,0-1 1 0 0,0 1 0 0 0,0-1-1 0 0,0 0 1 0 0,0 0-1 0 0,0-1 1 0 0,0 1 0 0 0,0 0-1 0 0,1-1 1 0 0,-1 0-1 0 0,1 0 1 0 0,-1 0-1 0 0,1 0 1 0 0,-1-1 0 0 0,1 1-1 0 0,0-1 1 0 0,-1 0-1 0 0,1 0 1 0 0,5-1 0 0 0,8-1 142 0 0,0-2 1 0 0,0 0 0 0 0,0 0-1 0 0,-1-2 1 0 0,1 0 0 0 0,-1-1-1 0 0,17-10 1 0 0,-18 9-954 0 0,-1-1-1 0 0,0-1 1 0 0,-1 0 0 0 0,15-14 0 0 0,-13 2-1647 0 0,-9 13 700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4:14.7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125 26 728 0 0,'5'-26'5808'0'0,"-8"46"1444"0"0,-45 150-3888 0 0,7-23-8637 0 0,4-35-3908 0 0,50-197 6975 0 0,-12 82 2211 0 0,7-21 573 0 0,0 1 0 0 0,1 0 0 0 0,24-40 0 0 0,-33 62-390 0 0,1 1 1 0 0,-1-1 0 0 0,1 1 0 0 0,-1 0-1 0 0,1-1 1 0 0,-1 1 0 0 0,1 0 0 0 0,-1-1-1 0 0,1 1 1 0 0,-1 0 0 0 0,1 0 0 0 0,0 0 0 0 0,-1-1-1 0 0,1 1 1 0 0,-1 0 0 0 0,1 0 0 0 0,0 0-1 0 0,-1 0 1 0 0,1 0 0 0 0,-1 0 0 0 0,1 0-1 0 0,0 0 1 0 0,-1 1 0 0 0,1-1 0 0 0,-1 0-1 0 0,1 0 1 0 0,-1 0 0 0 0,1 1 0 0 0,0-1 0 0 0,-1 0-1 0 0,1 1 1 0 0,24 14 2140 0 0,-7-5-2491 0 0,-11-7 233 0 0,1 1-713 0 0,1 0-1 0 0,-1-1 0 0 0,1 0 1 0 0,0-1-1 0 0,0 1 0 0 0,0-2 1 0 0,0 1-1 0 0,0-1 0 0 0,1-1 1 0 0,-1 0-1 0 0,11-1 0 0 0,-19 1 565 0 0,0 0 0 0 0,-1-1 0 0 0,1 1 1 0 0,0 0-1 0 0,-1-1 0 0 0,1 1 0 0 0,0-1 0 0 0,-1 1 0 0 0,1-1 0 0 0,-1 1 0 0 0,1-1 0 0 0,0 1 0 0 0,-1-1 0 0 0,1 1 0 0 0,-1-1 0 0 0,0 0 0 0 0,1 1 0 0 0,-1-1 0 0 0,1 0 0 0 0,-1 0 0 0 0,0 1 0 0 0,0-1 0 0 0,1-1 0 0 0,0 0-95 0 0,2-2-782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4:15.1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 8 1272 0 0,'0'-1'201'0'0,"-1"1"0"0"0,1-1 0 0 0,-1 1 0 0 0,1-1-1 0 0,0 1 1 0 0,-1-1 0 0 0,1 1 0 0 0,-1-1 0 0 0,0 1 0 0 0,1 0-1 0 0,-1-1 1 0 0,1 1 0 0 0,-1 0 0 0 0,0-1 0 0 0,1 1-1 0 0,-1 0 1 0 0,1 0 0 0 0,-1-1 0 0 0,0 1 0 0 0,1 0 0 0 0,-1 0-1 0 0,0 0 1 0 0,-1 0 0 0 0,-5 20 2676 0 0,4 0-2748 0 0,2 0 1 0 0,0 0 0 0 0,3 36 0 0 0,15 63-3076 0 0,-4-38-247 0 0,-4-30 1411 0 0,-8-49 1383 0 0,1-6-80 0 0,5 2-154 0 0</inkml:trace>
  <inkml:trace contextRef="#ctx0" brushRef="#br0" timeOffset="1">33 171 784 0 0,'-4'-21'663'0'0,"3"7"2942"0"0,19 26-1058 0 0,-11-6-2523 0 0,-1-2 0 0 0,2 1 0 0 0,-1-1 0 0 0,0 0 0 0 0,14 5 0 0 0,20 1-3814 0 0,-31-13 1663 0 0,-6 1 605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4:15.5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69 1328 0 0,'143'-41'6326'0'0,"-126"34"-5651"0"0,-10 4-350 0 0,0-1 0 0 0,0 2 0 0 0,1-1 0 0 0,-1 1 0 0 0,1 0 0 0 0,-1 1-1 0 0,1-1 1 0 0,0 1 0 0 0,-1 1 0 0 0,1 0 0 0 0,15 1 0 0 0,-21 1-260 0 0,1-1 0 0 0,-1 1 1 0 0,0 0-1 0 0,0 0 0 0 0,0-1 1 0 0,0 1-1 0 0,0 1 0 0 0,-1-1 0 0 0,1 0 1 0 0,-1 0-1 0 0,1 1 0 0 0,-1-1 0 0 0,0 1 1 0 0,0-1-1 0 0,0 1 0 0 0,0 0 1 0 0,0-1-1 0 0,-1 1 0 0 0,1 0 0 0 0,0 5 1 0 0,2 62-59 0 0,-3-57-63 0 0,-2 46-825 0 0,0 0-4153 0 0,6-82-1629 0 0,0 12 5755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4:15.9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 55 848 0 0,'-13'-11'1496'0'0,"3"-1"2781"0"0,11 11-4110 0 0,-1 0 0 0 0,1 0 0 0 0,-1 0-1 0 0,1 0 1 0 0,0 0 0 0 0,0 0 0 0 0,0 0 0 0 0,0 0-1 0 0,-1 0 1 0 0,1 1 0 0 0,0-1 0 0 0,0 0 0 0 0,1 1-1 0 0,-1-1 1 0 0,0 1 0 0 0,2-2 0 0 0,2 0 120 0 0,1-1 0 0 0,-1 1 1 0 0,1 0-1 0 0,0 0 1 0 0,0 0-1 0 0,0 1 0 0 0,-1 0 1 0 0,1 0-1 0 0,0 1 0 0 0,1-1 1 0 0,-1 1-1 0 0,0 1 1 0 0,0-1-1 0 0,0 1 0 0 0,7 2 1 0 0,-10-3-236 0 0,0 1 0 0 0,-1 0 0 0 0,1 0 0 0 0,-1 1 0 0 0,1-1 0 0 0,-1 0 0 0 0,1 1 0 0 0,-1-1 0 0 0,0 1 0 0 0,0 0 0 0 0,0 0 0 0 0,0 0 0 0 0,0 0-1 0 0,0 0 1 0 0,0 0 0 0 0,-1 0 0 0 0,1 1 0 0 0,-1-1 0 0 0,0 1 0 0 0,1-1 0 0 0,-1 1 0 0 0,0-1 0 0 0,-1 1 0 0 0,1 0 0 0 0,0 0 0 0 0,-1-1 0 0 0,1 1 0 0 0,-1 0 0 0 0,0 0 0 0 0,0-1 0 0 0,0 1 0 0 0,0 0 0 0 0,-1 0 0 0 0,0 2 0 0 0,-6 22-487 0 0,-1-1 0 0 0,-1 0 1 0 0,-1-1-1 0 0,-2 0 0 0 0,-27 44 0 0 0,36-64 343 0 0,4-6-4 0 0,20-30 323 0 0,-19 30-205 0 0,-1-1 0 0 0,1 1 1 0 0,-1 0-1 0 0,1 0 0 0 0,-1-1 0 0 0,1 1 0 0 0,0 1 1 0 0,0-1-1 0 0,-1 0 0 0 0,1 0 0 0 0,0 1 1 0 0,0-1-1 0 0,0 1 0 0 0,0-1 0 0 0,0 1 0 0 0,0 0 1 0 0,0 0-1 0 0,-1 0 0 0 0,1 0 0 0 0,0 0 1 0 0,0 0-1 0 0,0 0 0 0 0,0 1 0 0 0,0-1 0 0 0,0 1 1 0 0,0-1-1 0 0,0 1 0 0 0,2 1 0 0 0,9 5-12 0 0,-1 1 0 0 0,1 0-1 0 0,-1 1 1 0 0,16 16-1 0 0,1 3-5162 0 0,-29-27 5062 0 0,0-1-1 0 0,0 0 0 0 0,0 0 0 0 0,0 0 1 0 0,0 0-1 0 0,0 0 0 0 0,1 1 1 0 0,-1-1-1 0 0,0 0 0 0 0,0 0 0 0 0,0 0 1 0 0,0 0-1 0 0,0 0 0 0 0,0 0 1 0 0,1 1-1 0 0,-1-1 0 0 0,0 0 0 0 0,0 0 1 0 0,0 0-1 0 0,0 0 0 0 0,0 0 1 0 0,1 0-1 0 0,-1 0 0 0 0,0 0 0 0 0,0 0 1 0 0,0 0-1 0 0,0 0 0 0 0,1 0 1 0 0,-1 0-1 0 0,0 0 0 0 0,0 0 1 0 0,0 0-1 0 0,0 0 0 0 0,1 0 0 0 0,-1 0 1 0 0,0 0-1 0 0,0 0 0 0 0,0 0 1 0 0,0 0-1 0 0,0 0 0 0 0,1 0 0 0 0,-1 0 1 0 0,0 0-1 0 0,0-1 0 0 0,0 1 1 0 0,0 0-1 0 0,0 0 0 0 0,1 0 0 0 0,-1 0 1 0 0,0 0-1 0 0,0 0 0 0 0,0-1 1 0 0,0 1-1 0 0,0 0 0 0 0,0 0 1 0 0,0 0-1 0 0,0 0 0 0 0,0 0 0 0 0,0-1 1 0 0,0 1-1 0 0,1 0 0 0 0,-1 0 1 0 0,0 0-1 0 0,0-1 0 0 0,0-14-1837 0 0,0 10 1617 0 0,2-3-313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4:16.3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47 110 1200 0 0,'-1'-1'102'0'0,"0"-1"0"0"0,0 1 0 0 0,0 0 0 0 0,0 0-1 0 0,0-1 1 0 0,0 1 0 0 0,0 0 0 0 0,0 0 0 0 0,-1 0 0 0 0,1 0-1 0 0,0 0 1 0 0,-1 1 0 0 0,1-1 0 0 0,0 0 0 0 0,-1 1 0 0 0,1-1-1 0 0,-1 1 1 0 0,-2-1 0 0 0,2 0 41 0 0,1 1-1 0 0,-1 0 1 0 0,1-1-1 0 0,0 1 1 0 0,-1-1-1 0 0,1 0 1 0 0,0 1-1 0 0,0-1 1 0 0,-1 0-1 0 0,1 0 1 0 0,0 0 0 0 0,0 0-1 0 0,0 0 1 0 0,-1-1-1 0 0,45-27 2847 0 0,-12 10-2367 0 0,28-13 1159 0 0,-62 84 2029 0 0,10 74-4940 0 0,3-42-7218 0 0,-9-79 5161 0 0,5-5 2041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4:16.8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11 129 1488 0 0,'-3'-25'3490'0'0,"4"41"689"0"0,-5 91-3455 0 0,-1 17-2326 0 0,12-42-3418 0 0,-6-69 3221 0 0,2-9 539 0 0</inkml:trace>
  <inkml:trace contextRef="#ctx0" brushRef="#br0" timeOffset="1">140 2 2769 0 0,'-1'0'176'0'0,"1"-1"1"0"0,-1 1-1 0 0,0 0 0 0 0,1 0 1 0 0,-1 0-1 0 0,0 0 1 0 0,1 0-1 0 0,-1 0 1 0 0,0 0-1 0 0,1 0 1 0 0,-1 0-1 0 0,0 0 1 0 0,1 0-1 0 0,-1 0 0 0 0,0 1 1 0 0,1-1-1 0 0,-1 0 1 0 0,0 1-1 0 0,1-1 1 0 0,-1 0-1 0 0,1 1 1 0 0,-1-1-1 0 0,1 0 1 0 0,-1 1-1 0 0,1-1 1 0 0,-1 1-1 0 0,1-1 0 0 0,-1 1 1 0 0,1-1-1 0 0,-1 1 1 0 0,1-1-1 0 0,0 1 1 0 0,-1 0-1 0 0,1-1 1 0 0,0 1-1 0 0,0 0 1 0 0,0-1-1 0 0,-1 2 0 0 0,2 0-2 0 0,-1 0-1 0 0,1 0 0 0 0,0 1 0 0 0,0-1 0 0 0,0 0 0 0 0,0 0 0 0 0,0 0 0 0 0,0 0 1 0 0,0 0-1 0 0,1 0 0 0 0,2 2 0 0 0,4 5-254 0 0,1 0 0 0 0,0 0 0 0 0,18 13 0 0 0,-21-19-194 0 0,-4-1-187 0 0,0-1 1 0 0,1 1-1 0 0,-1 0 1 0 0,1-1 0 0 0,-1 0-1 0 0,1 0 1 0 0,0 0-1 0 0,0 0 1 0 0,-1 0 0 0 0,1 0-1 0 0,0-1 1 0 0,0 1-1 0 0,0-1 1 0 0,4 0 0 0 0,-7 0 405 0 0,0 0 1 0 0,0 0 0 0 0,1 0 0 0 0,-1 0-1 0 0,0-1 1 0 0,0 1 0 0 0,0 0 0 0 0,0 0-1 0 0,0-1 1 0 0,1 1 0 0 0,-1 0 0 0 0,0 0-1 0 0,0 0 1 0 0,0-1 0 0 0,0 1 0 0 0,0 0-1 0 0,0 0 1 0 0,0-1 0 0 0,0 1 0 0 0,0 0-1 0 0,0 0 1 0 0,0-1 0 0 0,0 1 0 0 0,0 0-1 0 0,0 0 1 0 0,0-1 0 0 0,0 1 0 0 0,0 0 0 0 0,-1 0-1 0 0,1-1 1 0 0,0 1 0 0 0,0 0 0 0 0,0 0-1 0 0,0 0 1 0 0,0-1 0 0 0,0 1 0 0 0,-1 0-1 0 0,1 0 1 0 0,-1-1-286 0 0,1-4-1123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4:17.2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 1 2032 0 0,'0'0'77'0'0,"-1"0"-1"0"0,1 0 1 0 0,-1 1-1 0 0,1-1 1 0 0,-1 0-1 0 0,1 1 1 0 0,0-1-1 0 0,-1 1 1 0 0,1-1-1 0 0,-1 0 1 0 0,1 1-1 0 0,0-1 1 0 0,-1 1-1 0 0,1-1 1 0 0,0 1-1 0 0,0-1 1 0 0,-1 1-1 0 0,1-1 1 0 0,0 1-1 0 0,0-1 1 0 0,0 1-1 0 0,0 0 1 0 0,0-1-1 0 0,0 1 1 0 0,0-1-1 0 0,0 1 1 0 0,0-1-1 0 0,0 1 1 0 0,0-1-1 0 0,0 1 1 0 0,0 0-1 0 0,0-1 1 0 0,0 1-1 0 0,1-1 1 0 0,-1 1-1 0 0,0 0 1 0 0,23 6 1401 0 0,33-10 133 0 0,-55 3-1543 0 0,59-10 1378 0 0,-38 5-1038 0 0,1 2 0 0 0,28-1 0 0 0,-51 4-380 0 0,1-1 0 0 0,0 1 0 0 0,0 0 0 0 0,-1 0 0 0 0,1 0-1 0 0,0 0 1 0 0,0 0 0 0 0,-1 0 0 0 0,1 0 0 0 0,0 1 0 0 0,0-1-1 0 0,0 0 1 0 0,-1 0 0 0 0,1 1 0 0 0,0-1 0 0 0,-1 0 0 0 0,1 1-1 0 0,0-1 1 0 0,-1 1 0 0 0,1-1 0 0 0,0 1 0 0 0,-1-1 0 0 0,1 1 0 0 0,-1-1-1 0 0,1 1 1 0 0,-1-1 0 0 0,1 1 0 0 0,-1 0 0 0 0,0-1 0 0 0,1 2-1 0 0,-1 0 6 0 0,0 0 0 0 0,0-1 0 0 0,0 1-1 0 0,0 0 1 0 0,0-1 0 0 0,-1 1 0 0 0,1 0-1 0 0,-1-1 1 0 0,1 1 0 0 0,-1 0 0 0 0,1-1-1 0 0,-1 1 1 0 0,-1 1 0 0 0,-38 49-38 0 0,36-48-90 0 0,-7 7-80 0 0,1 0 0 0 0,1 1 0 0 0,0 1 0 0 0,1-1 0 0 0,0 1 0 0 0,0 1 0 0 0,2-1 0 0 0,0 1 0 0 0,0 0 0 0 0,1 1 0 0 0,1-1 0 0 0,1 1 0 0 0,0 0 0 0 0,-1 16 0 0 0,3-30 164 0 0,1 1-1 0 0,0-1 0 0 0,0 1 1 0 0,0-1-1 0 0,0 1 1 0 0,1 0-1 0 0,-1-1 0 0 0,0 1 1 0 0,1-1-1 0 0,-1 1 1 0 0,1-1-1 0 0,-1 0 0 0 0,1 1 1 0 0,-1-1-1 0 0,1 1 1 0 0,0-1-1 0 0,0 0 0 0 0,0 0 1 0 0,0 1-1 0 0,0-1 1 0 0,0 0-1 0 0,0 0 0 0 0,0 0 1 0 0,3 1-1 0 0,-2-1 58 0 0,0 0-1 0 0,0-1 1 0 0,0 1 0 0 0,1-1 0 0 0,-1 0-1 0 0,0 0 1 0 0,0 0 0 0 0,0 0-1 0 0,1 0 1 0 0,-1 0 0 0 0,0-1-1 0 0,0 1 1 0 0,0-1 0 0 0,1 1-1 0 0,1-2 1 0 0,5-1 275 0 0,-1-1 1 0 0,1 0-1 0 0,-1-1 0 0 0,0 0 1 0 0,0 0-1 0 0,14-13 0 0 0,-19 15-223 0 0,4-3 248 0 0,-1-1 1 0 0,1-1-1 0 0,-1 1 0 0 0,5-10 0 0 0,-10 16-334 0 0,-1 1 0 0 0,1-1 0 0 0,0 0 0 0 0,-1 0 0 0 0,0 0 0 0 0,1 1-1 0 0,-1-1 1 0 0,1 0 0 0 0,-1 0 0 0 0,0 0 0 0 0,0 0 0 0 0,1 0-1 0 0,-1 0 1 0 0,0 0 0 0 0,0 0 0 0 0,0 0 0 0 0,0 0 0 0 0,0 0-1 0 0,0 0 1 0 0,-1 0 0 0 0,1 1 0 0 0,0-1 0 0 0,0 0 0 0 0,-1 0-1 0 0,1 0 1 0 0,0 0 0 0 0,-1 0 0 0 0,1 0 0 0 0,-1 1 0 0 0,1-1-1 0 0,-1 0 1 0 0,1 0 0 0 0,-1 1 0 0 0,0-1 0 0 0,1 0 0 0 0,-1 1-1 0 0,0-1 1 0 0,0 0 0 0 0,1 1 0 0 0,-1-1 0 0 0,0 1 0 0 0,0 0-1 0 0,0-1 1 0 0,0 1 0 0 0,0-1 0 0 0,0 1 0 0 0,0 0 0 0 0,0 0-1 0 0,1 0 1 0 0,-1 0 0 0 0,0 0 0 0 0,-1 0 0 0 0,-8-2-769 0 0,-49-13-6296 0 0,57 15 6877 0 0,0 0 0 0 0,1-1 0 0 0,-1 1-1 0 0,1-1 1 0 0,-1 1 0 0 0,1-1 0 0 0,-1 0 0 0 0,1 1 0 0 0,0-1-1 0 0,-1 0 1 0 0,1 0 0 0 0,0 0 0 0 0,-1 0 0 0 0,1 0 0 0 0,0 0-1 0 0,0-1 1 0 0,0 1 0 0 0,0 0 0 0 0,0 0 0 0 0,0-1 0 0 0,1 1-1 0 0,-1-1 1 0 0,0 1 0 0 0,1-1 0 0 0,-1 1 0 0 0,1-1-1 0 0,-1 1 1 0 0,1-1 0 0 0,0-2 0 0 0,6-1-899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4:17.5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 1112 0 0,'0'0'123'0'0,"0"-1"-1"0"0,1 1 0 0 0,-1 0 0 0 0,0 0 1 0 0,0-1-1 0 0,0 1 0 0 0,0 0 0 0 0,1 0 1 0 0,-1 0-1 0 0,0-1 0 0 0,0 1 1 0 0,1 0-1 0 0,-1 0 0 0 0,0 0 0 0 0,0 0 1 0 0,1-1-1 0 0,-1 1 0 0 0,0 0 1 0 0,0 0-1 0 0,1 0 0 0 0,-1 0 0 0 0,0 0 1 0 0,1 0-1 0 0,-1 0 0 0 0,0 0 0 0 0,0 0 1 0 0,1 0-1 0 0,-1 0 0 0 0,0 0 1 0 0,1 0-1 0 0,-1 0 0 0 0,0 0 0 0 0,0 0 1 0 0,1 0-1 0 0,-1 0 0 0 0,0 1 1 0 0,1-1-1 0 0,-1 0 0 0 0,4 14 2801 0 0,-6 25-816 0 0,2-33-2028 0 0,-1 22-301 0 0,1 0 0 0 0,1 1 0 0 0,2-1 0 0 0,7 33 0 0 0,-5-41-1505 0 0,0 0 1 0 0,2-1-1 0 0,13 31 1 0 0,-30-63-309 0 0,9 6 1200 0 0</inkml:trace>
  <inkml:trace contextRef="#ctx0" brushRef="#br0" timeOffset="1">27 172 1000 0 0,'-17'-9'1033'0'0,"10"5"1948"0"0,20 2-839 0 0,-3 1-2118 0 0,12-1-64 0 0,0 0 1 0 0,25-8-1 0 0,-39 8-528 0 0,-1 0-1 0 0,0-1 1 0 0,0 1 0 0 0,0-2-1 0 0,0 1 1 0 0,0-1 0 0 0,-1 0-1 0 0,0 0 1 0 0,12-11 0 0 0,-7 5-642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4:17.9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 24 1680 0 0,'-16'-1'1209'0'0,"-1"4"321"0"0,13 24-920 0 0,4 1-502 0 0,8 49-1 0 0,-7-69-111 0 0,0 0 1 0 0,1 0-1 0 0,0-1 0 0 0,1 1 1 0 0,-1-1-1 0 0,1 1 0 0 0,1-1 1 0 0,-1 0-1 0 0,1 0 0 0 0,1-1 0 0 0,5 8 1 0 0,-9-13-17 0 0,-1 0 0 0 0,1 0 0 0 0,-1 0 0 0 0,1-1 0 0 0,0 1 0 0 0,0 0 0 0 0,0-1 0 0 0,-1 1 0 0 0,1-1 0 0 0,0 1 0 0 0,0-1 0 0 0,0 1 1 0 0,0-1-1 0 0,0 0 0 0 0,0 1 0 0 0,0-1 0 0 0,0 0 0 0 0,0 0 0 0 0,0 0 0 0 0,0 0 0 0 0,0 1 0 0 0,0-2 0 0 0,0 1 0 0 0,0 0 0 0 0,0 0 0 0 0,0 0 0 0 0,0 0 0 0 0,0 0 0 0 0,0-1 0 0 0,0 1 1 0 0,0-1-1 0 0,1-1-5 0 0,0 1 0 0 0,0-1 0 0 0,0 0 0 0 0,0 0 0 0 0,0 0 0 0 0,-1 0 0 0 0,1 0 0 0 0,-1-1 0 0 0,0 1 1 0 0,1 0-1 0 0,0-5 0 0 0,3-5 29 0 0,-1 0 0 0 0,-1-1 0 0 0,4-24 1 0 0,-6 22 272 0 0,-1 1 1 0 0,-1-1 0 0 0,-3-25 0 0 0,4 36-49 0 0,-1 0 1 0 0,1 0 0 0 0,-1 0-1 0 0,0 0 1 0 0,-1 0 0 0 0,1 0-1 0 0,-1 0 1 0 0,1 1 0 0 0,-1-1-1 0 0,0 0 1 0 0,0 1-1 0 0,-1 0 1 0 0,1-1 0 0 0,-1 1-1 0 0,0 0 1 0 0,1 0 0 0 0,-1 0-1 0 0,-4-2 1 0 0,7 5-165 0 0,-1-1 0 0 0,0 1 0 0 0,1 0 0 0 0,-1-1 0 0 0,0 1 0 0 0,1 0 0 0 0,-1-1 0 0 0,0 1 0 0 0,1 0 0 0 0,-1 0-1 0 0,0 0 1 0 0,1 0 0 0 0,-1 0 0 0 0,0 0 0 0 0,1 0 0 0 0,-1 0 0 0 0,0 0 0 0 0,0 0 0 0 0,1 0 0 0 0,-1 0 0 0 0,0 0 0 0 0,1 1 0 0 0,-1-1 0 0 0,0 0 0 0 0,1 0 0 0 0,-1 1 0 0 0,1-1 0 0 0,-1 0-1 0 0,0 1 1 0 0,1-1 0 0 0,-1 2 0 0 0,1-2-48 0 0,0 1 0 0 0,0-1 0 0 0,0 1 0 0 0,0-1 0 0 0,0 1 0 0 0,0 0 0 0 0,1-1 0 0 0,-1 1-1 0 0,0-1 1 0 0,1 1 0 0 0,-1-1 0 0 0,0 1 0 0 0,1-1 0 0 0,-1 1 0 0 0,0-1 0 0 0,1 1 0 0 0,-1-1 0 0 0,1 0-1 0 0,-1 1 1 0 0,1-1 0 0 0,-1 0 0 0 0,1 1 0 0 0,-1-1 0 0 0,1 0 0 0 0,-1 0 0 0 0,1 1 0 0 0,-1-1 0 0 0,1 0 0 0 0,0 0-1 0 0,-1 0 1 0 0,1 0 0 0 0,-1 0 0 0 0,1 0 0 0 0,0 0 0 0 0,-1 0 0 0 0,1 0 0 0 0,-1 0 0 0 0,1 0 0 0 0,0 0-1 0 0,0-1 1 0 0,165 14 1418 0 0,-96-11-8922 0 0,-66-2 4413 0 0,-7-1 1166 0 0,1 0 1887 0 0,0 1-1265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4:18.3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62 1160 0 0,'1'0'138'0'0,"-1"1"-1"0"0,0 0 0 0 0,0 0 1 0 0,0-1-1 0 0,1 1 1 0 0,-1 0-1 0 0,0 0 0 0 0,1-1 1 0 0,-1 1-1 0 0,1 0 1 0 0,-1-1-1 0 0,0 1 0 0 0,1 0 1 0 0,0-1-1 0 0,-1 1 1 0 0,1-1-1 0 0,-1 1 0 0 0,1-1 1 0 0,0 1-1 0 0,-1-1 1 0 0,1 0-1 0 0,0 1 0 0 0,-1-1 1 0 0,1 0-1 0 0,0 1 1 0 0,0-1-1 0 0,-1 0 0 0 0,1 0 1 0 0,0 0-1 0 0,0 0 1 0 0,0 1-1 0 0,-1-1 0 0 0,1 0 1 0 0,0-1-1 0 0,1 1 1 0 0,31 5 1758 0 0,-9-4-1580 0 0,0-1 0 0 0,36-4 0 0 0,-51 3-872 0 0,0-1-1 0 0,0 1 0 0 0,-1-2 0 0 0,1 1 0 0 0,-1-1 0 0 0,1-1 0 0 0,-1 1 1 0 0,0-1-1 0 0,-1-1 0 0 0,10-5 0 0 0,-16 8 409 0 0,1 0-1 0 0,-1 1 1 0 0,1-1-1 0 0,-1 0 1 0 0,0 0-1 0 0,1 0 1 0 0,-1 0 0 0 0,0 0-1 0 0,0 0 1 0 0,0 0-1 0 0,0-5 1 0 0,0 5 41 0 0,4-8-759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4:18.7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 82 1080 0 0,'-3'-4'305'0'0,"-1"1"1"0"0,1 0-1 0 0,0-1 0 0 0,0 1 0 0 0,0-1 1 0 0,1 0-1 0 0,-1 0 0 0 0,1 0 0 0 0,0 0 1 0 0,0-1-1 0 0,0 1 0 0 0,1-1 0 0 0,-1 1 1 0 0,1-1-1 0 0,0 1 0 0 0,1-1 0 0 0,-1-5 1 0 0,1 10-265 0 0,0 0 0 0 0,0 0 0 0 0,0 0-1 0 0,0 0 1 0 0,0 0 0 0 0,0 0 0 0 0,0-1 0 0 0,0 1 0 0 0,0 0 0 0 0,0 0 0 0 0,0 0 0 0 0,0 0 0 0 0,0 0 0 0 0,1 0 0 0 0,-1 0 0 0 0,0 0 0 0 0,0-1-1 0 0,0 1 1 0 0,0 0 0 0 0,0 0 0 0 0,0 0 0 0 0,0 0 0 0 0,0 0 0 0 0,0 0 0 0 0,1 0 0 0 0,-1 0 0 0 0,0 0 0 0 0,0 0 0 0 0,0 0 0 0 0,0 0 0 0 0,0 0-1 0 0,0 0 1 0 0,0 0 0 0 0,1 0 0 0 0,-1 0 0 0 0,0 0 0 0 0,0 0 0 0 0,0 0 0 0 0,0 0 0 0 0,0 0 0 0 0,0 0 0 0 0,0 0 0 0 0,1 0 0 0 0,-1 0 0 0 0,0 0-1 0 0,0 0 1 0 0,0 0 0 0 0,0 0 0 0 0,0 0 0 0 0,0 0 0 0 0,0 0 0 0 0,0 0 0 0 0,1 0 0 0 0,-1 1 0 0 0,0-1 0 0 0,0 0 0 0 0,0 0 0 0 0,0 0 0 0 0,0 0 0 0 0,8 11 1203 0 0,4 12-226 0 0,-5 3-814 0 0,-1 0 1 0 0,-1 0-1 0 0,-1 1 1 0 0,-2-1-1 0 0,-1 53 0 0 0,2 12-206 0 0,20 106-630 0 0,-2-116-5848 0 0,-22-83 4140 0 0,-2-8 747 0 0,2 1 265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4:20.6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 1 872 0 0,'-1'0'141'0'0,"-1"1"1"0"0,1-1-1 0 0,0 1 0 0 0,0 0 1 0 0,0 0-1 0 0,0 0 0 0 0,1-1 0 0 0,-1 1 1 0 0,0 0-1 0 0,0 0 0 0 0,0 0 1 0 0,1 0-1 0 0,-1 0 0 0 0,1 0 0 0 0,-1 1 1 0 0,0-1-1 0 0,1 0 0 0 0,0 0 0 0 0,-1 0 1 0 0,1 0-1 0 0,0 1 0 0 0,0-1 1 0 0,0 0-1 0 0,-1 2 0 0 0,-4 38 697 0 0,4-35-437 0 0,-7 76 2795 0 0,3 93 0 0 0,7-135-3950 0 0,8 46 0 0 0,-4-55-1514 0 0,1-1-1 0 0,13 33 1 0 0,-19-59 1916 0 0,4 1-1564 0 0,2-4 822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4:21.1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26 2553 0 0,'0'0'76'0'0,"0"0"1"0"0,0 0-1 0 0,0 0 1 0 0,0 0 0 0 0,-1 0-1 0 0,1 0 1 0 0,0 0 0 0 0,0 0-1 0 0,0 0 1 0 0,0 0 0 0 0,0-1-1 0 0,-1 1 1 0 0,1 0 0 0 0,0 0-1 0 0,0 0 1 0 0,0 0-1 0 0,0 0 1 0 0,0-1 0 0 0,0 1-1 0 0,-1 0 1 0 0,1 0 0 0 0,0 0-1 0 0,0 0 1 0 0,0-1 0 0 0,0 1-1 0 0,0 0 1 0 0,0 0 0 0 0,0 0-1 0 0,0 0 1 0 0,0-1-1 0 0,0 1 1 0 0,0 0 0 0 0,0 0-1 0 0,0 0 1 0 0,0-1 0 0 0,0 1-1 0 0,0 0 1 0 0,0 0 0 0 0,0 0-1 0 0,0 0 1 0 0,0-1-1 0 0,0 1 1 0 0,1 0 0 0 0,-1 0-1 0 0,0 0 1 0 0,0 0 0 0 0,0 0-1 0 0,0-1 1 0 0,0 1 0 0 0,0 0-1 0 0,0 0 1 0 0,1 0 0 0 0,-1 0-1 0 0,15-9 1650 0 0,22 0-396 0 0,-35 8-1295 0 0,1 1-1 0 0,-1 0 0 0 0,1 0 1 0 0,0 0-1 0 0,-1 1 0 0 0,1-1 1 0 0,-1 1-1 0 0,1-1 1 0 0,-1 1-1 0 0,1 0 0 0 0,-1 0 1 0 0,1 0-1 0 0,-1 0 0 0 0,0 0 1 0 0,1 0-1 0 0,-1 1 0 0 0,0-1 1 0 0,0 1-1 0 0,0 0 0 0 0,0-1 1 0 0,0 1-1 0 0,-1 0 0 0 0,1 0 1 0 0,-1 0-1 0 0,1 1 0 0 0,-1-1 1 0 0,1 0-1 0 0,-1 0 0 0 0,0 1 1 0 0,0-1-1 0 0,0 1 0 0 0,-1-1 1 0 0,1 1-1 0 0,0-1 0 0 0,-1 1 1 0 0,0-1-1 0 0,0 1 1 0 0,1 0-1 0 0,-1-1 0 0 0,-1 1 1 0 0,1-1-1 0 0,-1 4 0 0 0,-1 7-389 0 0,0 1 0 0 0,-1-2 0 0 0,-1 1-1 0 0,0 0 1 0 0,-1-1 0 0 0,-12 24 0 0 0,7-17 83 0 0,-2 0-1 0 0,0-1 1 0 0,-1-1 0 0 0,-18 20-1 0 0,38-43 567 0 0,0 0 0 0 0,0 1 0 0 0,0 0-1 0 0,0 0 1 0 0,1 1 0 0 0,0 0 0 0 0,0 0 0 0 0,0 1-1 0 0,1 0 1 0 0,-1 1 0 0 0,1 0 0 0 0,-1 0 0 0 0,1 0-1 0 0,13 1 1 0 0,-18 0-263 0 0,0 1 0 0 0,0 0 0 0 0,1 1 1 0 0,-1-1-1 0 0,0 1 0 0 0,0 0 0 0 0,0 0 0 0 0,0 0 0 0 0,0 0 0 0 0,0 1 0 0 0,0-1 0 0 0,0 1 0 0 0,0 0 0 0 0,-1 1 0 0 0,1-1 1 0 0,-1 0-1 0 0,0 1 0 0 0,1 0 0 0 0,-1 0 0 0 0,0 0 0 0 0,-1 0 0 0 0,1 0 0 0 0,-1 1 0 0 0,1-1 0 0 0,-1 1 0 0 0,0 0 0 0 0,0-1 1 0 0,-1 1-1 0 0,1 0 0 0 0,-1 0 0 0 0,1 0 0 0 0,-1 0 0 0 0,0 5 0 0 0,0-4-41 0 0,-1 0 0 0 0,0-1 0 0 0,0 1 0 0 0,-1-1 0 0 0,1 1 0 0 0,-1 0 0 0 0,0-1 0 0 0,0 1 0 0 0,0-1 0 0 0,-1 0-1 0 0,1 1 1 0 0,-1-1 0 0 0,0 0 0 0 0,-1 0 0 0 0,1 0 0 0 0,-1 0 0 0 0,1 0 0 0 0,-1-1 0 0 0,0 1 0 0 0,0-1 0 0 0,-8 6 0 0 0,-7 6-267 0 0,0-2-1 0 0,-1 0 1 0 0,-25 13 0 0 0,25-15 71 0 0,-5-2-1703 0 0,23-10 1820 0 0,1 1 0 0 0,0 0 0 0 0,0 0 0 0 0,-1-1 0 0 0,1 1 0 0 0,0 0 0 0 0,0-1 0 0 0,0 1 0 0 0,0-1-1 0 0,0 1 1 0 0,-1 0 0 0 0,1-1 0 0 0,0 1 0 0 0,0 0 0 0 0,0-1 0 0 0,0 1 0 0 0,0-1 0 0 0,0 1 0 0 0,0 0 0 0 0,0-1 0 0 0,0 1 0 0 0,0 0 0 0 0,1-1 0 0 0,-1 1 0 0 0,0-1 0 0 0,0 1-1 0 0,0 0 1 0 0,0-1 0 0 0,0 1 0 0 0,1 0 0 0 0,-1-1 0 0 0,0 1 0 0 0,1-1 0 0 0,30-45-4895 0 0,-24 35 4848 0 0,9-3-1015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4:21.5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2657 0 0,'3'4'325'0'0,"0"0"0"0"0,0 0 0 0 0,-1 1 1 0 0,1-1-1 0 0,-1 1 0 0 0,0 0 1 0 0,0 0-1 0 0,-1 0 0 0 0,1 0 1 0 0,-1 0-1 0 0,0 0 0 0 0,-1 0 1 0 0,1 0-1 0 0,-1 8 0 0 0,-6 78-1502 0 0,5-80 1225 0 0,0-6-99 0 0,1-1 1 0 0,-1 0 0 0 0,1 0 0 0 0,0 1-1 0 0,0-1 1 0 0,0 0 0 0 0,2 7-1 0 0,8-4 38 0 0,12-13 435 0 0,12-10 1059 0 0,65-20-1 0 0,-7 15-2274 0 0,-113 24-6266 0 0,10 2 5668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4:21.9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90 1808 0 0,'20'-9'2065'0'0,"15"-7"-1207"0"0,1 2 0 0 0,0 1 0 0 0,0 2 0 0 0,2 1 0 0 0,55-6 0 0 0,-82 15-1242 0 0,-11 4-51 0 0,-19 8-445 0 0,-33 9 134 0 0,45-18 772 0 0,1 0 0 0 0,0 0-1 0 0,1 1 1 0 0,-1 0 0 0 0,0 0 0 0 0,1 1 0 0 0,0-1-1 0 0,0 1 1 0 0,0 0 0 0 0,0 1 0 0 0,0-1-1 0 0,1 1 1 0 0,-5 6 0 0 0,6-7 3 0 0,1-1 1 0 0,1 1-1 0 0,-1 0 0 0 0,0 0 1 0 0,1-1-1 0 0,0 1 0 0 0,0 0 1 0 0,0 0-1 0 0,0 0 1 0 0,0 0-1 0 0,1 1 0 0 0,0-1 1 0 0,0 0-1 0 0,0 0 0 0 0,0 0 1 0 0,1 0-1 0 0,0 0 0 0 0,0 0 1 0 0,0 0-1 0 0,0 0 1 0 0,0 0-1 0 0,3 4 0 0 0,-3-7 16 0 0,0 1-1 0 0,0 0 0 0 0,0 0 1 0 0,0-1-1 0 0,0 1 0 0 0,0 0 1 0 0,1-1-1 0 0,-1 1 0 0 0,1-1 0 0 0,-1 0 1 0 0,1 1-1 0 0,0-1 0 0 0,-1 0 1 0 0,1 0-1 0 0,0 0 0 0 0,0 0 1 0 0,0 0-1 0 0,0-1 0 0 0,3 2 1 0 0,0-1 58 0 0,1-1 0 0 0,-1 1 0 0 0,0-1 0 0 0,1 0 0 0 0,-1 0 0 0 0,0 0 0 0 0,8-2 0 0 0,7-3 91 0 0,0 0 0 0 0,35-16 0 0 0,-53 20-208 0 0,44-21-1599 0 0,-5-8-4397 0 0,-35 25 4166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4:22.4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30 1512 0 0,'18'-9'4399'0'0,"30"-2"-2622"0"0,62 1 608 0 0,-119 11-2404 0 0,1 0 0 0 0,-1 1 0 0 0,1 0 0 0 0,0 1 0 0 0,0 0 0 0 0,0 0 0 0 0,0 0 0 0 0,1 1 0 0 0,-1 1 0 0 0,1-1 0 0 0,0 1 0 0 0,0 0 1 0 0,0 0-1 0 0,-11 13 0 0 0,14-14-38 0 0,0 0 0 0 0,0 0 1 0 0,0 1-1 0 0,1-1 1 0 0,0 1-1 0 0,0 0 0 0 0,0 0 1 0 0,0 0-1 0 0,1 0 1 0 0,-1 0-1 0 0,1 0 1 0 0,1 1-1 0 0,-1-1 0 0 0,1 1 1 0 0,0-1-1 0 0,0 1 1 0 0,1 0-1 0 0,-1-1 0 0 0,1 1 1 0 0,1 0-1 0 0,-1-1 1 0 0,1 1-1 0 0,0 0 0 0 0,2 8 1 0 0,3-2-255 0 0,0-1 0 0 0,0 1 1 0 0,1-1-1 0 0,0 0 1 0 0,1-1-1 0 0,0 0 0 0 0,1 0 1 0 0,0 0-1 0 0,1-1 0 0 0,15 11 1 0 0,-22-18 245 0 0,0 1 1 0 0,0-1 0 0 0,0 0-1 0 0,1 0 1 0 0,-1 0 0 0 0,1 0 0 0 0,-1-1-1 0 0,1 0 1 0 0,0 1 0 0 0,0-1 0 0 0,-1 0-1 0 0,1-1 1 0 0,0 1 0 0 0,0-1-1 0 0,0 0 1 0 0,0 0 0 0 0,0 0 0 0 0,0 0-1 0 0,0-1 1 0 0,-1 1 0 0 0,1-1 0 0 0,0 0-1 0 0,0 0 1 0 0,0-1 0 0 0,-1 1-1 0 0,1-1 1 0 0,-1 0 0 0 0,1 0 0 0 0,-1 0-1 0 0,0 0 1 0 0,0 0 0 0 0,0-1 0 0 0,0 1-1 0 0,0-1 1 0 0,0 0 0 0 0,-1 0-1 0 0,0 0 1 0 0,3-5 0 0 0,5-7-178 0 0,-1 0 1 0 0,0-1 0 0 0,-1 0-1 0 0,-1-1 1 0 0,7-23 0 0 0,-8 19-617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4:22.8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1 968 0 0,'6'141'6156'0'0,"2"6"-9298"0"0,-8-180 4082 0 0,9-63 1 0 0,-8 95-903 0 0,-1 0 1 0 0,0 0 0 0 0,0 0 0 0 0,1 0-1 0 0,-1 0 1 0 0,1 0 0 0 0,-1 0 0 0 0,1 0-1 0 0,-1 0 1 0 0,1 0 0 0 0,0 0 0 0 0,-1 0-1 0 0,1 0 1 0 0,0 0 0 0 0,0 0 0 0 0,0 0-1 0 0,-1 1 1 0 0,1-1 0 0 0,0 0 0 0 0,0 1-1 0 0,0-1 1 0 0,0 1 0 0 0,0-1 0 0 0,1 1-1 0 0,-1-1 1 0 0,0 1 0 0 0,0 0 0 0 0,0 0-1 0 0,1-1 1 0 0,41 3 149 0 0,-38-1-232 0 0,0 0 0 0 0,1-1 0 0 0,-1 1 0 0 0,0-1-1 0 0,0 0 1 0 0,0-1 0 0 0,7-1 0 0 0,-9 2-108 0 0,0-1 1 0 0,-1 0-1 0 0,1 0 0 0 0,-1 0 0 0 0,0-1 0 0 0,1 1 0 0 0,-1 0 1 0 0,0-1-1 0 0,0 0 0 0 0,1 1 0 0 0,-1-1 0 0 0,-1 0 1 0 0,1 0-1 0 0,0 0 0 0 0,0 0 0 0 0,-1-1 0 0 0,1 1 1 0 0,-1 0-1 0 0,0-1 0 0 0,0 1 0 0 0,2-4 0 0 0,-2-2-281 0 0,0 1 1 0 0,0-1-1 0 0,0 1 0 0 0,-1-1 0 0 0,-1-15 0 0 0,0 22 420 0 0,2-11-801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4:23.2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70 808 0 0,'-2'-5'774'0'0,"0"-1"-1"0"0,0 1 1 0 0,0-1-1 0 0,1 1 1 0 0,0-1-1 0 0,-1-8 1 0 0,2 13-663 0 0,0 0 1 0 0,0 0 0 0 0,1 0 0 0 0,-1 0 0 0 0,0 0-1 0 0,0 0 1 0 0,1 0 0 0 0,-1 0 0 0 0,0 0-1 0 0,1 0 1 0 0,-1 0 0 0 0,1 1 0 0 0,-1-1-1 0 0,1 0 1 0 0,0 0 0 0 0,-1 1 0 0 0,1-1-1 0 0,0 0 1 0 0,0 0 0 0 0,-1 1 0 0 0,1-1-1 0 0,0 1 1 0 0,0-1 0 0 0,0 1 0 0 0,0-1 0 0 0,0 1-1 0 0,-1 0 1 0 0,1-1 0 0 0,0 1 0 0 0,0 0-1 0 0,0 0 1 0 0,0 0 0 0 0,0-1 0 0 0,0 1-1 0 0,0 0 1 0 0,0 0 0 0 0,0 1 0 0 0,0-1-1 0 0,0 0 1 0 0,0 0 0 0 0,0 0 0 0 0,0 1-1 0 0,0-1 1 0 0,0 0 0 0 0,1 1 0 0 0,13 1 227 0 0,1-1-1 0 0,30-3 1 0 0,-35 1-255 0 0,1 0-1 0 0,0 1 1 0 0,0 0 0 0 0,-1 1-1 0 0,1 1 1 0 0,16 3-1 0 0,-28-5-68 0 0,1 0-1 0 0,0 1 0 0 0,0-1 0 0 0,0 0 0 0 0,0 1 0 0 0,-1-1 1 0 0,1 1-1 0 0,0-1 0 0 0,0 1 0 0 0,-1-1 0 0 0,1 1 0 0 0,0 0 0 0 0,-1-1 1 0 0,1 1-1 0 0,-1 0 0 0 0,1-1 0 0 0,-1 1 0 0 0,1 0 0 0 0,-1 0 0 0 0,1-1 1 0 0,-1 1-1 0 0,0 0 0 0 0,1 0 0 0 0,-1 0 0 0 0,0 0 0 0 0,0 0 1 0 0,0-1-1 0 0,1 3 0 0 0,-11 27-495 0 0,5-22 9 0 0,0 1 0 0 0,-1-1 1 0 0,0 0-1 0 0,-10 9 1 0 0,-1-4-413 0 0,13-10 700 0 0,0 0 0 0 0,0 0 1 0 0,0 1-1 0 0,0-1 0 0 0,0 1 0 0 0,1-1 1 0 0,0 1-1 0 0,0 0 0 0 0,0 1 1 0 0,0-1-1 0 0,-3 7 0 0 0,6-11 189 0 0,0 1-1 0 0,0-1 1 0 0,0 0 0 0 0,0 1-1 0 0,0-1 1 0 0,0 0 0 0 0,0 0-1 0 0,0 1 1 0 0,0-1-1 0 0,0 0 1 0 0,0 1 0 0 0,0-1-1 0 0,0 0 1 0 0,0 1-1 0 0,1-1 1 0 0,-1 0 0 0 0,0 0-1 0 0,0 1 1 0 0,0-1-1 0 0,0 0 1 0 0,1 0 0 0 0,-1 1-1 0 0,0-1 1 0 0,0 0-1 0 0,1 0 1 0 0,-1 0 0 0 0,0 1-1 0 0,0-1 1 0 0,1 0-1 0 0,-1 0 1 0 0,0 0 0 0 0,0 0-1 0 0,1 0 1 0 0,-1 0 0 0 0,0 1-1 0 0,1-1 1 0 0,-1 0-1 0 0,0 0 1 0 0,1 0 0 0 0,-1 0-1 0 0,1 0 1 0 0,20-3 514 0 0,17-9 493 0 0,-22 4-697 0 0,-9 4-308 0 0,0 1 0 0 0,0 0 1 0 0,0 0-1 0 0,0 0 0 0 0,0 1 0 0 0,0 0 1 0 0,1 1-1 0 0,-1 0 0 0 0,11-1 1 0 0,-18 2-95 0 0,1 0 0 0 0,-1 0 0 0 0,0 0 0 0 0,1 0 0 0 0,-1 0 0 0 0,0 0 0 0 0,1 1-1 0 0,-1-1 1 0 0,0 0 0 0 0,1 0 0 0 0,-1 0 0 0 0,0 0 0 0 0,0 0 0 0 0,1 1 0 0 0,-1-1 0 0 0,0 0 0 0 0,0 0 0 0 0,0 1 0 0 0,1-1 0 0 0,-1 0 0 0 0,0 0 0 0 0,0 1 0 0 0,0-1 0 0 0,1 0 0 0 0,-1 1 0 0 0,0-1 0 0 0,0 0 0 0 0,0 0 0 0 0,0 1 0 0 0,0-1 0 0 0,0 0 0 0 0,0 1 0 0 0,0-1 0 0 0,0 0 0 0 0,0 1 0 0 0,0-1 0 0 0,0 0 0 0 0,0 1 0 0 0,0-1 0 0 0,0 0 0 0 0,0 1 0 0 0,0-1 0 0 0,0 0-1 0 0,0 0 1 0 0,-1 1 0 0 0,1-1 0 0 0,0 0 0 0 0,0 1 0 0 0,0-1 0 0 0,0 0 0 0 0,-1 0 0 0 0,1 1 0 0 0,0-1 0 0 0,0 0 0 0 0,-1 0 0 0 0,1 0 0 0 0,0 1 0 0 0,0-1 0 0 0,-1 0 0 0 0,1 0 0 0 0,0 0 0 0 0,-1 0 0 0 0,1 0 0 0 0,0 1 0 0 0,-1-1 0 0 0,1 0 0 0 0,-19 13-2224 0 0,11-6 1076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4:23.5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0 768 0 0,'-1'1'105'0'0,"1"0"-1"0"0,-1 0 0 0 0,1 0 1 0 0,-1 0-1 0 0,1 0 0 0 0,-1 0 1 0 0,1 0-1 0 0,0 0 0 0 0,-1 1 1 0 0,1-1-1 0 0,0 0 1 0 0,0 0-1 0 0,0 0 0 0 0,0 0 1 0 0,0 0-1 0 0,0 0 0 0 0,0 0 1 0 0,1 0-1 0 0,-1 1 0 0 0,0-1 1 0 0,0 0-1 0 0,1 0 0 0 0,-1 0 1 0 0,1 0-1 0 0,-1 0 1 0 0,1 0-1 0 0,1 1 0 0 0,0 0 104 0 0,0-1 0 0 0,0 1 0 0 0,0-1 0 0 0,0 0 0 0 0,0 1 0 0 0,1-1 0 0 0,-1 0-1 0 0,0-1 1 0 0,1 1 0 0 0,-1 0 0 0 0,1-1 0 0 0,2 1 0 0 0,14 1 1053 0 0,-1-1 1 0 0,35-3-1 0 0,-37 1-821 0 0,22 1-7 0 0,-25 1-593 0 0,0-1 0 0 0,1 0 0 0 0,-1-1 0 0 0,0 0 0 0 0,0-1 0 0 0,0-1 0 0 0,0 0 0 0 0,14-5 0 0 0,-43 5-5431 0 0,-13 5 4670 0 0,23-1 937 0 0,-1 1-1 0 0,1 0 1 0 0,0 0-1 0 0,-1 0 1 0 0,1 0 0 0 0,0 1-1 0 0,0 0 1 0 0,0 0-1 0 0,1 1 1 0 0,-1 0 0 0 0,1 0-1 0 0,0 0 1 0 0,-9 9-1 0 0,8-4 119 0 0,0 0-1 0 0,1 0 0 0 0,0 0 0 0 0,0 0 1 0 0,1 1-1 0 0,0-1 0 0 0,1 1 0 0 0,-3 13 1 0 0,5-21-97 0 0,-16 75 1412 0 0,16-69-1315 0 0,0 0 0 0 0,0-1 0 0 0,1 1 0 0 0,0 0 0 0 0,0 0 0 0 0,1-1 0 0 0,0 1 0 0 0,2 9 0 0 0,-2-17-76 0 0,-1 1-1 0 0,0 0 0 0 0,1 0 1 0 0,-1 0-1 0 0,1 0 0 0 0,-1-1 1 0 0,1 1-1 0 0,-1 0 0 0 0,1-1 1 0 0,-1 1-1 0 0,1 0 0 0 0,0-1 1 0 0,-1 1-1 0 0,1 0 1 0 0,0-1-1 0 0,0 1 0 0 0,-1-1 1 0 0,1 0-1 0 0,0 1 0 0 0,0-1 1 0 0,0 0-1 0 0,0 1 0 0 0,-1-1 1 0 0,1 0-1 0 0,0 0 0 0 0,1 1 1 0 0,29-7 1039 0 0,27-23-47 0 0,-54 27-1017 0 0,13-9 186 0 0,61-39-1699 0 0,-70 45 610 0 0,-1-1 1 0 0,1 0-1 0 0,-2-1 1 0 0,1 0-1 0 0,-1 0 0 0 0,0 0 1 0 0,7-11-1 0 0,-5 4-1297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4:24.0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81 2016 0 0,'16'-3'6989'0'0,"36"-6"-4713"0"0,-37 6-1584 0 0,95-22 81 0 0,-41-1-4274 0 0,-68 26 3290 0 0,-1 0 0 0 0,1 0 1 0 0,-1 0-1 0 0,1-1 0 0 0,0 1 1 0 0,-1 0-1 0 0,1 0 0 0 0,-1-1 1 0 0,1 1-1 0 0,-1 0 0 0 0,0-1 1 0 0,1 1-1 0 0,-1-1 0 0 0,1 1 1 0 0,-1-1-1 0 0,0 1 0 0 0,1-1 1 0 0,-1 1-1 0 0,0-1 0 0 0,1 1 1 0 0,-1-1-1 0 0,0 1 0 0 0,0-1 1 0 0,1 1-1 0 0,-1-1 0 0 0,0 0 1 0 0,0 1-1 0 0,0-1 0 0 0,0 1 1 0 0,0-1-1 0 0,0 0 0 0 0,7 4-1700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4:24.4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54 0 976 0 0,'-6'7'379'0'0,"0"1"0"0"0,1 0 1 0 0,0 0-1 0 0,1 0 0 0 0,-1 0 0 0 0,2 1 0 0 0,-1-1 0 0 0,1 1 0 0 0,0 0 1 0 0,1 0-1 0 0,0 0 0 0 0,-1 13 0 0 0,2-17-509 0 0,1 1-1 0 0,-1-1 1 0 0,1 0-1 0 0,0 1 1 0 0,0-1-1 0 0,0 1 1 0 0,1-1-1 0 0,0 1 1 0 0,0-1-1 0 0,0 0 1 0 0,1 1-1 0 0,0-1 1 0 0,0 0-1 0 0,0 0 1 0 0,1 0-1 0 0,-1-1 0 0 0,1 1 1 0 0,0 0-1 0 0,1-1 1 0 0,-1 0-1 0 0,9 8 1 0 0,-11-11 30 0 0,0-1 0 0 0,0 1-1 0 0,0-1 1 0 0,0 1 0 0 0,0-1 0 0 0,0 1 0 0 0,0-1 0 0 0,1 0 0 0 0,-1 0-1 0 0,0 1 1 0 0,0-1 0 0 0,0 0 0 0 0,1 0 0 0 0,-1 0 0 0 0,0 0-1 0 0,0 0 1 0 0,0-1 0 0 0,3 0 0 0 0,5 0-911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4:24.7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229 10 856 0 0,'2'-9'1186'0'0,"5"16"-206"0"0,2 18 10 0 0,-6-11-821 0 0,0 0 0 0 0,-2 1 0 0 0,0-1 0 0 0,-1 1 0 0 0,0 0 0 0 0,-1-1 1 0 0,-1 1-1 0 0,-6 27 0 0 0,6-36-273 0 0,0 1-1 0 0,-1-1 1 0 0,0 0-1 0 0,0 0 1 0 0,0 0 0 0 0,-1 0-1 0 0,0 0 1 0 0,0-1 0 0 0,0 0-1 0 0,-1 1 1 0 0,0-2-1 0 0,0 1 1 0 0,0 0 0 0 0,0-1-1 0 0,-1 0 1 0 0,0-1 0 0 0,0 1-1 0 0,0-1 1 0 0,0 0-1 0 0,-12 4 1 0 0,12-5 85 0 0,-4 2 258 0 0,-1 0 0 0 0,0-1 0 0 0,1 0 0 0 0,-1-1 0 0 0,0 0 0 0 0,0 0 0 0 0,0-1 0 0 0,0-1 0 0 0,-1 0 0 0 0,-12-1 0 0 0,26-3 2129 0 0,14-2-993 0 0,19-1 176 0 0,-2 4-1257 0 0,-1-2 0 0 0,0 0-1 0 0,0-2 1 0 0,0-2-1 0 0,36-14 1 0 0,4-7-3288 0 0,-2-4-3447 0 0,-56 19 4451 0 0,-6 10 647 0 0</inkml:trace>
  <inkml:trace contextRef="#ctx0" brushRef="#br0" timeOffset="1">482 2 2345 0 0,'0'0'129'0'0,"0"0"1"0"0,-1 0-1 0 0,1 0 1 0 0,0-1 0 0 0,-1 1-1 0 0,1 0 1 0 0,0 0 0 0 0,-1 0-1 0 0,1 0 1 0 0,-1 0 0 0 0,1 0-1 0 0,0 0 1 0 0,-1 0 0 0 0,1 0-1 0 0,0 0 1 0 0,-1 0 0 0 0,1 0-1 0 0,-1 0 1 0 0,1 0 0 0 0,0 0-1 0 0,-1 1 1 0 0,1-1 0 0 0,0 0-1 0 0,-1 0 1 0 0,1 0 0 0 0,0 0-1 0 0,-1 1 1 0 0,1-1 0 0 0,0 0-1 0 0,0 0 1 0 0,-1 1 0 0 0,1-1-1 0 0,0 0 1 0 0,0 1 0 0 0,-1-1-1 0 0,1 0 1 0 0,0 1 0 0 0,0-1-1 0 0,0 0 1 0 0,0 1 0 0 0,-1-1-1 0 0,1 0 1 0 0,0 1 0 0 0,-3 27 1339 0 0,9 29-1745 0 0,4-6-3358 0 0,25 75 0 0 0,-34-124 2617 0 0,-2-4 155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4:25.1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11 256 592 0 0,'-2'-4'167'0'0,"1"2"225"0"0,-1-1 0 0 0,1 0 0 0 0,0 1 0 0 0,0-1 0 0 0,1 0 0 0 0,-1 1 0 0 0,0-1 0 0 0,1 0 0 0 0,0 0 0 0 0,-1-4 0 0 0,2 6-289 0 0,0 0 0 0 0,0 0 0 0 0,0 0 0 0 0,0 0 0 0 0,0 0 0 0 0,0 1 0 0 0,0-1 0 0 0,0 0 0 0 0,0 1 0 0 0,0-1 0 0 0,0 1 0 0 0,0-1 0 0 0,1 1 1 0 0,-1 0-1 0 0,0-1 0 0 0,0 1 0 0 0,0 0 0 0 0,1 0 0 0 0,-1 0 0 0 0,0 0 0 0 0,0 0 0 0 0,1 0 0 0 0,-1 0 0 0 0,0 0 0 0 0,2 1 0 0 0,7-1-406 0 0,0 0 0 0 0,-1-1 0 0 0,1 0 0 0 0,0-1 0 0 0,-1 0 1 0 0,1 0-1 0 0,-1-1 0 0 0,0 0 0 0 0,0-1 0 0 0,0 0 0 0 0,0 0 0 0 0,-1-1 1 0 0,1 0-1 0 0,-1-1 0 0 0,-1 0 0 0 0,1 0 0 0 0,-1 0 0 0 0,0-1 1 0 0,0 0-1 0 0,-1-1 0 0 0,0 1 0 0 0,8-14 0 0 0,-6 9-124 0 0,6-15 1445 0 0,-21 22 96 0 0,-16 6-105 0 0,16 0-890 0 0,0 1-1 0 0,0 0 1 0 0,1 0 0 0 0,-1 0 0 0 0,1 1-1 0 0,0 0 1 0 0,0 1 0 0 0,0-1-1 0 0,0 1 1 0 0,0 0 0 0 0,-8 8-1 0 0,12-10-105 0 0,0 0 0 0 0,0 0 0 0 0,0 1 0 0 0,0-1-1 0 0,0 0 1 0 0,0 1 0 0 0,1-1 0 0 0,-1 1-1 0 0,1-1 1 0 0,0 1 0 0 0,0 0 0 0 0,0-1 0 0 0,0 1-1 0 0,0 0 1 0 0,1 0 0 0 0,-1 0 0 0 0,1 0-1 0 0,0-1 1 0 0,0 1 0 0 0,0 0 0 0 0,0 0-1 0 0,0 0 1 0 0,0 0 0 0 0,1 0 0 0 0,0 0 0 0 0,-1-1-1 0 0,1 1 1 0 0,0 0 0 0 0,1 0 0 0 0,1 4-1 0 0,-1-5 46 0 0,0 1 0 0 0,0-1-1 0 0,0 0 1 0 0,1 0-1 0 0,-1 0 1 0 0,0-1-1 0 0,1 1 1 0 0,-1 0-1 0 0,1-1 1 0 0,0 0-1 0 0,-1 1 1 0 0,1-1-1 0 0,0 0 1 0 0,0 0-1 0 0,0-1 1 0 0,0 1-1 0 0,0-1 1 0 0,0 1 0 0 0,0-1-1 0 0,0 0 1 0 0,0 0-1 0 0,0 0 1 0 0,0 0-1 0 0,0-1 1 0 0,0 0-1 0 0,0 1 1 0 0,-1-1-1 0 0,1 0 1 0 0,0 0-1 0 0,0 0 1 0 0,4-3-1 0 0,0 1 70 0 0,0 0 0 0 0,0-1 0 0 0,0 1 0 0 0,-1-1 0 0 0,0-1 0 0 0,1 1 0 0 0,-1-1-1 0 0,-1 0 1 0 0,1-1 0 0 0,-1 1 0 0 0,7-10 0 0 0,-10 13-90 0 0,-1 0 1 0 0,1-1-1 0 0,-1 1 1 0 0,0-1-1 0 0,1 1 1 0 0,-1-1 0 0 0,-1 1-1 0 0,1-1 1 0 0,0 1-1 0 0,0-1 1 0 0,-1 0-1 0 0,0 0 1 0 0,1 1-1 0 0,-1-1 1 0 0,0 0-1 0 0,0 0 1 0 0,-1 1-1 0 0,1-1 1 0 0,0 0-1 0 0,-1 1 1 0 0,0-1-1 0 0,0 0 1 0 0,1 1-1 0 0,-2-1 1 0 0,1 1 0 0 0,0-1-1 0 0,-3-3 1 0 0,0 2-390 0 0,-1 0 1 0 0,1 0-1 0 0,-1 0 1 0 0,0 1-1 0 0,0 0 1 0 0,0 0-1 0 0,-1 0 1 0 0,1 1-1 0 0,-1-1 1 0 0,1 2-1 0 0,-12-4 1 0 0,14 4-58 0 0,-1 0 0 0 0,1 0 1 0 0,-1 0-1 0 0,1-1 0 0 0,0 0 1 0 0,0 1-1 0 0,-1-1 1 0 0,1-1-1 0 0,-3-2 0 0 0,2 0-811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4:25.4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0 584 0 0,'7'1'241'0'0,"0"0"0"0"0,-1 1 0 0 0,1-1-1 0 0,-1 1 1 0 0,1 0 0 0 0,-1 1 0 0 0,0 0 0 0 0,0 0 0 0 0,0 0-1 0 0,0 1 1 0 0,0-1 0 0 0,-1 1 0 0 0,1 1 0 0 0,-1-1 0 0 0,-1 1-1 0 0,1 0 1 0 0,0 0 0 0 0,-1 0 0 0 0,0 1 0 0 0,5 9-1 0 0,-3-2-102 0 0,-1 0 0 0 0,0 1 0 0 0,-1-1 0 0 0,-1 1 0 0 0,0 0 0 0 0,-1-1 0 0 0,-1 1-1 0 0,0 0 1 0 0,-1 15 0 0 0,5 27-4151 0 0,-5-56 3976 0 0,0 0-1 0 0,0 1 1 0 0,-1-1-1 0 0,1 0 0 0 0,0 0 1 0 0,0 0-1 0 0,0 0 1 0 0,0 0-1 0 0,-1 0 1 0 0,1 1-1 0 0,0-1 0 0 0,0 0 1 0 0,0 0-1 0 0,0 0 1 0 0,-1 0-1 0 0,1 0 1 0 0,0 0-1 0 0,0 0 0 0 0,0 0 1 0 0,-1 0-1 0 0,1 0 1 0 0,0 0-1 0 0,0 0 1 0 0,0 0-1 0 0,0 0 0 0 0,-1 0 1 0 0,1 0-1 0 0,0 0 1 0 0,0 0-1 0 0,0 0 1 0 0,-1 0-1 0 0,1 0 0 0 0,0 0 1 0 0,0-1-1 0 0,0 1 1 0 0,0 0-1 0 0,-1 0 1 0 0,1 0-1 0 0,0 0 0 0 0,0 0 1 0 0,0 0-1 0 0,0-1 1 0 0,0 1-1 0 0,-1 0 1 0 0,1 0-149 0 0,-1-1-865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4:25.8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56 1688 0 0,'0'0'85'0'0,"0"-1"-1"0"0,0 1 1 0 0,0 0-1 0 0,0 0 1 0 0,0-1-1 0 0,-1 1 1 0 0,1 0 0 0 0,0-1-1 0 0,0 1 1 0 0,0 0-1 0 0,0-1 1 0 0,0 1-1 0 0,0 0 1 0 0,0-1-1 0 0,0 1 1 0 0,0 0-1 0 0,0-1 1 0 0,0 1-1 0 0,0 0 1 0 0,1-1-1 0 0,-1 1 1 0 0,0 0-1 0 0,0 0 1 0 0,0-1-1 0 0,0 1 1 0 0,0 0-1 0 0,1-1 1 0 0,-1 1-1 0 0,0 0 1 0 0,0 0-1 0 0,0-1 1 0 0,1 1-1 0 0,-1 0 1 0 0,0 0 0 0 0,0 0-1 0 0,1-1 1 0 0,-1 1-1 0 0,1 0 1 0 0,19-13 1901 0 0,24-3 466 0 0,-36 15-2148 0 0,17-4 156 0 0,0 1-1 0 0,1 1 0 0 0,0 1 0 0 0,-1 2 0 0 0,32 3 1 0 0,-57-3-456 0 0,1 0 1 0 0,-1 0 0 0 0,0 0-1 0 0,1 0 1 0 0,-1 0 0 0 0,0 0-1 0 0,1 0 1 0 0,-1 0 0 0 0,0 0-1 0 0,0 0 1 0 0,1 1 0 0 0,-1-1-1 0 0,0 0 1 0 0,0 0 0 0 0,1 0 0 0 0,-1 1-1 0 0,0-1 1 0 0,0 0 0 0 0,1 0-1 0 0,-1 0 1 0 0,0 1 0 0 0,0-1-1 0 0,0 0 1 0 0,0 1 0 0 0,1-1-1 0 0,-1 0 1 0 0,0 0 0 0 0,0 1-1 0 0,0-1 1 0 0,0 0 0 0 0,0 1-1 0 0,0-1 1 0 0,0 0 0 0 0,0 1-1 0 0,0-1 1 0 0,0 0 0 0 0,0 0-1 0 0,0 1 1 0 0,0-1 0 0 0,0 1-1 0 0,-8 16-293 0 0,-18 14-791 0 0,25-30 988 0 0,-45 39-2140 0 0,38-35 2048 0 0,1 0 1 0 0,0 0-1 0 0,1 1 0 0 0,-1 0 0 0 0,1 0 1 0 0,0 1-1 0 0,0 0 0 0 0,1 0 0 0 0,0 0 1 0 0,0 1-1 0 0,-6 12 0 0 0,11-19 214 0 0,0-1-1 0 0,0 0 0 0 0,0 1 1 0 0,0-1-1 0 0,0 0 1 0 0,0 1-1 0 0,0-1 1 0 0,0 1-1 0 0,0-1 0 0 0,0 0 1 0 0,0 1-1 0 0,0-1 1 0 0,0 0-1 0 0,0 1 1 0 0,0-1-1 0 0,0 0 0 0 0,1 1 1 0 0,-1-1-1 0 0,0 0 1 0 0,0 1-1 0 0,0-1 1 0 0,1 0-1 0 0,-1 1 0 0 0,0-1 1 0 0,0 0-1 0 0,0 0 1 0 0,1 1-1 0 0,-1-1 1 0 0,0 0-1 0 0,1 0 0 0 0,-1 0 1 0 0,0 1-1 0 0,1-1 1 0 0,-1 0-1 0 0,0 0 1 0 0,1 0-1 0 0,-1 0 0 0 0,0 0 1 0 0,1 0-1 0 0,0 1 1 0 0,22-1 1242 0 0,22-10 419 0 0,-21 2-1581 0 0,-1 0-1 0 0,27-15 0 0 0,9-13-7097 0 0,-51 23 4478 0 0,-3 7 998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4:26.2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101 92 1728 0 0,'-6'-11'674'0'0,"3"2"-175"0"0,-1 1 0 0 0,-1 0 0 0 0,1 1 1 0 0,-1-1-1 0 0,-11-12 0 0 0,16 20-463 0 0,-1-1 1 0 0,0 0-1 0 0,1 1 0 0 0,-1-1 0 0 0,0 1 1 0 0,0-1-1 0 0,1 1 0 0 0,-1-1 0 0 0,0 1 0 0 0,0-1 1 0 0,0 1-1 0 0,0 0 0 0 0,0 0 0 0 0,0-1 1 0 0,0 1-1 0 0,0 0 0 0 0,0 0 0 0 0,1 0 1 0 0,-1 0-1 0 0,0 0 0 0 0,0 0 0 0 0,0 0 0 0 0,0 0 1 0 0,-1 1-1 0 0,0 0-25 0 0,0 0 0 0 0,0 1 0 0 0,0-1 1 0 0,0 1-1 0 0,1-1 0 0 0,-1 1 0 0 0,0 0 0 0 0,1 0 1 0 0,0-1-1 0 0,-1 1 0 0 0,1 0 0 0 0,0 0 0 0 0,0 0 1 0 0,-1 4-1 0 0,0-2-18 0 0,0-1 0 0 0,1 1 1 0 0,-1 0-1 0 0,1-1 0 0 0,0 1 1 0 0,0 0-1 0 0,1 0 0 0 0,-1 0 1 0 0,1 0-1 0 0,0-1 0 0 0,0 1 1 0 0,0 0-1 0 0,0 0 0 0 0,1 0 1 0 0,0 0-1 0 0,0 0 0 0 0,2 6 1 0 0,-2-8 49 0 0,0 0 0 0 0,1 0 0 0 0,-1 0 0 0 0,1 0 0 0 0,-1 0 0 0 0,1-1 0 0 0,0 1 0 0 0,0-1 0 0 0,0 1 0 0 0,0-1 0 0 0,0 0 0 0 0,0 1 0 0 0,0-1 0 0 0,0 0 0 0 0,0 0 0 0 0,1-1 0 0 0,-1 1 0 0 0,0 0 0 0 0,1-1 0 0 0,-1 1 0 0 0,0-1 0 0 0,1 0 0 0 0,-1 0 0 0 0,1 0 0 0 0,-1 0 0 0 0,0 0 1 0 0,1 0-1 0 0,-1-1 0 0 0,4-1 0 0 0,-4 2 32 0 0,68-18 1241 0 0,-68 17-1252 0 0,1 1 1 0 0,-1-1-1 0 0,0 0 0 0 0,0 1 0 0 0,0-1 1 0 0,0 0-1 0 0,0 0 0 0 0,0-1 0 0 0,0 1 1 0 0,0 0-1 0 0,0-1 0 0 0,-1 1 1 0 0,1-1-1 0 0,-1 0 0 0 0,1 1 0 0 0,-1-1 1 0 0,1 0-1 0 0,-1 0 0 0 0,0 0 0 0 0,0 0 1 0 0,0 0-1 0 0,0 0 0 0 0,0 0 1 0 0,-1 0-1 0 0,1 0 0 0 0,0-1 0 0 0,-1 1 1 0 0,1-3-1 0 0,-3 1 12 0 0,1 1 0 0 0,-1 0 0 0 0,0 0 0 0 0,1 0 0 0 0,-1 0 0 0 0,-1 0 0 0 0,1 0 0 0 0,0 0 0 0 0,-1 1 0 0 0,1-1 0 0 0,-1 1 0 0 0,0 0 0 0 0,-3-3-1 0 0,-42-25-3956 0 0,47 29 3539 0 0,-1 0 0 0 0,0 0 1 0 0,0 1-1 0 0,0-1 0 0 0,0 0 0 0 0,0 1 0 0 0,0 0 1 0 0,0-1-1 0 0,0 1 0 0 0,0 0 0 0 0,0 0 0 0 0,0 0 1 0 0,0 1-1 0 0,0-1 0 0 0,0 0 0 0 0,-3 1 0 0 0,-5 6-1494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4:26.6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29 2913 0 0,'72'-4'8376'0'0,"0"-6"-4260"0"0,21-2-4199 0 0,-71 10-1592 0 0,1 1 1 0 0,25 3-1 0 0,-42-2 445 0 0,2 1-695 0 0,-1 0-2611 0 0,-1 0 2481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4:26.9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31 1712 0 0,'18'-1'1325'0'0,"0"0"-1"0"0,-1-2 0 0 0,19-5 0 0 0,48-5 1537 0 0,-64 11-2355 0 0,-15 1-385 0 0,1 0 0 0 0,-1 1-1 0 0,0-1 1 0 0,1 1 0 0 0,-1 0 0 0 0,1 0 0 0 0,-1 1 0 0 0,1 0 0 0 0,-1 0-1 0 0,0 0 1 0 0,1 1 0 0 0,-1-1 0 0 0,6 4 0 0 0,-10-4-115 0 0,-1-1 1 0 0,1 0-1 0 0,-1 1 1 0 0,1-1-1 0 0,-1 1 1 0 0,0-1-1 0 0,1 1 1 0 0,-1-1-1 0 0,0 1 1 0 0,1-1-1 0 0,-1 1 0 0 0,0-1 1 0 0,0 1-1 0 0,1-1 1 0 0,-1 1-1 0 0,0 0 1 0 0,0-1-1 0 0,0 1 1 0 0,0-1-1 0 0,0 1 1 0 0,0 0-1 0 0,0-1 1 0 0,0 1-1 0 0,0-1 1 0 0,0 1-1 0 0,0 0 0 0 0,0-1 1 0 0,-1 1-1 0 0,1-1 1 0 0,0 2-1 0 0,-16 17-319 0 0,-22 8-590 0 0,25-20 755 0 0,0 1 0 0 0,1 0 0 0 0,0 1 0 0 0,0 0 0 0 0,-11 12 0 0 0,21-19 172 0 0,1-1 0 0 0,-1 1 1 0 0,1-1-1 0 0,-1 1 0 0 0,1 0 0 0 0,-1-1 0 0 0,1 1 0 0 0,0 0 0 0 0,0 0 0 0 0,0 0 0 0 0,0 0 0 0 0,0 0 0 0 0,1 0 0 0 0,-1 0 0 0 0,0 1 1 0 0,1-1-1 0 0,0 0 0 0 0,-1 0 0 0 0,1 0 0 0 0,0 1 0 0 0,0-1 0 0 0,0 0 0 0 0,1 0 0 0 0,-1 0 0 0 0,0 1 0 0 0,1-1 0 0 0,0 0 0 0 0,-1 0 1 0 0,1 0-1 0 0,0 0 0 0 0,0 0 0 0 0,0 0 0 0 0,0 0 0 0 0,0 0 0 0 0,1 0 0 0 0,-1-1 0 0 0,1 1 0 0 0,-1 0 0 0 0,1-1 0 0 0,-1 1 0 0 0,1-1 1 0 0,0 0-1 0 0,0 1 0 0 0,3 0 0 0 0,2 3 72 0 0,-1-1 1 0 0,1 0-1 0 0,1-1 1 0 0,-1 0-1 0 0,0 0 1 0 0,1-1-1 0 0,0 1 1 0 0,-1-2-1 0 0,1 1 1 0 0,0-1-1 0 0,0 0 1 0 0,0-1-1 0 0,0 0 1 0 0,0 0-1 0 0,0-1 1 0 0,8-1-1 0 0,-10 1-317 0 0,0-1 0 0 0,0 1 0 0 0,-1-1 1 0 0,1-1-1 0 0,0 1 0 0 0,-1-1 0 0 0,0 0 0 0 0,1 0 0 0 0,4-5 0 0 0,-5 4-407 0 0,-1 1 0 0 0,-1-1 0 0 0,1 0 0 0 0,-1-1 0 0 0,1 1-1 0 0,-1-1 1 0 0,0 1 0 0 0,-1-1 0 0 0,1 0 0 0 0,-1 0 0 0 0,2-6 0 0 0,3-4-1874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4:29.3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96 52 1192 0 0,'-26'-14'3512'0'0,"28"7"-899"0"0,15 1-1204 0 0,30-1 56 0 0,-39 7-1320 0 0,-1 0 0 0 0,1-1 0 0 0,0-1 0 0 0,0 1-1 0 0,-1-1 1 0 0,15-6 0 0 0,-74 5 1046 0 0,42 2-1241 0 0,1 1 1 0 0,0 1-1 0 0,0 0 0 0 0,0 0 1 0 0,0 1-1 0 0,0 0 0 0 0,-10 3 0 0 0,16-3 19 0 0,-1 0 0 0 0,1 0 0 0 0,-1 0 0 0 0,1 0 0 0 0,0 1 0 0 0,0-1-1 0 0,0 1 1 0 0,0 0 0 0 0,0 0 0 0 0,1 0 0 0 0,-1 1 0 0 0,1-1-1 0 0,0 0 1 0 0,0 1 0 0 0,0-1 0 0 0,1 1 0 0 0,-1 0 0 0 0,-1 7-1 0 0,-2 5-62 0 0,1 0 0 0 0,1 0 0 0 0,0 0 0 0 0,0 23 0 0 0,3-32 77 0 0,0 1 0 0 0,0-1 1 0 0,1 1-1 0 0,0-1 1 0 0,0 0-1 0 0,1 1 0 0 0,-1-1 1 0 0,2 0-1 0 0,-1 0 0 0 0,1 0 1 0 0,0 0-1 0 0,4 6 1 0 0,-4-10 43 0 0,0 0 1 0 0,1-1 0 0 0,-1 1 0 0 0,1-1 0 0 0,-1 0 0 0 0,1 0 0 0 0,0 0-1 0 0,0 0 1 0 0,-1-1 0 0 0,1 1 0 0 0,1-1 0 0 0,-1 0 0 0 0,0-1 0 0 0,0 1-1 0 0,7 0 1 0 0,66 0-1498 0 0,-76-1 1290 0 0,1 0 0 0 0,0 0 0 0 0,-1 0-1 0 0,1-1 1 0 0,0 1 0 0 0,-1 0 0 0 0,1-1-1 0 0,-1 1 1 0 0,1-1 0 0 0,0 0 0 0 0,-1 1-1 0 0,1-1 1 0 0,-1 0 0 0 0,0 0 0 0 0,1 0-1 0 0,-1 0 1 0 0,0 0 0 0 0,1-1 0 0 0,-1 1-1 0 0,0 0 1 0 0,0 0 0 0 0,0-1 0 0 0,0 1 0 0 0,0-1-1 0 0,-1 1 1 0 0,2-2 0 0 0,-1 0-10 0 0,-1 1 0 0 0,0-1 0 0 0,1 1 0 0 0,-1 0 0 0 0,0-1 1 0 0,0 1-1 0 0,0-1 0 0 0,-1 1 0 0 0,1-1 0 0 0,0 1 0 0 0,-1-1 0 0 0,0 1 0 0 0,1 0 0 0 0,-1-1 1 0 0,0 1-1 0 0,0 0 0 0 0,-2-3 0 0 0,-4-6-989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4:29.7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0 171 1560 0 0,'1'1'239'0'0,"-1"0"-1"0"0,1 0 1 0 0,-1 0-1 0 0,1 0 1 0 0,0 0 0 0 0,-1 0-1 0 0,1 0 1 0 0,0 0-1 0 0,0 0 1 0 0,-1 0-1 0 0,1 0 1 0 0,0-1-1 0 0,0 1 1 0 0,0 0-1 0 0,0-1 1 0 0,0 1-1 0 0,1 0 1 0 0,-1-1-1 0 0,0 1 1 0 0,0-1 0 0 0,0 0-1 0 0,0 1 1 0 0,0-1-1 0 0,1 0 1 0 0,-1 0-1 0 0,2 1 1 0 0,41 4 2586 0 0,-36-4-2411 0 0,5 0-462 0 0,0 0 0 0 0,0 0 0 0 0,-1-2 0 0 0,1 0 0 0 0,0 0 0 0 0,0-1 0 0 0,20-6 0 0 0,-26 6-521 0 0,-1 0 1 0 0,0-1-1 0 0,0 0 0 0 0,0 0 1 0 0,0 0-1 0 0,-1-1 0 0 0,0 0 0 0 0,1 0 1 0 0,-1 0-1 0 0,0-1 0 0 0,-1 0 1 0 0,1 0-1 0 0,-1 0 0 0 0,0 0 1 0 0,-1-1-1 0 0,6-9 0 0 0,-4 6-475 0 0</inkml:trace>
  <inkml:trace contextRef="#ctx0" brushRef="#br0" timeOffset="1">300 9 752 0 0,'0'0'145'0'0,"0"-1"-1"0"0,-1 0 1 0 0,1 1-1 0 0,-1-1 0 0 0,1 1 1 0 0,-1-1-1 0 0,1 1 1 0 0,-1-1-1 0 0,0 1 1 0 0,1-1-1 0 0,-1 1 1 0 0,0 0-1 0 0,1-1 1 0 0,-1 1-1 0 0,0 0 0 0 0,1-1 1 0 0,-1 1-1 0 0,0 0 1 0 0,1 0-1 0 0,-1 0 1 0 0,0 0-1 0 0,0-1 1 0 0,1 1-1 0 0,-1 0 1 0 0,0 0-1 0 0,0 1 1 0 0,0-1-1 0 0,1 0 0 0 0,-1 0 1 0 0,0 0-1 0 0,-1 1 1 0 0,1 25 2993 0 0,2-12-3496 0 0,3 23-34 0 0,14 59 1 0 0,0 0-4094 0 0,-20-80 2989 0 0,1-10 305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4:30.1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90 928 0 0,'130'-24'6564'0'0,"66"-3"-5674"0"0,-195 28-1025 0 0,0-1 1 0 0,0 0 0 0 0,0 0-1 0 0,0 0 1 0 0,0 0 0 0 0,0-1-1 0 0,-1 1 1 0 0,1 0 0 0 0,0 0-1 0 0,0 0 1 0 0,0-1 0 0 0,0 1-1 0 0,0 0 1 0 0,-1-1 0 0 0,1 1-1 0 0,0-1 1 0 0,0 1 0 0 0,-1-1-1 0 0,1 1 1 0 0,0-1 0 0 0,-1 0-1 0 0,1 1 1 0 0,0-1 0 0 0,-1 0-1 0 0,1 0 1 0 0,-1 1 0 0 0,1-3-1 0 0,-1 2-23 0 0,0 0-1 0 0,0 0 0 0 0,0 0 0 0 0,-1 0 1 0 0,1 0-1 0 0,0 0 0 0 0,-1 0 1 0 0,1 0-1 0 0,-1 0 0 0 0,1 0 0 0 0,-1 0 1 0 0,1 0-1 0 0,-1 0 0 0 0,0 0 0 0 0,1 0 1 0 0,-1 0-1 0 0,0 0 0 0 0,0 1 0 0 0,0-1 1 0 0,0 0-1 0 0,-1 0 0 0 0,-5-4-609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4:30.5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94 23 648 0 0,'-5'2'167'0'0,"0"-1"0"0"0,0 1 0 0 0,0 0 0 0 0,0 0 0 0 0,0 1 0 0 0,1 0 0 0 0,-1-1 0 0 0,1 2 0 0 0,-1-1 0 0 0,1 0 0 0 0,0 1 0 0 0,1 0 0 0 0,-1 0 0 0 0,0 0 0 0 0,1 0-1 0 0,0 0 1 0 0,0 1 0 0 0,1-1 0 0 0,-1 1 0 0 0,1 0 0 0 0,0 0 0 0 0,0 0 0 0 0,0 0 0 0 0,1 0 0 0 0,0 0 0 0 0,0 1 0 0 0,0-1 0 0 0,1 0 0 0 0,0 9 0 0 0,-1-7-181 0 0,1 1 1 0 0,1-1 0 0 0,0 0-1 0 0,0 0 1 0 0,0 1 0 0 0,1-1-1 0 0,0 0 1 0 0,0 0-1 0 0,0 0 1 0 0,1-1 0 0 0,0 1-1 0 0,1-1 1 0 0,-1 1 0 0 0,1-1-1 0 0,1 0 1 0 0,-1 0-1 0 0,1-1 1 0 0,0 0 0 0 0,0 1-1 0 0,1-2 1 0 0,8 8-1 0 0,-13-12-61 0 0,0 1 0 0 0,0-1-1 0 0,0 1 1 0 0,-1-1 0 0 0,1 1-1 0 0,0-1 1 0 0,0 0 0 0 0,0 1-1 0 0,0-1 1 0 0,0 0-1 0 0,0 0 1 0 0,0 1 0 0 0,0-1-1 0 0,0 0 1 0 0,0 0 0 0 0,0 0-1 0 0,0 0 1 0 0,0-1 0 0 0,0 1-1 0 0,0 0 1 0 0,0 0-1 0 0,0-1 1 0 0,0 1 0 0 0,0 0-1 0 0,-1-1 1 0 0,1 1 0 0 0,0-1-1 0 0,0 1 1 0 0,0-1-1 0 0,0 1 1 0 0,-1-1 0 0 0,2-1-1 0 0,15-27-1713 0 0,-16 27 1647 0 0,6-10-730 0 0</inkml:trace>
  <inkml:trace contextRef="#ctx0" brushRef="#br0" timeOffset="1">201 1 1504 0 0,'3'29'3142'0'0,"5"30"-1992"0"0,-5-45-1556 0 0,0 0 0 0 0,-1 0 0 0 0,-1 0 0 0 0,0 0-1 0 0,-1 1 1 0 0,-1-1 0 0 0,-2 16 0 0 0,-7-19-452 0 0,3-6 257 0 0,5 5-335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4:30.9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 90 2064 0 0,'-1'1'156'0'0,"0"0"0"0"0,1 0-1 0 0,-1 0 1 0 0,1 0 0 0 0,-1-1-1 0 0,0 1 1 0 0,1 0-1 0 0,0 0 1 0 0,-1 0 0 0 0,1 0-1 0 0,-1 0 1 0 0,1 1 0 0 0,0-1-1 0 0,0 0 1 0 0,0 0 0 0 0,0 0-1 0 0,0 0 1 0 0,0 0-1 0 0,0 0 1 0 0,0 0 0 0 0,0 0-1 0 0,0 0 1 0 0,0 0 0 0 0,1 0-1 0 0,-1 0 1 0 0,1 0 0 0 0,-1 0-1 0 0,0 0 1 0 0,1 0-1 0 0,-1 0 1 0 0,2 1 0 0 0,0 0 100 0 0,1 0-1 0 0,-1 0 1 0 0,1-1 0 0 0,-1 1 0 0 0,1-1 0 0 0,0 0 0 0 0,-1 0 0 0 0,1 0 0 0 0,0 0 0 0 0,0 0 0 0 0,4 0-1 0 0,10 1 464 0 0,0 0-1 0 0,0-2 1 0 0,20-1-1 0 0,-13-1-481 0 0,0-1 0 0 0,1-2-1 0 0,41-13 1 0 0,2-12-2474 0 0,-59 25 877 0 0,-1-1-1 0 0,0 1 1 0 0,0-1-1 0 0,13-14 1 0 0,-12 0-968 0 0,-7 11 1578 0 0,6-3-845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4:31.3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156 168 1592 0 0,'-5'-14'933'0'0,"-10"-19"2577"0"0,15 33-3478 0 0,0 0 0 0 0,0 0 1 0 0,0 0-1 0 0,-1 0 0 0 0,1-1 0 0 0,0 1 1 0 0,0 0-1 0 0,0 0 0 0 0,0 0 1 0 0,-1 0-1 0 0,1 0 0 0 0,0 0 1 0 0,0-1-1 0 0,0 1 0 0 0,-1 0 0 0 0,1 0 1 0 0,0 0-1 0 0,0 0 0 0 0,-1 0 1 0 0,1 0-1 0 0,0 0 0 0 0,0 0 1 0 0,0 0-1 0 0,-1 0 0 0 0,1 0 0 0 0,0 0 1 0 0,0 0-1 0 0,-1 0 0 0 0,1 0 1 0 0,0 0-1 0 0,0 0 0 0 0,0 0 1 0 0,-1 1-1 0 0,1-1 0 0 0,0 0 0 0 0,0 0 1 0 0,0 0-1 0 0,0 0 0 0 0,-1 0 1 0 0,1 0-1 0 0,0 1 0 0 0,-9 20 323 0 0,7-14-357 0 0,1 1 0 0 0,0 0 0 0 0,1 0 0 0 0,-1-1 0 0 0,1 1 0 0 0,1 0 1 0 0,0 0-1 0 0,0 0 0 0 0,3 9 0 0 0,-4-14 30 0 0,0-1 0 0 0,1 0 1 0 0,0 0-1 0 0,-1 1 0 0 0,1-1 0 0 0,0 0 1 0 0,0 0-1 0 0,0 0 0 0 0,1 0 0 0 0,-1 0 0 0 0,0 0 1 0 0,1-1-1 0 0,-1 1 0 0 0,1 0 0 0 0,0-1 1 0 0,-1 1-1 0 0,1-1 0 0 0,0 1 0 0 0,0-1 0 0 0,0 0 1 0 0,0 0-1 0 0,0 0 0 0 0,0 0 0 0 0,0 0 1 0 0,0 0-1 0 0,1-1 0 0 0,-1 1 0 0 0,0-1 0 0 0,1 1 1 0 0,-1-1-1 0 0,0 0 0 0 0,0 0 0 0 0,1 0 1 0 0,-1 0-1 0 0,0-1 0 0 0,4 0 0 0 0,-4 1 89 0 0,0 0 0 0 0,-1-1 0 0 0,1 1-1 0 0,-1-1 1 0 0,1 0 0 0 0,-1 1 0 0 0,1-1 0 0 0,-1 0 0 0 0,1 0-1 0 0,-1 0 1 0 0,0 0 0 0 0,0 0 0 0 0,1 0 0 0 0,-1-1 0 0 0,0 1-1 0 0,0 0 1 0 0,0 0 0 0 0,0-1 0 0 0,0 1 0 0 0,0-1-1 0 0,-1 1 1 0 0,1-1 0 0 0,0 1 0 0 0,-1-1 0 0 0,1 1 0 0 0,-1-1-1 0 0,0 0 1 0 0,1 1 0 0 0,-1-1 0 0 0,0 0 0 0 0,0 1 0 0 0,0-1-1 0 0,0 0 1 0 0,0 1 0 0 0,-1-1 0 0 0,1 1 0 0 0,0-1-1 0 0,-1 0 1 0 0,1 1 0 0 0,-2-2 0 0 0,1-2 18 0 0,-1 0 0 0 0,0 0-1 0 0,0 0 1 0 0,0 1 0 0 0,-1-1 0 0 0,1 1 0 0 0,-1 0 0 0 0,0-1 0 0 0,-1 1 0 0 0,1 1-1 0 0,-8-8 1 0 0,-39-15-2124 0 0,-33 4-5998 0 0,48 14 4271 0 0,28 7 2429 0 0</inkml:trace>
  <inkml:trace contextRef="#ctx0" brushRef="#br0" timeOffset="0.99">47 105 1168 0 0,'39'-9'5951'0'0,"-18"5"-4600"0"0,0 1 0 0 0,32-2-1 0 0,-28 4-1454 0 0,48-10 0 0 0,-66 10-562 0 0,-1-1 1 0 0,1 0-1 0 0,-1 0 0 0 0,0-1 1 0 0,0 0-1 0 0,0 0 0 0 0,0 0 1 0 0,-1-1-1 0 0,1 0 1 0 0,-1 0-1 0 0,10-9 0 0 0,-5-6-1311 0 0,-4 11 1019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4:31.6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8 1944 0 0,'0'0'170'0'0,"0"-1"-1"0"0,0 1 0 0 0,0-1 1 0 0,-1 1-1 0 0,1 0 1 0 0,0-1-1 0 0,0 1 0 0 0,-1-1 1 0 0,1 1-1 0 0,0 0 0 0 0,-1-1 1 0 0,1 1-1 0 0,-1 0 0 0 0,1 0 1 0 0,0-1-1 0 0,-1 1 1 0 0,1 0-1 0 0,-1 0 0 0 0,1-1 1 0 0,-1 1-1 0 0,1 0 0 0 0,-1 0 1 0 0,1 0-1 0 0,0 0 0 0 0,-1 0 1 0 0,1 0-1 0 0,-1 0 0 0 0,1 0 1 0 0,-1 0-1 0 0,1 0 1 0 0,-1 0-1 0 0,1 0 0 0 0,-1 0 1 0 0,1 0-1 0 0,-1 0 0 0 0,1 0 1 0 0,-1 1-1 0 0,1-1 0 0 0,-1 0 1 0 0,-1 24 2764 0 0,18 52-2217 0 0,-12-58-252 0 0,32 197-2437 0 0,-22-70-5524 0 0,-14-126 5845 0 0,7-7 383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4:32.2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61 35 1864 0 0,'-4'-8'532'0'0,"-13"-19"5631"0"0,9 31-3417 0 0,1 18-2204 0 0,-15 97-1428 0 0,20-105-209 0 0,2 0 0 0 0,-1 1-1 0 0,4 20 1 0 0,1-47-1869 0 0,10-63 2825 0 0,-14 70 59 0 0,5-28 1452 0 0,1 35-217 0 0,6 17-570 0 0,-11-16-670 0 0,1 1-1 0 0,0-1 1 0 0,0 1 0 0 0,0-1-1 0 0,1 0 1 0 0,-1 0-1 0 0,1 0 1 0 0,0 0-1 0 0,-1 0 1 0 0,1-1-1 0 0,1 1 1 0 0,-1-1-1 0 0,0 0 1 0 0,0 0-1 0 0,1 0 1 0 0,-1 0-1 0 0,1-1 1 0 0,5 2-1 0 0,-7-3-23 0 0,0 1 1 0 0,1-1-1 0 0,-1-1 0 0 0,0 1 0 0 0,1 0 0 0 0,-1 0 0 0 0,0-1 0 0 0,1 0 0 0 0,-1 1 0 0 0,0-1 0 0 0,0 0 0 0 0,1 0 0 0 0,-1 0 0 0 0,0 0 0 0 0,0-1 0 0 0,0 1 0 0 0,0 0 0 0 0,-1-1 0 0 0,1 0 0 0 0,0 1 0 0 0,-1-1 0 0 0,1 0 1 0 0,-1 0-1 0 0,1 0 0 0 0,-1 0 0 0 0,0 0 0 0 0,0 0 0 0 0,0 0 0 0 0,0 0 0 0 0,0-1 0 0 0,1-2 0 0 0,8-17 79 0 0,-7 18 351 0 0,-1-1 0 0 0,0 0-1 0 0,0 1 1 0 0,0-1 0 0 0,0 0-1 0 0,-1 0 1 0 0,0 0 0 0 0,1-10 0 0 0,-4 26-48 0 0,-1 1 1 0 0,0-1-1 0 0,-1 0 1 0 0,0 0 0 0 0,0-1-1 0 0,-9 14 1 0 0,2-1-902 0 0,2 1-1244 0 0,24-48 1432 0 0,11-16 2836 0 0,-25 40-2314 0 0,0 0 1 0 0,0 0-1 0 0,0 0 1 0 0,0 0 0 0 0,0 0-1 0 0,0 0 1 0 0,0 1-1 0 0,0-1 1 0 0,0 0 0 0 0,0 0-1 0 0,0 1 1 0 0,0-1 0 0 0,0 1-1 0 0,0-1 1 0 0,0 1-1 0 0,0-1 1 0 0,0 1 0 0 0,-1-1-1 0 0,1 1 1 0 0,0 0-1 0 0,0-1 1 0 0,-1 1 0 0 0,1 0-1 0 0,-1 0 1 0 0,2 1 0 0 0,23 27 38 0 0,-18-21-26 0 0,29 26-1164 0 0,-10-17-2550 0 0,-26-21 1780 0 0,-1 1 567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4:32.6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33 1480 0 0,'17'4'1165'0'0,"-1"-2"-1"0"0,1 0 0 0 0,0 0 1 0 0,19-2-1 0 0,69-9 1003 0 0,-43 3-1978 0 0,-50 6-437 0 0,51-8 107 0 0,-60 8-445 0 0,0-1 1 0 0,0 0 0 0 0,0 0-1 0 0,0 0 1 0 0,0 0-1 0 0,0-1 1 0 0,-1 1-1 0 0,1-1 1 0 0,-1 1-1 0 0,3-3 1 0 0,-9 0-1078 0 0,1 4 609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4:33.0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 0 1080 0 0,'-2'2'189'0'0,"-1"-1"0"0"0,1 1 0 0 0,-1-1 0 0 0,1 1 0 0 0,-1 0 0 0 0,1 0-1 0 0,0 0 1 0 0,0 0 0 0 0,0 1 0 0 0,0-1 0 0 0,1 0 0 0 0,-1 1 0 0 0,0 0 0 0 0,1-1-1 0 0,0 1 1 0 0,0 0 0 0 0,0-1 0 0 0,0 1 0 0 0,0 0 0 0 0,0 0 0 0 0,1 0 0 0 0,-1 0-1 0 0,1 0 1 0 0,0 4 0 0 0,-1-3-126 0 0,1 0 0 0 0,0 0-1 0 0,0 1 1 0 0,0-1 0 0 0,1 0-1 0 0,-1 1 1 0 0,1-1 0 0 0,0 0 0 0 0,0 0-1 0 0,0 0 1 0 0,1 0 0 0 0,0 0-1 0 0,0 0 1 0 0,0 0 0 0 0,0 0-1 0 0,3 3 1 0 0,-4-5-13 0 0,1 0-1 0 0,-1-1 0 0 0,1 1 1 0 0,-1-1-1 0 0,1 1 1 0 0,0-1-1 0 0,0 0 1 0 0,-1 0-1 0 0,1 0 1 0 0,0 0-1 0 0,0 0 0 0 0,0 0 1 0 0,0 0-1 0 0,0-1 1 0 0,1 1-1 0 0,-1-1 1 0 0,0 1-1 0 0,0-1 1 0 0,0 0-1 0 0,0 0 0 0 0,0 0 1 0 0,1 0-1 0 0,-1 0 1 0 0,0 0-1 0 0,0-1 1 0 0,0 1-1 0 0,0-1 1 0 0,0 1-1 0 0,0-1 1 0 0,0 0-1 0 0,0 0 0 0 0,0 0 1 0 0,4-2-1 0 0,3-1 420 0 0,9-3 103 0 0,1 0 1 0 0,0 2-1 0 0,0 0 1 0 0,1 1-1 0 0,-1 1 0 0 0,1 1 1 0 0,0 0-1 0 0,36 3 1 0 0,-44 3-77 0 0,-7 2-6193 0 0,-17-13-1478 0 0,9 1 5653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4:33.4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19 2168 0 0,'1'-1'195'0'0,"1"-1"0"0"0,-1 1 0 0 0,1-1 0 0 0,-1 1 0 0 0,1-1 0 0 0,0 1 0 0 0,-1 0 0 0 0,1 0 0 0 0,0 0 0 0 0,0 0 0 0 0,0 0 0 0 0,0 0 0 0 0,0 1 0 0 0,0-1 0 0 0,0 1 0 0 0,0-1 0 0 0,0 1 0 0 0,0 0 0 0 0,0 0 0 0 0,0 0 0 0 0,3 0 0 0 0,52 4 993 0 0,-45-3-883 0 0,20 0 121 0 0,-24-1-281 0 0,-1 0 0 0 0,1 0 1 0 0,0 1-1 0 0,-1 0 0 0 0,9 2 1 0 0,-72 17 359 0 0,18-15-508 0 0,31-5 27 0 0,-1 1-1 0 0,1 0 1 0 0,0 0 0 0 0,0 1 0 0 0,-12 4-1 0 0,16-5-20 0 0,0 1-1 0 0,0 0 1 0 0,0 0-1 0 0,1 0 1 0 0,-1 0 0 0 0,0 1-1 0 0,1-1 1 0 0,0 1-1 0 0,-1 0 1 0 0,1-1-1 0 0,0 1 1 0 0,0 0-1 0 0,1 0 1 0 0,-1 0 0 0 0,-1 6-1 0 0,0-5-7 0 0,2 1 0 0 0,-1 0-1 0 0,0 0 1 0 0,1 0 0 0 0,0 0 0 0 0,0 0-1 0 0,1 0 1 0 0,-1 1 0 0 0,1-1-1 0 0,0 0 1 0 0,0 0 0 0 0,1 0 0 0 0,0 0-1 0 0,0 0 1 0 0,0 1 0 0 0,0-1 0 0 0,1-1-1 0 0,3 9 1 0 0,-2-9 72 0 0,-1 0 1 0 0,1-1-1 0 0,-1 1 0 0 0,1-1 1 0 0,0 0-1 0 0,0 1 1 0 0,1-1-1 0 0,-1-1 0 0 0,1 1 1 0 0,-1-1-1 0 0,1 1 0 0 0,0-1 1 0 0,0 0-1 0 0,0 0 0 0 0,0-1 1 0 0,0 1-1 0 0,1-1 0 0 0,-1 0 1 0 0,0 0-1 0 0,1 0 0 0 0,7 0 1 0 0,4 0-50 0 0,1-1 1 0 0,-1 0-1 0 0,0-1 1 0 0,0-1 0 0 0,0 0-1 0 0,0-1 1 0 0,-1-1-1 0 0,1-1 1 0 0,-1 0-1 0 0,0-1 1 0 0,23-12-1 0 0,-37 18-195 0 0,0-1 0 0 0,0 1-1 0 0,0-1 1 0 0,0 1-1 0 0,0-1 1 0 0,0 1 0 0 0,0-1-1 0 0,0 0 1 0 0,0 1-1 0 0,0-1 1 0 0,0 0 0 0 0,-1 0-1 0 0,1 0 1 0 0,0 0 0 0 0,-1 0-1 0 0,1 0 1 0 0,0 0-1 0 0,-1 0 1 0 0,1 0 0 0 0,-1 0-1 0 0,0 0 1 0 0,1 0-1 0 0,-1 0 1 0 0,0 0 0 0 0,0 0-1 0 0,1 0 1 0 0,-1 0-1 0 0,0-1 1 0 0,0 1 0 0 0,0 0-1 0 0,0 0 1 0 0,-1 0-1 0 0,1 0 1 0 0,0 0 0 0 0,0 0-1 0 0,-1-1 1 0 0,1 1-1 0 0,-1 0 1 0 0,1 0 0 0 0,-1 0-1 0 0,1 0 1 0 0,-1 0-1 0 0,1 0 1 0 0,-1 1 0 0 0,0-1-1 0 0,0 0 1 0 0,1 0-1 0 0,-1 0 1 0 0,0 1 0 0 0,0-1-1 0 0,-1-1 1 0 0,-7-3-1689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4:33.8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7 2881 0 0,'-3'-6'6144'0'0,"8"11"-2974"0"0,6 17-1339 0 0,18 181-300 0 0,-13 3-3838 0 0,-11-135 757 0 0,-2-32 459 0 0,4 84-5048 0 0,-17-147 2927 0 0,7 11 2130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4:34.2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16 1320 0 0,'0'-1'352'0'0,"0"0"0"0"0,1 1-1 0 0,-1-1 1 0 0,0 0-1 0 0,1 1 1 0 0,-1-1 0 0 0,0 1-1 0 0,1-1 1 0 0,-1 1 0 0 0,1-1-1 0 0,-1 1 1 0 0,1-1 0 0 0,-1 1-1 0 0,1-1 1 0 0,0 1-1 0 0,-1 0 1 0 0,1-1 0 0 0,-1 1-1 0 0,1 0 1 0 0,0-1 0 0 0,-1 1-1 0 0,1 0 1 0 0,0 0 0 0 0,-1 0-1 0 0,1 0 1 0 0,0-1-1 0 0,0 1 1 0 0,35-3 2056 0 0,36 6-3977 0 0,-65-2 991 0 0,43 7-3175 0 0,-26 2-1823 0 0,-22-8 3894 0 0</inkml:trace>
  <inkml:trace contextRef="#ctx0" brushRef="#br0" timeOffset="1">191 170 1808 0 0,'8'24'7741'0'0,"-1"-8"-5955"0"0,-8-13-4875 0 0,-3-12-907 0 0,-1-11 2182 0 0,4 17 1256 0 0,0-11-1088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4:45.4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67 1 1272 0 0,'-31'6'6683'0'0,"12"12"-4196"0"0,17-12-2305 0 0,-1 0 0 0 0,1 1 0 0 0,0-1 0 0 0,1 1 0 0 0,0-1 1 0 0,0 1-1 0 0,0 8 0 0 0,-3 55-251 0 0,11 119 0 0 0,1-24-3913 0 0,-6-125 2494 0 0,0-29 704 0 0,-1 0 0 0 0,-1-1 0 0 0,0 1 0 0 0,-3 18 0 0 0,-3-25-607 0 0,7-3 483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4:46.0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10 111 1472 0 0,'-2'-2'172'0'0,"1"-1"-1"0"0,0 1 1 0 0,0-1-1 0 0,0 1 0 0 0,0-1 1 0 0,0 1-1 0 0,1-1 1 0 0,-1 1-1 0 0,1-1 1 0 0,0 0-1 0 0,0 1 0 0 0,0-1 1 0 0,0 1-1 0 0,0-1 1 0 0,0 0-1 0 0,1 1 1 0 0,-1-1-1 0 0,1 1 0 0 0,0-1 1 0 0,0 1-1 0 0,0-1 1 0 0,0 1-1 0 0,2-4 1 0 0,0 2 1 0 0,0 1 0 0 0,0 0 1 0 0,0 0-1 0 0,0 0 1 0 0,1 0-1 0 0,0 0 0 0 0,-1 1 1 0 0,1 0-1 0 0,0-1 0 0 0,0 1 1 0 0,0 1-1 0 0,0-1 1 0 0,5-1-1 0 0,-2 1-70 0 0,0 0 1 0 0,0 0-1 0 0,0 1 1 0 0,0 0-1 0 0,0 0 0 0 0,0 0 1 0 0,0 1-1 0 0,1 0 1 0 0,-1 1-1 0 0,0 0 1 0 0,0 0-1 0 0,0 0 0 0 0,0 1 1 0 0,0 0-1 0 0,0 0 1 0 0,-1 1-1 0 0,11 4 0 0 0,-15-4-93 0 0,-1-1 0 0 0,1 0 0 0 0,0 0-1 0 0,-1 1 1 0 0,1-1 0 0 0,-1 1 0 0 0,0 0-1 0 0,0-1 1 0 0,0 1 0 0 0,0 0 0 0 0,0-1-1 0 0,-1 1 1 0 0,1 0 0 0 0,-1 0 0 0 0,0 0-1 0 0,0 0 1 0 0,0 0 0 0 0,0-1-1 0 0,0 1 1 0 0,0 0 0 0 0,-1 0 0 0 0,0 0-1 0 0,1-1 1 0 0,-1 1 0 0 0,0 0 0 0 0,0 0-1 0 0,-3 4 1 0 0,-1 4-190 0 0,-1 0-1 0 0,0 0 0 0 0,0-1 1 0 0,-1 0-1 0 0,-9 11 1 0 0,8-12 17 0 0,0-1 0 0 0,0-1 0 0 0,0 0 0 0 0,-1 0 0 0 0,0 0 0 0 0,-1-1 0 0 0,1-1 0 0 0,-21 10 0 0 0,83-57 1831 0 0,-47 40-1556 0 0,0-1 0 0 0,0 1 0 0 0,0 0 0 0 0,0 1-1 0 0,1 0 1 0 0,-1 0 0 0 0,0 0 0 0 0,1 0 0 0 0,-1 1 0 0 0,0 0 0 0 0,1 1 0 0 0,-1 0 0 0 0,13 2-1 0 0,-17-2-69 0 0,1 0-1 0 0,0 1 0 0 0,0-1 1 0 0,0 0-1 0 0,-1 1 0 0 0,1 0 0 0 0,-1-1 1 0 0,1 1-1 0 0,-1 0 0 0 0,0 0 0 0 0,0 1 1 0 0,0-1-1 0 0,0 0 0 0 0,0 1 1 0 0,0-1-1 0 0,-1 1 0 0 0,1 0 0 0 0,-1-1 1 0 0,0 1-1 0 0,0 0 0 0 0,0 0 0 0 0,0 0 1 0 0,0 0-1 0 0,0 0 0 0 0,-1 0 1 0 0,0 0-1 0 0,1 0 0 0 0,-1 0 0 0 0,0 0 1 0 0,-1 5-1 0 0,0-1-26 0 0,1 0 1 0 0,-1-1-1 0 0,0 1 1 0 0,-1-1-1 0 0,0 1 1 0 0,0-1-1 0 0,0 1 0 0 0,0-1 1 0 0,-1 0-1 0 0,0 0 1 0 0,-1 0-1 0 0,1-1 1 0 0,-1 1-1 0 0,0-1 1 0 0,-1 0-1 0 0,-6 6 0 0 0,-3 1-168 0 0,-2 0 0 0 0,1-2-1 0 0,-1 0 1 0 0,-23 10 0 0 0,-4 3-718 0 0,53-24-4436 0 0,21-13 3010 0 0,-1-12 599 0 0,-12 13 463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4:46.4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 78 840 0 0,'-1'0'234'0'0,"-25"-3"1068"0"0,25 3-1219 0 0,1-1 0 0 0,-1 1 0 0 0,1 0 0 0 0,-1 0 0 0 0,0 0 0 0 0,1 0 0 0 0,-1 0 0 0 0,1 0 1 0 0,-1 1-1 0 0,0-1 0 0 0,1 0 0 0 0,-1 0 0 0 0,1 0 0 0 0,-1 0 0 0 0,0 1 0 0 0,1-1 0 0 0,-1 0 0 0 0,1 1 1 0 0,-1-1-1 0 0,1 0 0 0 0,-1 1 0 0 0,1-1 0 0 0,-1 0 0 0 0,1 1 0 0 0,0-1 0 0 0,-1 1 0 0 0,1-1 1 0 0,0 1-1 0 0,-1-1 0 0 0,1 1 0 0 0,0 0 0 0 0,-1-1 0 0 0,1 1 0 0 0,0-1 0 0 0,0 1 0 0 0,0 0 0 0 0,0-1 28 0 0,1 1-1 0 0,0-1 0 0 0,0 0 0 0 0,0 0 0 0 0,0 1 1 0 0,0-1-1 0 0,0 0 0 0 0,0 0 0 0 0,0 0 0 0 0,-1 0 1 0 0,1 0-1 0 0,0 0 0 0 0,0-1 0 0 0,0 1 0 0 0,0 0 1 0 0,0 0-1 0 0,0-1 0 0 0,0 1 0 0 0,-1 0 0 0 0,1-1 1 0 0,0 1-1 0 0,0-1 0 0 0,1 0 0 0 0,24-12 664 0 0,0-4-153 0 0,35-20 250 0 0,-56 35-776 0 0,0-1 0 0 0,0 1 0 0 0,0 0 0 0 0,0 1 0 0 0,0-1 0 0 0,0 1 0 0 0,1 0 0 0 0,-1 0-1 0 0,11 0 1 0 0,-14 2-61 0 0,0-1 0 0 0,0 1 0 0 0,-1 0 0 0 0,1 0-1 0 0,0-1 1 0 0,0 1 0 0 0,-1 1 0 0 0,1-1 0 0 0,0 0-1 0 0,-1 0 1 0 0,0 0 0 0 0,1 1 0 0 0,-1-1 0 0 0,0 1-1 0 0,1-1 1 0 0,-1 1 0 0 0,0 0 0 0 0,0-1 0 0 0,0 1-1 0 0,0 0 1 0 0,-1 0 0 0 0,1-1 0 0 0,0 1 0 0 0,-1 0-1 0 0,1 0 1 0 0,-1 3 0 0 0,9 59 192 0 0,-9-51-199 0 0,6 124-1846 0 0,-13-1-5681 0 0,7-135 7453 0 0,0-1 1 0 0,0 0 0 0 0,0 1-1 0 0,0-1 1 0 0,0 0 0 0 0,0 1-1 0 0,0-1 1 0 0,0 1 0 0 0,0-1-1 0 0,0 0 1 0 0,0 1 0 0 0,0-1-1 0 0,0 0 1 0 0,0 1 0 0 0,0-1-1 0 0,-1 0 1 0 0,1 1 0 0 0,0-1-1 0 0,0 0 1 0 0,0 1 0 0 0,-1-1-1 0 0,1 0 1 0 0,0 1 0 0 0,0-1-1 0 0,-1 0 1 0 0,1 0 0 0 0,0 1-1 0 0,-1-1 1 0 0,1 0 0 0 0,0 0-1 0 0,-1 0 1 0 0,1 0 0 0 0,0 1-1 0 0,-1-1 1 0 0,0 0 0 0 0,-1 1-375 0 0,0 2-599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4:46.8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1736 0 0,'5'56'5368'0'0,"14"44"-4661"0"0,0-5-2393 0 0,-11-23-3300 0 0,-7-68 3967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4:47.2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34 270 1152 0 0,'-11'-26'1171'0'0,"7"18"-731"0"0,0 0 1 0 0,1 0-1 0 0,0-1 0 0 0,0 0 1 0 0,1 1-1 0 0,-1-13 0 0 0,7 24-243 0 0,1 0-1 0 0,0-1 1 0 0,1 0 0 0 0,-1 0-1 0 0,0 0 1 0 0,1-1 0 0 0,-1 1-1 0 0,8 0 1 0 0,-4-2-565 0 0,0 0 1 0 0,0 0-1 0 0,0 0 1 0 0,0-1-1 0 0,-1-1 1 0 0,1 0-1 0 0,0 0 1 0 0,-1 0-1 0 0,1-1 0 0 0,-1 0 1 0 0,0-1-1 0 0,0 0 1 0 0,0 0-1 0 0,7-6 1 0 0,0 0-1103 0 0</inkml:trace>
  <inkml:trace contextRef="#ctx0" brushRef="#br0" timeOffset="1">551 0 1536 0 0,'-2'1'341'0'0,"-1"0"-1"0"0,1 0 0 0 0,-1 0 1 0 0,1 1-1 0 0,-1-1 1 0 0,1 0-1 0 0,0 1 0 0 0,0 0 1 0 0,0-1-1 0 0,0 1 1 0 0,0 0-1 0 0,0 0 0 0 0,0 0 1 0 0,1 0-1 0 0,-1 1 1 0 0,1-1-1 0 0,-1 0 0 0 0,1 1 1 0 0,0-1-1 0 0,-2 5 0 0 0,3-6-238 0 0,0-1 0 0 0,0 1 0 0 0,0 0 0 0 0,0 0-1 0 0,0-1 1 0 0,0 1 0 0 0,0 0 0 0 0,0-1-1 0 0,0 1 1 0 0,0 0 0 0 0,1-1 0 0 0,-1 1 0 0 0,0 0-1 0 0,0-1 1 0 0,1 1 0 0 0,-1 0 0 0 0,0-1-1 0 0,1 1 1 0 0,-1-1 0 0 0,0 1 0 0 0,1 0-1 0 0,-1-1 1 0 0,1 1 0 0 0,-1-1 0 0 0,1 1 0 0 0,-1-1-1 0 0,2 1 1 0 0,0 0-21 0 0,0 0 0 0 0,0-1 0 0 0,0 1 0 0 0,0-1 0 0 0,1 0 0 0 0,-1 0 0 0 0,0 1 0 0 0,0-1 0 0 0,0 0 0 0 0,0-1 0 0 0,0 1 0 0 0,1 0 0 0 0,-1-1 0 0 0,2 0 0 0 0,37-13 862 0 0,12-5-204 0 0,-50 18-673 0 0,0 1 0 0 0,1-1 1 0 0,-1 0-1 0 0,0 1 1 0 0,0 0-1 0 0,1 0 0 0 0,-1 0 1 0 0,0 0-1 0 0,1 0 1 0 0,-1 1-1 0 0,0 0 1 0 0,6 1-1 0 0,-6 0-23 0 0,-1 0-1 0 0,1 0 1 0 0,-1 0 0 0 0,0 0-1 0 0,0 1 1 0 0,0-1 0 0 0,0 0 0 0 0,0 1-1 0 0,0 0 1 0 0,-1-1 0 0 0,1 1-1 0 0,-1 0 1 0 0,1 0 0 0 0,-1 0 0 0 0,0 0-1 0 0,-1 0 1 0 0,1 0 0 0 0,0 0-1 0 0,0 3 1 0 0,5 68-577 0 0,-6-61 86 0 0,2 12-730 0 0,0 25-3488 0 0,-2-47 4229 0 0,0 0 0 0 0,-1-1 1 0 0,1 1-1 0 0,-1-1 0 0 0,1 1 0 0 0,-1-1 0 0 0,0 1 0 0 0,0-1 0 0 0,0 0 0 0 0,0 1 0 0 0,0-1 0 0 0,-1 0 0 0 0,1 0 0 0 0,0 0 0 0 0,-3 3 0 0 0,-4 5-1550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4:47.5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63 2849 0 0,'12'3'4904'0'0,"24"-7"-2927"0"0,-26 3-1329 0 0,-8 1-604 0 0,137-12 209 0 0,-103 7-3733 0 0,64-16 0 0 0,-69 6 1308 0 0,-14 7 829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4:47.9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 6 1600 0 0,'38'1'3776'0'0,"-19"1"-3165"0"0,0-2 0 0 0,0-1 1 0 0,1 0-1 0 0,24-6 0 0 0,-55 10 210 0 0,-17 4-309 0 0,-55 7 0 0 0,79-13-599 0 0,0 0 0 0 0,0 0 0 0 0,0 0 0 0 0,0 0 0 0 0,0 1 0 0 0,0-1 1 0 0,1 1-1 0 0,-1 0 0 0 0,1 0 0 0 0,-1 1 0 0 0,1-1 0 0 0,0 1 0 0 0,0-1 0 0 0,0 1 0 0 0,0 0 0 0 0,0 0 0 0 0,1 0 1 0 0,-1 1-1 0 0,1-1 0 0 0,0 1 0 0 0,0-1 0 0 0,0 1 0 0 0,1 0 0 0 0,-1-1 0 0 0,1 1 0 0 0,0 0 0 0 0,0 0 0 0 0,0 0 1 0 0,0 7-1 0 0,-1-1 68 0 0,1-1 1 0 0,0 1 0 0 0,1-1 0 0 0,0 1 0 0 0,0-1 0 0 0,1 1 0 0 0,1-1-1 0 0,-1 1 1 0 0,2-1 0 0 0,-1 0 0 0 0,1 0 0 0 0,5 10 0 0 0,-7-16 60 0 0,0-1 1 0 0,1 1-1 0 0,0-1 1 0 0,-1 0 0 0 0,1 1-1 0 0,0-1 1 0 0,0 0 0 0 0,0 0-1 0 0,1 0 1 0 0,-1 0 0 0 0,0-1-1 0 0,1 1 1 0 0,-1-1-1 0 0,1 1 1 0 0,0-1 0 0 0,-1 0-1 0 0,1 0 1 0 0,0 0 0 0 0,0 0-1 0 0,0-1 1 0 0,-1 1-1 0 0,1-1 1 0 0,0 0 0 0 0,0 1-1 0 0,0-1 1 0 0,0 0 0 0 0,0-1-1 0 0,0 1 1 0 0,3-1 0 0 0,10-3 118 0 0,-1-1 0 0 0,1 0 0 0 0,-1-1 1 0 0,20-10-1 0 0,26-9-2205 0 0,-1 7-3580 0 0,-48 17 4109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4:48.3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0 1968 0 0,'-1'3'234'0'0,"1"0"-1"0"0,-1-1 1 0 0,1 1-1 0 0,0 0 1 0 0,0-1 0 0 0,0 1-1 0 0,0 0 1 0 0,0 0-1 0 0,1-1 1 0 0,-1 1-1 0 0,1 0 1 0 0,0-1-1 0 0,0 1 1 0 0,1 4-1 0 0,2 6 169 0 0,4 37 179 0 0,1 57-1 0 0,-8-84-1871 0 0,-2 1-1 0 0,-5 33 0 0 0,6-57 1261 0 0,0 0 0 0 0,0 0 0 0 0,0 1 0 0 0,0-1 0 0 0,0 0 0 0 0,-1 0 0 0 0,1 0 0 0 0,0 0 0 0 0,0 1 0 0 0,0-1-1 0 0,0 0 1 0 0,0 0 0 0 0,0 0 0 0 0,-1 0 0 0 0,1 0 0 0 0,0 0 0 0 0,0 0 0 0 0,0 0 0 0 0,0 1 0 0 0,0-1 0 0 0,-1 0 0 0 0,1 0-1 0 0,0 0 1 0 0,0 0 0 0 0,0 0 0 0 0,-1 0 0 0 0,1 0 0 0 0,0 0 0 0 0,0 0 0 0 0,0 0 0 0 0,0 0 0 0 0,-1 0 0 0 0,1 0 0 0 0,0 0 0 0 0,0 0-1 0 0,0 0 1 0 0,0 0 0 0 0,-1-1 0 0 0,1 1 0 0 0,0 0 0 0 0,0 0 0 0 0,0 0 0 0 0,0 0 0 0 0,0 0 0 0 0,-1 0 0 0 0,1 0 0 0 0,0-1-1 0 0,0 1 1 0 0,0 0 0 0 0,0 0 0 0 0,0 0 0 0 0,0 0 0 0 0,0 0 0 0 0,-1-1 0 0 0,1 1 0 0 0,0 0 0 0 0,0 0 0 0 0,0 0 0 0 0,0 0 0 0 0,0-1-1 0 0,-1 1-149 0 0,5 0-709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4:48.6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40 237 560 0 0,'-39'-57'2986'0'0,"79"47"277"0"0,-11 3-3479 0 0,-1-2-1 0 0,1-1 0 0 0,-1-1 0 0 0,31-17 0 0 0,-56 25 28 0 0,0 1-1 0 0,1-1 1 0 0,-2 0-1 0 0,1 0 1 0 0,0 0-1 0 0,0-1 1 0 0,-1 1-1 0 0,0 0 1 0 0,0-1-1 0 0,0 0 1 0 0,0 1-1 0 0,2-9 1 0 0,-3 11 299 0 0,0-1 0 0 0,-1 0 0 0 0,1 0 0 0 0,-1 0 0 0 0,1 0 0 0 0,-1 0 0 0 0,0 0 0 0 0,0 0 0 0 0,0 0 0 0 0,0 0 0 0 0,0 0 1 0 0,0 0-1 0 0,-1 0 0 0 0,1 1 0 0 0,0-1 0 0 0,-1 0 0 0 0,0 0 0 0 0,1 0 0 0 0,-1 0 0 0 0,0 1 0 0 0,0-1 0 0 0,0 0 0 0 0,0 1 0 0 0,0-1 0 0 0,-1 0 0 0 0,1 1 0 0 0,0 0 0 0 0,-4-3 0 0 0,5 4-30 0 0,-1 0 0 0 0,1 0 0 0 0,-1 1 0 0 0,0-1-1 0 0,1 0 1 0 0,-1 0 0 0 0,0 1 0 0 0,1-1 0 0 0,-1 0 0 0 0,1 1-1 0 0,-1-1 1 0 0,1 1 0 0 0,-1-1 0 0 0,1 1 0 0 0,-1-1-1 0 0,1 1 1 0 0,0-1 0 0 0,-1 1 0 0 0,1-1 0 0 0,0 1-1 0 0,-1 0 1 0 0,1-1 0 0 0,0 1 0 0 0,-1-1 0 0 0,1 1 0 0 0,0 0-1 0 0,0-1 1 0 0,0 1 0 0 0,0 0 0 0 0,0-1 0 0 0,0 1-1 0 0,0 0 1 0 0,0 0 0 0 0,-5 27 786 0 0,3 21-307 0 0,7 75 1 0 0,-3-101-1438 0 0,2 1 0 0 0,0-2 0 0 0,2 1 0 0 0,0 0 0 0 0,13 29 0 0 0,-10-38-1189 0 0,1-18-162 0 0,-3 0 945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4:49.3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 3 1440 0 0,'17'-2'9680'0'0,"29"1"-6713"0"0,-36 4-2858 0 0,0-1 0 0 0,0 1 0 0 0,0 0 0 0 0,0 1-1 0 0,12 7 1 0 0,-20-10-357 0 0,0 1-1 0 0,0-1 1 0 0,0 0-1 0 0,0 1 1 0 0,0-1-1 0 0,-1 1 1 0 0,1 0-1 0 0,0 0 0 0 0,-1 0 1 0 0,1 0-1 0 0,-1 0 1 0 0,2 4-1 0 0,-2-5-101 0 0,-1 1 0 0 0,0 0 0 0 0,1-1 0 0 0,-1 1 0 0 0,0 0 0 0 0,0-1 0 0 0,0 1 0 0 0,0-1 0 0 0,0 1 0 0 0,-1 0 0 0 0,1-1 0 0 0,0 1 0 0 0,-1-1 0 0 0,1 1 0 0 0,-1-1 0 0 0,0 1 0 0 0,1-1 0 0 0,-1 1 0 0 0,0-1 0 0 0,0 1 0 0 0,-1 1 0 0 0,-1 0 127 0 0,0-1 0 0 0,0 1 0 0 0,0-1-1 0 0,0 1 1 0 0,0-1 0 0 0,-1 0 0 0 0,1 0 0 0 0,0 0 0 0 0,-1-1 0 0 0,0 1 0 0 0,-5 0 0 0 0,-49 13 361 0 0,35-10 115 0 0,-2-1 1781 0 0,40-6 1556 0 0,36-7-1080 0 0,18-1 869 0 0,-117 37-2331 0 0,36-20-1373 0 0,1 1 0 0 0,0 1 0 0 0,0 0 0 0 0,-17 18 0 0 0,24-23 249 0 0,0 0 0 0 0,1 1 0 0 0,-1-1 0 0 0,1 1 0 0 0,0 0 0 0 0,0 0 0 0 0,1 0 0 0 0,0 1 0 0 0,-1-1 0 0 0,2 1 0 0 0,-1-1 0 0 0,1 1 0 0 0,-1-1-1 0 0,1 8 1 0 0,1-11 75 0 0,0-1-1 0 0,0 0 0 0 0,0 0 0 0 0,1 1 0 0 0,-1-1 0 0 0,1 0 0 0 0,-1 0 0 0 0,1 1 0 0 0,-1-1 1 0 0,1 0-1 0 0,-1 0 0 0 0,1 0 0 0 0,0 0 0 0 0,0 0 0 0 0,-1 0 0 0 0,1 0 0 0 0,0 0 1 0 0,0 0-1 0 0,0 0 0 0 0,0 0 0 0 0,0-1 0 0 0,1 1 0 0 0,-1 0 0 0 0,0-1 0 0 0,0 1 1 0 0,0-1-1 0 0,1 1 0 0 0,-1-1 0 0 0,0 1 0 0 0,0-1 0 0 0,1 0 0 0 0,-1 0 0 0 0,0 0 1 0 0,1 0-1 0 0,-1 0 0 0 0,0 0 0 0 0,0 0 0 0 0,1 0 0 0 0,-1 0 0 0 0,2-1 0 0 0,11-1 155 0 0,0 0-1 0 0,-1-1 1 0 0,16-5-1 0 0,-6 2 126 0 0,-19 5-204 0 0,1 0 0 0 0,-1 1 0 0 0,1 0 0 0 0,0-1-1 0 0,-1 1 1 0 0,1 1 0 0 0,0-1 0 0 0,-1 1 0 0 0,1 0 0 0 0,-1 0-1 0 0,1 0 1 0 0,-1 0 0 0 0,9 5 0 0 0,-12-6-69 0 0,0 1 1 0 0,0 0-1 0 0,1 0 0 0 0,-1 0 0 0 0,0 0 1 0 0,0 0-1 0 0,0 0 0 0 0,0 1 1 0 0,-1-1-1 0 0,1 0 0 0 0,0 0 0 0 0,0 1 1 0 0,-1-1-1 0 0,1 0 0 0 0,-1 1 0 0 0,1-1 1 0 0,-1 1-1 0 0,1 1 0 0 0,-1 0-154 0 0,0 0 1 0 0,0 0-1 0 0,0 0 0 0 0,-1 0 0 0 0,1 0 1 0 0,-1-1-1 0 0,0 1 0 0 0,0 0 0 0 0,0 0 0 0 0,0-1 1 0 0,0 1-1 0 0,-2 4 0 0 0,-2-2-509 0 0,1 1 0 0 0,0 0-1 0 0,-1-1 1 0 0,0 0 0 0 0,-1 0 0 0 0,1 0 0 0 0,-1-1-1 0 0,0 0 1 0 0,0 0 0 0 0,0 0 0 0 0,-12 5 0 0 0,-84 28 551 0 0,76-29 1235 0 0,24-7-866 0 0,0-1 0 0 0,0 1 0 0 0,1-1 0 0 0,-1 1 0 0 0,0-1 0 0 0,0 0 1 0 0,0 0-1 0 0,0 0 0 0 0,0 0 0 0 0,1 0 0 0 0,-1-1 0 0 0,0 1 0 0 0,-3-1 1 0 0,3-5 3010 0 0,17-2-1715 0 0,18-1-916 0 0,1 1-1 0 0,0 2 0 0 0,0 2 1 0 0,37-1-1 0 0,-20 1-587 0 0,-6 4-916 0 0,2-1-2440 0 0,-5-7-5527 0 0,-34 6 6304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4:49.7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102 31 1584 0 0,'-2'-2'332'0'0,"0"0"-1"0"0,0 1 0 0 0,-1-1 1 0 0,1 1-1 0 0,0 0 1 0 0,-1 0-1 0 0,1 0 0 0 0,-1 0 1 0 0,0 0-1 0 0,1 0 0 0 0,-1 0 1 0 0,0 1-1 0 0,1 0 1 0 0,-1-1-1 0 0,0 1 0 0 0,1 0 1 0 0,-1 0-1 0 0,0 0 0 0 0,1 1 1 0 0,-1-1-1 0 0,0 1 0 0 0,-3 1 1 0 0,4-1-279 0 0,-1 0 0 0 0,1 1 1 0 0,-1 0-1 0 0,1 0 0 0 0,0 0 1 0 0,-1 0-1 0 0,1 0 0 0 0,0 0 0 0 0,1 0 1 0 0,-1 1-1 0 0,0-1 0 0 0,0 1 1 0 0,1-1-1 0 0,0 1 0 0 0,-1-1 0 0 0,1 1 1 0 0,0 0-1 0 0,0 0 0 0 0,1 0 1 0 0,-2 5-1 0 0,1-3-85 0 0,0-1-1 0 0,1 0 1 0 0,-1 0 0 0 0,1 1-1 0 0,0-1 1 0 0,0 0 0 0 0,1 1 0 0 0,-1-1-1 0 0,1 0 1 0 0,0 0 0 0 0,0 1 0 0 0,0-1-1 0 0,0 0 1 0 0,1 0 0 0 0,0 0-1 0 0,0 0 1 0 0,4 6 0 0 0,-4-8 14 0 0,0 0 1 0 0,1 1 0 0 0,0-1-1 0 0,0 0 1 0 0,-1 0-1 0 0,1 0 1 0 0,0-1 0 0 0,1 1-1 0 0,-1-1 1 0 0,0 1-1 0 0,0-1 1 0 0,1 0-1 0 0,-1 0 1 0 0,0-1 0 0 0,1 1-1 0 0,-1-1 1 0 0,1 1-1 0 0,-1-1 1 0 0,1 0 0 0 0,-1-1-1 0 0,1 1 1 0 0,4-2-1 0 0,-1 1 121 0 0,-1 0-1 0 0,0-1 0 0 0,0 0 0 0 0,0 0 0 0 0,0-1 1 0 0,0 0-1 0 0,0 0 0 0 0,0 0 0 0 0,-1-1 1 0 0,0 1-1 0 0,0-1 0 0 0,8-8 0 0 0,-12 11-42 0 0,0-1 1 0 0,1 1-1 0 0,-1-1 0 0 0,0 1 0 0 0,0-1 1 0 0,0 1-1 0 0,0-1 0 0 0,0 0 0 0 0,0 0 1 0 0,0 1-1 0 0,-1-1 0 0 0,1 0 0 0 0,-1 0 1 0 0,1 0-1 0 0,-1 0 0 0 0,0 0 0 0 0,0 0 1 0 0,0 0-1 0 0,0 0 0 0 0,0 0 0 0 0,0 0 1 0 0,0 0-1 0 0,-1 0 0 0 0,1 1 0 0 0,-1-1 1 0 0,1 0-1 0 0,-1 0 0 0 0,0 0 0 0 0,0 0 0 0 0,0 1 1 0 0,0-1-1 0 0,0 0 0 0 0,0 1 0 0 0,0-1 1 0 0,0 1-1 0 0,-1-1 0 0 0,1 1 0 0 0,-1 0 1 0 0,1-1-1 0 0,-1 1 0 0 0,1 0 0 0 0,-1 0 1 0 0,-2-1-1 0 0,-12-9-618 0 0,11 9-333 0 0,1 0 1 0 0,0-1 0 0 0,-1 0-1 0 0,1 0 1 0 0,0-1-1 0 0,1 1 1 0 0,-1-1 0 0 0,1 1-1 0 0,-5-8 1 0 0,4 1-1723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4:50.1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1 1352 0 0,'-1'74'4649'0'0,"1"24"-2221"0"0,4 0-5808 0 0,-4-98 3337 0 0,0 0 0 0 0,0 0 1 0 0,0 0-1 0 0,0 1 0 0 0,0-1 0 0 0,0 0 0 0 0,0 0 0 0 0,0 1 0 0 0,0-1 1 0 0,0 0-1 0 0,0 0 0 0 0,0 1 0 0 0,0-1 0 0 0,0 0 0 0 0,0 0 0 0 0,0 0 1 0 0,0 1-1 0 0,0-1 0 0 0,0 0 0 0 0,0 0 0 0 0,0 1 0 0 0,0-1 0 0 0,0 0 1 0 0,-1 0-1 0 0,1 0 0 0 0,0 1 0 0 0,0-1 0 0 0,0 0 0 0 0,0 0 0 0 0,0 0 1 0 0,-1 0-1 0 0,1 1 0 0 0,0-1 0 0 0,0 0 0 0 0,0 0 0 0 0,-1 0 0 0 0,1 0 1 0 0,0 0-1 0 0,0 0 0 0 0,-1 0 0 0 0,1 0 0 0 0,0 0 0 0 0,0 0 0 0 0,-1 0 1 0 0,1 0-1 0 0,0 0 0 0 0,0 0 0 0 0,0 0 0 0 0,-1 0 0 0 0,1 0 0 0 0,-1 0 1 0 0,-2 1-656 0 0,0 3-1105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4:50.4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 1920 0 0,'1'-1'176'0'0,"0"1"-1"0"0,0-1 0 0 0,0 0 0 0 0,0 1 0 0 0,0-1 0 0 0,0 1 0 0 0,0-1 0 0 0,1 1 1 0 0,-1-1-1 0 0,0 1 0 0 0,0 0 0 0 0,1-1 0 0 0,-1 1 0 0 0,0 0 0 0 0,0 0 0 0 0,1 0 1 0 0,-1 0-1 0 0,0 0 0 0 0,1 1 0 0 0,0-1 0 0 0,35 5 1230 0 0,-29-4-785 0 0,150 24 3936 0 0,-157-25-4546 0 0,-1 0 1 0 0,1 0-1 0 0,-1 0 0 0 0,1 0 1 0 0,-1 0-1 0 0,1 1 1 0 0,-1-1-1 0 0,1 0 1 0 0,-1 0-1 0 0,1 0 1 0 0,-1 1-1 0 0,1-1 1 0 0,-1 0-1 0 0,0 1 0 0 0,1-1 1 0 0,-1 0-1 0 0,0 1 1 0 0,1-1-1 0 0,-1 1 1 0 0,0-1-1 0 0,1 0 1 0 0,-1 1-1 0 0,0-1 1 0 0,1 1-1 0 0,-1-1 0 0 0,0 1 1 0 0,0-1-1 0 0,0 1 1 0 0,0-1-1 0 0,0 1 1 0 0,1-1-1 0 0,-1 1 1 0 0,0-1-1 0 0,0 2 1 0 0,-10 20-395 0 0,-29 23-997 0 0,33-40 1214 0 0,-43 36-730 0 0,41-36 808 0 0,0 0 0 0 0,0 2 0 0 0,1-1 1 0 0,-1 1-1 0 0,1 0 0 0 0,1 0 0 0 0,-1 0 0 0 0,-6 12 1 0 0,13-18 108 0 0,-1 0 0 0 0,0 1 1 0 0,1-1-1 0 0,-1 0 1 0 0,1 1-1 0 0,0-1 0 0 0,-1 1 1 0 0,1-1-1 0 0,0 1 1 0 0,0-1-1 0 0,0 0 0 0 0,0 1 1 0 0,0-1-1 0 0,0 1 1 0 0,0-1-1 0 0,1 1 1 0 0,-1-1-1 0 0,0 1 0 0 0,1-1 1 0 0,-1 0-1 0 0,1 1 1 0 0,0-1-1 0 0,-1 0 0 0 0,1 1 1 0 0,0-1-1 0 0,0 0 1 0 0,0 0-1 0 0,0 0 0 0 0,0 0 1 0 0,0 0-1 0 0,0 0 1 0 0,0 0-1 0 0,0 0 0 0 0,1 0 1 0 0,-1 0-1 0 0,0-1 1 0 0,0 1-1 0 0,1 0 1 0 0,-1-1-1 0 0,1 1 0 0 0,-1-1 1 0 0,0 0-1 0 0,1 1 1 0 0,-1-1-1 0 0,1 0 0 0 0,1 0 1 0 0,4 2 139 0 0,0-1 0 0 0,0 0-1 0 0,0 0 1 0 0,0-1 0 0 0,0 0 0 0 0,0 0 0 0 0,0-1 0 0 0,9-1-1 0 0,10-7 262 0 0,-1-1-1 0 0,0-1 0 0 0,40-26 0 0 0,-7 2-3900 0 0,-37 21 266 0 0,-15 3 95 0 0,-6 7 2319 0 0,4 0-1238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4:51.0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 89 544 0 0,'-19'-11'1283'0'0,"-8"-10"2777"0"0,29 22-3798 0 0,-1-1 0 0 0,1 0 0 0 0,-1 1 1 0 0,1-1-1 0 0,0 0 0 0 0,-1 0 0 0 0,1 0 0 0 0,0 0 1 0 0,-1 0-1 0 0,1 0 0 0 0,0-1 0 0 0,-1 1 1 0 0,3-1-1 0 0,42-17 608 0 0,-29 11-337 0 0,-1 0-60 0 0,36-13 323 0 0,-49 19-687 0 0,-1 1 1 0 0,1-1 0 0 0,-1 0 0 0 0,1 1 0 0 0,0-1 0 0 0,-1 1 0 0 0,1 0 0 0 0,0 0-1 0 0,-1 0 1 0 0,1 0 0 0 0,0 0 0 0 0,-1 1 0 0 0,1-1 0 0 0,5 3 0 0 0,-7-2-46 0 0,-1 0 0 0 0,1 0 0 0 0,-1 0 0 0 0,1 0 0 0 0,0 0 0 0 0,-1 0 1 0 0,0 0-1 0 0,1 0 0 0 0,-1 0 0 0 0,0 0 0 0 0,1 1 0 0 0,-1-1 0 0 0,0 0 0 0 0,0 0 1 0 0,0 0-1 0 0,0 0 0 0 0,0 1 0 0 0,0-1 0 0 0,-1 0 0 0 0,1 1 0 0 0,-6 31 193 0 0,4-26-168 0 0,1-2-87 0 0,-6 25-229 0 0,1-1 0 0 0,2 1 1 0 0,0 1-1 0 0,2-1 0 0 0,2 0 0 0 0,3 38 0 0 0,16-36-3876 0 0,-19-31 3992 0 0,1-1 1 0 0,-1 1 0 0 0,0-1 0 0 0,0 0 0 0 0,1 1 0 0 0,-1-1 0 0 0,0 1 0 0 0,1-1-1 0 0,-1 0 1 0 0,0 1 0 0 0,1-1 0 0 0,-1 0 0 0 0,1 1 0 0 0,-1-1 0 0 0,0 0 0 0 0,1 0 0 0 0,-1 1-1 0 0,1-1 1 0 0,-1 0 0 0 0,1 0 0 0 0,-1 0 0 0 0,1 0 0 0 0,-1 0 0 0 0,1 1 0 0 0,-1-1-1 0 0,1 0 1 0 0,-1 0 0 0 0,1 0 0 0 0,-1 0 0 0 0,1-1 0 0 0,-1 1 0 0 0,1 0 0 0 0,-1 0 0 0 0,1 0-1 0 0,-1 0 1 0 0,1 0 0 0 0,-1-1 0 0 0,1 1 0 0 0,-1 0 0 0 0,0 0 0 0 0,1-1 0 0 0,-1 1-1 0 0,1 0 1 0 0,-1-1 0 0 0,0 1 0 0 0,1 0 0 0 0,-1-1 0 0 0,0 1 0 0 0,1-1 0 0 0,-1 1 0 0 0,0 0-1 0 0,0-1 1 0 0,1 1 0 0 0,-1-1 0 0 0,0 1 0 0 0,0-1 0 0 0,0 1 0 0 0,0-1 0 0 0,0 1-1 0 0,0-1 1 0 0,1 1 0 0 0,-1-1 0 0 0,0 1 0 0 0,0-1 0 0 0,-1 1 0 0 0,1-1 0 0 0,0 0 0 0 0,2-8-721 0 0,3 3-459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4:51.5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83 1280 0 0,'0'-3'341'0'0,"1"0"-1"0"0,-1 1 0 0 0,1-1 0 0 0,-1 0 1 0 0,1 1-1 0 0,0-1 0 0 0,0 0 1 0 0,1 1-1 0 0,-1 0 0 0 0,0-1 1 0 0,1 1-1 0 0,0 0 0 0 0,-1-1 0 0 0,1 1 1 0 0,0 0-1 0 0,0 0 0 0 0,0 1 1 0 0,0-1-1 0 0,0 0 0 0 0,1 1 0 0 0,-1-1 1 0 0,1 1-1 0 0,-1 0 0 0 0,1-1 1 0 0,-1 1-1 0 0,1 1 0 0 0,-1-1 1 0 0,6-1-1 0 0,10-2 31 0 0,1 0 0 0 0,-1 1 0 0 0,24 0 0 0 0,-23 2-1902 0 0,-6-3-3980 0 0,-29 0 770 0 0,6 2 5246 0 0,1 3-1660 0 0</inkml:trace>
  <inkml:trace contextRef="#ctx0" brushRef="#br0" timeOffset="1">38 88 1728 0 0,'-1'0'121'0'0,"0"0"1"0"0,1 1-1 0 0,-1-1 0 0 0,0 1 0 0 0,1 0 0 0 0,-1-1 0 0 0,1 1 0 0 0,-1-1 0 0 0,1 1 0 0 0,-1 0 0 0 0,1-1 0 0 0,-1 1 1 0 0,1 0-1 0 0,0 0 0 0 0,-1-1 0 0 0,1 1 0 0 0,0 0 0 0 0,0 0 0 0 0,-1 0 0 0 0,1-1 0 0 0,0 1 0 0 0,0 0 0 0 0,0 0 1 0 0,0 0-1 0 0,0 0 0 0 0,0-1 0 0 0,0 1 0 0 0,1 0 0 0 0,-1 0 0 0 0,0 0 0 0 0,0-1 0 0 0,1 1 0 0 0,-1 1 0 0 0,2-1 68 0 0,0 1 0 0 0,-1-1 0 0 0,1 1 0 0 0,0-1 0 0 0,0 0 0 0 0,0 0-1 0 0,0 0 1 0 0,0 0 0 0 0,0 0 0 0 0,0-1 0 0 0,0 1 0 0 0,3 0 0 0 0,7 1 147 0 0,-1 0 1 0 0,1 0 0 0 0,20-1-1 0 0,-20-2-765 0 0,1 0-1 0 0,-1-1 1 0 0,0 0 0 0 0,13-5-1 0 0,-21 6 117 0 0,-1 0-1 0 0,0 0 1 0 0,1-1 0 0 0,-1 1-1 0 0,0-1 1 0 0,0 0 0 0 0,0 0 0 0 0,-1 0-1 0 0,1 0 1 0 0,0 0 0 0 0,-1-1-1 0 0,1 1 1 0 0,-1-1 0 0 0,0 0-1 0 0,0 0 1 0 0,0 1 0 0 0,0-1-1 0 0,2-5 1 0 0,2-3-1026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4:51.9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 27 1888 0 0,'-5'-22'2368'0'0,"4"18"1096"0"0,1 19-1517 0 0,1 56-1168 0 0,-2 80-1343 0 0,-1-115-1339 0 0,-2-1 0 0 0,-9 43 0 0 0,2-53-1082 0 0,9-22 1885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4:52.3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 2 1160 0 0,'-4'4'167'0'0,"0"0"-1"0"0,1 0 0 0 0,-1 0 1 0 0,1 0-1 0 0,0 1 1 0 0,0-1-1 0 0,0 1 0 0 0,0 0 1 0 0,1-1-1 0 0,0 1 0 0 0,0 1 1 0 0,0-1-1 0 0,1 0 1 0 0,0 0-1 0 0,0 1 0 0 0,0-1 1 0 0,0 0-1 0 0,1 11 1 0 0,0-7 81 0 0,0-1 1 0 0,0 1-1 0 0,1 0 0 0 0,0 0 1 0 0,1 0-1 0 0,0-1 1 0 0,0 1-1 0 0,1-1 1 0 0,0 1-1 0 0,8 14 1 0 0,-10-21-220 0 0,0 0 0 0 0,1 1 0 0 0,0-1-1 0 0,-1 0 1 0 0,1 0 0 0 0,0 0 0 0 0,0 0 0 0 0,0 0 0 0 0,0-1 0 0 0,1 1 0 0 0,-1 0 0 0 0,0-1 0 0 0,1 0 0 0 0,-1 0-1 0 0,1 0 1 0 0,-1 0 0 0 0,1 0 0 0 0,0 0 0 0 0,-1 0 0 0 0,1-1 0 0 0,0 1 0 0 0,-1-1 0 0 0,1 0 0 0 0,0 0 0 0 0,0 0-1 0 0,0 0 1 0 0,-1-1 0 0 0,1 1 0 0 0,0-1 0 0 0,-1 1 0 0 0,1-1 0 0 0,0 0 0 0 0,-1 0 0 0 0,1 0 0 0 0,-1 0 0 0 0,1-1 0 0 0,2-2-1 0 0,0 1 53 0 0,1-1-1 0 0,-2 1 0 0 0,1-1 1 0 0,0-1-1 0 0,-1 1 0 0 0,1-1 0 0 0,-1 1 1 0 0,-1-1-1 0 0,1-1 0 0 0,-1 1 1 0 0,0 0-1 0 0,0-1 0 0 0,0 1 0 0 0,-1-1 1 0 0,3-9-1 0 0,-4 8 48 0 0,0 0-1 0 0,0 1 1 0 0,-1-1 0 0 0,0 0 0 0 0,-1 0-1 0 0,1 1 1 0 0,-1-1 0 0 0,0 0 0 0 0,-1 1-1 0 0,0-1 1 0 0,0 1 0 0 0,0 0 0 0 0,-1-1-1 0 0,0 1 1 0 0,-5-8 0 0 0,6 11-277 0 0,0 0 1 0 0,-1 0 0 0 0,1 1-1 0 0,0-1 1 0 0,-1 1-1 0 0,1 0 1 0 0,-1 0 0 0 0,0 0-1 0 0,0 0 1 0 0,0 0-1 0 0,0 1 1 0 0,0-1 0 0 0,-5-1-1 0 0,4 2-232 0 0,1 0 1 0 0,-1 1-1 0 0,1 0 0 0 0,-1-1 0 0 0,1 1 0 0 0,-1 1 1 0 0,1-1-1 0 0,-1 0 0 0 0,1 1 0 0 0,-1 0 0 0 0,1 0 1 0 0,0 0-1 0 0,-1 0 0 0 0,1 0 0 0 0,-5 3 0 0 0,-20 7-1664 0 0,17-3 899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4:52.6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131 50 1200 0 0,'-9'-2'606'0'0,"0"1"-1"0"0,0 0 0 0 0,-1 0 1 0 0,1 1-1 0 0,0 0 1 0 0,-1 1-1 0 0,-15 3 0 0 0,22-3-559 0 0,1 0 0 0 0,-1 0 0 0 0,1 0 0 0 0,0 1-1 0 0,0-1 1 0 0,0 1 0 0 0,-1-1 0 0 0,1 1 0 0 0,1 0-1 0 0,-1 0 1 0 0,0 0 0 0 0,0 0 0 0 0,1 0 0 0 0,-1 0-1 0 0,1 0 1 0 0,0 0 0 0 0,-1 1 0 0 0,1-1 0 0 0,0 0-1 0 0,0 1 1 0 0,1-1 0 0 0,-1 1 0 0 0,1 0 0 0 0,-1-1-1 0 0,1 1 1 0 0,0-1 0 0 0,-1 1 0 0 0,2 0 0 0 0,-1-1 0 0 0,0 1-1 0 0,0-1 1 0 0,1 4 0 0 0,-1-4-38 0 0,0 0 0 0 0,0 0 0 0 0,0 0-1 0 0,0 0 1 0 0,0 0 0 0 0,1 0 0 0 0,-1 0 0 0 0,0 0 0 0 0,1 0 0 0 0,0 0-1 0 0,-1 0 1 0 0,1 0 0 0 0,0 0 0 0 0,0-1 0 0 0,0 1 0 0 0,0 0 0 0 0,0 0-1 0 0,1-1 1 0 0,-1 1 0 0 0,1-1 0 0 0,-1 1 0 0 0,1-1 0 0 0,-1 0 0 0 0,1 1-1 0 0,-1-1 1 0 0,1 0 0 0 0,0 0 0 0 0,0 0 0 0 0,0 0 0 0 0,0-1 0 0 0,0 1-1 0 0,0 0 1 0 0,0-1 0 0 0,0 0 0 0 0,0 1 0 0 0,0-1 0 0 0,0 0 0 0 0,0 0-1 0 0,0 0 1 0 0,0 0 0 0 0,0 0 0 0 0,0 0 0 0 0,0-1 0 0 0,0 1 0 0 0,0-1-1 0 0,0 0 1 0 0,0 1 0 0 0,0-1 0 0 0,3-2 0 0 0,3 0 199 0 0,0-1 0 0 0,0 0 0 0 0,0 0 0 0 0,-1-1 0 0 0,0 0 0 0 0,0-1 0 0 0,0 1 0 0 0,0-1 0 0 0,-1-1 0 0 0,9-10 0 0 0,-13 14-54 0 0,0-1 0 0 0,0 0 0 0 0,0 0 0 0 0,-1 0 0 0 0,1 0-1 0 0,-1 0 1 0 0,0 0 0 0 0,0 0 0 0 0,0 0 0 0 0,-1 0 0 0 0,1-1 0 0 0,-1 1 0 0 0,0 0 0 0 0,0-1 0 0 0,-1-4 0 0 0,0 7-143 0 0,1 0 0 0 0,-1 1 0 0 0,0-1 0 0 0,1 1 0 0 0,-1-1 0 0 0,0 0 0 0 0,0 1 0 0 0,0 0 0 0 0,0-1 0 0 0,0 1 0 0 0,0 0 0 0 0,0-1 0 0 0,0 1 0 0 0,-1 0 0 0 0,1 0 0 0 0,0 0 0 0 0,-1 0 0 0 0,1 0 0 0 0,-1 0 0 0 0,1 0 0 0 0,-1 1 0 0 0,0-1 0 0 0,1 0 0 0 0,-1 1 0 0 0,0 0 0 0 0,1-1 0 0 0,-1 1 0 0 0,0 0 0 0 0,1 0 1 0 0,-1 0-1 0 0,0 0 0 0 0,0 0 0 0 0,1 0 0 0 0,-1 0 0 0 0,0 1 0 0 0,1-1 0 0 0,-1 1 0 0 0,0-1 0 0 0,1 1 0 0 0,-3 1 0 0 0,-1 0-600 0 0,0 0 0 0 0,0 0 0 0 0,1 1 0 0 0,-1-1 0 0 0,1 1-1 0 0,0 0 1 0 0,0 1 0 0 0,0-1 0 0 0,0 1 0 0 0,1-1 0 0 0,-1 1 0 0 0,1 0 0 0 0,0 1 0 0 0,0-1 0 0 0,1 0 0 0 0,-1 1 0 0 0,-3 8 0 0 0,2-1-1360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4:53.0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74 1472 0 0,'-1'0'58'0'0,"1"0"1"0"0,0 0-1 0 0,0 0 0 0 0,0 0 0 0 0,0 1 0 0 0,0-1 0 0 0,0 0 0 0 0,-1 0 1 0 0,1 0-1 0 0,0 0 0 0 0,0 0 0 0 0,0 0 0 0 0,0 0 0 0 0,0 1 0 0 0,0-1 1 0 0,0 0-1 0 0,0 0 0 0 0,-1 0 0 0 0,1 0 0 0 0,0 0 0 0 0,0 1 0 0 0,0-1 1 0 0,0 0-1 0 0,0 0 0 0 0,0 0 0 0 0,0 0 0 0 0,0 1 0 0 0,0-1 0 0 0,0 0 1 0 0,0 0-1 0 0,0 0 0 0 0,0 0 0 0 0,0 1 0 0 0,0-1 0 0 0,0 0 0 0 0,1 0 0 0 0,-1 0 1 0 0,0 0-1 0 0,0 0 0 0 0,0 1 0 0 0,0-1 0 0 0,0 0 0 0 0,0 0 0 0 0,0 0 1 0 0,0 0-1 0 0,0 0 0 0 0,1 0 0 0 0,-1 1 0 0 0,0-1 0 0 0,0 0 0 0 0,0 0 1 0 0,0 0-1 0 0,0 0 0 0 0,1 0 0 0 0,-1 0 0 0 0,0 0 0 0 0,0 0 0 0 0,0 0 1 0 0,0 0-1 0 0,17 2 1953 0 0,17-6 818 0 0,14-6 197 0 0,63-3 0 0 0,-6 0-3268 0 0,-81 9-1690 0 0,-1-1 0 0 0,31-11-1 0 0,-35 5-2042 0 0,-29 5 1623 0 0,-35 6 1803 0 0,31 2 1022 0 0,0 1-1 0 0,1 1 1 0 0,0 1 0 0 0,0-1 0 0 0,0 2 0 0 0,-23 13-1 0 0,32-16-274 0 0,0 1-1 0 0,0-1 1 0 0,0 1-1 0 0,1 0 1 0 0,-1 0 0 0 0,1 0-1 0 0,0 0 1 0 0,0 0-1 0 0,0 1 1 0 0,1-1-1 0 0,-1 1 1 0 0,1 0-1 0 0,0 0 1 0 0,1 0-1 0 0,-1 0 1 0 0,1 0-1 0 0,0 0 1 0 0,0 0-1 0 0,1 0 1 0 0,-1 1-1 0 0,2 5 1 0 0,-1 7 59 0 0,2 1 0 0 0,0-1-1 0 0,1 0 1 0 0,6 21 0 0 0,16 32-6857 0 0,-19-62 3836 0 0,1 2 851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4:53.4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66 1 992 0 0,'18'1'10566'0'0,"-25"21"-8520"0"0,-7 16-1556 0 0,-7 22-2113 0 0,-3-1-5899 0 0,15-49 5245 0 0,5-7 1564 0 0,0 3-958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5:24.4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39 1256 0 0,'0'0'145'0'0,"0"0"0"0"0,0 1 0 0 0,0-1-1 0 0,0 1 1 0 0,0-1 0 0 0,0 1 0 0 0,0-1 0 0 0,1 0-1 0 0,-1 1 1 0 0,0-1 0 0 0,0 1 0 0 0,0-1-1 0 0,0 0 1 0 0,1 1 0 0 0,-1-1 0 0 0,0 1 0 0 0,0-1-1 0 0,1 0 1 0 0,-1 1 0 0 0,0-1 0 0 0,0 0-1 0 0,1 0 1 0 0,-1 1 0 0 0,0-1 0 0 0,1 0 0 0 0,-1 0-1 0 0,1 1 1 0 0,-1-1 0 0 0,0 0 0 0 0,1 0 0 0 0,-1 0-1 0 0,1 0 1 0 0,-1 1 0 0 0,0-1 0 0 0,1 0-1 0 0,-1 0 1 0 0,1 0 0 0 0,-1 0 0 0 0,0 0 0 0 0,1 0-1 0 0,-1 0 1 0 0,1 0 0 0 0,-1 0 0 0 0,1-1-1 0 0,-1 1 1 0 0,0 0 0 0 0,1 0 0 0 0,-1 0 0 0 0,1 0-1 0 0,-1-1 1 0 0,38-2 1989 0 0,-22 1-1614 0 0,19 4-337 0 0,36-1-297 0 0,-68-1-285 0 0,0 0 0 0 0,1-1 0 0 0,-1 1-1 0 0,0-1 1 0 0,1 0 0 0 0,-1 0 0 0 0,0 0 0 0 0,0 0 0 0 0,0-1-1 0 0,0 1 1 0 0,0-1 0 0 0,0 0 0 0 0,0 0 0 0 0,-1 0-1 0 0,1 0 1 0 0,3-4 0 0 0,-1-9-2136 0 0,-5 9 861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5:24.8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69 0 1408 0 0,'-5'3'626'0'0,"0"1"1"0"0,1-1-1 0 0,0 1 0 0 0,0 0 0 0 0,0 0 0 0 0,0 0 0 0 0,0 0 0 0 0,1 1 0 0 0,0 0 1 0 0,-1-1-1 0 0,2 1 0 0 0,-1 0 0 0 0,-3 9 0 0 0,4-4-88 0 0,-1 0 1 0 0,1-1-1 0 0,1 1 0 0 0,-1 13 0 0 0,1-13-249 0 0,0 4-124 0 0,0 0-1 0 0,1-1 0 0 0,0 1 0 0 0,2 0 0 0 0,3 18 0 0 0,-5-29-171 0 0,1 0-1 0 0,0-1 0 0 0,0 1 0 0 0,0 0 0 0 0,0-1 0 0 0,0 1 0 0 0,0-1 0 0 0,1 0 0 0 0,-1 1 0 0 0,1-1 1 0 0,0 0-1 0 0,0 0 0 0 0,0 0 0 0 0,0 0 0 0 0,0 0 0 0 0,0-1 0 0 0,0 1 0 0 0,0 0 0 0 0,1-1 0 0 0,-1 0 1 0 0,1 1-1 0 0,-1-1 0 0 0,1 0 0 0 0,0-1 0 0 0,-1 1 0 0 0,1 0 0 0 0,0-1 0 0 0,-1 1 0 0 0,1-1 0 0 0,0 0 1 0 0,0 0-1 0 0,0 0 0 0 0,-1 0 0 0 0,4-1 0 0 0,3-1-18 0 0,-1 0 1 0 0,1-1-1 0 0,-1 0 1 0 0,0-1-1 0 0,1 0 1 0 0,-2 0-1 0 0,1 0 1 0 0,0-1-1 0 0,7-7 1 0 0,41-21-2670 0 0,-44 28 1266 0 0,-8 2 511 0 0,1 1 1 0 0,0 0-1 0 0,1 0 1 0 0,-1 0-1 0 0,0 1 0 0 0,0-1 1 0 0,8 0-1 0 0,-6 7-793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5:25.2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1 1344 0 0,'-1'0'527'0'0,"0"1"-1"0"0,-1 0 0 0 0,1-1 1 0 0,1 1-1 0 0,-1 0 0 0 0,0 0 1 0 0,0 0-1 0 0,0 0 0 0 0,0 0 1 0 0,1 0-1 0 0,-1 0 0 0 0,0 0 0 0 0,1 0 1 0 0,-1 1-1 0 0,1-1 0 0 0,-1 2 1 0 0,-3 28 2281 0 0,12 40-4083 0 0,-5-51 2078 0 0,5 107-1761 0 0,-6-78-2127 0 0,8 51 0 0 0,-4-82-729 0 0,-3-20 2344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5:25.6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39 1112 0 0,'16'-8'1896'0'0,"1"1"0"0"0,0 1-1 0 0,18-5 1 0 0,-28 9-1688 0 0,0 1 0 0 0,0-1 0 0 0,1 1 1 0 0,-1 1-1 0 0,0-1 0 0 0,1 1 0 0 0,-1 1 0 0 0,0-1 1 0 0,1 1-1 0 0,7 2 0 0 0,-14-2-177 0 0,0-1-1 0 0,0 0 1 0 0,0 1-1 0 0,0-1 1 0 0,0 0 0 0 0,-1 1-1 0 0,1-1 1 0 0,0 1-1 0 0,0 0 1 0 0,-1-1-1 0 0,1 1 1 0 0,0-1 0 0 0,-1 1-1 0 0,1 0 1 0 0,-1 0-1 0 0,1-1 1 0 0,-1 1 0 0 0,1 0-1 0 0,-1 0 1 0 0,1 0-1 0 0,-1 0 1 0 0,0-1-1 0 0,1 1 1 0 0,-1 0 0 0 0,0 0-1 0 0,0 1 1 0 0,-6 28 276 0 0,-26 22-820 0 0,31-50 469 0 0,-21 26-354 0 0,0-1 1 0 0,-2-1-1 0 0,-30 26 0 0 0,58-57 600 0 0,1 1 0 0 0,0 0 0 0 0,0 0 0 0 0,0 0 0 0 0,0 1 0 0 0,0-1 0 0 0,1 1 0 0 0,0 0 0 0 0,0 1 0 0 0,0 0-1 0 0,0 0 1 0 0,0 0 0 0 0,0 0 0 0 0,0 1 0 0 0,1 0 0 0 0,-1 1 0 0 0,0-1 0 0 0,1 1 0 0 0,-1 0 0 0 0,0 1 0 0 0,1 0 0 0 0,-1 0 0 0 0,0 0 0 0 0,0 0 0 0 0,11 5 0 0 0,-5 0-19 0 0,47 17-4579 0 0,-57-22 4052 0 0,0 0 1 0 0,1-1 0 0 0,-1 0 0 0 0,0 1 0 0 0,0-1-1 0 0,0 0 1 0 0,0 0 0 0 0,1 0 0 0 0,-1 0-1 0 0,0-1 1 0 0,0 1 0 0 0,0 0 0 0 0,0-1 0 0 0,0 0-1 0 0,0 1 1 0 0,0-1 0 0 0,0 0 0 0 0,0 0-1 0 0,0 0 1 0 0,0 0 0 0 0,0-1 0 0 0,-1 1 0 0 0,1 0-1 0 0,2-3 1 0 0,6-4-1644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5:25.9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1104 0 0,'2'21'6030'0'0,"4"6"-3893"0"0,3 18-827 0 0,9 173-713 0 0,-5-54-7679 0 0,-16-141 4885 0 0,4-17 626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5:26.3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14 2184 0 0,'33'8'7987'0'0,"3"9"-4589"0"0,-24-11-3362 0 0,-1 0 0 0 0,1-1 0 0 0,17 5 0 0 0,-27-9-32 0 0,1 0-1 0 0,0-1 1 0 0,0 0 0 0 0,0 1 0 0 0,-1-1-1 0 0,1 0 1 0 0,0 0 0 0 0,0 0 0 0 0,0-1 0 0 0,-1 1-1 0 0,1-1 1 0 0,0 1 0 0 0,0-1 0 0 0,-1 0-1 0 0,1 0 1 0 0,0 0 0 0 0,-1-1 0 0 0,1 1 0 0 0,3-4-1 0 0,-5 5-19 0 0,-1 0-1 0 0,1 0 1 0 0,-1-1-1 0 0,1 1 1 0 0,-1-1-1 0 0,0 1 1 0 0,1 0 0 0 0,-1-1-1 0 0,0 1 1 0 0,1-1-1 0 0,-1 1 1 0 0,0-1-1 0 0,0 1 1 0 0,1-1-1 0 0,-1 1 1 0 0,0-1-1 0 0,0 1 1 0 0,0-1-1 0 0,0 1 1 0 0,1-1-1 0 0,-1 1 1 0 0,0-1-1 0 0,0 1 1 0 0,0-1 0 0 0,0 1-1 0 0,0-1 1 0 0,-1 0-1 0 0,1 1 1 0 0,0-1-1 0 0,0 1 1 0 0,0-1-1 0 0,0 1 1 0 0,-1-1-1 0 0,-16-15-182 0 0,-25-2 195 0 0,39 17-7 0 0,0 0 0 0 0,-1 0 0 0 0,1 0 0 0 0,-1 1 0 0 0,1-1 0 0 0,-1 1 0 0 0,0 0 0 0 0,1 0 0 0 0,-1 1 0 0 0,1-1 0 0 0,-1 1 0 0 0,1-1 0 0 0,-1 1 0 0 0,1 0 0 0 0,0 1 0 0 0,-1-1 0 0 0,1 0 0 0 0,0 1 0 0 0,0 0 0 0 0,0 0 0 0 0,0 0 0 0 0,-5 4 0 0 0,5-1-120 0 0,0-1 1 0 0,0 1-1 0 0,0 0 0 0 0,0 1 0 0 0,1-1 1 0 0,0 0-1 0 0,0 1 0 0 0,0 0 1 0 0,1-1-1 0 0,-1 1 0 0 0,2 0 1 0 0,-1 0-1 0 0,0 5 0 0 0,1-3 29 0 0,-3 13-169 0 0,2-1 0 0 0,0 1 0 0 0,1 0 0 0 0,1 0 0 0 0,6 31-1 0 0,-6-47 346 0 0,1 0-1 0 0,-1 0 0 0 0,1-1 0 0 0,0 1 1 0 0,0 0-1 0 0,1-1 0 0 0,-1 0 0 0 0,1 1 0 0 0,0-1 1 0 0,0 0-1 0 0,1 0 0 0 0,-1-1 0 0 0,1 1 1 0 0,0-1-1 0 0,0 0 0 0 0,0 0 0 0 0,0 0 1 0 0,0 0-1 0 0,1-1 0 0 0,-1 1 0 0 0,1-1 0 0 0,-1 0 1 0 0,1-1-1 0 0,0 1 0 0 0,0-1 0 0 0,0 0 1 0 0,0 0-1 0 0,6 0 0 0 0,3-1 194 0 0,1 0-1 0 0,-1 0 1 0 0,0-2-1 0 0,0 1 1 0 0,27-9-1 0 0,-4 0-2105 0 0,-4-2-3481 0 0,-33 12 5242 0 0,0 0 0 0 0,1-1 0 0 0,-1 1 0 0 0,0 0-1 0 0,0 0 1 0 0,1 0 0 0 0,-1 0 0 0 0,0 0 0 0 0,0 0-1 0 0,0 0 1 0 0,1-1 0 0 0,-1 1 0 0 0,0 0 0 0 0,0 0 0 0 0,0 0-1 0 0,1-1 1 0 0,-1 1 0 0 0,0 0 0 0 0,0 0 0 0 0,0 0 0 0 0,0-1-1 0 0,1 1 1 0 0,-1 0 0 0 0,0 0 0 0 0,0-1 0 0 0,0 1 0 0 0,0 0-1 0 0,0 0 1 0 0,0-1 0 0 0,0 1 0 0 0,0 0 0 0 0,0 0-1 0 0,0-1 1 0 0,0 1 0 0 0,0 0 0 0 0,0-1 0 0 0,0 1 0 0 0,0 0-1 0 0,0 0 1 0 0,0-1 0 0 0,0 1 0 0 0,0 0 0 0 0,-1 0 0 0 0,1-1-1 0 0,0 1 1 0 0,0 0 0 0 0,0 0 0 0 0,0 0 0 0 0,0-1 0 0 0,-1 1-1 0 0,1 0 1 0 0,0 0 0 0 0,0 0 0 0 0,-1-1 0 0 0,-1 0-1200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5:26.7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2 180 2633 0 0,'-1'-2'6701'0'0,"15"7"-4248"0"0,1-4-1882 0 0,3 2-1382 0 0,0-2 1 0 0,32 0-1 0 0,-45-2 266 0 0,0 1-1 0 0,0-1 0 0 0,0 0 0 0 0,0 0 0 0 0,0-1 0 0 0,0 0 0 0 0,-1 1 0 0 0,1-2 0 0 0,0 1 0 0 0,-1 0 0 0 0,0-1 0 0 0,1 0 1 0 0,-1 0-1 0 0,5-5 0 0 0,0 1-872 0 0</inkml:trace>
  <inkml:trace contextRef="#ctx0" brushRef="#br0" timeOffset="1">232 36 1400 0 0,'-1'1'236'0'0,"0"-1"0"0"0,1 1-1 0 0,-1-1 1 0 0,0 1 0 0 0,0 0-1 0 0,1 0 1 0 0,-1-1-1 0 0,1 1 1 0 0,-1 0 0 0 0,1 0-1 0 0,-1 0 1 0 0,1 0 0 0 0,-1 0-1 0 0,1 0 1 0 0,0 0 0 0 0,-1-1-1 0 0,1 1 1 0 0,0 0 0 0 0,0 0-1 0 0,0 0 1 0 0,0 0 0 0 0,0 0-1 0 0,0 0 1 0 0,0 0-1 0 0,0 0 1 0 0,0 0 0 0 0,0 0-1 0 0,1 2 1 0 0,0-2-73 0 0,0 1 0 0 0,1-1 0 0 0,-1 1 1 0 0,0-1-1 0 0,1 0 0 0 0,-1 0 0 0 0,1 0 0 0 0,-1 0 0 0 0,1 0 0 0 0,-1 0 0 0 0,1 0 0 0 0,0 0 1 0 0,-1-1-1 0 0,4 2 0 0 0,1-1-341 0 0,0 1 0 0 0,1-1 0 0 0,-1 1 0 0 0,1-2 0 0 0,0 1 0 0 0,-1-1 0 0 0,1 0 0 0 0,10-1 0 0 0,-12-1-223 0 0,0 1 0 0 0,0-1 0 0 0,0 0-1 0 0,0 0 1 0 0,0 0 0 0 0,0-1 0 0 0,-1 0 0 0 0,1 0-1 0 0,-1 0 1 0 0,0 0 0 0 0,0-1 0 0 0,0 0-1 0 0,0 0 1 0 0,0 0 0 0 0,-1 0 0 0 0,0 0 0 0 0,0-1-1 0 0,0 1 1 0 0,3-9 0 0 0,2 0-550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5:27.1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 1 1360 0 0,'-2'0'311'0'0,"0"0"0"0"0,0 0-1 0 0,1 0 1 0 0,-1 0 0 0 0,0 0 0 0 0,0 0-1 0 0,1 0 1 0 0,-1 1 0 0 0,0-1-1 0 0,1 0 1 0 0,-1 1 0 0 0,0 0 0 0 0,1-1-1 0 0,-1 1 1 0 0,1 0 0 0 0,-1 0 0 0 0,1 0-1 0 0,-1 0 1 0 0,1 0 0 0 0,-3 2-1 0 0,3 0 27 0 0,0 0-1 0 0,0 0 0 0 0,0 1 1 0 0,0-1-1 0 0,0 0 0 0 0,1 0 1 0 0,-1 0-1 0 0,1 1 0 0 0,0-1 1 0 0,0 6-1 0 0,13 132-1917 0 0,-2-31-4972 0 0,-15-90 4421 0 0,4-10 933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5:27.5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27 1768 0 0,'2'-2'450'0'0,"0"1"0"0"0,0-1 0 0 0,0 1 0 0 0,1 0 0 0 0,-1 0 0 0 0,1 0 0 0 0,-1 0 0 0 0,1 0 0 0 0,-1 0 0 0 0,4 0-1 0 0,53-6 2303 0 0,-40 6-1847 0 0,-9 0-464 0 0,37-3 543 0 0,-46 4-961 0 0,1 0-1 0 0,0 0 1 0 0,0 0-1 0 0,0 0 1 0 0,0 0-1 0 0,0 0 1 0 0,0 1-1 0 0,0-1 1 0 0,-1 1-1 0 0,1-1 1 0 0,0 1-1 0 0,0 0 1 0 0,-1 0-1 0 0,1-1 1 0 0,0 1-1 0 0,-1 0 1 0 0,1 1-1 0 0,1 0 1 0 0,-3-1-72 0 0,0 0 1 0 0,0-1 0 0 0,0 1 0 0 0,0 0 0 0 0,0-1 0 0 0,0 1 0 0 0,0 0-1 0 0,0-1 1 0 0,0 1 0 0 0,0 0 0 0 0,0-1 0 0 0,-1 1 0 0 0,1 0 0 0 0,0-1-1 0 0,0 1 1 0 0,-1-1 0 0 0,1 1 0 0 0,-1-1 0 0 0,1 1 0 0 0,0 0 0 0 0,-1-1-1 0 0,1 1 1 0 0,-1-1 0 0 0,1 0 0 0 0,-1 1 0 0 0,1-1 0 0 0,-1 1 0 0 0,1-1-1 0 0,-2 1 1 0 0,-23 15-1219 0 0,18-11 791 0 0,-10 7-214 0 0,2 1 1 0 0,-20 19-1 0 0,31-28 688 0 0,0 1 0 0 0,0-1 0 0 0,0 1 0 0 0,0 0 0 0 0,1 0 0 0 0,0 1 0 0 0,0-1 0 0 0,0 0 0 0 0,1 1 0 0 0,-1 0 0 0 0,-2 11-1 0 0,5-16 37 0 0,0 0-1 0 0,0 0 1 0 0,0 0-1 0 0,0 0 1 0 0,0 0-1 0 0,0 0 0 0 0,0-1 1 0 0,0 1-1 0 0,0 0 1 0 0,1 0-1 0 0,-1 0 0 0 0,0 0 1 0 0,0 0-1 0 0,1 0 1 0 0,-1-1-1 0 0,1 1 0 0 0,-1 0 1 0 0,1 0-1 0 0,-1-1 1 0 0,1 1-1 0 0,-1 0 1 0 0,1-1-1 0 0,0 1 0 0 0,-1 0 1 0 0,1-1-1 0 0,0 1 1 0 0,-1-1-1 0 0,3 1 0 0 0,-1 0 86 0 0,1 0 0 0 0,-1 0-1 0 0,1-1 1 0 0,-1 1-1 0 0,1-1 1 0 0,0 0 0 0 0,-1 0-1 0 0,1 0 1 0 0,0 0-1 0 0,2-1 1 0 0,63-16 1871 0 0,-62 15-1921 0 0,11-4-256 0 0,-1-1 0 0 0,1-1-1 0 0,-1-1 1 0 0,19-13 0 0 0,-13 5-2469 0 0,0 0 0 0 0,21-22 0 0 0,-29 27 746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5:27.9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83 2016 0 0,'7'5'6327'0'0,"9"-4"-3289"0"0,23-3-1374 0 0,-29 1-553 0 0,23-1-189 0 0,0-1 0 0 0,0-2-1 0 0,37-10 1 0 0,-16-3-2898 0 0,-1-4-3926 0 0,-53 22 5734 0 0,0 0 0 0 0,1 0 0 0 0,-1-1 0 0 0,1 1 0 0 0,-1 0 0 0 0,0 0 0 0 0,1 0 0 0 0,-1 0-1 0 0,1-1 1 0 0,-1 1 0 0 0,0 0 0 0 0,1 0 0 0 0,-1-1 0 0 0,0 1 0 0 0,0 0 0 0 0,1-1 0 0 0,-1 1 0 0 0,0 0 0 0 0,1-1 0 0 0,-1 1 0 0 0,0 0 0 0 0,0-1 0 0 0,0 1 0 0 0,0-1 0 0 0,1 1 0 0 0,-1 0 0 0 0,0-1 0 0 0,0 1 0 0 0,0-1 0 0 0,0 1 0 0 0,0-1 0 0 0,0 1 0 0 0,0 0 0 0 0,0-1 0 0 0,0 1 0 0 0,0-1-1 0 0,0 1 1 0 0,0-1 0 0 0,0 1 0 0 0,-1 0 0 0 0,1-1 0 0 0,0 1 0 0 0,0-1 0 0 0,0 1 0 0 0,-1 0 0 0 0,1-1 0 0 0,0 1 0 0 0,0 0 0 0 0,-1-1 0 0 0,1 1 0 0 0,-3-2-1091 0 0</inkml:trace>
  <inkml:trace contextRef="#ctx0" brushRef="#br0" timeOffset="1">267 0 2008 0 0,'-6'7'310'0'0,"1"0"-1"0"0,0 1 0 0 0,1-1 1 0 0,-1 1-1 0 0,1 0 1 0 0,1 0-1 0 0,0 1 0 0 0,0-1 1 0 0,1 1-1 0 0,0-1 0 0 0,0 1 1 0 0,0 12-1 0 0,-1 8-114 0 0,2 0 0 0 0,3 43 0 0 0,-2-66-258 0 0,5 38-54 0 0,-5-42-12 0 0,0-1 0 0 0,1 1 1 0 0,-1-1-1 0 0,0 1 0 0 0,1 0 1 0 0,-1-1-1 0 0,1 1 0 0 0,-1-1 0 0 0,1 1 1 0 0,0-1-1 0 0,-1 0 0 0 0,1 1 0 0 0,0-1 1 0 0,0 0-1 0 0,0 1 0 0 0,0-1 0 0 0,0 0 1 0 0,0 0-1 0 0,0 0 0 0 0,1 0 1 0 0,-1 0-1 0 0,2 1 0 0 0,-3-2 56 0 0,1-1 1 0 0,-1 1-1 0 0,1 0 0 0 0,-1 0 1 0 0,1 0-1 0 0,-1 0 0 0 0,1 0 1 0 0,-1-1-1 0 0,1 1 0 0 0,-1 0 1 0 0,1-1-1 0 0,-1 1 1 0 0,1 0-1 0 0,-1 0 0 0 0,0-1 1 0 0,1 1-1 0 0,-1-1 0 0 0,0 1 1 0 0,1 0-1 0 0,-1-1 0 0 0,0 1 1 0 0,1-1-1 0 0,-1 1 0 0 0,0-1 1 0 0,0 1-1 0 0,1-2 0 0 0,1-1-280 0 0,4-7-686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5:28.3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1 1136 0 0,'3'62'6304'0'0,"0"-32"-5800"0"0,2 6-1072 0 0,-10-14-3419 0 0,-1-21 2133 0 0,2 1 543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5:28.7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 69 1264 0 0,'0'-1'214'0'0,"0"-1"0"0"0,0 1 0 0 0,1-1 0 0 0,-1 1 0 0 0,1 0 1 0 0,-1-1-1 0 0,1 1 0 0 0,-1 0 0 0 0,1-1 0 0 0,0 1 0 0 0,0 0 0 0 0,0 0 0 0 0,-1-1 0 0 0,1 1 0 0 0,0 0 0 0 0,1 0 0 0 0,-1 0 0 0 0,0 0 0 0 0,0 0 0 0 0,0 0 0 0 0,1 1 0 0 0,-1-1 0 0 0,0 0 0 0 0,1 1 0 0 0,-1-1 0 0 0,2 0 0 0 0,48-21 2838 0 0,-44 20-2386 0 0,-1-1-259 0 0,0 1 1 0 0,0 0-1 0 0,0 0 1 0 0,1 0-1 0 0,-1 1 1 0 0,1 0-1 0 0,-1 0 0 0 0,1 1 1 0 0,11 0-1 0 0,-15 1-346 0 0,-1-1 0 0 0,0 1 0 0 0,0 0-1 0 0,0 0 1 0 0,0 0 0 0 0,0 0 0 0 0,0 0 0 0 0,0 0-1 0 0,0 1 1 0 0,0-1 0 0 0,-1 1 0 0 0,1-1 0 0 0,0 1-1 0 0,-1 0 1 0 0,1 0 0 0 0,-1-1 0 0 0,0 1 0 0 0,0 0-1 0 0,0 0 1 0 0,0 0 0 0 0,0 0 0 0 0,0 1 0 0 0,0-1 0 0 0,0 0-1 0 0,-1 0 1 0 0,1 0 0 0 0,-1 1 0 0 0,0-1 0 0 0,0 0-1 0 0,0 1 1 0 0,0 2 0 0 0,-1 61-2374 0 0,1-63 1813 0 0,0 0 0 0 0,-1 0 0 0 0,0 0 1 0 0,1 0-1 0 0,-1 0 0 0 0,0-1 0 0 0,0 1 0 0 0,-1 0 0 0 0,1 0 0 0 0,-1-1 0 0 0,1 1 0 0 0,-1-1 1 0 0,0 1-1 0 0,0-1 0 0 0,0 0 0 0 0,0 0 0 0 0,0 0 0 0 0,0 0 0 0 0,-4 2 0 0 0,-2 1-1175 0 0,4 5-200 0 0</inkml:trace>
  <inkml:trace contextRef="#ctx0" brushRef="#br0" timeOffset="1">1 261 1560 0 0,'0'-1'284'0'0,"0"0"-1"0"0,0 0 0 0 0,0 0 0 0 0,0 0 1 0 0,1 0-1 0 0,-1 0 0 0 0,0 0 0 0 0,1 0 0 0 0,-1 0 1 0 0,0 0-1 0 0,1 0 0 0 0,-1 1 0 0 0,1-1 1 0 0,-1 0-1 0 0,1 0 0 0 0,0 0 0 0 0,-1 1 1 0 0,1-1-1 0 0,0 0 0 0 0,0 1 0 0 0,-1-1 1 0 0,1 0-1 0 0,0 1 0 0 0,0-1 0 0 0,0 1 1 0 0,0-1-1 0 0,0 1 0 0 0,0 0 0 0 0,-1-1 1 0 0,1 1-1 0 0,0 0 0 0 0,0 0 0 0 0,2 0 0 0 0,36-11 3038 0 0,53 5-1048 0 0,44-6-1851 0 0,-120 9-2600 0 0,1-1 0 0 0,-1 0 0 0 0,19-8 0 0 0,-19 2-2661 0 0,-9 6 1976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5:29.1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37 1968 0 0,'1'-3'273'0'0,"1"1"0"0"0,0-1-1 0 0,0 0 1 0 0,0 1 0 0 0,0 0 0 0 0,0 0-1 0 0,1-1 1 0 0,-1 1 0 0 0,1 1-1 0 0,0-1 1 0 0,-1 0 0 0 0,1 1-1 0 0,0-1 1 0 0,0 1 0 0 0,0 0-1 0 0,0 0 1 0 0,0 0 0 0 0,0 0 0 0 0,0 1-1 0 0,0-1 1 0 0,0 1 0 0 0,1-1-1 0 0,-1 1 1 0 0,0 0 0 0 0,0 1-1 0 0,0-1 1 0 0,6 2 0 0 0,-4-2-38 0 0,0 1 1 0 0,0 0-1 0 0,0 0 1 0 0,0 0-1 0 0,0 0 1 0 0,0 1-1 0 0,0 0 1 0 0,0 0-1 0 0,-1 0 1 0 0,1 1-1 0 0,-1 0 0 0 0,0 0 1 0 0,1 0-1 0 0,-1 0 1 0 0,-1 1-1 0 0,7 6 1 0 0,-8-7-204 0 0,0 0-1 0 0,-1 1 1 0 0,1-1 0 0 0,-1 0 0 0 0,0 1 0 0 0,0-1-1 0 0,0 1 1 0 0,-1 0 0 0 0,1-1 0 0 0,-1 1 0 0 0,0-1-1 0 0,0 1 1 0 0,0 0 0 0 0,0-1 0 0 0,-1 1 0 0 0,0 0-1 0 0,0 3 1 0 0,-4 7-325 0 0,0-1 0 0 0,0 1-1 0 0,-9 13 1 0 0,9-17 8 0 0,-1 1 0 0 0,2 0 0 0 0,-7 20 1 0 0,11-30 306 0 0,0 0 1 0 0,-1 1 0 0 0,1-1 0 0 0,0 1 0 0 0,0-1 0 0 0,0 0 0 0 0,0 1 0 0 0,0-1 0 0 0,0 1 0 0 0,1-1 0 0 0,-1 0 0 0 0,0 1-1 0 0,1-1 1 0 0,-1 0 0 0 0,1 0 0 0 0,-1 1 0 0 0,1-1 0 0 0,0 0 0 0 0,-1 0 0 0 0,1 0 0 0 0,0 1 0 0 0,0-1 0 0 0,0 0 0 0 0,0 0 0 0 0,1 1-1 0 0,1-1 36 0 0,-1 1 0 0 0,1-1 0 0 0,0 1 0 0 0,0-1 0 0 0,0 0 0 0 0,0 0 0 0 0,0 0 0 0 0,0 0 0 0 0,0-1 0 0 0,6 1 0 0 0,1-1-29 0 0,-1 0 0 0 0,1 0 0 0 0,0-1 0 0 0,-1 0 0 0 0,1-1 0 0 0,14-4 0 0 0,-18 3-517 0 0,0 0 0 0 0,0 0 1 0 0,-1-1-1 0 0,1 0 0 0 0,-1 0 0 0 0,0 0 1 0 0,0-1-1 0 0,0 0 0 0 0,-1 0 0 0 0,0 0 1 0 0,0 0-1 0 0,6-10 0 0 0,-8 12 303 0 0,-1 0 0 0 0,1 0 0 0 0,0 0 0 0 0,-1 0 0 0 0,0 0 0 0 0,0 0 0 0 0,0 0 0 0 0,0 0-1 0 0,0 0 1 0 0,-1-1 0 0 0,1 1 0 0 0,-1 0 0 0 0,0 0 0 0 0,0-1 0 0 0,0 1 0 0 0,0 0 0 0 0,-1-1 0 0 0,1 1 0 0 0,-1 0 0 0 0,0 0 0 0 0,0 0 0 0 0,0 0 0 0 0,0-1 0 0 0,-1 1 0 0 0,1 1-1 0 0,-1-1 1 0 0,-2-3 0 0 0,2 4 258 0 0,-1-1-1 0 0,1 2 1 0 0,-1-1-1 0 0,0 0 1 0 0,1 1-1 0 0,-1-1 0 0 0,0 1 1 0 0,0 0-1 0 0,0 0 1 0 0,0 0-1 0 0,0 0 0 0 0,0 0 1 0 0,-1 1-1 0 0,1-1 1 0 0,0 1-1 0 0,0 0 1 0 0,0 0-1 0 0,0 0 0 0 0,-1 1 1 0 0,1-1-1 0 0,0 1 1 0 0,0-1-1 0 0,0 1 1 0 0,0 0-1 0 0,-5 3 0 0 0,8-4 35 0 0,0 1-1 0 0,0-1 1 0 0,0 1-1 0 0,0-1 0 0 0,0 0 1 0 0,0 1-1 0 0,0-1 0 0 0,0 0 1 0 0,0 1-1 0 0,1-1 0 0 0,-1 0 1 0 0,0 1-1 0 0,0-1 1 0 0,1 0-1 0 0,-1 1 0 0 0,0-1 1 0 0,0 0-1 0 0,1 1 0 0 0,-1-1 1 0 0,0 0-1 0 0,1 0 0 0 0,-1 1 1 0 0,0-1-1 0 0,1 0 1 0 0,-1 0-1 0 0,0 0 0 0 0,1 1 1 0 0,-1-1-1 0 0,0 0 0 0 0,1 0 1 0 0,-1 0-1 0 0,1 0 0 0 0,-1 0 1 0 0,0 0-1 0 0,1 0 1 0 0,-1 0-1 0 0,1 0 0 0 0,-1 0 1 0 0,0 0-1 0 0,1 0 0 0 0,-1 0 1 0 0,1-1-1 0 0,22 6 1807 0 0,-12-6-1643 0 0,0 0 1 0 0,0 0-1 0 0,0-1 0 0 0,0 0 0 0 0,0-1 0 0 0,-1 0 0 0 0,1-1 1 0 0,-1 0-1 0 0,0-1 0 0 0,0 0 0 0 0,13-9 0 0 0,-23 14-255 0 0,1 0-1 0 0,0 0 0 0 0,-1 0 1 0 0,1 1-1 0 0,0-1 1 0 0,-1 0-1 0 0,1 0 0 0 0,-1 1 1 0 0,1-1-1 0 0,0 0 1 0 0,-1 1-1 0 0,1-1 1 0 0,-1 1-1 0 0,1-1 0 0 0,-1 0 1 0 0,1 1-1 0 0,-1-1 1 0 0,0 1-1 0 0,1-1 0 0 0,-1 1 1 0 0,0 0-1 0 0,1-1 1 0 0,-1 1-1 0 0,0-1 0 0 0,1 1 1 0 0,-1 0-1 0 0,0-1 1 0 0,0 1-1 0 0,0 0 1 0 0,0-1-1 0 0,0 1 0 0 0,0 0 1 0 0,0-1-1 0 0,0 1 1 0 0,0 0-1 0 0,0-1 0 0 0,0 1 1 0 0,0 1-1 0 0,3 29 26 0 0,-4-16-312 0 0,-4 38-1649 0 0,-5-24-4369 0 0,10-29 6233 0 0,0 0 0 0 0,0 0 0 0 0,0 1 1 0 0,0-1-1 0 0,0 0 0 0 0,0 0 1 0 0,-1 0-1 0 0,1 0 0 0 0,0 0 0 0 0,0 0 1 0 0,0 0-1 0 0,0 0 0 0 0,0 0 1 0 0,0 0-1 0 0,0 0 0 0 0,0 0 0 0 0,0 0 1 0 0,-1 0-1 0 0,1 0 0 0 0,0 0 1 0 0,0 0-1 0 0,0 0 0 0 0,0 1 0 0 0,0-1 1 0 0,0 0-1 0 0,0 0 0 0 0,0-1 1 0 0,-1 1-1 0 0,1 0 0 0 0,0 0 1 0 0,0 0-1 0 0,0 0 0 0 0,0 0 0 0 0,0 0 1 0 0,0 0-1 0 0,0 0 0 0 0,0 0 1 0 0,-1 0-1 0 0,1 0 0 0 0,0 0 0 0 0,0 0 1 0 0,0 0-1 0 0,0 0 0 0 0,0 0 1 0 0,0 0-1 0 0,0 0 0 0 0,0-1 0 0 0,0 1 1 0 0,0 0-1 0 0,0 0 0 0 0,0 0 1 0 0,0 0-1 0 0,-1 0 0 0 0,1 0 0 0 0,0 0 1 0 0,0 0-1 0 0,0-1 0 0 0,0 1 1 0 0,0 0-1 0 0,0 0 0 0 0,0 0 1 0 0,0 0-1 0 0,0 0 0 0 0,0 0 0 0 0,7 1-1423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5:29.5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26 1720 0 0,'-1'-2'417'0'0,"1"0"-1"0"0,0 0 1 0 0,0 1-1 0 0,0-1 1 0 0,1 0-1 0 0,-1 0 1 0 0,0 1-1 0 0,1-1 1 0 0,-1 0-1 0 0,1 1 1 0 0,0-1-1 0 0,-1 0 0 0 0,1 1 1 0 0,6 0 4441 0 0,-6 20-3360 0 0,-2-9-1538 0 0,-4 122 76 0 0,8-88-3489 0 0,4 1-3911 0 0,-4-36 4974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5:29.9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29 1272 0 0,'-1'2'236'0'0,"1"1"0"0"0,0-1 0 0 0,0 0 1 0 0,0 0-1 0 0,1 1 0 0 0,-1-1 0 0 0,0 0 0 0 0,1 1 0 0 0,0-1 0 0 0,-1 0 0 0 0,1 0 0 0 0,0 0 0 0 0,0 0 0 0 0,0 0 0 0 0,0 0 0 0 0,1 0 0 0 0,-1 0 0 0 0,0 0 1 0 0,1 0-1 0 0,0-1 0 0 0,-1 1 0 0 0,1 0 0 0 0,0-1 0 0 0,0 0 0 0 0,0 1 0 0 0,0-1 0 0 0,3 2 0 0 0,3-1 392 0 0,1 0-1 0 0,-1 0 0 0 0,1-1 1 0 0,-1 0-1 0 0,0-1 1 0 0,13 0-1 0 0,-20 0-612 0 0,11 0 339 0 0,19 0-696 0 0,57-7 1 0 0,-81 6-264 0 0,1 0 0 0 0,0-1 0 0 0,-1 0 0 0 0,0 0 0 0 0,1-1 0 0 0,-1 0 1 0 0,0 0-1 0 0,-1 0 0 0 0,1-1 0 0 0,0 0 0 0 0,-1-1 0 0 0,0 0 0 0 0,6-5 0 0 0,0-16-1452 0 0,-4 14 783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5:30.3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146 58 2897 0 0,'-3'-1'216'0'0,"1"1"0"0"0,0 0 0 0 0,0-1 0 0 0,0 1 0 0 0,0 0 0 0 0,-1 0 0 0 0,1 0 0 0 0,0 0 0 0 0,0 1 0 0 0,0-1 0 0 0,0 1 0 0 0,0-1 0 0 0,-1 1 0 0 0,1 0 0 0 0,0-1 0 0 0,0 1 0 0 0,0 0 0 0 0,1 1 0 0 0,-1-1-1 0 0,0 0 1 0 0,0 0 0 0 0,1 1 0 0 0,-1-1 0 0 0,0 1 0 0 0,1-1 0 0 0,0 1 0 0 0,-1 0 0 0 0,1 0 0 0 0,0-1 0 0 0,0 1 0 0 0,0 0 0 0 0,0 0 0 0 0,-1 4 0 0 0,-5 10-267 0 0,0 1-1 0 0,2-1 0 0 0,-6 25 0 0 0,3-10 187 0 0,4-16-414 0 0,-18 49-2184 0 0,2-26-2152 0 0,22-56 2237 0 0,4 8 1953 0 0</inkml:trace>
  <inkml:trace contextRef="#ctx0" brushRef="#br0" timeOffset="1">82 210 520 0 0,'-2'-30'1048'0'0,"-3"-10"2573"0"0,8 45-2697 0 0,1 0 0 0 0,-1 0-1 0 0,1-1 1 0 0,-1 1 0 0 0,1-1 0 0 0,7 5 0 0 0,40 27 473 0 0,-46-33-1922 0 0,2 1 1 0 0,-1-1-1 0 0,0 0 1 0 0,1-1-1 0 0,-1 0 1 0 0,1 0-1 0 0,0 0 1 0 0,-1 0-1 0 0,1-1 1 0 0,0 0-1 0 0,0-1 1 0 0,0 0-1 0 0,0 0 1 0 0,11-1-1 0 0,-17 0 396 0 0,0 1 0 0 0,0 0-1 0 0,0-1 1 0 0,0 1 0 0 0,-1 0-1 0 0,1-1 1 0 0,0 1 0 0 0,0-1-1 0 0,-1 1 1 0 0,1-1 0 0 0,0 0 0 0 0,0 1-1 0 0,-1-1 1 0 0,1 0 0 0 0,-1 1-1 0 0,1-1 1 0 0,-1 0 0 0 0,1 0-1 0 0,0-1 1 0 0,2-2-452 0 0,7-6-1149 0 0</inkml:trace>
  <inkml:trace contextRef="#ctx0" brushRef="#br0" timeOffset="2">361 9 1592 0 0,'0'-1'78'0'0,"0"1"0"0"0,0 0 0 0 0,0 0 0 0 0,0-1 0 0 0,0 1 0 0 0,1 0 0 0 0,-1 0 0 0 0,0 0 0 0 0,0-1 0 0 0,0 1 0 0 0,0 0 0 0 0,0 0 0 0 0,0-1-1 0 0,-1 1 1 0 0,1 0 0 0 0,0 0 0 0 0,0-1 0 0 0,0 1 0 0 0,0 0 0 0 0,0 0 0 0 0,0 0 0 0 0,0-1 0 0 0,0 1 0 0 0,0 0 0 0 0,-1 0 0 0 0,1 0 0 0 0,0-1 0 0 0,0 1 0 0 0,0 0-1 0 0,0 0 1 0 0,-1 0 0 0 0,1 0 0 0 0,0 0 0 0 0,0 0 0 0 0,0-1 0 0 0,-1 1 0 0 0,1 0 0 0 0,0 0 0 0 0,0 0 0 0 0,-1 0 0 0 0,1 0 0 0 0,0 0 0 0 0,0 0 0 0 0,0 0 0 0 0,-1 0-1 0 0,1 0 1 0 0,0 0 0 0 0,-1 0 0 0 0,-4 14 2215 0 0,-3 28-137 0 0,8-39-1925 0 0,-8 105 1177 0 0,7-35-3611 0 0,1-46-208 0 0,0-26 2137 0 0,0 0 0 0 0,0 1 0 0 0,0-1 0 0 0,0 0 0 0 0,0 0 0 0 0,0 0 0 0 0,-1 1-1 0 0,1-1 1 0 0,0 0 0 0 0,-1 0 0 0 0,1 0 0 0 0,-1 0 0 0 0,0 0 0 0 0,1 1-1 0 0,-1-1 1 0 0,0 0 0 0 0,-1 1 0 0 0,0 4-1421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5:30.8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0 113 1200 0 0,'2'1'357'0'0,"0"0"0"0"0,0 0 1 0 0,0 0-1 0 0,0-1 0 0 0,0 1 0 0 0,0 0 0 0 0,0-1 0 0 0,0 0 0 0 0,1 1 0 0 0,-1-1 0 0 0,0 0 0 0 0,0 0 0 0 0,0 0 1 0 0,1 0-1 0 0,-1-1 0 0 0,0 1 0 0 0,0 0 0 0 0,0-1 0 0 0,3-1 0 0 0,50-16 2836 0 0,-40 12-2039 0 0,11-4 124 0 0,40-24-1 0 0,24-8-320 0 0,-88 41-922 0 0,0 0 0 0 0,0 0 0 0 0,0 1 0 0 0,0-1 0 0 0,0 1 0 0 0,0-1 0 0 0,0 1 0 0 0,0 0 0 0 0,1 0 0 0 0,-1 0 1 0 0,0 0-1 0 0,0 0 0 0 0,0 0 0 0 0,0 1 0 0 0,1-1 0 0 0,-1 1 0 0 0,0-1 0 0 0,0 1 0 0 0,0 0 0 0 0,0 0 0 0 0,0 0 0 0 0,-1 0 0 0 0,1 0 0 0 0,0 0 0 0 0,3 3 1 0 0,-3-1-245 0 0,1 1 0 0 0,-1-1 1 0 0,0 1-1 0 0,0-1 1 0 0,0 1-1 0 0,0 0 0 0 0,-1 0 1 0 0,0 0-1 0 0,0 0 1 0 0,0 0-1 0 0,0 0 0 0 0,0 8 1 0 0,0-3-758 0 0,0 0 0 0 0,-1 0 0 0 0,-1 1 0 0 0,0-1 0 0 0,0 0 1 0 0,0 0-1 0 0,-1 0 0 0 0,-1 0 0 0 0,1 0 0 0 0,-2-1 0 0 0,1 1 0 0 0,-6 10 0 0 0,2-9-622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5:31.2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 79 1432 0 0,'-1'0'134'0'0,"0"-1"0"0"0,-1 1 0 0 0,1 0 0 0 0,0 0 0 0 0,-1-1-1 0 0,1 1 1 0 0,0-1 0 0 0,0 1 0 0 0,0-1 0 0 0,-1 0 0 0 0,1 1 0 0 0,0-1-1 0 0,0 0 1 0 0,0 0 0 0 0,0 0 0 0 0,0 0 0 0 0,-1-1 0 0 0,2 1-36 0 0,0 1-1 0 0,0-1 1 0 0,0 1 0 0 0,0-1 0 0 0,0 1 0 0 0,0-1 0 0 0,0 0 0 0 0,0 1 0 0 0,0-1-1 0 0,1 1 1 0 0,-1-1 0 0 0,0 1 0 0 0,0-1 0 0 0,0 1 0 0 0,1-1 0 0 0,-1 1 0 0 0,0-1 0 0 0,1 1-1 0 0,-1 0 1 0 0,0-1 0 0 0,1 1 0 0 0,-1-1 0 0 0,0 1 0 0 0,1 0 0 0 0,-1-1 0 0 0,1 1-1 0 0,0-1 1 0 0,3-2 244 0 0,0 1-1 0 0,1-1 1 0 0,0 1-1 0 0,-1 0 1 0 0,1 0-1 0 0,0 0 1 0 0,5-1-1 0 0,41-10 939 0 0,-36 8-752 0 0,0 0-1 0 0,0 2 1 0 0,0 0 0 0 0,23-1-1 0 0,-36 4-484 0 0,-1 0-1 0 0,1 1 0 0 0,-1-1 1 0 0,1 1-1 0 0,0-1 0 0 0,-1 1 1 0 0,1 0-1 0 0,-1 0 1 0 0,1-1-1 0 0,-1 1 0 0 0,1 0 1 0 0,-1 1-1 0 0,0-1 1 0 0,0 0-1 0 0,1 0 0 0 0,-1 0 1 0 0,0 1-1 0 0,0-1 0 0 0,0 1 1 0 0,0-1-1 0 0,-1 1 1 0 0,1-1-1 0 0,0 1 0 0 0,-1-1 1 0 0,1 1-1 0 0,-1 0 0 0 0,1-1 1 0 0,-1 1-1 0 0,0 0 1 0 0,1 1-1 0 0,4 61-251 0 0,-5-53-18 0 0,1 30-2161 0 0,-3 0 1 0 0,-1 0-1 0 0,-10 47 1 0 0,-1-50-245 0 0,9-23 1008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5:31.6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3201 0 0,'4'17'1343'0'0,"19"78"2507"0"0,-14-52-4194 0 0,4 60 1 0 0,-13-4-5604 0 0,4-92 4515 0 0</inkml:trace>
  <inkml:trace contextRef="#ctx0" brushRef="#br0" timeOffset="0.98">39 184 1504 0 0,'0'-1'77'0'0,"-1"0"0"0"0,1 1 0 0 0,-1-1 1 0 0,1 0-1 0 0,0 0 0 0 0,-1 1 0 0 0,1-1 0 0 0,0 0 0 0 0,-1 0 0 0 0,1 0 0 0 0,0 1 0 0 0,0-1 0 0 0,0 0 0 0 0,0 0 0 0 0,0 0 0 0 0,0 0 0 0 0,0 0 0 0 0,0 1 0 0 0,0-1 0 0 0,0 0 0 0 0,1 0 0 0 0,-1 0 0 0 0,0 1 0 0 0,0-1 0 0 0,1-1 1 0 0,19 2 1252 0 0,10 1-2068 0 0,-26-1 547 0 0,-1-1 1 0 0,1 1 0 0 0,-1-1 0 0 0,0 0 0 0 0,1 0-1 0 0,-1 0 1 0 0,0 0 0 0 0,0-1 0 0 0,0 1 0 0 0,0-1 0 0 0,0 0-1 0 0,0 0 1 0 0,0 0 0 0 0,4-5 0 0 0,3-1-881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5:32.0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 1 1152 0 0,'1'0'282'0'0,"0"0"0"0"0,0 0 0 0 0,0 0 0 0 0,0 0 0 0 0,0 1 0 0 0,0-1 0 0 0,0 0 0 0 0,0 1 0 0 0,0-1 0 0 0,0 0 0 0 0,-1 1 0 0 0,1 0 0 0 0,0-1 0 0 0,0 1 0 0 0,0-1 0 0 0,-1 1 0 0 0,1 0 0 0 0,0-1 0 0 0,-1 1 0 0 0,1 0 0 0 0,0 0 0 0 0,-1 0 0 0 0,1 0 0 0 0,-1-1 0 0 0,1 3 0 0 0,7 32 2109 0 0,-13 34-1877 0 0,-4-34-503 0 0,7-28-106 0 0,0 0 0 0 0,0 0 0 0 0,1 0 0 0 0,-1 0-1 0 0,1 0 1 0 0,1 0 0 0 0,0 0 0 0 0,0 9 0 0 0,1-16 107 0 0,-1 1 1 0 0,1-1 0 0 0,0 0 0 0 0,-1 1 0 0 0,1-1-1 0 0,0 0 1 0 0,-1 0 0 0 0,1 0 0 0 0,0 0 0 0 0,0 0 0 0 0,-1 1-1 0 0,1-1 1 0 0,0-1 0 0 0,0 1 0 0 0,-1 0 0 0 0,1 0-1 0 0,0 0 1 0 0,-1 0 0 0 0,1 0 0 0 0,0-1 0 0 0,-1 1 0 0 0,1 0-1 0 0,0 0 1 0 0,-1-1 0 0 0,1 1 0 0 0,0-1 0 0 0,-1 1-1 0 0,2-2 1 0 0,27-13 634 0 0,-25 13-535 0 0,18-11 73 0 0,41-19-1305 0 0,-19 23-6592 0 0</inkml:trace>
  <inkml:trace contextRef="#ctx0" brushRef="#br0" timeOffset="1">1 326 2817 0 0,'27'-1'3565'0'0,"0"-1"0"0"0,52-10 1 0 0,49-23-3810 0 0,-29 7-9035 0 0,-91 28 7964 0 0,7 3-392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5:32.4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91 0 2064 0 0,'-4'0'343'0'0,"1"0"-1"0"0,0 1 0 0 0,0-1 1 0 0,0 1-1 0 0,0 0 0 0 0,0 0 0 0 0,0 0 1 0 0,0 0-1 0 0,0 0 0 0 0,0 1 1 0 0,0-1-1 0 0,0 1 0 0 0,1 0 0 0 0,-1 0 1 0 0,1 0-1 0 0,-3 2 0 0 0,1 0-118 0 0,1 0-1 0 0,-1 0 0 0 0,1 1 1 0 0,0-1-1 0 0,1 1 0 0 0,-1 0 1 0 0,1 0-1 0 0,-1 0 0 0 0,-1 6 1 0 0,3-6-222 0 0,-1 0 1 0 0,1 0-1 0 0,0-1 1 0 0,0 1-1 0 0,0 0 1 0 0,1 0 0 0 0,0 0-1 0 0,0 0 1 0 0,0 0-1 0 0,1 0 1 0 0,-1 0-1 0 0,1 0 1 0 0,0 0-1 0 0,1 0 1 0 0,-1 0 0 0 0,1 0-1 0 0,0-1 1 0 0,0 1-1 0 0,0-1 1 0 0,1 1-1 0 0,4 6 1 0 0,-3-8-8 0 0,1 0 0 0 0,-1 1 1 0 0,0-1-1 0 0,1-1 0 0 0,0 1 0 0 0,-1-1 0 0 0,1 0 1 0 0,0 0-1 0 0,0 0 0 0 0,0 0 0 0 0,1-1 1 0 0,-1 0-1 0 0,0 0 0 0 0,0-1 0 0 0,1 1 1 0 0,-1-1-1 0 0,0 0 0 0 0,1-1 0 0 0,-1 1 1 0 0,0-1-1 0 0,1 0 0 0 0,-1 0 0 0 0,0-1 0 0 0,6-2 1 0 0,-4 2 190 0 0,-1-1 0 0 0,0 0 0 0 0,1 0 0 0 0,-2 0-1 0 0,1-1 1 0 0,0 0 0 0 0,-1 0 0 0 0,1-1 0 0 0,-1 1 0 0 0,0-1 0 0 0,-1 0 0 0 0,1 0 0 0 0,-1-1 0 0 0,0 1 0 0 0,0-1 0 0 0,-1 0 0 0 0,0 0 0 0 0,5-12 0 0 0,-8 16-62 0 0,1-1 1 0 0,-1 1-1 0 0,1-1 0 0 0,-1 1 0 0 0,0-1 1 0 0,0 1-1 0 0,0-1 0 0 0,0 1 1 0 0,0-1-1 0 0,-1 1 0 0 0,1-1 1 0 0,-1 1-1 0 0,1-1 0 0 0,-1 1 1 0 0,0-1-1 0 0,0 1 0 0 0,0 0 0 0 0,-1 0 1 0 0,1-1-1 0 0,0 1 0 0 0,-1 0 1 0 0,1 0-1 0 0,-1 0 0 0 0,0 1 1 0 0,0-1-1 0 0,0 0 0 0 0,0 1 1 0 0,0-1-1 0 0,0 1 0 0 0,0-1 0 0 0,0 1 1 0 0,0 0-1 0 0,-1 0 0 0 0,1 0 1 0 0,-1 0-1 0 0,-3 0 0 0 0,-1-2-183 0 0,-1 1-1 0 0,1 1 1 0 0,0-1 0 0 0,0 1-1 0 0,-1 1 1 0 0,1-1-1 0 0,-1 1 1 0 0,1 0-1 0 0,0 1 1 0 0,-1 0 0 0 0,-10 3-1 0 0,-15 12-3073 0 0,28-13 1718 0 0,1 0 1 0 0,-1 0-1 0 0,0-1 1 0 0,0 0-1 0 0,0 0 1 0 0,-10 2-1 0 0,5-1-2047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21:59.888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 0 496 0 0,'-2'2'-184'0'0,"2"4"-120"0"0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22:02.143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157 268 1472 0 0,'-14'-2'-8'0'0,"0"1"1"0"0,0 1-1 0 0,1 1 0 0 0,-1 0 0 0 0,0 0 0 0 0,1 1 0 0 0,-20 6 1 0 0,5-13 4640 0 0,31 6-4548 0 0,1 0 0 0 0,-1 1 0 0 0,0-1 0 0 0,0 1 0 0 0,0 0 0 0 0,0 0 0 0 0,0 0 0 0 0,0 1 0 0 0,-1-1 0 0 0,1 0 0 0 0,-1 1 0 0 0,1 0 0 0 0,-1 0 0 0 0,3 5 1 0 0,-2-4-6 0 0,-1-1 0 0 0,0 0 0 0 0,1 0 0 0 0,-1 1 0 0 0,1-2 0 0 0,0 1 0 0 0,0 0 1 0 0,1 0-1 0 0,-1-1 0 0 0,0 0 0 0 0,1 0 0 0 0,-1 0 0 0 0,7 3 0 0 0,39 6 269 0 0,1-3 0 0 0,-1-1 0 0 0,1-2-1 0 0,58-3 1 0 0,-55-1-12 0 0,312-11 1775 0 0,58 2-805 0 0,68 11-270 0 0,-366-9-680 0 0,1 5 0 0 0,180 22 1 0 0,-201-13-115 0 0,0-5-1 0 0,168-17 1 0 0,19 0 290 0 0,110-12 7 0 0,-187 7-275 0 0,22 15-72 0 0,20-1-14 0 0,223 2 223 0 0,-377 7-296 0 0,-37-2-88 0 0,773 1 438 0 0,-328-49-86 0 0,-130 9-318 0 0,363-14 37 0 0,-70 15 5 0 0,-486 28-120 0 0,269 13-2 0 0,17-1 126 0 0,-67 3-121 0 0,-300-2 67 0 0,337-11 54 0 0,-133-2-20 0 0,475-8 238 0 0,-3-59 188 0 0,-604 49-498 0 0,1 8 0 0 0,238 6 0 0 0,98 16 88 0 0,207 11-23 0 0,158 60 28 0 0,-130-35 229 0 0,-630-42-366 0 0,-66 0 227 0 0,61 6 1 0 0,-94-1-832 0 0,1 0 1 0 0,-1 2 0 0 0,25 8-1 0 0,-42-11 38 0 0,29 7-788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27:37.2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252 1 2393 0 0,'-32'45'4389'0'0,"-4"39"-2894"0"0,21-49-735 0 0,-70 217 765 0 0,35-95-5500 0 0,48-152 3651 0 0,-9 22-1832 0 0,11-26 2061 0 0,0 0 0 0 0,-1-1 1 0 0,1 1-1 0 0,0 0 0 0 0,-1-1 0 0 0,1 1 1 0 0,0 0-1 0 0,-1-1 0 0 0,1 1 0 0 0,-1-1 1 0 0,1 1-1 0 0,-1-1 0 0 0,1 1 0 0 0,-1-1 1 0 0,0 1-1 0 0,1-1 0 0 0,-1 1 0 0 0,1-1 1 0 0,-1 0-1 0 0,0 1 0 0 0,0-1 0 0 0,1 0 0 0 0,-1 0 1 0 0,0 0-1 0 0,1 1 0 0 0,-1-1 0 0 0,0 0 1 0 0,-1 0-1 0 0,-2-1-1080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27:37.6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8 616 0 0,'0'-1'67'0'0,"0"1"0"0"0,0-1 0 0 0,1 1 0 0 0,-1-1 0 0 0,0 1 0 0 0,1-1 0 0 0,-1 1 0 0 0,1 0 0 0 0,-1-1 0 0 0,0 1 0 0 0,1-1 0 0 0,-1 1 0 0 0,1 0 0 0 0,-1 0 0 0 0,1-1 0 0 0,-1 1 0 0 0,1 0 0 0 0,0 0 0 0 0,-1 0 0 0 0,1-1 0 0 0,-1 1 0 0 0,1 0 0 0 0,-1 0 0 0 0,1 0 0 0 0,-1 0 0 0 0,1 0 0 0 0,0 0 0 0 0,-1 0 0 0 0,1 0 0 0 0,-1 0 0 0 0,1 1 0 0 0,-1-1 0 0 0,1 0 0 0 0,-1 0 0 0 0,1 0 0 0 0,0 1 0 0 0,-1-1 0 0 0,1 0 0 0 0,-1 0 0 0 0,0 1 0 0 0,1-1 0 0 0,-1 1 0 0 0,1-1 0 0 0,-1 0 0 0 0,1 1 0 0 0,-1-1 0 0 0,0 1 0 0 0,1-1 0 0 0,-1 1 0 0 0,0-1 0 0 0,0 1 0 0 0,1-1 0 0 0,-1 1 0 0 0,30 43 1081 0 0,-8-11-373 0 0,31 13 96 0 0,-49-43-987 0 0,-1 0 1 0 0,1-1 0 0 0,0 1 0 0 0,-1-1-1 0 0,1 0 1 0 0,0 0 0 0 0,0 0 0 0 0,1-1 0 0 0,-1 0-1 0 0,0 1 1 0 0,0-1 0 0 0,1-1 0 0 0,6 1-1 0 0,-10-1 5 0 0,0 0-1 0 0,0-1 0 0 0,-1 1 1 0 0,1-1-1 0 0,0 1 0 0 0,-1-1 1 0 0,1 1-1 0 0,-1-1 0 0 0,1 1 0 0 0,0-1 1 0 0,-1 0-1 0 0,1 1 0 0 0,-1-1 1 0 0,0 0-1 0 0,1 1 0 0 0,-1-1 1 0 0,0 0-1 0 0,1 0 0 0 0,-1 1 0 0 0,0-1 1 0 0,0 0-1 0 0,1 0 0 0 0,-1 0 1 0 0,0 0-1 0 0,0 1 0 0 0,0-1 1 0 0,0 0-1 0 0,0 0 0 0 0,0 0 0 0 0,-1 1 1 0 0,1-1-1 0 0,0-1 0 0 0,0 1 110 0 0,-1-11-1428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27:38.0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 1 992 0 0,'-2'2'163'0'0,"1"0"-1"0"0,0 0 1 0 0,-1 1-1 0 0,1-1 0 0 0,0 0 1 0 0,0 1-1 0 0,1-1 1 0 0,-1 1-1 0 0,0-1 1 0 0,1 1-1 0 0,-1 0 0 0 0,1-1 1 0 0,0 1-1 0 0,0 3 1 0 0,3 46 274 0 0,0-23-250 0 0,-1 13-90 0 0,-1-31-158 0 0,0 0-1 0 0,0 0 1 0 0,-1 1-1 0 0,0-1 1 0 0,-1 0-1 0 0,-4 15 0 0 0,-12-78-2267 0 0,18 15 2642 0 0,5 22 600 0 0,-5 15-851 0 0,-1 0-1 0 0,1 0 1 0 0,-1 0 0 0 0,1 0-1 0 0,-1 0 1 0 0,1 0-1 0 0,-1 0 1 0 0,1 0-1 0 0,-1 0 1 0 0,1 0-1 0 0,-1 0 1 0 0,0 0 0 0 0,1 0-1 0 0,-1 1 1 0 0,1-1-1 0 0,-1 0 1 0 0,1 0-1 0 0,-1 1 1 0 0,0-1-1 0 0,1 0 1 0 0,-1 0 0 0 0,1 1-1 0 0,-1-1 1 0 0,0 0-1 0 0,0 1 1 0 0,1-1-1 0 0,-1 0 1 0 0,0 1-1 0 0,1-1 1 0 0,-1 1 0 0 0,0-1-1 0 0,0 1 1 0 0,1 0 3 0 0,-1 0 1 0 0,1 0 0 0 0,-1 0-1 0 0,1 0 1 0 0,-1-1 0 0 0,1 1-1 0 0,0 0 1 0 0,-1 0 0 0 0,1-1-1 0 0,0 1 1 0 0,0 0-1 0 0,-1-1 1 0 0,1 1 0 0 0,0-1-1 0 0,0 1 1 0 0,0-1 0 0 0,0 0-1 0 0,0 1 1 0 0,0-1 0 0 0,0 0-1 0 0,0 1 1 0 0,0-1 0 0 0,0 0-1 0 0,1 0 1 0 0,0-1 8 0 0,0 0-1 0 0,0 0 1 0 0,-1 0 0 0 0,1-1-1 0 0,0 1 1 0 0,-1 0 0 0 0,1-1-1 0 0,-1 1 1 0 0,0-1 0 0 0,1 0 0 0 0,-1 1-1 0 0,1-3 1 0 0,3-5 395 0 0,0 1-1 0 0,0-1 1 0 0,-1 0-1 0 0,-1-1 1 0 0,0 1 0 0 0,0 0-1 0 0,0-1 1 0 0,-1 0 0 0 0,0-10-1 0 0,0 45-333 0 0,8 48-1 0 0,-6-56-949 0 0,-1 0 0 0 0,-1-1-1 0 0,-1 1 1 0 0,0 1-1 0 0,-1-1 1 0 0,-4 27 0 0 0,-9-18-3013 0 0,9-17 1897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27:38.4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0 112 1904 0 0,'43'-34'5106'0'0,"1"10"-3396"0"0,-14 10-639 0 0,-12 6-468 0 0,-9 3-433 0 0,0 1 0 0 0,0 0 0 0 0,0 0 0 0 0,1 1 0 0 0,0 0 0 0 0,-1 0 0 0 0,1 1 0 0 0,0 1 0 0 0,0-1 0 0 0,17 2 0 0 0,-25 0-186 0 0,-1 1 1 0 0,1 0-1 0 0,-1 0 0 0 0,0 0 1 0 0,1 0-1 0 0,-1 0 0 0 0,0 0 0 0 0,0 1 1 0 0,0-1-1 0 0,0 0 0 0 0,0 1 1 0 0,0-1-1 0 0,0 1 0 0 0,0-1 1 0 0,0 1-1 0 0,-1-1 0 0 0,1 1 1 0 0,-1-1-1 0 0,1 1 0 0 0,-1 0 1 0 0,1-1-1 0 0,-1 1 0 0 0,0 0 1 0 0,0-1-1 0 0,0 1 0 0 0,0 0 0 0 0,0 0 1 0 0,0-1-1 0 0,-1 1 0 0 0,1 0 1 0 0,-1 2-1 0 0,-13 57-3537 0 0,13-58 3180 0 0,-14 52-6109 0 0,17-59 5368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27:38.8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30 219 1856 0 0,'-2'1'98'0'0,"1"-1"-1"0"0,0 1 1 0 0,-1-1-1 0 0,1 1 0 0 0,-1 0 1 0 0,1-1-1 0 0,0 1 1 0 0,-1 0-1 0 0,1 0 1 0 0,0 0-1 0 0,0 0 0 0 0,0 0 1 0 0,0 1-1 0 0,0-1 1 0 0,0 0-1 0 0,0 0 0 0 0,0 1 1 0 0,0-1-1 0 0,1 0 1 0 0,-1 1-1 0 0,0-1 0 0 0,1 1 1 0 0,-1-1-1 0 0,1 1 1 0 0,0-1-1 0 0,-1 1 1 0 0,1-1-1 0 0,0 1 0 0 0,0 1 1 0 0,-1 1-27 0 0,1 0 0 0 0,-1 0 0 0 0,1 0 0 0 0,0 0 0 0 0,0 0 1 0 0,0 0-1 0 0,1-1 0 0 0,-1 1 0 0 0,1 0 0 0 0,2 6 0 0 0,-2-8-40 0 0,0-1 0 0 0,1 1 1 0 0,-1 0-1 0 0,0 0 0 0 0,1-1 0 0 0,0 1 0 0 0,-1-1 0 0 0,1 1 0 0 0,0-1 0 0 0,0 0 0 0 0,0 0 1 0 0,0 1-1 0 0,0-1 0 0 0,0-1 0 0 0,0 1 0 0 0,0 0 0 0 0,0 0 0 0 0,0-1 0 0 0,4 1 0 0 0,0 0 108 0 0,-1-1 0 0 0,1 0-1 0 0,0 0 1 0 0,-1-1-1 0 0,1 1 1 0 0,0-1-1 0 0,-1-1 1 0 0,6-1-1 0 0,-4 2 61 0 0,-1-2 0 0 0,0 1 0 0 0,0 0 0 0 0,0-1 0 0 0,0 0 0 0 0,-1-1 0 0 0,1 1 0 0 0,-1-1 0 0 0,0 0 0 0 0,0 0-1 0 0,0-1 1 0 0,0 1 0 0 0,-1-1 0 0 0,7-9 0 0 0,-10 11-98 0 0,0-1 0 0 0,-1 0-1 0 0,1 1 1 0 0,-1-1-1 0 0,0 0 1 0 0,0 1 0 0 0,0-1-1 0 0,0 0 1 0 0,-1 1 0 0 0,1-1-1 0 0,-1 1 1 0 0,0-1 0 0 0,0 1-1 0 0,0-1 1 0 0,-1 1 0 0 0,1-1-1 0 0,-1 1 1 0 0,0 0-1 0 0,0 0 1 0 0,0 0 0 0 0,0 0-1 0 0,0 0 1 0 0,-1 0 0 0 0,1 1-1 0 0,-5-4 1 0 0,-3-4-482 0 0,-1 0 0 0 0,-1 0-1 0 0,0 1 1 0 0,-25-15 0 0 0,33 23-421 0 0,0-1 0 0 0,-1 1 0 0 0,1 0 0 0 0,-1 0 0 0 0,1 0 0 0 0,-1 0 0 0 0,-4 1 0 0 0,-6-2-1639 0 0,9 3 557 0 0</inkml:trace>
  <inkml:trace contextRef="#ctx0" brushRef="#br0" timeOffset="1">327 1 2288 0 0,'4'4'524'0'0,"-1"1"-1"0"0,1 1 1 0 0,-1-1-1 0 0,0 0 1 0 0,0 1-1 0 0,-1 0 1 0 0,0-1-1 0 0,0 1 0 0 0,0 0 1 0 0,-1 0-1 0 0,1 0 1 0 0,-1 1-1 0 0,-1-1 1 0 0,1 0-1 0 0,-2 10 1 0 0,-3 43-1265 0 0,-5-7-4085 0 0,9-52 4763 0 0,0 1 0 0 0,-1-1-1 0 0,1 0 1 0 0,0 1 0 0 0,0-1 0 0 0,-1 1-1 0 0,1-1 1 0 0,0 0 0 0 0,0 0 0 0 0,-1 1-1 0 0,1-1 1 0 0,0 0 0 0 0,-1 1 0 0 0,1-1 0 0 0,-1 0-1 0 0,1 0 1 0 0,0 0 0 0 0,-1 1 0 0 0,1-1-1 0 0,-1 0 1 0 0,1 0 0 0 0,0 0 0 0 0,-1 0-1 0 0,1 0 1 0 0,-1 0 0 0 0,1 0 0 0 0,-1 0-1 0 0,1 0 1 0 0,-1 0 0 0 0,1 0 0 0 0,0 0-1 0 0,-1 0 1 0 0,1 0 0 0 0,-1 0 0 0 0,1 0 0 0 0,0-1-1 0 0,-1 1 1 0 0,1 0 0 0 0,-1-1 0 0 0,-3 1-471 0 0,-1 4-1196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27:39.2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 1 1920 0 0,'-4'6'276'0'0,"1"0"0"0"0,0 0 0 0 0,1 1-1 0 0,-1 0 1 0 0,1-1 0 0 0,1 1 0 0 0,-1 0-1 0 0,1 0 1 0 0,0 0 0 0 0,1 0 0 0 0,0 8-1 0 0,0-6 5 0 0,0 0 0 0 0,0 1 0 0 0,1-1 1 0 0,1 0-1 0 0,0 0 0 0 0,0 0 0 0 0,6 17 0 0 0,-6-23-131 0 0,-1-1 0 0 0,0 0 1 0 0,1 1-1 0 0,-1-1 1 0 0,1 0-1 0 0,0 0 1 0 0,0 0-1 0 0,0 0 1 0 0,0 0-1 0 0,0-1 0 0 0,0 1 1 0 0,0-1-1 0 0,1 1 1 0 0,-1-1-1 0 0,0 0 1 0 0,1 0-1 0 0,-1 0 1 0 0,1 0-1 0 0,4 1 0 0 0,-1-1 162 0 0,0-1-1 0 0,0 0 0 0 0,0 0 0 0 0,0 0 0 0 0,0 0 0 0 0,0-1 0 0 0,-1 0 0 0 0,11-3 1 0 0,4-3 163 0 0,-1-1 1 0 0,0-1-1 0 0,-1 0 1 0 0,20-14-1 0 0,2-11-2478 0 0,-35 29 490 0 0,0 0 0 0 0,-1-1 0 0 0,0 0 0 0 0,-1 1 0 0 0,6-12 0 0 0,-4 8-145 0 0,3 6-544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27:39.6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55 48 1352 0 0,'-1'-4'506'0'0,"-8"-30"2473"0"0,2 24-282 0 0,0 19 1371 0 0,5-2-3896 0 0,1 0 0 0 0,0 0 0 0 0,1 0 0 0 0,-1 0 0 0 0,1 0 0 0 0,1-1 0 0 0,0 8 0 0 0,0 33-3317 0 0,-1-47 2998 0 0,0 1 0 0 0,0-1 1 0 0,-1 1-1 0 0,1-1 0 0 0,0 1 1 0 0,0-1-1 0 0,0 0 0 0 0,-1 1 0 0 0,1-1 1 0 0,0 1-1 0 0,0-1 0 0 0,-1 1 1 0 0,1-1-1 0 0,-1 0 0 0 0,1 1 0 0 0,0-1 1 0 0,-1 0-1 0 0,1 1 0 0 0,-1-1 1 0 0,1 0-1 0 0,0 0 0 0 0,-1 1 1 0 0,1-1-1 0 0,-1 0 0 0 0,1 0 0 0 0,-1 0 1 0 0,1 0-1 0 0,-1 0 0 0 0,1 0 1 0 0,-1 0-1 0 0,1 0 0 0 0,-1 0 0 0 0,1 0 1 0 0,-1 0-1 0 0,1 0 0 0 0,-1 0 1 0 0,1 0-1 0 0,-1 0 0 0 0,1 0 1 0 0,-1 0-1 0 0,1-1 0 0 0,-1 1 0 0 0,1 0 1 0 0,-1 0-1 0 0,1 0 0 0 0,0-1 1 0 0,-1 1-1 0 0,1 0 0 0 0,-1-1 0 0 0,1 1 1 0 0,0-1-1 0 0,-1 1 0 0 0,1 0 1 0 0,0-1-1 0 0,-1 0 0 0 0,0 1 226 0 0,-4-3-1503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27:40.0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87 1904 0 0,'10'0'3974'0'0,"14"-1"-2461"0"0,87-43 852 0 0,-14 4-2068 0 0,-97 40-312 0 0,1 0 1 0 0,-1-1 0 0 0,0 1-1 0 0,0 0 1 0 0,0 0-1 0 0,1 0 1 0 0,-1 0 0 0 0,0 0-1 0 0,0 0 1 0 0,0 0-1 0 0,1 0 1 0 0,-1 0 0 0 0,0 0-1 0 0,0 0 1 0 0,0 0-1 0 0,1 0 1 0 0,-1 0 0 0 0,0 0-1 0 0,0 0 1 0 0,0 0-1 0 0,1 0 1 0 0,-1 0 0 0 0,0 0-1 0 0,0 1 1 0 0,0-1-1 0 0,0 0 1 0 0,1 0 0 0 0,-1 0-1 0 0,0 0 1 0 0,0 0-1 0 0,0 0 1 0 0,0 1 0 0 0,1-1-1 0 0,-1 0 1 0 0,0 0-1 0 0,0 0 1 0 0,0 0 0 0 0,0 1-1 0 0,0-1 1 0 0,0 0-1 0 0,0 0 1 0 0,0 0 0 0 0,0 1-1 0 0,0-1 1 0 0,1 0-1 0 0,-1 0 1 0 0,0 0 0 0 0,0 1-1 0 0,0-1 1 0 0,0 0-1 0 0,-4 18-465 0 0,-11 14-90 0 0,-23 19-10 0 0,25-36 313 0 0,1 0 1 0 0,1 1-1 0 0,1 0 1 0 0,-12 24-1 0 0,20-36 214 0 0,0 1 0 0 0,1-1 1 0 0,-1 1-1 0 0,1 0 0 0 0,0 0 0 0 0,0-1 0 0 0,1 1 1 0 0,0 0-1 0 0,-1 0 0 0 0,1 0 0 0 0,1 0 0 0 0,-1 0 0 0 0,1 0 1 0 0,0-1-1 0 0,0 1 0 0 0,0 0 0 0 0,1 0 0 0 0,0-1 1 0 0,0 1-1 0 0,0-1 0 0 0,5 8 0 0 0,-6-9 104 0 0,1-1-1 0 0,-1 0 0 0 0,0-1 1 0 0,1 1-1 0 0,-1 0 1 0 0,1 0-1 0 0,0-1 0 0 0,0 1 1 0 0,0-1-1 0 0,0 1 1 0 0,0-1-1 0 0,0 0 0 0 0,0 0 1 0 0,0 0-1 0 0,0 0 1 0 0,0 0-1 0 0,0 0 0 0 0,1 0 1 0 0,-1-1-1 0 0,0 1 1 0 0,1-1-1 0 0,-1 0 1 0 0,1 0-1 0 0,-1 0 0 0 0,0 0 1 0 0,1 0-1 0 0,-1 0 1 0 0,0-1-1 0 0,1 1 0 0 0,-1-1 1 0 0,0 0-1 0 0,1 1 1 0 0,-1-1-1 0 0,0 0 0 0 0,0 0 1 0 0,0 0-1 0 0,0-1 1 0 0,0 1-1 0 0,0 0 0 0 0,0-1 1 0 0,0 0-1 0 0,-1 1 1 0 0,3-3-1 0 0,0 0 123 0 0,1-1 1 0 0,-1 0-1 0 0,1 0 1 0 0,-2 0-1 0 0,1 0 0 0 0,0 0 1 0 0,-1-1-1 0 0,0 0 0 0 0,0 1 1 0 0,-1-1-1 0 0,0 0 0 0 0,0-1 1 0 0,0 1-1 0 0,-1 0 0 0 0,2-8 1 0 0,-3 11-179 0 0,0 0 0 0 0,0 0 0 0 0,-1-1 0 0 0,1 1 0 0 0,-1 0 0 0 0,1 0 0 0 0,-1 0 0 0 0,0 0 0 0 0,0 0 0 0 0,-1 0 0 0 0,1 0 0 0 0,0 1 0 0 0,-1-1 0 0 0,0 0 0 0 0,0 1 0 0 0,1-1 0 0 0,-2 1 0 0 0,1 0 0 0 0,0-1 0 0 0,0 1 0 0 0,-1 0 0 0 0,1 0 0 0 0,-1 1 0 0 0,1-1 0 0 0,-1 0 0 0 0,0 1 0 0 0,0 0 0 0 0,0 0 0 0 0,0 0 0 0 0,0 0 0 0 0,0 0 0 0 0,-5-1 0 0 0,-6 0-1355 0 0,0 1-1 0 0,0 0 1 0 0,0 1 0 0 0,0 1-1 0 0,-24 3 1 0 0,23 0-242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27:40.5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1384 0 0,'2'1'183'0'0,"-1"0"0"0"0,1 0-1 0 0,-1 1 1 0 0,0-1 0 0 0,0 1 0 0 0,1-1-1 0 0,-1 1 1 0 0,0-1 0 0 0,0 1-1 0 0,-1 0 1 0 0,1-1 0 0 0,0 1 0 0 0,-1 0-1 0 0,1 0 1 0 0,-1 0 0 0 0,1-1-1 0 0,-1 1 1 0 0,1 3 0 0 0,2 43 707 0 0,-3-25-507 0 0,5 16-292 0 0,6 65 145 0 0,-8-36-4502 0 0,-10-70 3156 0 0,6 0 166 0 0</inkml:trace>
  <inkml:trace contextRef="#ctx0" brushRef="#br0" timeOffset="1">29 194 648 0 0,'-2'-4'239'0'0,"-12"-41"1996"0"0,13 44-2160 0 0,1 0-1 0 0,0 0 0 0 0,0 1 1 0 0,0-1-1 0 0,0 0 1 0 0,0 0-1 0 0,0 1 1 0 0,0-1-1 0 0,0 0 1 0 0,0 0-1 0 0,1 1 1 0 0,-1-1-1 0 0,0 0 1 0 0,0 0-1 0 0,1 1 1 0 0,-1-1-1 0 0,0 0 1 0 0,1 1-1 0 0,-1-1 1 0 0,1 0-1 0 0,-1 1 1 0 0,1-1-1 0 0,-1 1 1 0 0,1-1-1 0 0,-1 1 1 0 0,1-1-1 0 0,-1 1 1 0 0,1-1-1 0 0,0 1 1 0 0,-1-1-1 0 0,1 1 1 0 0,0 0-1 0 0,-1-1 0 0 0,1 1 1 0 0,0 0-1 0 0,0 0 1 0 0,-1 0-1 0 0,1 0 1 0 0,0-1-1 0 0,0 1 1 0 0,-1 0-1 0 0,1 0 1 0 0,0 0-1 0 0,0 1 1 0 0,-1-1-1 0 0,1 0 1 0 0,0 0-1 0 0,0 0 1 0 0,-1 0-1 0 0,1 1 1 0 0,0-1-1 0 0,0 0 1 0 0,0 1-1 0 0,14 2 99 0 0,0-1 1 0 0,-1 0-1 0 0,1-1 0 0 0,24-2 1 0 0,-32 0-809 0 0,0 0 0 0 0,1 0 0 0 0,-1 0 0 0 0,0-1 0 0 0,0 0 0 0 0,11-5 0 0 0,-18 7 603 0 0,0 0-1 0 0,0 0 1 0 0,0 0-1 0 0,0-1 1 0 0,1 1-1 0 0,-1 0 1 0 0,0 0-1 0 0,0 0 1 0 0,0 0 0 0 0,0 0-1 0 0,0 0 1 0 0,0 0-1 0 0,0-1 1 0 0,0 1-1 0 0,1 0 1 0 0,-1 0-1 0 0,0 0 1 0 0,0 0-1 0 0,0 0 1 0 0,0-1 0 0 0,0 1-1 0 0,0 0 1 0 0,0 0-1 0 0,0 0 1 0 0,0 0-1 0 0,0-1 1 0 0,0 1-1 0 0,0 0 1 0 0,0 0-1 0 0,0 0 1 0 0,0 0 0 0 0,0 0-1 0 0,0-1 1 0 0,0 1-1 0 0,0 0 1 0 0,0 0-1 0 0,0 0 1 0 0,-1 0-1 0 0,1 0 1 0 0,0-1-1 0 0,0 1 1 0 0,0 0 0 0 0,0 0-1 0 0,0 0 1 0 0,0 0-1 0 0,0 0 1 0 0,0 0-1 0 0,-1 0 1 0 0,1-1-1 0 0,0 1 1 0 0,0 0-1 0 0,0 0 1 0 0,-1 0-63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27:40.9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33 2625 0 0,'21'-8'1840'0'0,"-1"2"1"0"0,38-7-1 0 0,-48 11-1629 0 0,0 1-1 0 0,-1 0 0 0 0,1 0 1 0 0,0 1-1 0 0,0 0 0 0 0,0 1 1 0 0,0 0-1 0 0,12 3 0 0 0,-21-3-197 0 0,-1-1-1 0 0,1 0 1 0 0,0 0-1 0 0,0 1 0 0 0,-1-1 1 0 0,1 0-1 0 0,0 1 0 0 0,0-1 1 0 0,-1 1-1 0 0,1-1 0 0 0,0 1 1 0 0,-1-1-1 0 0,1 1 0 0 0,-1-1 1 0 0,1 1-1 0 0,-1 0 0 0 0,1-1 1 0 0,-1 1-1 0 0,1 0 1 0 0,-1-1-1 0 0,1 1 0 0 0,-1 0 1 0 0,0 0-1 0 0,0 0 0 0 0,1-1 1 0 0,-1 1-1 0 0,0 1 0 0 0,-9 23-336 0 0,-35 25-900 0 0,34-40 1040 0 0,6-5 103 0 0,-9 8 47 0 0,0 2-1 0 0,-15 23 0 0 0,26-36 65 0 0,0 1 1 0 0,0-1-1 0 0,1 0 1 0 0,-1 1-1 0 0,1 0 1 0 0,0-1-1 0 0,0 1 1 0 0,-1 0-1 0 0,2 0 1 0 0,-1 0-1 0 0,0-1 1 0 0,1 1-1 0 0,-1 0 1 0 0,1 0-1 0 0,0 0 1 0 0,0 0-1 0 0,0 0 1 0 0,0 0-1 0 0,1 0 1 0 0,-1 0-1 0 0,1 0 1 0 0,0 0-1 0 0,0 0 0 0 0,2 4 1 0 0,-2-5-9 0 0,1 0 0 0 0,0-1 1 0 0,0 1-1 0 0,0-1 0 0 0,0 0 0 0 0,1 0 1 0 0,-1 0-1 0 0,0 0 0 0 0,0 0 0 0 0,1 0 0 0 0,-1 0 1 0 0,0-1-1 0 0,1 1 0 0 0,-1-1 0 0 0,1 0 1 0 0,-1 1-1 0 0,1-1 0 0 0,-1 0 0 0 0,0-1 1 0 0,1 1-1 0 0,-1 0 0 0 0,1-1 0 0 0,-1 1 0 0 0,0-1 1 0 0,1 0-1 0 0,-1 0 0 0 0,3-1 0 0 0,5-2-36 0 0,0 0 0 0 0,0-1 0 0 0,-1 0 0 0 0,18-12 0 0 0,-21 13-489 0 0,0-1 0 0 0,0 0 0 0 0,-1 0-1 0 0,1 0 1 0 0,-1-1 0 0 0,0 1 0 0 0,-1-1 0 0 0,1 0-1 0 0,-1-1 1 0 0,0 1 0 0 0,-1-1 0 0 0,0 0 0 0 0,0 0-1 0 0,0 0 1 0 0,1-8 0 0 0,4-2-972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27:41.2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 43 2489 0 0,'37'-1'6204'0'0,"8"-5"-4206"0"0,-38 5-1906 0 0,0 0 1 0 0,-1-1-1 0 0,1 0 0 0 0,-1 0 0 0 0,1-1 0 0 0,-1 1 0 0 0,0-2 0 0 0,0 1 0 0 0,0 0 0 0 0,11-10 0 0 0,-17 13 43 0 0,-37 19 557 0 0,19-10-777 0 0,0 1 1 0 0,2 0 0 0 0,-1 1-1 0 0,1 0 1 0 0,-17 17 0 0 0,30-24 27 0 0,-1 0 0 0 0,1 0 0 0 0,-1 0 0 0 0,1 0 0 0 0,0 0 0 0 0,1 1 1 0 0,-1 0-1 0 0,1-1 0 0 0,0 1 0 0 0,0 0 0 0 0,-1 5 0 0 0,2-6 7 0 0,1-1-1 0 0,0 1 1 0 0,0 0-1 0 0,0-1 1 0 0,0 1-1 0 0,1-1 1 0 0,-1 1-1 0 0,1-1 1 0 0,0 0 0 0 0,0 1-1 0 0,0-1 1 0 0,0 0-1 0 0,0 1 1 0 0,1-1-1 0 0,0 0 1 0 0,-1 0-1 0 0,1 0 1 0 0,4 3 0 0 0,-4-2 27 0 0,1-1 0 0 0,0 1 1 0 0,0-1-1 0 0,0 0 0 0 0,1 0 1 0 0,-1 0-1 0 0,1-1 0 0 0,0 1 1 0 0,0-1-1 0 0,0 0 1 0 0,0 0-1 0 0,0 0 0 0 0,0 0 1 0 0,0-1-1 0 0,1 0 0 0 0,-1 0 1 0 0,0 0-1 0 0,1 0 1 0 0,-1-1-1 0 0,1 1 0 0 0,-1-1 1 0 0,1-1-1 0 0,-1 1 0 0 0,1 0 1 0 0,-1-1-1 0 0,1 0 0 0 0,5-2 1 0 0,-3 1-403 0 0,-1-1 0 0 0,1 0 0 0 0,-1 0 0 0 0,1-1 1 0 0,-1 0-1 0 0,0 0 0 0 0,-1 0 0 0 0,1-1 0 0 0,-1 0 0 0 0,1 0 0 0 0,-2 0 1 0 0,1 0-1 0 0,0-1 0 0 0,-1 0 0 0 0,0 0 0 0 0,4-9 0 0 0,0 0-438 0 0,2 3-505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27:41.6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 1 2032 0 0,'-1'0'161'0'0,"1"0"-1"0"0,-1 0 0 0 0,0 0 0 0 0,1 1 0 0 0,-1-1 0 0 0,1 0 0 0 0,-1 1 0 0 0,0-1 0 0 0,1 0 1 0 0,-1 1-1 0 0,1-1 0 0 0,-1 0 0 0 0,1 1 0 0 0,-1-1 0 0 0,1 1 0 0 0,0-1 0 0 0,-1 1 0 0 0,1-1 1 0 0,-1 1-1 0 0,1 0 0 0 0,0-1 0 0 0,-1 1 0 0 0,1-1 0 0 0,0 1 0 0 0,0 0 0 0 0,0-1 0 0 0,0 1 1 0 0,-1-1-1 0 0,1 1 0 0 0,0 0 0 0 0,0-1 0 0 0,0 1 0 0 0,0 0 0 0 0,1 0 0 0 0,-6 31 1565 0 0,4-29-1556 0 0,0 12-193 0 0,1 0 0 0 0,0 0-1 0 0,1 0 1 0 0,0 0 0 0 0,1 0 0 0 0,5 16 0 0 0,-5-21-1051 0 0,1 0 1 0 0,1 0-1 0 0,0 0 1 0 0,0-1-1 0 0,9 14 1 0 0,-16-30-689 0 0,5 3 916 0 0</inkml:trace>
  <inkml:trace contextRef="#ctx0" brushRef="#br0" timeOffset="1">21 127 1000 0 0,'0'-8'170'0'0,"4"-35"2104"0"0,-3 42-2172 0 0,-1-1 0 0 0,1 1 0 0 0,-1 0 0 0 0,0 0 0 0 0,1 0 0 0 0,0 0 0 0 0,-1 0 0 0 0,1 0 0 0 0,0 0 0 0 0,-1 1 0 0 0,1-1 0 0 0,0 0 0 0 0,0 0-1 0 0,0 0 1 0 0,0 1 0 0 0,0-1 0 0 0,0 0 0 0 0,0 1 0 0 0,0-1 0 0 0,0 1 0 0 0,0-1 0 0 0,0 1 0 0 0,0 0 0 0 0,0-1 0 0 0,0 1 0 0 0,0 0 0 0 0,1 0 0 0 0,-1 0 0 0 0,0 0 0 0 0,0 0 0 0 0,0 0 0 0 0,0 0 0 0 0,2 0 0 0 0,21 4 100 0 0,-14-2-691 0 0,1 0-1 0 0,-1-1 1 0 0,1 0-1 0 0,-1-1 1 0 0,1 0 0 0 0,-1 0-1 0 0,1-1 1 0 0,-1-1 0 0 0,20-4-1 0 0,-22 4-145 0 0,3 5-549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27:42.0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 69 1320 0 0,'-2'3'74'0'0,"1"0"1"0"0,0 0-1 0 0,0 0 0 0 0,0 0 0 0 0,0 0 0 0 0,0 0 0 0 0,1 0 0 0 0,0 0 0 0 0,-1 0 0 0 0,1 1 1 0 0,0-1-1 0 0,1 0 0 0 0,-1 0 0 0 0,0 0 0 0 0,1 0 0 0 0,0 0 0 0 0,0 0 0 0 0,0 0 1 0 0,0 0-1 0 0,0 0 0 0 0,0 0 0 0 0,1 0 0 0 0,-1-1 0 0 0,1 1 0 0 0,0-1 0 0 0,0 1 1 0 0,0-1-1 0 0,0 0 0 0 0,0 1 0 0 0,1-1 0 0 0,-1 0 0 0 0,1 0 0 0 0,-1-1 0 0 0,1 1 0 0 0,0-1 1 0 0,2 2-1 0 0,1 0 120 0 0,1-1 0 0 0,-1 0 0 0 0,0 0 0 0 0,0 0 0 0 0,1-1 0 0 0,-1 0 0 0 0,1 0 0 0 0,-1-1 0 0 0,1 0 0 0 0,-1 0 0 0 0,1 0 0 0 0,-1-1 0 0 0,0 0 0 0 0,1 0 0 0 0,-1-1 1 0 0,10-3-1 0 0,-12 3 46 0 0,1-1 1 0 0,0 0-1 0 0,-1 0 1 0 0,1 0 0 0 0,-1 0-1 0 0,0-1 1 0 0,0 0-1 0 0,0 0 1 0 0,-1 0 0 0 0,1 0-1 0 0,-1 0 1 0 0,0-1-1 0 0,0 1 1 0 0,-1-1 0 0 0,4-8-1 0 0,-5 11-132 0 0,0-1-1 0 0,0 1 1 0 0,0-1 0 0 0,-1 1-1 0 0,1-1 1 0 0,-1 1 0 0 0,0-1-1 0 0,0 1 1 0 0,0-1 0 0 0,0 1-1 0 0,0-1 1 0 0,-1 1-1 0 0,1-1 1 0 0,-1 1 0 0 0,1-1-1 0 0,-1 1 1 0 0,0 0 0 0 0,0-1-1 0 0,0 1 1 0 0,0 0-1 0 0,-1 0 1 0 0,1 0 0 0 0,0 0-1 0 0,-1 0 1 0 0,0 0 0 0 0,1 0-1 0 0,-1 0 1 0 0,0 0-1 0 0,0 1 1 0 0,0-1 0 0 0,0 1-1 0 0,0 0 1 0 0,0-1 0 0 0,-1 1-1 0 0,-3-1 1 0 0,-5-4-51 0 0,-1 1 0 0 0,-1 1 0 0 0,1 0 0 0 0,0 1 0 0 0,-16-2 0 0 0,-18 6-2194 0 0,42 0 1490 0 0,0 0 0 0 0,0 1 1 0 0,0-1-1 0 0,0 1 0 0 0,0-1 0 0 0,0 1 0 0 0,1 1 0 0 0,-1-1 1 0 0,-3 3-1 0 0,6-4 473 0 0,0-1-1 0 0,1 1 1 0 0,-1-1 0 0 0,0 1-1 0 0,0-1 1 0 0,0 1 0 0 0,-1-1 0 0 0,1 1-1 0 0,0-1 1 0 0,0 0 0 0 0,0 0-1 0 0,0 0 1 0 0,0 1 0 0 0,0-1 0 0 0,0 0-1 0 0,0 0 1 0 0,-1 0 0 0 0,0-1 0 0 0,-6 1-776 0 0,-1 7-1228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27:45.5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105 384 656 0 0,'-11'13'1390'0'0,"-1"0"2366"0"0,11-14-3677 0 0,1 1 0 0 0,-1 0-1 0 0,0-1 1 0 0,1 1 0 0 0,-1-1 0 0 0,0 1 0 0 0,1-1 0 0 0,-1 1 0 0 0,0-1 0 0 0,1 1 0 0 0,-1-1 0 0 0,1 0 0 0 0,-1 1 0 0 0,1-1 0 0 0,-1 0-1 0 0,1 0 1 0 0,0 1 0 0 0,-1-1 0 0 0,1 0 0 0 0,0 0 0 0 0,-1 1 0 0 0,1-1 0 0 0,0 0 0 0 0,0 0 0 0 0,0-1 0 0 0,-17-57 565 0 0,-9-64-1 0 0,8 34-495 0 0,10 27-55 0 0,8 58-84 0 0,0 1 1 0 0,0-1-1 0 0,0 1 0 0 0,1-1 1 0 0,-1 1-1 0 0,1-1 0 0 0,0 1 1 0 0,0 0-1 0 0,0-1 0 0 0,0 1 1 0 0,0 0-1 0 0,1 0 0 0 0,-1 0 1 0 0,1 0-1 0 0,4-5 0 0 0,-6 8-4 0 0,1 0 0 0 0,0 0 0 0 0,-1 0 0 0 0,1 0-1 0 0,0 0 1 0 0,-1 0 0 0 0,1 0 0 0 0,0 0 0 0 0,-1 0-1 0 0,1 0 1 0 0,-1 0 0 0 0,1 0 0 0 0,0 1 0 0 0,-1-1-1 0 0,1 0 1 0 0,-1 0 0 0 0,1 1 0 0 0,0-1 0 0 0,-1 0-1 0 0,1 1 1 0 0,-1-1 0 0 0,1 1 0 0 0,-1-1 0 0 0,1 0-1 0 0,-1 1 1 0 0,0-1 0 0 0,1 1 0 0 0,-1 0 0 0 0,1-1-1 0 0,-1 1 1 0 0,0-1 0 0 0,1 2 0 0 0,19 26 94 0 0,-14-18-79 0 0,53 59-102 0 0,-36-44 4 0 0,35 49 0 0 0,-52-65-554 0 0,0 1 0 0 0,-1-1 0 0 0,-1 1 0 0 0,1 0 0 0 0,3 16 0 0 0,-8-25 527 0 0,0-1 1 0 0,1 1 0 0 0,-1-1 0 0 0,0 1-1 0 0,0-1 1 0 0,0 1 0 0 0,0-1 0 0 0,0 1-1 0 0,0 0 1 0 0,0-1 0 0 0,0 1 0 0 0,0-1-1 0 0,0 1 1 0 0,0-1 0 0 0,0 1 0 0 0,-1-1 0 0 0,1 1-1 0 0,0-1 1 0 0,0 1 0 0 0,0-1 0 0 0,-1 0-1 0 0,1 1 1 0 0,0-1 0 0 0,-1 1 0 0 0,1-1-1 0 0,0 1 1 0 0,-1-1 0 0 0,1 0 0 0 0,0 1-1 0 0,-1-1 1 0 0,1 0 0 0 0,-1 0 0 0 0,1 1-1 0 0,-1-1 1 0 0,1 0 0 0 0,-1 1 0 0 0,-3 2-1418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27:47.5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374 275 1136 0 0,'-11'3'472'0'0,"0"2"0"0"0,1-1-1 0 0,-1 1 1 0 0,1 1 0 0 0,1 0 0 0 0,-1 0-1 0 0,1 1 1 0 0,0 1 0 0 0,-9 8 0 0 0,-8 11 678 0 0,-34 42 0 0 0,39-37-1087 0 0,2 0 0 0 0,0 2 0 0 0,-25 66 0 0 0,22-47-38 0 0,11-29-18 0 0,2-1 0 0 0,1 1-1 0 0,1 1 1 0 0,1-1 0 0 0,1 1 0 0 0,1 0-1 0 0,0 30 1 0 0,4-40-4 0 0,0-1 1 0 0,2 1-1 0 0,-1-1 0 0 0,2 0 1 0 0,0 0-1 0 0,0 0 0 0 0,2 0 1 0 0,-1 0-1 0 0,2-1 0 0 0,0 0 1 0 0,0 0-1 0 0,2 0 0 0 0,-1-1 1 0 0,10 12-1 0 0,3-3-13 0 0,0-1 0 0 0,1 0 0 0 0,1-1-1 0 0,1-2 1 0 0,1 0 0 0 0,0-2 0 0 0,1 0 0 0 0,0-2-1 0 0,1 0 1 0 0,45 13 0 0 0,20 2 27 0 0,175 30-1 0 0,-188-47 102 0 0,1-3 0 0 0,-1-4 0 0 0,2-3 0 0 0,-1-4-1 0 0,-1-3 1 0 0,1-3 0 0 0,-1-4 0 0 0,97-29 0 0 0,-26 8-44 0 0,222-21 1 0 0,-311 48-35 0 0,110-23 17 0 0,329-101 1 0 0,-340 90 18 0 0,-84 23 111 0 0,79-29-1 0 0,-130 38-133 0 0,-1-1 0 0 0,1-2-1 0 0,-2 0 1 0 0,0-1 0 0 0,0-1-1 0 0,-1-2 1 0 0,23-21 0 0 0,-39 32-54 0 0,16-14 152 0 0,-1-1 0 0 0,-1-1 0 0 0,31-43 0 0 0,-45 56-38 0 0,0 0 1 0 0,-1-1-1 0 0,0 1 0 0 0,-1-1 1 0 0,0 0-1 0 0,0 0 0 0 0,-1 0 1 0 0,0 0-1 0 0,-1 0 0 0 0,0-1 1 0 0,0 1-1 0 0,-1-1 0 0 0,0 1 0 0 0,-1 0 1 0 0,-2-17-1 0 0,-3-10 28 0 0,-2 0 0 0 0,-1 0 0 0 0,-1 1 1 0 0,-31-67-1 0 0,35 92-74 0 0,-1 1 1 0 0,0 0-1 0 0,-1 0 0 0 0,0 0 1 0 0,-1 1-1 0 0,1 0 1 0 0,-13-8-1 0 0,-75-46 82 0 0,70 47-165 0 0,-2 1 70 0 0,0 1 1 0 0,-2 2 0 0 0,1 0 0 0 0,-1 2-1 0 0,-1 1 1 0 0,-56-6 0 0 0,-64-18 83 0 0,114 24-31 0 0,1 2 0 0 0,-1 1 0 0 0,-72 0 0 0 0,57 3-29 0 0,-58-8 0 0 0,-63-9 151 0 0,45 7-46 0 0,37 6 7 0 0,0 5 0 0 0,-145 14 0 0 0,212-11-126 0 0,-323 35 659 0 0,269-28-591 0 0,-16 4-30 0 0,-1-5-1 0 0,-114-4 1 0 0,147-5-54 0 0,0 3 1 0 0,0 2-1 0 0,1 4 0 0 0,-64 15 1 0 0,116-21-324 0 0,-20 5 332 0 0,15 1-4934 0 0,12-22-7227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1:21.8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177 175 592 0 0,'-1'-15'1213'0'0,"0"0"-1"0"0,0 0 1 0 0,-2 1-1 0 0,-6-26 1 0 0,8 35-1011 0 0,0 1-1 0 0,-1 0 1 0 0,1 0 0 0 0,-1 0 0 0 0,0 0 0 0 0,0 0 0 0 0,0 0-1 0 0,0 1 1 0 0,-1-1 0 0 0,0 1 0 0 0,1-1 0 0 0,-1 1-1 0 0,-1 0 1 0 0,1 0 0 0 0,0 0 0 0 0,-1 1 0 0 0,1-1 0 0 0,-1 1-1 0 0,0 0 1 0 0,-6-3 0 0 0,8 4-186 0 0,1 1 0 0 0,-1 0 0 0 0,0-1 0 0 0,0 1 0 0 0,0 0 0 0 0,0 0 0 0 0,0 0 0 0 0,0 0 0 0 0,0 0 0 0 0,0 1 0 0 0,0-1 0 0 0,1 1 0 0 0,-1-1 0 0 0,0 1 0 0 0,0 0 0 0 0,0-1 0 0 0,1 1 0 0 0,-1 0 0 0 0,0 0 0 0 0,1 0 0 0 0,-3 2 0 0 0,1 0 43 0 0,0 1 0 0 0,-1 0 0 0 0,1-1 0 0 0,1 1 1 0 0,-1 0-1 0 0,1 0 0 0 0,-1 1 0 0 0,-1 6 0 0 0,-2 5 114 0 0,1 0 1 0 0,0 0 0 0 0,-3 32 0 0 0,4-11-187 0 0,1 0 0 0 0,2 0 0 0 0,2 0 0 0 0,1 0 0 0 0,2-1 0 0 0,14 64 0 0 0,-15-92-12 0 0,-1-1-1 0 0,1 1 1 0 0,1-1-1 0 0,-1 0 1 0 0,1 0-1 0 0,0 0 1 0 0,1 0-1 0 0,0-1 1 0 0,0 0-1 0 0,10 10 1 0 0,-13-14-99 0 0,0 0 1 0 0,1 0-1 0 0,-1-1 0 0 0,0 1 1 0 0,1-1-1 0 0,-1 1 0 0 0,1-1 1 0 0,0 0-1 0 0,-1 0 0 0 0,1 0 1 0 0,0 0-1 0 0,0-1 0 0 0,0 1 1 0 0,0-1-1 0 0,-1 1 1 0 0,1-1-1 0 0,0 0 0 0 0,0 0 1 0 0,0-1-1 0 0,0 1 0 0 0,0 0 1 0 0,0-1-1 0 0,-1 0 0 0 0,1 0 1 0 0,0 0-1 0 0,0 0 0 0 0,-1 0 1 0 0,1 0-1 0 0,-1-1 0 0 0,1 1 1 0 0,-1-1-1 0 0,4-2 0 0 0,8-10-675 0 0,0 0 0 0 0,0-1 0 0 0,-1 0 0 0 0,-1-1 0 0 0,-1 0 0 0 0,0-1 0 0 0,9-22 0 0 0,-8 18-469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1:22.1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2545 0 0,'3'150'6154'0'0,"11"7"-4285"0"0,-8-114-2288 0 0,1 0 1 0 0,3 0 0 0 0,2-1-1 0 0,1 0 1 0 0,21 43 0 0 0,-19-60-1207 0 0,-15-25 1510 0 0,0 1 1 0 0,1 0-1 0 0,-1-1 0 0 0,0 1 0 0 0,1 0 1 0 0,-1-1-1 0 0,0 1 0 0 0,1 0 0 0 0,-1-1 0 0 0,1 1 1 0 0,-1-1-1 0 0,1 1 0 0 0,-1-1 0 0 0,1 1 1 0 0,-1-1-1 0 0,1 1 0 0 0,-1-1 0 0 0,1 0 1 0 0,0 1-1 0 0,-1-1 0 0 0,1 0 0 0 0,0 1 0 0 0,-1-1 1 0 0,1 0-1 0 0,0 0 0 0 0,0 0 0 0 0,-1 0 1 0 0,1 1-1 0 0,0-1 0 0 0,1 0 0 0 0,-5-11-1054 0 0,2 3-153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1:22.5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26 832 0 0,'1'-2'120'0'0,"0"1"1"0"0,0-1-1 0 0,0 1 0 0 0,0-1 1 0 0,0 0-1 0 0,0 1 0 0 0,0 0 1 0 0,1-1-1 0 0,-1 1 0 0 0,0 0 1 0 0,1 0-1 0 0,-1 0 0 0 0,1 0 1 0 0,0 0-1 0 0,-1 0 0 0 0,1 0 0 0 0,0 0 1 0 0,-1 1-1 0 0,1-1 0 0 0,0 0 1 0 0,0 1-1 0 0,0 0 0 0 0,0-1 1 0 0,3 1-1 0 0,53 5 2096 0 0,-22-1-1319 0 0,-33-5-794 0 0,-1 1-1 0 0,1 0 0 0 0,0 0 0 0 0,0 1 0 0 0,-1-1 0 0 0,1 1 0 0 0,-1-1 0 0 0,1 1 0 0 0,0 0 0 0 0,-1 0 0 0 0,1 0 0 0 0,-1 0 1 0 0,0 0-1 0 0,1 1 0 0 0,-1-1 0 0 0,0 1 0 0 0,0-1 0 0 0,0 1 0 0 0,0 0 0 0 0,0 0 0 0 0,0 0 0 0 0,1 2 0 0 0,0 0 9 0 0,-2 0 0 0 0,1 0 0 0 0,0 1 0 0 0,-1-1 0 0 0,0 0 0 0 0,0 1 0 0 0,0-1 0 0 0,-1 0 0 0 0,1 1 0 0 0,-1-1 0 0 0,0 1-1 0 0,-1 5 1 0 0,-2 14 132 0 0,-2 0 0 0 0,0-1 0 0 0,-17 45-1 0 0,19-59-237 0 0,-71 159 347 0 0,21-53-2682 0 0,39-66-2114 0 0,23-52 1524 0 0,3-12 2415 0 0,-2-6-152 0 0,6-1-374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1:22.9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66 1784 0 0,'0'0'66'0'0,"-1"1"0"0"0,0-1 0 0 0,1 0-1 0 0,-1 1 1 0 0,1-1 0 0 0,-1 1-1 0 0,1-1 1 0 0,-1 1 0 0 0,1-1 0 0 0,-1 1-1 0 0,1-1 1 0 0,0 1 0 0 0,-1-1-1 0 0,1 1 1 0 0,0-1 0 0 0,-1 1 0 0 0,1-1-1 0 0,0 1 1 0 0,0 0 0 0 0,-1-1-1 0 0,1 1 1 0 0,0 0 0 0 0,0-1 0 0 0,0 1-1 0 0,0 0 1 0 0,0-1 0 0 0,0 1-1 0 0,0 0 1 0 0,0-1 0 0 0,1 2 0 0 0,0 27 613 0 0,0-24-440 0 0,3 38 370 0 0,1 0 0 0 0,13 44 1 0 0,-14-73-571 0 0,0 1 1 0 0,1-1-1 0 0,0 0 1 0 0,1-1-1 0 0,0 1 1 0 0,2-1-1 0 0,-1-1 1 0 0,1 1-1 0 0,17 18 1 0 0,-24-29-33 0 0,1-1-1 0 0,-1 1 1 0 0,1-1 0 0 0,-1 1 0 0 0,1-1 0 0 0,0 0 0 0 0,-1 1-1 0 0,1-1 1 0 0,0 0 0 0 0,0 0 0 0 0,0 0 0 0 0,0-1-1 0 0,0 1 1 0 0,0 0 0 0 0,0-1 0 0 0,0 1 0 0 0,0-1 0 0 0,0 0-1 0 0,0 1 1 0 0,0-1 0 0 0,0 0 0 0 0,0 0 0 0 0,0-1-1 0 0,1 1 1 0 0,2-1 0 0 0,-2-1 7 0 0,0 1 0 0 0,0-1 0 0 0,0-1 0 0 0,0 1 0 0 0,0 0 0 0 0,0-1 0 0 0,0 1 0 0 0,-1-1 0 0 0,0 0 0 0 0,1 0 0 0 0,-1 0 0 0 0,0 0 0 0 0,2-5 0 0 0,6-12 17 0 0,-1-1 1 0 0,-1 0 0 0 0,9-37 0 0 0,-16 55-43 0 0,11-53 91 0 0,5-66 1 0 0,-3 21 296 0 0,-14 100-355 0 0,0 0 0 0 0,0 0 0 0 0,0 1 0 0 0,0-1 0 0 0,0 0 0 0 0,0 0 0 0 0,0 0 0 0 0,0 0 0 0 0,0 1 0 0 0,0-1 0 0 0,1 0 0 0 0,-1 0 0 0 0,0 0 0 0 0,1 1 0 0 0,-1-1 0 0 0,0 0 0 0 0,1 0 0 0 0,-1 1 1 0 0,1-1-1 0 0,0 0 0 0 0,-1 1 0 0 0,1-1 0 0 0,-1 1 0 0 0,2-2 0 0 0,7 19 367 0 0,2 35-48 0 0,-2 20-235 0 0,23 127 464 0 0,-26-173-981 0 0,1-2 1 0 0,1 1-1 0 0,1-1 0 0 0,1 0 1 0 0,21 37-1 0 0,-6-30-1559 0 0,-25-30 1876 0 0,1 0-1 0 0,-1 0 1 0 0,1-1 0 0 0,0 1 0 0 0,-1 0 0 0 0,1-1 0 0 0,0 1 0 0 0,0 0 0 0 0,0-1 0 0 0,0 1 0 0 0,-1-1 0 0 0,1 1 0 0 0,0-1 0 0 0,0 0 0 0 0,0 1 0 0 0,0-1 0 0 0,0 0-1 0 0,0 0 1 0 0,0 1 0 0 0,0-1 0 0 0,0 0 0 0 0,0 0 0 0 0,0 0 0 0 0,0 0 0 0 0,0 0 0 0 0,0-1 0 0 0,0 1 0 0 0,0 0 0 0 0,0 0 0 0 0,0-1 0 0 0,0 1 0 0 0,0 0 0 0 0,0-1 0 0 0,2 0-1 0 0,5-10-1621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1:23.6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129 0 1608 0 0,'-4'1'120'0'0,"1"0"0"0"0,0 0 0 0 0,-1 0 0 0 0,1 0 0 0 0,0 0 0 0 0,0 1 0 0 0,0 0 0 0 0,0 0-1 0 0,0-1 1 0 0,0 2 0 0 0,1-1 0 0 0,-1 0 0 0 0,1 0 0 0 0,-1 1 0 0 0,1 0 0 0 0,0-1 0 0 0,0 1 0 0 0,0 0 0 0 0,0 0-1 0 0,1 0 1 0 0,-3 6 0 0 0,0-1-74 0 0,0 1 0 0 0,0 0 0 0 0,1 0 0 0 0,0 0 0 0 0,1 1 0 0 0,-3 16 0 0 0,5-24-40 0 0,-1 0 1 0 0,1 1 0 0 0,0-1 0 0 0,0 0 0 0 0,0 1 0 0 0,0-1 0 0 0,0 0-1 0 0,1 0 1 0 0,-1 1 0 0 0,1-1 0 0 0,-1 0 0 0 0,1 0 0 0 0,0 1-1 0 0,0-1 1 0 0,0 0 0 0 0,0 0 0 0 0,0 0 0 0 0,0 0 0 0 0,1 0 0 0 0,-1 0-1 0 0,1-1 1 0 0,-1 1 0 0 0,1 0 0 0 0,0-1 0 0 0,-1 1 0 0 0,1-1-1 0 0,0 0 1 0 0,0 1 0 0 0,0-1 0 0 0,0 0 0 0 0,0 0 0 0 0,4 1-1 0 0,-2-2 18 0 0,0 0 0 0 0,0 1-1 0 0,0-2 1 0 0,0 1-1 0 0,-1 0 1 0 0,1-1-1 0 0,0 0 1 0 0,0 0-1 0 0,-1 0 1 0 0,1 0-1 0 0,-1 0 1 0 0,1-1-1 0 0,-1 0 1 0 0,1 1-1 0 0,-1-1 1 0 0,0-1-1 0 0,0 1 1 0 0,0 0-1 0 0,4-5 1 0 0,3-3 72 0 0,0 0 1 0 0,-1-1-1 0 0,-1 0 1 0 0,14-23-1 0 0,-20 30-48 0 0,0 0-1 0 0,0-1 0 0 0,0 1 0 0 0,-1-1 0 0 0,1 1 1 0 0,-1-1-1 0 0,0 1 0 0 0,0-8 0 0 0,-1 10-19 0 0,0 0 0 0 0,0 1 0 0 0,0-1 0 0 0,0 0 0 0 0,-1 0 0 0 0,1 0 0 0 0,-1 0 0 0 0,1 1 0 0 0,-1-1-1 0 0,0 0 1 0 0,0 0 0 0 0,0 1 0 0 0,0-1 0 0 0,0 1 0 0 0,0-1 0 0 0,0 1 0 0 0,0-1 0 0 0,0 1 0 0 0,-1 0 0 0 0,1-1 0 0 0,-3 0-1 0 0,4 1-24 0 0,-1 0-1 0 0,0 1 1 0 0,0-1-1 0 0,1 1 1 0 0,-1-1-1 0 0,0 1 1 0 0,0-1-1 0 0,0 1 1 0 0,0 0-1 0 0,1-1 0 0 0,-1 1 1 0 0,0 0-1 0 0,0-1 1 0 0,0 1-1 0 0,0 0 1 0 0,0 0-1 0 0,0 0 1 0 0,0 0-1 0 0,0 0 1 0 0,0 0-1 0 0,0 0 1 0 0,0 0-1 0 0,0 1 0 0 0,0-1 1 0 0,0 0-1 0 0,1 1 1 0 0,-1-1-1 0 0,0 0 1 0 0,-1 1-1 0 0,1 1 7 0 0,-1-1-1 0 0,1 1 1 0 0,-1 0-1 0 0,1-1 1 0 0,0 1-1 0 0,0 0 1 0 0,0 0-1 0 0,0 0 1 0 0,0 0-1 0 0,1 0 1 0 0,-1 0-1 0 0,0 3 0 0 0,-6 58 137 0 0,7-35-173 0 0,-1 1 1 0 0,-1-1 0 0 0,-2 0-1 0 0,-1 0 1 0 0,-11 39 0 0 0,12-56 21 0 0,0-1 1 0 0,0 1-1 0 0,-1-1 1 0 0,-1 0-1 0 0,1 0 1 0 0,-1 0-1 0 0,-1-1 1 0 0,0 0-1 0 0,0 0 1 0 0,-1-1-1 0 0,0 0 1 0 0,-1 0-1 0 0,0-1 1 0 0,0 0-1 0 0,0 0 1 0 0,-14 6-1 0 0,19-13 1006 0 0,11-7 14 0 0,14-10 197 0 0,-1 8-456 0 0,0 0 1 0 0,38-12-1 0 0,20-7-511 0 0,-59 20-726 0 0,1 0 1 0 0,0 1-1 0 0,33-7 0 0 0,26 7-7817 0 0,-71 7 6462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1:23.9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3089 0 0,'3'4'308'0'0,"0"0"1"0"0,0 0-1 0 0,0 0 1 0 0,-1 0-1 0 0,1 0 1 0 0,-1 1-1 0 0,0 0 1 0 0,0-1-1 0 0,-1 1 1 0 0,1 0-1 0 0,-1 0 1 0 0,1 8-1 0 0,-1-7-61 0 0,38 200 844 0 0,-30-68-5448 0 0,-11-122 3100 0 0,2-16 1236 0 0,0 0 1 0 0,0 0-1 0 0,0 0 1 0 0,0 1-1 0 0,0-1 1 0 0,0 0-1 0 0,0 0 0 0 0,0 0 1 0 0,0 1-1 0 0,0-1 1 0 0,0 0-1 0 0,0 0 1 0 0,0 0-1 0 0,0 0 1 0 0,-1 1-1 0 0,1-1 1 0 0,0 0-1 0 0,0 0 0 0 0,0 0 1 0 0,0 0-1 0 0,0 0 1 0 0,-1 0-1 0 0,1 0 1 0 0,0 1-1 0 0,0-1 1 0 0,0 0-1 0 0,-1 0 1 0 0,1 0-1 0 0,0 0 0 0 0,0 0 1 0 0,0 0-1 0 0,0 0 1 0 0,-1 0-1 0 0,1 0 1 0 0,0 0-1 0 0,0 0 1 0 0,0 0-1 0 0,-1 0 1 0 0,1 0-1 0 0,0 0 1 0 0,0 0-1 0 0,0 0 0 0 0,-1 0 1 0 0,1 0-1 0 0,0 0 1 0 0,0 0-1 0 0,0-1 1 0 0,0 1-1 0 0,-1 0 1 0 0,1 0-1 0 0,0 0 1 0 0,0 0-1 0 0,0 0 0 0 0,0 0 1 0 0,0-1-1 0 0,0 1 1 0 0,-1 0-1 0 0,1 0 1 0 0,0 0-1 0 0,0 0 1 0 0,0-1-1 0 0,0 1 1 0 0,0 0-1 0 0,0 0 1 0 0,0-1-1 0 0,-3-3-998 0 0</inkml:trace>
  <inkml:trace contextRef="#ctx0" brushRef="#br0" timeOffset="1">20 221 1760 0 0,'0'0'113'0'0,"-1"-1"0"0"0,1 1 0 0 0,-1-1 0 0 0,1 1 0 0 0,-1 0-1 0 0,1-1 1 0 0,0 1 0 0 0,-1-1 0 0 0,1 0 0 0 0,0 1 0 0 0,-1-1-1 0 0,1 1 1 0 0,0-1 0 0 0,0 1 0 0 0,0-1 0 0 0,0 0 0 0 0,-1 1 0 0 0,1-1-1 0 0,0 1 1 0 0,0-1 0 0 0,0 0 0 0 0,0 1 0 0 0,0-1 0 0 0,0 1-1 0 0,1-1 1 0 0,-1 0 0 0 0,0 1 0 0 0,0-1 0 0 0,0 1 0 0 0,1-1-1 0 0,-1 1 1 0 0,0-1 0 0 0,0 0 0 0 0,1 1 0 0 0,-1-1 0 0 0,0 1 0 0 0,1-1-1 0 0,-1 1 1 0 0,1 0 0 0 0,-1-1 0 0 0,1 1 0 0 0,-1-1 0 0 0,1 1-1 0 0,-1 0 1 0 0,1-1 0 0 0,-1 1 0 0 0,1 0 0 0 0,-1 0 0 0 0,1-1-1 0 0,-1 1 1 0 0,1 0 0 0 0,0 0 0 0 0,44-7 2041 0 0,-17 4-1873 0 0,20-7-416 0 0,-31 7-2307 0 0,0-1 0 0 0,27-9 0 0 0,-29 8 311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1:24.4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2 111 3545 0 0,'0'0'146'0'0,"0"1"1"0"0,-1-1-1 0 0,1 1 0 0 0,0-1 1 0 0,0 1-1 0 0,0 0 1 0 0,0-1-1 0 0,-1 1 0 0 0,1-1 1 0 0,0 1-1 0 0,0-1 1 0 0,0 1-1 0 0,0 0 0 0 0,1-1 1 0 0,-1 1-1 0 0,0-1 1 0 0,0 1-1 0 0,0 0 1 0 0,0-1-1 0 0,0 1 0 0 0,1-1 1 0 0,-1 1-1 0 0,0-1 1 0 0,1 1-1 0 0,-1-1 0 0 0,0 1 1 0 0,1-1-1 0 0,-1 1 1 0 0,1-1-1 0 0,-1 1 0 0 0,0-1 1 0 0,2 1-1 0 0,23 2 2327 0 0,37-16-905 0 0,-53 11-1236 0 0,20-4-532 0 0,-1-2 0 0 0,0-1 0 0 0,-1-1 0 0 0,1-1 0 0 0,-2-2 0 0 0,47-29 0 0 0,-73 42 103 0 0,1 0 1 0 0,0-1-1 0 0,0 1 0 0 0,0-1 0 0 0,0 1 0 0 0,-1-1 1 0 0,1 0-1 0 0,0 1 0 0 0,-1-1 0 0 0,1 0 1 0 0,0 1-1 0 0,-1-1 0 0 0,1 0 0 0 0,-1 0 1 0 0,1 1-1 0 0,-1-1 0 0 0,1 0 0 0 0,-1 0 1 0 0,0 0-1 0 0,1 0 0 0 0,-1-1 0 0 0,-15 0-2808 0 0,-31 14 57 0 0,39-8 2792 0 0,-1 0-1 0 0,1 0 0 0 0,0 1 0 0 0,0-1 1 0 0,0 2-1 0 0,1-1 0 0 0,-1 1 1 0 0,1 0-1 0 0,1 0 0 0 0,-1 1 0 0 0,1-1 1 0 0,0 1-1 0 0,-7 15 0 0 0,7-9 428 0 0,1 0 0 0 0,0 0 1 0 0,1 0-1 0 0,0 1 0 0 0,1-1 0 0 0,1 1 0 0 0,0 26 1 0 0,1-11 242 0 0,7 51 1 0 0,-6-73-713 0 0,1 1 0 0 0,-1 0-1 0 0,1 0 1 0 0,1-1-1 0 0,0 1 1 0 0,0-1 0 0 0,0 0-1 0 0,1 0 1 0 0,0 0 0 0 0,0 0-1 0 0,9 10 1 0 0,-13-16 45 0 0,1-1 0 0 0,-1 1 0 0 0,1-1 0 0 0,0 1 0 0 0,-1 0 0 0 0,1-1 0 0 0,0 1-1 0 0,-1-1 1 0 0,1 1 0 0 0,0-1 0 0 0,-1 0 0 0 0,1 1 0 0 0,0-1 0 0 0,0 0 0 0 0,-1 0 0 0 0,1 1 0 0 0,0-1 0 0 0,0 0 0 0 0,0 0 0 0 0,0 0 0 0 0,-1 0 0 0 0,1 0 0 0 0,0 0 0 0 0,0 0 0 0 0,0 0 0 0 0,-1 0-1 0 0,1 0 1 0 0,0-1 0 0 0,0 1 0 0 0,0 0 0 0 0,-1-1 0 0 0,1 1 0 0 0,0 0 0 0 0,0-1 0 0 0,-1 1 0 0 0,1-1 0 0 0,0 1 0 0 0,-1-1 0 0 0,1 1 0 0 0,-1-1 0 0 0,1 1 0 0 0,-1-1 0 0 0,1 0 0 0 0,-1 1 0 0 0,1-1-1 0 0,-1 0 1 0 0,1 0 0 0 0,-1 1 0 0 0,0-1 0 0 0,1 0 0 0 0,-1 0 0 0 0,0 0 0 0 0,0 1 0 0 0,0-1 0 0 0,1-2 0 0 0,10-48-1473 0 0,-11 48 1377 0 0,5-20-785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1:24.8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163 0 1000 0 0,'1'21'1382'0'0,"1"-1"0"0"0,7 31 0 0 0,-7-41-1333 0 0,1 0 0 0 0,-1-1 0 0 0,-1 1 0 0 0,1 0 0 0 0,-2 1 1 0 0,1-1-1 0 0,-2 0 0 0 0,1 0 0 0 0,-1 0 0 0 0,-1 0 0 0 0,0 0 0 0 0,0 0 1 0 0,-1-1-1 0 0,0 1 0 0 0,-5 9 0 0 0,-7 6-176 0 0,-1 0 1 0 0,-2-1-1 0 0,0-2 1 0 0,-2 1-1 0 0,0-2 1 0 0,-36 29-1 0 0,73-58 4305 0 0,42-19-2748 0 0,159-115 760 0 0,-146 94-4753 0 0,-1-1-4144 0 0,-66 40 4931 0 0,-5 6 1286 0 0,2-1-698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1:25.3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1 134 1992 0 0,'4'5'519'0'0,"-1"-1"-1"0"0,0 1 0 0 0,0-1 0 0 0,0 1 0 0 0,0 0 0 0 0,-1 0 0 0 0,3 8 1 0 0,17 70 324 0 0,-19-70-609 0 0,10 60-14 0 0,-8-39-1237 0 0,17 59-1 0 0,-26-106 445 0 0,2 0 0 0 0,0 1 0 0 0,0-1 0 0 0,1-16-1 0 0,0 23 716 0 0,1 0-1 0 0,0-1 0 0 0,1 1 1 0 0,-1 0-1 0 0,1 0 0 0 0,1-1 1 0 0,-1 1-1 0 0,1 0 0 0 0,0 0 1 0 0,0 1-1 0 0,4-7 0 0 0,-1 7-51 0 0,0 0 0 0 0,0 0 0 0 0,0 1-1 0 0,1 0 1 0 0,0 0 0 0 0,0 0 0 0 0,0 1-1 0 0,0 0 1 0 0,10-3 0 0 0,-7 2-76 0 0,0 0 1 0 0,0-1 0 0 0,0 0-1 0 0,9-7 1 0 0,-9 4 4 0 0,1-1-1 0 0,-2 0 1 0 0,1 0-1 0 0,-1-1 1 0 0,0 0 0 0 0,-1 0-1 0 0,0-1 1 0 0,-1 0-1 0 0,0 0 1 0 0,-1-1-1 0 0,0 1 1 0 0,-1-1 0 0 0,4-17-1 0 0,-9 29-10 0 0,1 1 0 0 0,0-1-1 0 0,0 0 1 0 0,-1 1 0 0 0,1-1-1 0 0,0 0 1 0 0,-1 0 0 0 0,1 1 0 0 0,-1-1-1 0 0,1 0 1 0 0,0 0 0 0 0,-1 0-1 0 0,1 0 1 0 0,-1 0 0 0 0,1 1 0 0 0,-1-1-1 0 0,1 0 1 0 0,0 0 0 0 0,-1 0-1 0 0,1 0 1 0 0,-1 0 0 0 0,1 0-1 0 0,-1 0 1 0 0,1 0 0 0 0,0-1 0 0 0,-1 1-1 0 0,1 0 1 0 0,-1 0 0 0 0,1 0-1 0 0,0 0 1 0 0,-1-1 0 0 0,1 1 0 0 0,0 0-1 0 0,-1 0 1 0 0,1-1 0 0 0,-1 1-1 0 0,1 0 1 0 0,0 0 0 0 0,0-1 0 0 0,-1 1-1 0 0,1 0 1 0 0,0-1 0 0 0,0 1-1 0 0,-1-1 1 0 0,1 1 0 0 0,0 0 0 0 0,0-1-1 0 0,0 1 1 0 0,0-1 0 0 0,-1 1-1 0 0,1 0 1 0 0,0-1 0 0 0,0 1-1 0 0,0-1 1 0 0,0 1 0 0 0,0-1 0 0 0,0 1-1 0 0,0 0 1 0 0,0-1 0 0 0,0 1-1 0 0,1-1 1 0 0,-25 29 208 0 0,19-18-165 0 0,1 1-1 0 0,1-1 1 0 0,0 1 0 0 0,0 0 0 0 0,1 0 0 0 0,0 0 0 0 0,1 0-1 0 0,0 22 1 0 0,1-29-31 0 0,1-1 0 0 0,-1 1-1 0 0,1 0 1 0 0,-1 0 0 0 0,1-1-1 0 0,0 1 1 0 0,1-1 0 0 0,-1 1-1 0 0,1-1 1 0 0,-1 1 0 0 0,1-1-1 0 0,0 0 1 0 0,3 4 0 0 0,-4-6 2 0 0,1 1 1 0 0,0 0-1 0 0,0-1 0 0 0,0 0 1 0 0,0 1-1 0 0,0-1 1 0 0,0 0-1 0 0,1 0 0 0 0,-1 0 1 0 0,0-1-1 0 0,0 1 1 0 0,1 0-1 0 0,-1-1 0 0 0,1 0 1 0 0,-1 1-1 0 0,0-1 1 0 0,1 0-1 0 0,-1 0 0 0 0,1 0 1 0 0,-1-1-1 0 0,0 1 1 0 0,4-2-1 0 0,-1 1 85 0 0,0 0 0 0 0,0-1 0 0 0,-1 0-1 0 0,1 0 1 0 0,-1 0 0 0 0,1 0 0 0 0,-1-1 0 0 0,0 0 0 0 0,0 0 0 0 0,0 0 0 0 0,0 0-1 0 0,-1 0 1 0 0,1-1 0 0 0,-1 0 0 0 0,0 0 0 0 0,0 0 0 0 0,0 0 0 0 0,-1 0 0 0 0,1-1 0 0 0,-1 1-1 0 0,0-1 1 0 0,-1 1 0 0 0,1-1 0 0 0,-1 0 0 0 0,2-5 0 0 0,-2 5-97 0 0,0 0 0 0 0,-1 1 0 0 0,1-1 0 0 0,-1 0 0 0 0,0 0 1 0 0,0 0-1 0 0,-1 0 0 0 0,1 1 0 0 0,-1-1 0 0 0,0 0 0 0 0,0 0 0 0 0,-1 1 0 0 0,1-1 0 0 0,-1 1 1 0 0,0-1-1 0 0,0 1 0 0 0,-1 0 0 0 0,1 0 0 0 0,-1 0 0 0 0,0 0 0 0 0,0 0 0 0 0,0 1 1 0 0,-1-1-1 0 0,1 1 0 0 0,-8-5 0 0 0,3 2-978 0 0,-34-22-2958 0 0,41 27 3798 0 0,0 0 0 0 0,0 0 0 0 0,0 1 0 0 0,0-1 1 0 0,0 0-1 0 0,0 0 0 0 0,0 0 0 0 0,0 0 0 0 0,0 0 0 0 0,1 0 1 0 0,-1 0-1 0 0,0-1 0 0 0,1 1 0 0 0,-1 0 0 0 0,1 0 1 0 0,-1-1-1 0 0,1 1 0 0 0,-1 0 0 0 0,1 0 0 0 0,0-1 1 0 0,0 1-1 0 0,0 0 0 0 0,0-1 0 0 0,0 1 0 0 0,0 0 1 0 0,0-1-1 0 0,0 1 0 0 0,0 0 0 0 0,1-2 0 0 0,6-3-1236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1:25.6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2080 0 0,'2'1'197'0'0,"1"1"-1"0"0,-1-1 1 0 0,1 1-1 0 0,-1 0 1 0 0,1 0-1 0 0,-1 0 0 0 0,0 0 1 0 0,0 0-1 0 0,0 0 1 0 0,0 1-1 0 0,0-1 1 0 0,-1 1-1 0 0,1-1 0 0 0,-1 1 1 0 0,0 0-1 0 0,1-1 1 0 0,-1 1-1 0 0,0 0 1 0 0,1 6-1 0 0,9 63 1114 0 0,-9-56-1007 0 0,0 5-229 0 0,15 114 111 0 0,0-46-4082 0 0,-16-88 3859 0 0,-1-1 0 0 0,0 0 0 0 0,0 0 0 0 0,0 1 0 0 0,0-1 0 0 0,1 0 0 0 0,-1 0 0 0 0,0 1 0 0 0,0-1 0 0 0,0 0 0 0 0,0 0 0 0 0,0 1 0 0 0,0-1 0 0 0,0 0 0 0 0,0 1 0 0 0,0-1 0 0 0,1 0 0 0 0,-1 0 0 0 0,0 1 0 0 0,-1-1 0 0 0,1 0 0 0 0,0 1 0 0 0,0-1 0 0 0,0 0 0 0 0,0 0 0 0 0,0 1 0 0 0,0-1 0 0 0,0 0 0 0 0,0 1 0 0 0,0-1 0 0 0,-1 0 0 0 0,1 0 0 0 0,0 1 0 0 0,0-1 0 0 0,0 0 0 0 0,-1 0 0 0 0,1 0 0 0 0,0 1 0 0 0,0-1 0 0 0,0 0 0 0 0,-1 0 0 0 0,1 0 0 0 0,0 0 0 0 0,0 1 0 0 0,-1-1 0 0 0,-2 1-551 0 0,2 4-834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1:26.0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0 165 1776 0 0,'13'-11'946'0'0,"0"1"-1"0"0,1 0 1 0 0,0 1-1 0 0,22-10 0 0 0,15-10 274 0 0,-21 8-769 0 0,-17 11-209 0 0,1 0 0 0 0,0 2 1 0 0,0 0-1 0 0,23-10 0 0 0,-36 18-222 0 0,-1 0 0 0 0,1 0 1 0 0,-1-1-1 0 0,1 1 0 0 0,-1 0 0 0 0,1 0 1 0 0,-1 0-1 0 0,1 0 0 0 0,-1 0 0 0 0,1 0 0 0 0,-1 0 1 0 0,1 0-1 0 0,0 0 0 0 0,-1 0 0 0 0,1 0 1 0 0,-1 0-1 0 0,1 0 0 0 0,-1 0 0 0 0,1 0 0 0 0,-1 1 1 0 0,1-1-1 0 0,-1 0 0 0 0,1 0 0 0 0,-1 1 0 0 0,1-1 1 0 0,-1 0-1 0 0,0 1 0 0 0,1-1 0 0 0,-1 0 1 0 0,1 1-1 0 0,0 0 0 0 0,1 19 162 0 0,-11 21-733 0 0,9-41 540 0 0,-10 28-1397 0 0,-25 47-1 0 0,-7 22 708 0 0,42-97 768 0 0,1 1 0 0 0,0 0 0 0 0,0-1 0 0 0,0 0-1 0 0,0 1 1 0 0,0-1 0 0 0,0 1 0 0 0,0-1 0 0 0,0 0 0 0 0,0 0-1 0 0,0 1 1 0 0,0-1 0 0 0,0 0 0 0 0,0 0 0 0 0,0 0 0 0 0,0 0 0 0 0,0 0-1 0 0,0 0 1 0 0,0-1 0 0 0,0 1 0 0 0,0 0 0 0 0,0 0 0 0 0,0-1-1 0 0,1 0 1 0 0,38-5 422 0 0,-37 5-436 0 0,12-2-88 0 0,0-1 0 0 0,-1 0 0 0 0,1-1-1 0 0,-1 0 1 0 0,0-1 0 0 0,16-10 0 0 0,-14 5-1087 0 0,0 0 0 0 0,-1-1 1 0 0,0-1-1 0 0,18-20 1 0 0,-18 21 392 0 0,6 10-589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1:26.9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105 104 1056 0 0,'-3'-2'173'0'0,"1"1"-1"0"0,-1 0 0 0 0,0 0 0 0 0,0 0 1 0 0,1 0-1 0 0,-1 1 0 0 0,0-1 1 0 0,0 1-1 0 0,0-1 0 0 0,0 1 0 0 0,0 0 1 0 0,0 0-1 0 0,0 1 0 0 0,0-1 1 0 0,-3 1-1 0 0,4 1-93 0 0,0-1-1 0 0,-1 1 1 0 0,1-1 0 0 0,0 1-1 0 0,1 0 1 0 0,-1 0 0 0 0,0 0-1 0 0,0 0 1 0 0,1 0 0 0 0,-1 0-1 0 0,1 0 1 0 0,0 0 0 0 0,-1 1-1 0 0,1-1 1 0 0,0 1 0 0 0,1-1-1 0 0,-2 6 1 0 0,-6 21 8 0 0,2 0 1 0 0,1 1-1 0 0,1 0 0 0 0,2 1 0 0 0,1-1 0 0 0,1 0 1 0 0,1 0-1 0 0,2 1 0 0 0,10 41 0 0 0,-10-62-61 0 0,0 0-1 0 0,1 0 1 0 0,0 0-1 0 0,1-1 0 0 0,8 13 1 0 0,-12-20-6 0 0,0 0 1 0 0,0-1-1 0 0,1 1 1 0 0,-1 0-1 0 0,1 0 0 0 0,0-1 1 0 0,-1 1-1 0 0,1-1 1 0 0,0 1-1 0 0,0-1 1 0 0,0 0-1 0 0,0 0 0 0 0,4 2 1 0 0,-5-3 0 0 0,0 0 0 0 0,0 0 0 0 0,0 0-1 0 0,1 0 1 0 0,-1 0 0 0 0,0-1 0 0 0,0 1 0 0 0,1 0 0 0 0,-1-1 0 0 0,0 1 0 0 0,0 0 0 0 0,0-1 0 0 0,0 1 0 0 0,0-1 0 0 0,0 0 0 0 0,0 1-1 0 0,0-1 1 0 0,0 0 0 0 0,0 0 0 0 0,0 1 0 0 0,0-1 0 0 0,0 0 0 0 0,0 0 0 0 0,-1 0 0 0 0,1 0 0 0 0,0 0 0 0 0,0-2 0 0 0,5-7 20 0 0,-1 0 0 0 0,-1-1 0 0 0,1 1 0 0 0,-2-1 0 0 0,0 0 0 0 0,0 0 0 0 0,0 0 0 0 0,-2-1 1 0 0,1 1-1 0 0,-1-13 0 0 0,-1 0 12 0 0,-1 0 1 0 0,-1 0 0 0 0,-8-43-1 0 0,-2 29 14 0 0,8 28 166 0 0,1 1 0 0 0,0-1 0 0 0,1 1 0 0 0,0-1 0 0 0,-1-10 0 0 0,8 21-121 0 0,0 1-1 0 0,1-1 1 0 0,-1 0 0 0 0,0 0 0 0 0,0 0 0 0 0,1-1 0 0 0,-1 1 0 0 0,8-2 0 0 0,18-3-132 0 0,0-2 1 0 0,0 0 0 0 0,-1-3-1 0 0,40-15 1 0 0,-23 8-1661 0 0,-53 31-2851 0 0,-9 7 3446 0 0,-37 36-451 0 0,34-39 1611 0 0,0 0-1 0 0,1 2 1 0 0,-24 38 0 0 0,41-58-17 0 0,-1-1 0 0 0,1 1 0 0 0,0-1 0 0 0,-1 1 0 0 0,1-1 0 0 0,0 1 0 0 0,-1-1 0 0 0,1 1 0 0 0,0 0 1 0 0,0-1-1 0 0,-1 1 0 0 0,1-1 0 0 0,0 1 0 0 0,0 0 0 0 0,0-1 0 0 0,0 1 0 0 0,0 0 0 0 0,0-1 0 0 0,0 1 0 0 0,0-1 1 0 0,0 1-1 0 0,0 0 0 0 0,0-1 0 0 0,0 1 0 0 0,1 0 0 0 0,-1-1 0 0 0,0 1 0 0 0,0-1 0 0 0,1 1 0 0 0,-1 0 0 0 0,19 1 1196 0 0,25-16-298 0 0,-31 8-1038 0 0,0 0 0 0 0,-1-1 0 0 0,0-1 0 0 0,0 0 0 0 0,-1 0 0 0 0,1-1 0 0 0,-2 0 0 0 0,0-1 0 0 0,0 0 1 0 0,-1-1-1 0 0,9-12 0 0 0,-14 17-36 0 0,0 0 0 0 0,0 0-1 0 0,-1-1 1 0 0,0 1 0 0 0,0-1 0 0 0,-1 0 0 0 0,1 0 0 0 0,-1 0 0 0 0,-1 0 0 0 0,1 0 0 0 0,-1 0 0 0 0,-1 0 0 0 0,1 0 0 0 0,-1-1 0 0 0,-1 1 0 0 0,1 0 0 0 0,-1 0-1 0 0,0-1 1 0 0,-1 1 0 0 0,0 0 0 0 0,0 0 0 0 0,0 1 0 0 0,-4-8 0 0 0,-23-42 1921 0 0,28 100 671 0 0,44 183-1442 0 0,-6-77-5050 0 0,-34-130 2224 0 0,0-11 630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1:27.3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1 163 1616 0 0,'3'8'273'0'0,"1"0"-1"0"0,0-1 1 0 0,1 1 0 0 0,-1-1-1 0 0,1 0 1 0 0,1-1-1 0 0,0 1 1 0 0,0-1-1 0 0,7 6 1 0 0,-10-10-259 0 0,0 0 1 0 0,1-1-1 0 0,-1 1 0 0 0,0-1 1 0 0,0 0-1 0 0,1 0 0 0 0,-1 0 0 0 0,0 0 1 0 0,1-1-1 0 0,-1 1 0 0 0,1-1 1 0 0,-1 0-1 0 0,1 0 0 0 0,-1 0 1 0 0,0-1-1 0 0,1 1 0 0 0,-1-1 1 0 0,1 0-1 0 0,-1 0 0 0 0,0 0 1 0 0,0 0-1 0 0,1-1 0 0 0,-1 1 1 0 0,0-1-1 0 0,4-3 0 0 0,8-4-13 0 0,0-1-1 0 0,-1-1 1 0 0,0 0-1 0 0,-1-1 1 0 0,23-27-1 0 0,-29 32-221 0 0,-2 0 0 0 0,1-1 0 0 0,-1 1-1 0 0,0-1 1 0 0,-1 0 0 0 0,1-1 0 0 0,-2 1 0 0 0,1-1-1 0 0,-1 0 1 0 0,0 0 0 0 0,-1 0 0 0 0,0 0 0 0 0,0-10-1 0 0,-2 1-1070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1:27.7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93 1560 0 0,'2'-4'353'0'0,"-1"1"0"0"0,1-1 0 0 0,-1 0 0 0 0,1 1 0 0 0,0 0 0 0 0,0-1 0 0 0,1 1-1 0 0,-1 0 1 0 0,1 0 0 0 0,-1 0 0 0 0,1 0 0 0 0,0 1 0 0 0,0-1 0 0 0,0 1 0 0 0,0 0-1 0 0,1 0 1 0 0,-1 0 0 0 0,6-2 0 0 0,-7 3-255 0 0,0 0-1 0 0,0 0 1 0 0,0 1 0 0 0,-1-1-1 0 0,1 1 1 0 0,0-1 0 0 0,0 1-1 0 0,0 0 1 0 0,0 0 0 0 0,0 0-1 0 0,0 0 1 0 0,0 0-1 0 0,0 0 1 0 0,0 1 0 0 0,0-1-1 0 0,-1 1 1 0 0,1-1 0 0 0,0 1-1 0 0,0 0 1 0 0,0 0 0 0 0,-1-1-1 0 0,1 1 1 0 0,0 0 0 0 0,-1 1-1 0 0,1-1 1 0 0,-1 0 0 0 0,1 0-1 0 0,-1 1 1 0 0,0-1-1 0 0,1 1 1 0 0,-1-1 0 0 0,0 1-1 0 0,0-1 1 0 0,0 1 0 0 0,0 0-1 0 0,0-1 1 0 0,-1 1 0 0 0,2 2-1 0 0,3 13 178 0 0,0 0-1 0 0,-1 1 1 0 0,-1-1-1 0 0,0 1 1 0 0,-1 31-1 0 0,-3 47-2650 0 0,0-34-2885 0 0,-1-46 1133 0 0,1-18 2941 0 0</inkml:trace>
  <inkml:trace contextRef="#ctx0" brushRef="#br0" timeOffset="1">123 128 1688 0 0,'2'-5'343'0'0,"0"-1"-1"0"0,0 1 0 0 0,1 0 0 0 0,0 0 1 0 0,0 0-1 0 0,0 1 0 0 0,0-1 0 0 0,1 1 1 0 0,-1 0-1 0 0,1-1 0 0 0,0 2 0 0 0,1-1 1 0 0,-1 0-1 0 0,1 1 0 0 0,-1 0 0 0 0,1 0 1 0 0,7-3-1 0 0,7-5 155 0 0,2 2 0 0 0,41-15 1 0 0,-30 20-1485 0 0,-27 11-945 0 0,-12 11-118 0 0,-1-7 1453 0 0,0-1 1 0 0,0-1 0 0 0,-1 0 0 0 0,-17 14 0 0 0,17-15 197 0 0,-4 5-337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1:28.0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0 271 1376 0 0,'1'1'165'0'0,"0"0"0"0"0,-1 0 0 0 0,1 0 0 0 0,0 0 1 0 0,0 0-1 0 0,0 0 0 0 0,0 0 0 0 0,0-1 0 0 0,0 1 0 0 0,0 0 0 0 0,0 0 0 0 0,0-1 0 0 0,0 1 0 0 0,0-1 0 0 0,0 1 0 0 0,1-1 0 0 0,-1 1 0 0 0,0-1 0 0 0,0 0 0 0 0,1 0 0 0 0,-1 1 0 0 0,0-1 0 0 0,1 0 0 0 0,-1 0 0 0 0,2 0 0 0 0,34 1 891 0 0,-27-3-1105 0 0,0 0 0 0 0,-1-1 0 0 0,1 0 0 0 0,-1 0 0 0 0,0-1 0 0 0,0 0 0 0 0,0-1 0 0 0,0 0 0 0 0,-1 0 0 0 0,0-1 0 0 0,0 0 0 0 0,13-13-1 0 0,-16 14-180 0 0,-1 1 0 0 0,0-1 0 0 0,0 0-1 0 0,0 0 1 0 0,0 0 0 0 0,-1-1 0 0 0,0 1-1 0 0,0-1 1 0 0,0 0 0 0 0,-1 0-1 0 0,0 0 1 0 0,0 0 0 0 0,0 0 0 0 0,-1 0-1 0 0,0-1 1 0 0,0 1 0 0 0,0-1-1 0 0,-1 1 1 0 0,0 0 0 0 0,-1-9 0 0 0,-2-3-828 0 0</inkml:trace>
  <inkml:trace contextRef="#ctx0" brushRef="#br0" timeOffset="1">214 1 1264 0 0,'-1'1'200'0'0,"0"1"-1"0"0,0 0 1 0 0,0-1-1 0 0,0 1 1 0 0,0 0 0 0 0,0-1-1 0 0,0 1 1 0 0,1 0-1 0 0,-1 0 1 0 0,1 0-1 0 0,-1 0 1 0 0,1-1-1 0 0,0 1 1 0 0,0 0 0 0 0,0 0-1 0 0,0 0 1 0 0,0 0-1 0 0,0 3 1 0 0,4 36 1675 0 0,22 72-1366 0 0,-16-75-2951 0 0,7 50-1 0 0,-16-75 1735 0 0,-1-1-715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1:28.4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0 128 800 0 0,'1'-3'260'0'0,"0"0"0"0"0,0 0 0 0 0,-1 0 0 0 0,2 0-1 0 0,-1 0 1 0 0,0 0 0 0 0,1 1 0 0 0,-1-1 0 0 0,1 0 0 0 0,0 1 0 0 0,-1-1-1 0 0,2 1 1 0 0,-1 0 0 0 0,0 0 0 0 0,0 0 0 0 0,1 0 0 0 0,-1 0-1 0 0,4-2 1 0 0,56-33 2154 0 0,-48 30-1916 0 0,-8 3-254 0 0,38-18 727 0 0,-41 21-899 0 0,-1 0 0 0 0,0 0 0 0 0,1 0 0 0 0,-1 0 0 0 0,1 1 0 0 0,-1-1 0 0 0,0 1 0 0 0,1-1 0 0 0,-1 1 0 0 0,1 0 0 0 0,0 0 0 0 0,-1 0 0 0 0,1 0 0 0 0,4 1 0 0 0,-7 0-33 0 0,1 0 1 0 0,0 0 0 0 0,-1 0-1 0 0,1 0 1 0 0,-1 0 0 0 0,1 0-1 0 0,-1 0 1 0 0,0 1 0 0 0,1-1-1 0 0,-1 0 1 0 0,0 0 0 0 0,0 0 0 0 0,0 0-1 0 0,0 1 1 0 0,0-1 0 0 0,0 0-1 0 0,0 0 1 0 0,0 0 0 0 0,0 0-1 0 0,-1 1 1 0 0,1-1 0 0 0,0 0-1 0 0,-1 0 1 0 0,0 1 0 0 0,-11 34 108 0 0,11-32-117 0 0,-2 3-37 0 0,-22 71-436 0 0,24-74 399 0 0,0 1 1 0 0,0-1-1 0 0,0 1 1 0 0,1-1-1 0 0,0 1 1 0 0,0-1-1 0 0,0 0 1 0 0,0 1-1 0 0,1-1 0 0 0,-1 1 1 0 0,1-1-1 0 0,0 1 1 0 0,1-1-1 0 0,-1 0 1 0 0,3 6-1 0 0,-3-9 38 0 0,0 0 0 0 0,1 0 0 0 0,-1 0 0 0 0,0 0 0 0 0,0 0 0 0 0,1 0-1 0 0,-1 0 1 0 0,0 0 0 0 0,1 0 0 0 0,-1-1 0 0 0,1 1 0 0 0,-1 0 0 0 0,1-1 0 0 0,0 0-1 0 0,-1 1 1 0 0,1-1 0 0 0,-1 0 0 0 0,1 0 0 0 0,0 0 0 0 0,-1 0 0 0 0,1 0-1 0 0,0 0 1 0 0,-1 0 0 0 0,1 0 0 0 0,-1-1 0 0 0,1 1 0 0 0,0-1 0 0 0,-1 1 0 0 0,1-1-1 0 0,-1 0 1 0 0,1 1 0 0 0,-1-1 0 0 0,0 0 0 0 0,1 0 0 0 0,1-1 0 0 0,9-6 223 0 0,-1 0 1 0 0,0-1 0 0 0,11-11 0 0 0,-13 13-141 0 0,2-3-186 0 0,55-50 526 0 0,-26 17-3913 0 0,-28 20-1137 0 0,-8 12 1582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36:50.6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822 43 688 0 0,'0'-1'305'0'0,"0"-1"-1"0"0,0 1 0 0 0,0-1 1 0 0,0 1-1 0 0,-1-1 1 0 0,1 1-1 0 0,0 0 1 0 0,-1-1-1 0 0,0 1 1 0 0,1 0-1 0 0,-1-1 0 0 0,0 1 1 0 0,1 0-1 0 0,-1 0 1 0 0,0-1-1 0 0,0 1 1 0 0,0 0-1 0 0,0 0 1 0 0,0 0-1 0 0,0 0 0 0 0,0 0 1 0 0,-3-1-1 0 0,0 0 166 0 0,0 1 0 0 0,1-1 0 0 0,-1 0-1 0 0,-1 1 1 0 0,1 0 0 0 0,0 0 0 0 0,-8 0-1 0 0,-4 0 92 0 0,-1 1 0 0 0,1 0 0 0 0,-18 4 0 0 0,4 0-204 0 0,-1 1 0 0 0,-45 15 0 0 0,63-16-330 0 0,0 2 0 0 0,0 0 0 0 0,0 0 0 0 0,1 1 0 0 0,0 1 0 0 0,0 0 0 0 0,-18 17 0 0 0,-168 173 433 0 0,172-171-338 0 0,0 1 0 0 0,2 1-1 0 0,2 1 1 0 0,0 2 0 0 0,2 0 0 0 0,-17 39-1 0 0,28-51-22 0 0,0 1 0 0 0,2 1 0 0 0,0-1 0 0 0,1 1-1 0 0,2 0 1 0 0,0 1 0 0 0,1-1 0 0 0,1 1 0 0 0,1-1-1 0 0,2 1 1 0 0,3 32 0 0 0,4-10 98 0 0,1-1 1 0 0,2 0-1 0 0,23 56 0 0 0,-22-74-38 0 0,0 0-1 0 0,2 0 0 0 0,0-1 1 0 0,2-1-1 0 0,1-1 0 0 0,26 29 1 0 0,-30-38 0 0 0,1-1 1 0 0,0-1-1 0 0,1 0 1 0 0,1 0-1 0 0,0-2 1 0 0,29 16-1 0 0,-6-10 118 0 0,0-1 0 0 0,41 9 0 0 0,-48-14-119 0 0,1-2 0 0 0,0-2 0 0 0,1-1 1 0 0,-1-1-1 0 0,1-2 0 0 0,0-1 0 0 0,-1-2 0 0 0,1-2 0 0 0,43-8 1 0 0,210-54 188 0 0,-233 49-223 0 0,-1-2 0 0 0,-2-3 0 0 0,65-35-1 0 0,-87 40-22 0 0,-1-2-1 0 0,0-1 0 0 0,-1-1 1 0 0,-1-2-1 0 0,-2 0 0 0 0,0-2 1 0 0,-1 0-1 0 0,-1-2 0 0 0,-2 0 1 0 0,35-58-1 0 0,-43 59-29 0 0,0 0 1 0 0,-2 0-1 0 0,0-1 1 0 0,-2-1-1 0 0,-1 1 0 0 0,-1-1 1 0 0,-1-1-1 0 0,-2 1 1 0 0,0 0-1 0 0,-2-1 0 0 0,-1 0 1 0 0,-2 1-1 0 0,-7-49 1 0 0,4 54-25 0 0,0 0 0 0 0,-1 1 0 0 0,-2-1 0 0 0,0 2 0 0 0,-1-1 1 0 0,-1 1-1 0 0,-1 0 0 0 0,0 1 0 0 0,-2 0 0 0 0,-18-21 1 0 0,10 18-6 0 0,-1 0 0 0 0,-1 1 0 0 0,-1 2 0 0 0,0 0 0 0 0,-2 1 0 0 0,-52-26 0 0 0,42 26-119 0 0,-2 2 0 0 0,0 1 0 0 0,0 3 0 0 0,-1 0 0 0 0,-1 3 0 0 0,0 1 0 0 0,0 2 0 0 0,0 2 0 0 0,-1 2 0 0 0,1 1 0 0 0,-1 2 0 0 0,-63 10-1 0 0,-261 64-5015 0 0,266-52-465 0 0,1-1-3893 0 0,57-13 5084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37:06.1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1 186 2713 0 0,'11'-25'6750'0'0,"23"-13"-4657"0"0,-26 29-1418 0 0,4-4 176 0 0,1 0 0 0 0,1 1 1 0 0,0 0-1 0 0,0 1 1 0 0,1 1-1 0 0,1 0 0 0 0,0 1 1 0 0,0 1-1 0 0,18-7 0 0 0,-34 15-785 0 0,1 0 0 0 0,-1 0-1 0 0,1 1 1 0 0,-1-1 0 0 0,1 0-1 0 0,-1 0 1 0 0,1 1-1 0 0,-1-1 1 0 0,1 0 0 0 0,-1 1-1 0 0,0-1 1 0 0,1 0-1 0 0,-1 1 1 0 0,0-1 0 0 0,1 1-1 0 0,-1-1 1 0 0,0 1-1 0 0,1-1 1 0 0,-1 1 0 0 0,0-1-1 0 0,0 1 1 0 0,0-1 0 0 0,1 1-1 0 0,-1-1 1 0 0,0 1-1 0 0,0-1 1 0 0,0 1 0 0 0,0-1-1 0 0,0 1 1 0 0,0-1-1 0 0,0 1 1 0 0,0 0 0 0 0,0-1-1 0 0,0 1 1 0 0,0-1 0 0 0,-1 1-1 0 0,1-1 1 0 0,0 1-1 0 0,0-1 1 0 0,0 1 0 0 0,-1-1-1 0 0,1 1 1 0 0,-7 32 487 0 0,6-30-447 0 0,-47 149 549 0 0,-4 14-1702 0 0,51-129-1499 0 0,1-36 2501 0 0,0-1 0 0 0,0 0 0 0 0,0 0 0 0 0,0 0 0 0 0,0 0 0 0 0,0 0 0 0 0,0 1 0 0 0,0-1 0 0 0,0 0 0 0 0,0 0 0 0 0,0 0 0 0 0,0 0 0 0 0,0 0 0 0 0,0 0 0 0 0,0 0 0 0 0,1 1 0 0 0,-1-1 0 0 0,0 0 0 0 0,0 0 0 0 0,0 0 0 0 0,0 0 0 0 0,0 0 0 0 0,0 0 0 0 0,0 0 0 0 0,0 0 0 0 0,1 0 0 0 0,-1 0 0 0 0,0 1 0 0 0,0-1 0 0 0,0 0 0 0 0,0 0 0 0 0,0 0 0 0 0,0 0 0 0 0,1 0 0 0 0,-1 0 0 0 0,0 0 0 0 0,0 0 0 0 0,0 0 0 0 0,0 0 0 0 0,0 0 0 0 0,1 0 0 0 0,-1 0 0 0 0,0 0 0 0 0,0 0 0 0 0,0-1-1 0 0,0 1 1 0 0,0 0 0 0 0,0 0 0 0 0,1 0 0 0 0,-1 0 0 0 0,0 0 0 0 0,0 0 0 0 0,0 0 0 0 0,0 0 0 0 0,0 0 0 0 0,0 0 0 0 0,0 0 0 0 0,1-1 0 0 0,9-19-1184 0 0,1-15 778 0 0,-9 25 486 0 0,1 1 0 0 0,0-1 1 0 0,0 1-1 0 0,1 0 1 0 0,0 0-1 0 0,1 0 1 0 0,6-8-1 0 0,-10 16 27 0 0,0 0 0 0 0,0 1 0 0 0,0-1 0 0 0,0 0 0 0 0,0 1 0 0 0,0-1 0 0 0,0 1 0 0 0,0-1 0 0 0,0 1 0 0 0,0 0 0 0 0,0-1 0 0 0,0 1 0 0 0,0 0-1 0 0,1 0 1 0 0,-1 0 0 0 0,0 0 0 0 0,0 0 0 0 0,0 0 0 0 0,0 0 0 0 0,1 0 0 0 0,-1 0 0 0 0,0 1 0 0 0,0-1 0 0 0,0 0 0 0 0,0 1 0 0 0,0-1 0 0 0,0 1 0 0 0,0-1 0 0 0,0 1-1 0 0,0 0 1 0 0,0-1 0 0 0,0 1 0 0 0,0 0 0 0 0,0 0 0 0 0,0-1 0 0 0,1 2 0 0 0,35 39 1108 0 0,-28-30-1059 0 0,35 25 389 0 0,-16-22-1826 0 0,-27-14 968 0 0,1 0 0 0 0,-1 1 0 0 0,0-1 0 0 0,0 0 0 0 0,1 0 0 0 0,-1 0 0 0 0,0 0 0 0 0,1 0 0 0 0,-1 0 0 0 0,0 0 0 0 0,1 0 0 0 0,-1-1 0 0 0,0 1 0 0 0,1 0 0 0 0,-1-1 0 0 0,2 0 0 0 0,-3 1 31 0 0,1-1 0 0 0,-1 1 0 0 0,1-1 0 0 0,-1 1 0 0 0,1-1-1 0 0,-1 1 1 0 0,0-1 0 0 0,1 1 0 0 0,-1-1 0 0 0,0 1 0 0 0,1-1 0 0 0,-1 1 0 0 0,0-1 0 0 0,0 1 0 0 0,1-1-1 0 0,-1 0 1 0 0,0 1 0 0 0,0-1 0 0 0,0 0 0 0 0,0 1 0 0 0,0-1 0 0 0,0 1 0 0 0,0-1 0 0 0,0 0 0 0 0,0 1 0 0 0,0-2-1 0 0,0-5-1585 0 0,4 1-605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37:06.5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 98 2104 0 0,'-1'1'307'0'0,"0"-1"0"0"0,0 1 0 0 0,0-1 0 0 0,0 1 0 0 0,1-1-1 0 0,-1 1 1 0 0,0 0 0 0 0,0 0 0 0 0,1-1 0 0 0,-1 1 0 0 0,0 0 0 0 0,1 0-1 0 0,-1 0 1 0 0,1 0 0 0 0,-1 0 0 0 0,1 0 0 0 0,0 0 0 0 0,-1 0-1 0 0,1 0 1 0 0,0 0 0 0 0,-1 0 0 0 0,1 0 0 0 0,0 0 0 0 0,0 0-1 0 0,0 0 1 0 0,0 0 0 0 0,0 1 0 0 0,1-2-197 0 0,-1 1 1 0 0,1-1 0 0 0,0 1-1 0 0,-1-1 1 0 0,1 0-1 0 0,0 1 1 0 0,-1-1-1 0 0,1 0 1 0 0,0 1-1 0 0,-1-1 1 0 0,1 0 0 0 0,0 0-1 0 0,-1 0 1 0 0,1 0-1 0 0,0 0 1 0 0,-1 0-1 0 0,1 0 1 0 0,0 0-1 0 0,0 0 1 0 0,-1 0 0 0 0,1 0-1 0 0,0 0 1 0 0,-1 0-1 0 0,1 0 1 0 0,0-1-1 0 0,-1 1 1 0 0,1 0-1 0 0,0-1 1 0 0,-1 1 0 0 0,1 0-1 0 0,0-1 1 0 0,-1 1-1 0 0,1-1 1 0 0,-1 1-1 0 0,1-1 1 0 0,-1 1-1 0 0,1-1 1 0 0,-1 1-1 0 0,1-1 1 0 0,0-1 0 0 0,53-50 2405 0 0,-42 38-1830 0 0,2 1 1 0 0,-1 0-1 0 0,18-11 1 0 0,-31 24-645 0 0,0 0 1 0 0,0 0-1 0 0,1 0 0 0 0,-1 0 1 0 0,0-1-1 0 0,0 1 0 0 0,1 0 1 0 0,-1 0-1 0 0,0 0 0 0 0,1 0 1 0 0,-1 0-1 0 0,0 0 0 0 0,1 0 1 0 0,-1 0-1 0 0,0 0 1 0 0,0 0-1 0 0,1 0 0 0 0,-1 0 1 0 0,0 0-1 0 0,1 0 0 0 0,-1 0 1 0 0,0 0-1 0 0,0 0 0 0 0,1 1 1 0 0,-1-1-1 0 0,0 0 0 0 0,1 0 1 0 0,-1 0-1 0 0,0 0 0 0 0,0 1 1 0 0,1-1-1 0 0,-1 0 0 0 0,0 0 1 0 0,0 0-1 0 0,0 1 0 0 0,1-1 1 0 0,-1 0-1 0 0,0 0 0 0 0,0 1 1 0 0,0-1-1 0 0,0 0 0 0 0,0 1 1 0 0,1-1-1 0 0,4 23 1011 0 0,-2 22-241 0 0,-3-45-803 0 0,-1 40-23 0 0,2 44 457 0 0,9-31-6131 0 0,-10-52 5226 0 0,0 0-1 0 0,1 0 0 0 0,-1-1 1 0 0,0 1-1 0 0,0 0 0 0 0,0 0 1 0 0,0 0-1 0 0,0-1 1 0 0,0 1-1 0 0,0 0 0 0 0,0 0 1 0 0,0 0-1 0 0,0-1 0 0 0,-1 1 1 0 0,1 0-1 0 0,0 0 0 0 0,0 0 1 0 0,-1-1-1 0 0,1 1 0 0 0,-1 0 1 0 0,1-1-1 0 0,-1 1 0 0 0,1 0 1 0 0,-1-1-1 0 0,1 1 0 0 0,-1 0 1 0 0,1-1-1 0 0,-1 1 1 0 0,0-1-1 0 0,1 1 0 0 0,-1-1 1 0 0,0 0-1 0 0,1 1 0 0 0,-2 0 1 0 0,-3 1-1819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37:07.0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32 503 1640 0 0,'-2'1'341'0'0,"0"0"0"0"0,0 0 0 0 0,0 0 0 0 0,0 0 0 0 0,0 1 0 0 0,1-1 0 0 0,-1 1 0 0 0,0 0 0 0 0,1-1 0 0 0,-1 1 0 0 0,1 0 0 0 0,0 0 0 0 0,-1 0 0 0 0,1 0-1 0 0,0 0 1 0 0,0 0 0 0 0,0 0 0 0 0,0 0 0 0 0,1 1 0 0 0,-1-1 0 0 0,1 0 0 0 0,-1 0 0 0 0,1 1 0 0 0,0-1 0 0 0,0 0 0 0 0,0 1 0 0 0,0-1 0 0 0,0 0 0 0 0,0 1 0 0 0,1-1 0 0 0,-1 0-1 0 0,1 0 1 0 0,0 1 0 0 0,0-1 0 0 0,-1 0 0 0 0,1 0 0 0 0,1 0 0 0 0,-1 0 0 0 0,0 0 0 0 0,2 2 0 0 0,-2-2-155 0 0,1 0 0 0 0,0 0 0 0 0,0 0 0 0 0,0 0 0 0 0,0-1 1 0 0,0 1-1 0 0,0 0 0 0 0,0-1 0 0 0,0 0 0 0 0,1 1 0 0 0,-1-1 0 0 0,1 0 0 0 0,-1 0 1 0 0,1 0-1 0 0,-1-1 0 0 0,1 1 0 0 0,-1-1 0 0 0,1 1 0 0 0,0-1 0 0 0,-1 0 0 0 0,1 0 0 0 0,-1 0 1 0 0,5-1-1 0 0,8-2 253 0 0,0-1 0 0 0,0-1 0 0 0,-1-1 0 0 0,0 0 1 0 0,27-16-1 0 0,-24 13-562 0 0,0 0 1 0 0,0 1 0 0 0,21-6-1 0 0,-37 14-228 0 0,0 0-1 0 0,0 0 0 0 0,0-1 0 0 0,0 1 1 0 0,0-1-1 0 0,0 1 0 0 0,0 0 1 0 0,0-1-1 0 0,-1 0 0 0 0,1 1 0 0 0,0-1 1 0 0,0 1-1 0 0,0-1 0 0 0,-1 0 0 0 0,1 0 1 0 0,0 0-1 0 0,0 1 0 0 0,-1-1 0 0 0,1 0 1 0 0,-1 0-1 0 0,1 0 0 0 0,-1 0 1 0 0,1 0-1 0 0,-1 0 0 0 0,1-1 0 0 0,-4-28-8719 0 0,0 16 8038 0 0,2-4-1373 0 0</inkml:trace>
  <inkml:trace contextRef="#ctx0" brushRef="#br0" timeOffset="1">419 5 4865 0 0,'1'-4'8014'0'0,"4"13"-4661"0"0,2 16-1360 0 0,-3 9-571 0 0,2 42-7909 0 0,-6-70 5550 0 0,0-1 0 0 0,-1 1 0 0 0,0-1 0 0 0,0 1 1 0 0,0-1-1 0 0,-1 1 0 0 0,0-1 0 0 0,0 0 0 0 0,0 0 0 0 0,0 0 1 0 0,-5 7-1 0 0,3-3-653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37:07.3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13 113 1992 0 0,'-12'3'6529'0'0,"25"-12"-1379"0"0,2 0-4341 0 0,4-3 447 0 0,5-5 234 0 0,1 0 1 0 0,1 2-1 0 0,49-20 0 0 0,-75 35-1459 0 0,1-1 0 0 0,-1 1 1 0 0,0 0-1 0 0,1 0 0 0 0,-1 0 1 0 0,1 0-1 0 0,-1 0 0 0 0,0 0 1 0 0,1 0-1 0 0,-1 0 0 0 0,0 0 1 0 0,1 0-1 0 0,-1 0 0 0 0,1 0 1 0 0,-1 0-1 0 0,0 0 1 0 0,1 0-1 0 0,-1 0 0 0 0,0 1 1 0 0,1-1-1 0 0,-1 0 0 0 0,0 0 1 0 0,1 0-1 0 0,-1 0 0 0 0,0 1 1 0 0,1-1-1 0 0,-1 0 0 0 0,0 0 1 0 0,1 1-1 0 0,-1-1 0 0 0,0 0 1 0 0,0 1-1 0 0,0-1 0 0 0,1 0 1 0 0,-1 1-1 0 0,0-1 0 0 0,0 0 1 0 0,0 1-1 0 0,0-1 0 0 0,1 1 1 0 0,-1 23 461 0 0,-11 30-400 0 0,10-51-55 0 0,-55 174-2612 0 0,56-177 2547 0 0,-1 1-1 0 0,1-1 0 0 0,0 1 1 0 0,0-1-1 0 0,0 0 0 0 0,0 1 1 0 0,0-1-1 0 0,0 0 0 0 0,0 1 0 0 0,0-1 1 0 0,0 0-1 0 0,0 1 0 0 0,0-1 1 0 0,0 1-1 0 0,0-1 0 0 0,0 0 1 0 0,0 1-1 0 0,0-1 0 0 0,1 0 0 0 0,-1 1 1 0 0,0-1-1 0 0,0 0 0 0 0,0 1 1 0 0,0-1-1 0 0,1 0 0 0 0,-1 1 1 0 0,0-1-1 0 0,0 0 0 0 0,1 0 0 0 0,-1 1 1 0 0,0-1-1 0 0,1 0 0 0 0,-1 0 1 0 0,0 1-1 0 0,1-1 0 0 0,-1 0 1 0 0,0 0-1 0 0,1 0 0 0 0,-1 0 0 0 0,0 0 1 0 0,1 0-1 0 0,-1 0 0 0 0,1 1 1 0 0,-1-1-1 0 0,0 0 0 0 0,1 0 1 0 0,28-1 94 0 0,10 2 65 0 0,-27 4 397 0 0,24 5-4837 0 0,-35-9 3959 0 0,0-1 0 0 0,0 0 0 0 0,-1 0 0 0 0,1 0 0 0 0,0 0 0 0 0,0 0 0 0 0,0 0 0 0 0,0 0 0 0 0,0-1 0 0 0,-1 1 0 0 0,1 0 0 0 0,0 0 0 0 0,0-1 0 0 0,0 1-1 0 0,-1 0 1 0 0,1-1 0 0 0,0 1 0 0 0,0-1 0 0 0,-1 1 0 0 0,1-1 0 0 0,0 1 0 0 0,-1-1 0 0 0,1 0 0 0 0,-1 1 0 0 0,1-1 0 0 0,-1 0 0 0 0,1 1 0 0 0,-1-1 0 0 0,1 0 0 0 0,-1 0 0 0 0,1 1 0 0 0,-1-1 0 0 0,0 0 0 0 0,0 0 0 0 0,1 0 0 0 0,-1 0 0 0 0,1-7-2240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37:07.7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0 134 2665 0 0,'6'-21'8051'0'0,"10"-2"-4155"0"0,24-18-1870 0 0,-27 29-966 0 0,-9 8-910 0 0,-1 1 0 0 0,1-1 0 0 0,0 1-1 0 0,0 0 1 0 0,0 0 0 0 0,0 0-1 0 0,0 1 1 0 0,1-1 0 0 0,-1 1-1 0 0,1 0 1 0 0,9-2 0 0 0,-12 4-115 0 0,0 0 0 0 0,-1 0 0 0 0,1 0 0 0 0,0 0 0 0 0,0 1 0 0 0,0-1 0 0 0,-1 1 0 0 0,1-1 0 0 0,0 1 0 0 0,-1 0 0 0 0,1-1 0 0 0,0 1 0 0 0,-1 0 0 0 0,1 0 0 0 0,-1 0 0 0 0,1 1 0 0 0,-1-1 0 0 0,0 0 0 0 0,1 0 0 0 0,-1 1 0 0 0,0-1 0 0 0,0 1 0 0 0,0-1 0 0 0,0 1 0 0 0,0-1 0 0 0,0 1 0 0 0,-1 0 0 0 0,1-1 0 0 0,-1 1 0 0 0,1 0 0 0 0,-1 0 0 0 0,1-1 0 0 0,-1 1 0 0 0,0 3 0 0 0,8 26-337 0 0,-2 0 0 0 0,3 43 0 0 0,-8-27-3732 0 0,-5-4-4934 0 0,-7-51 3763 0 0,9 2 3774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37:08.1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 3209 0 0,'0'-1'173'0'0,"0"1"1"0"0,0 0-1 0 0,0 0 1 0 0,0-1 0 0 0,0 1-1 0 0,-1 0 1 0 0,1-1-1 0 0,0 1 1 0 0,0 0 0 0 0,0 0-1 0 0,0-1 1 0 0,0 1-1 0 0,0 0 1 0 0,0-1 0 0 0,0 1-1 0 0,0 0 1 0 0,0-1-1 0 0,0 1 1 0 0,1 0 0 0 0,-1 0-1 0 0,0-1 1 0 0,0 1-1 0 0,0 0 1 0 0,0 0-1 0 0,0-1 1 0 0,0 1 0 0 0,1 0-1 0 0,-1 0 1 0 0,0-1-1 0 0,0 1 1 0 0,0 0 0 0 0,1 0-1 0 0,-1 0 1 0 0,0-1-1 0 0,0 1 1 0 0,1 0 0 0 0,-1 0-1 0 0,0 0 1 0 0,0 0-1 0 0,1 0 1 0 0,-1 0 0 0 0,0-1-1 0 0,1 1 1 0 0,-1 0-1 0 0,0 0 1 0 0,0 0-1 0 0,1 0 1 0 0,-1 0 0 0 0,1 0-1 0 0,5 19 3819 0 0,3 34-1386 0 0,-8-51-2333 0 0,38 232 3341 0 0,-16-103-9577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37:08.5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177 105 152 0 0,'-25'-16'233'0'0,"-37"-28"-84"0"0,58 41 237 0 0,1 0-1 0 0,0-1 1 0 0,0 0 0 0 0,0 0 0 0 0,0 0 0 0 0,1 0 0 0 0,-5-8 0 0 0,7 11-249 0 0,0 1 0 0 0,0 0 0 0 0,0 0 0 0 0,0-1 0 0 0,0 1 1 0 0,0 0-1 0 0,0 0 0 0 0,0-1 0 0 0,-1 1 0 0 0,1 0 0 0 0,0 0 0 0 0,0-1 1 0 0,0 1-1 0 0,0 0 0 0 0,-1 0 0 0 0,1 0 0 0 0,0-1 0 0 0,0 1 0 0 0,0 0 1 0 0,-1 0-1 0 0,1 0 0 0 0,0 0 0 0 0,0 0 0 0 0,0-1 0 0 0,-1 1 0 0 0,1 0 1 0 0,0 0-1 0 0,0 0 0 0 0,-1 0 0 0 0,1 0 0 0 0,0 0 0 0 0,-1 0 0 0 0,1 0 1 0 0,0 0-1 0 0,0 0 0 0 0,-1 0 0 0 0,1 0 0 0 0,0 0 0 0 0,0 0 0 0 0,-1 0 1 0 0,1 0-1 0 0,0 0 0 0 0,0 0 0 0 0,-1 1 0 0 0,1-1 0 0 0,0 0 0 0 0,-1 0 0 0 0,-11 15 3163 0 0,-4 20-928 0 0,9-7-1703 0 0,1 1-1 0 0,1 0 0 0 0,2 0 0 0 0,0 0 0 0 0,4 52 0 0 0,3-33-470 0 0,1-1 0 0 0,22 84 0 0 0,-18-99-159 0 0,2 0 0 0 0,15 31-1 0 0,-14-39-1150 0 0,1-1-1 0 0,30 42 0 0 0,-29-47-301 0 0,1-1 0 0 0,1 0 1 0 0,1-1-1 0 0,0-1 0 0 0,1 0 1 0 0,1-2-1 0 0,0 0 1 0 0,1-1-1 0 0,32 15 0 0 0,-6-8-1121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37:08.9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 2264 0 0,'2'-1'499'0'0,"-1"1"-1"0"0,1-1 1 0 0,-1 0-1 0 0,1 1 1 0 0,-1-1-1 0 0,1 1 1 0 0,0-1-1 0 0,-1 1 0 0 0,1 0 1 0 0,-1 0-1 0 0,1 0 1 0 0,0 0-1 0 0,-1 0 1 0 0,1 0-1 0 0,0 0 1 0 0,-1 0-1 0 0,1 0 0 0 0,0 1 1 0 0,-1-1-1 0 0,1 1 1 0 0,-1 0-1 0 0,3 1 1 0 0,41 20 2648 0 0,-34-16-2281 0 0,2 1-577 0 0,0 1-1 0 0,-1 0 1 0 0,0 1-1 0 0,0 1 0 0 0,-1-1 1 0 0,0 2-1 0 0,-1 0 0 0 0,0 0 1 0 0,-1 1-1 0 0,8 12 1 0 0,-5-4-51 0 0,-1 0 1 0 0,-2 0 0 0 0,0 1 0 0 0,-1 0-1 0 0,-1 1 1 0 0,4 22 0 0 0,-2 6-644 0 0,-3-1 1 0 0,-1 2-1 0 0,-3-1 1 0 0,-3 0-1 0 0,-7 62 1 0 0,6-93-710 0 0,2-10-97 0 0,-1 0 1 0 0,0-1 0 0 0,0 1 0 0 0,-1-1 0 0 0,0 1 0 0 0,0-1-1 0 0,-5 9 1 0 0,-8 1-4824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37:10.5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115 25 3713 0 0,'-3'-3'870'0'0,"1"1"0"0"0,-1-1 0 0 0,0 1-1 0 0,0 0 1 0 0,0 0 0 0 0,0 0 0 0 0,0 0 0 0 0,0 1 0 0 0,-6-3 0 0 0,7 4-514 0 0,0-1 0 0 0,0 1-1 0 0,0 0 1 0 0,0-1 0 0 0,0 1 0 0 0,0 0-1 0 0,0 0 1 0 0,1 1 0 0 0,-1-1 0 0 0,0 0-1 0 0,0 1 1 0 0,0-1 0 0 0,0 1 0 0 0,-2 0-1 0 0,1 1-177 0 0,0 0-1 0 0,0 1 0 0 0,0-1 0 0 0,0 0 0 0 0,1 1 1 0 0,-1-1-1 0 0,1 1 0 0 0,0 0 0 0 0,0 0 1 0 0,0 0-1 0 0,0 0 0 0 0,0 0 0 0 0,1 0 0 0 0,0 1 1 0 0,-1-1-1 0 0,1 0 0 0 0,0 1 0 0 0,1-1 0 0 0,-2 5 1 0 0,-2 17-36 0 0,2 1 0 0 0,0 1 0 0 0,1-1 0 0 0,4 27 1 0 0,17 108-184 0 0,-16-128 53 0 0,-2-23-29 0 0,22 129-143 0 0,-19-120-62 0 0,0 0 0 0 0,1 0 0 0 0,1-1 1 0 0,1 1-1 0 0,10 16 0 0 0,-15-31-64 0 0,-1 0 0 0 0,1-1 0 0 0,0 0 1 0 0,0 1-1 0 0,0-1 0 0 0,1 0 0 0 0,-1-1 0 0 0,1 1 0 0 0,0-1 0 0 0,-1 1 0 0 0,1-1 1 0 0,0 0-1 0 0,0-1 0 0 0,1 1 0 0 0,-1-1 0 0 0,0 1 0 0 0,0-1 0 0 0,1-1 1 0 0,-1 1-1 0 0,1-1 0 0 0,-1 1 0 0 0,7-1 0 0 0,-7-1-88 0 0,0 1 0 0 0,-1 0 1 0 0,1-1-1 0 0,0 0 0 0 0,0 0 0 0 0,0 0 0 0 0,-1 0 1 0 0,1-1-1 0 0,-1 1 0 0 0,1-1 0 0 0,-1 0 0 0 0,0 0 1 0 0,1 0-1 0 0,-1-1 0 0 0,0 1 0 0 0,0-1 0 0 0,-1 0 1 0 0,1 1-1 0 0,0-1 0 0 0,-1 0 0 0 0,0-1 0 0 0,0 1 1 0 0,0 0-1 0 0,0-1 0 0 0,0 1 0 0 0,1-5 0 0 0,4-28-1375 0 0,6 5-37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37:10.9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 1 4489 0 0,'-2'2'815'0'0,"0"1"1"0"0,0-1-1 0 0,0 1 0 0 0,0 0 1 0 0,0 0-1 0 0,1-1 0 0 0,0 1 0 0 0,-1 0 1 0 0,0 4-1 0 0,-4 34 2396 0 0,11 47-3385 0 0,-2-53 828 0 0,5 28-807 0 0,1 3-2642 0 0,-11-24-3737 0 0,-4-27 2477 0 0,2-10 1809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37:11.3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1 104 3113 0 0,'0'0'171'0'0,"0"1"0"0"0,0-1 1 0 0,0 0-1 0 0,0 1 1 0 0,0-1-1 0 0,0 0 0 0 0,0 1 1 0 0,0-1-1 0 0,0 0 1 0 0,1 0-1 0 0,-1 1 0 0 0,0-1 1 0 0,0 0-1 0 0,0 1 1 0 0,0-1-1 0 0,1 0 0 0 0,-1 0 1 0 0,0 1-1 0 0,0-1 1 0 0,0 0-1 0 0,1 0 0 0 0,-1 1 1 0 0,0-1-1 0 0,0 0 1 0 0,1 0-1 0 0,-1 0 0 0 0,0 0 1 0 0,1 0-1 0 0,-1 1 0 0 0,0-1 1 0 0,1 0-1 0 0,-1 0 1 0 0,0 0-1 0 0,0 0 0 0 0,1 0 1 0 0,16-2 2416 0 0,12-10-492 0 0,30-27 603 0 0,-48 30-2353 0 0,0 1 0 0 0,1 0 1 0 0,0 1-1 0 0,0 1 0 0 0,0 0 0 0 0,24-8 0 0 0,-35 14-325 0 0,-1 0-1 0 0,0-1 1 0 0,1 1-1 0 0,-1 0 1 0 0,1 0-1 0 0,-1 0 1 0 0,0 0-1 0 0,1 0 1 0 0,-1 0-1 0 0,1 1 1 0 0,-1-1-1 0 0,0 0 0 0 0,1 0 1 0 0,-1 0-1 0 0,0 0 1 0 0,1 0-1 0 0,-1 0 1 0 0,1 1-1 0 0,-1-1 1 0 0,0 0-1 0 0,0 0 1 0 0,1 1-1 0 0,-1-1 1 0 0,0 0-1 0 0,1 0 0 0 0,-1 1 1 0 0,0-1-1 0 0,0 0 1 0 0,1 1-1 0 0,-1-1 1 0 0,0 0-1 0 0,0 1 1 0 0,0-1-1 0 0,1 1 1 0 0,1 19 370 0 0,-9 21-118 0 0,7-38-251 0 0,-25 87 72 0 0,-5 26-288 0 0,28-104 173 0 0,0 0 0 0 0,1 0 0 0 0,1 0 0 0 0,0 0 0 0 0,0 0 0 0 0,1 0 0 0 0,4 18 0 0 0,-5-28 22 0 0,1 1 0 0 0,0 0-1 0 0,0-1 1 0 0,0 1-1 0 0,0 0 1 0 0,0-1 0 0 0,0 1-1 0 0,1-1 1 0 0,-1 0-1 0 0,1 0 1 0 0,-1 1 0 0 0,1-1-1 0 0,0 0 1 0 0,0 0-1 0 0,0 0 1 0 0,0-1 0 0 0,0 1-1 0 0,1 0 1 0 0,-1-1-1 0 0,0 0 1 0 0,4 2 0 0 0,-2-2 19 0 0,0 0 0 0 0,0 0-1 0 0,0-1 1 0 0,0 1 0 0 0,0-1 0 0 0,0 0 0 0 0,0 0 0 0 0,-1 0 0 0 0,1-1 0 0 0,0 0 0 0 0,0 1 0 0 0,0-1 0 0 0,5-3 0 0 0,-1 2 44 0 0,-1-1 1 0 0,0-1-1 0 0,0 1 1 0 0,0-1-1 0 0,-1 0 1 0 0,1-1-1 0 0,-1 0 1 0 0,0 0-1 0 0,0 0 1 0 0,-1-1-1 0 0,0 1 1 0 0,1-1 0 0 0,-2-1-1 0 0,8-11 1 0 0,-10 14-20 0 0,0 0 1 0 0,-1 0-1 0 0,1-1 1 0 0,-1 1 0 0 0,0 0-1 0 0,0-1 1 0 0,-1 1-1 0 0,1-1 1 0 0,-1 1 0 0 0,0-1-1 0 0,0 0 1 0 0,0 1-1 0 0,-1-1 1 0 0,0 1 0 0 0,1-1-1 0 0,-2 1 1 0 0,1 0-1 0 0,0-1 1 0 0,-1 1 0 0 0,0 0-1 0 0,0 0 1 0 0,0 0-1 0 0,-1 0 1 0 0,1 0-1 0 0,-1 1 1 0 0,-4-6 0 0 0,2 5-212 0 0,1 0 0 0 0,-1 0 0 0 0,0 0 0 0 0,0 1 0 0 0,-1-1-1 0 0,1 1 1 0 0,-12-4 0 0 0,9 4-696 0 0,1 1 0 0 0,-1 0 0 0 0,1 0 0 0 0,-1 1 0 0 0,0 0 0 0 0,-11 0 0 0 0,15 1 96 0 0,0-1 0 0 0,1 1 0 0 0,-1 0 0 0 0,0-1 0 0 0,0 0 0 0 0,1 0 0 0 0,-1 0 0 0 0,0 0 0 0 0,1 0 0 0 0,-1-1 0 0 0,1 0 0 0 0,0 1 0 0 0,0-1 0 0 0,-1-1 0 0 0,1 1 0 0 0,-4-4 0 0 0,2-1-1213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37:12.2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0 150 1536 0 0,'1'-1'395'0'0,"0"1"0"0"0,0-1-1 0 0,-1 0 1 0 0,1 0-1 0 0,0 1 1 0 0,0-1 0 0 0,0 1-1 0 0,0-1 1 0 0,0 1-1 0 0,0-1 1 0 0,0 1 0 0 0,0-1-1 0 0,0 1 1 0 0,0 0-1 0 0,0 0 1 0 0,0-1 0 0 0,0 1-1 0 0,0 0 1 0 0,0 0-1 0 0,0 0 1 0 0,0 0 0 0 0,0 0-1 0 0,0 0 1 0 0,0 1 0 0 0,0-1-1 0 0,1 0 1 0 0,1 2-23 0 0,-1-1 1 0 0,0 0 0 0 0,0 1-1 0 0,0-1 1 0 0,1 1 0 0 0,-2 0-1 0 0,1 0 1 0 0,0 0-1 0 0,0 0 1 0 0,2 4 0 0 0,6 10-470 0 0,-1 0 0 0 0,12 30 0 0 0,-9-19 992 0 0,-11-26-893 0 0,34 75 269 0 0,-32-69-288 0 0,0 0 1 0 0,-1 0 0 0 0,0 0 0 0 0,-1 0-1 0 0,0 0 1 0 0,0 1 0 0 0,0-1-1 0 0,-1 0 1 0 0,-1 11 0 0 0,-7 0-444 0 0,-4-18-56 0 0,11-1 493 0 0,-1 0 0 0 0,1 0 1 0 0,0-1-1 0 0,-1 1 0 0 0,1-1 1 0 0,0 1-1 0 0,0-1 0 0 0,0 1 1 0 0,0-1-1 0 0,0 1 0 0 0,0-1 0 0 0,1 0 1 0 0,-1 0-1 0 0,0 1 0 0 0,1-1 1 0 0,-1-3-1 0 0,0 1 135 0 0,1 0-1 0 0,-1 0 1 0 0,1 1-1 0 0,0-1 1 0 0,0 0-1 0 0,0 0 1 0 0,1 0-1 0 0,0 0 1 0 0,-1 1-1 0 0,1-1 1 0 0,0 0-1 0 0,1 1 1 0 0,-1-1-1 0 0,1 1 1 0 0,0-1-1 0 0,-1 1 1 0 0,1 0-1 0 0,1-1 1 0 0,-1 1-1 0 0,0 0 1 0 0,1 1-1 0 0,0-1 1 0 0,-1 0-1 0 0,1 1 1 0 0,5-4-1 0 0,6-7-280 0 0,15-24-1079 0 0,-21 21-1455 0 0,0-1 0 0 0,-1 1 1 0 0,9-32-1 0 0,-6 16 2339 0 0,-12 63 8034 0 0,7 31-3777 0 0,-3-46-2965 0 0,0 7-182 0 0,0 1-375 0 0,0-1 1 0 0,7 26-1 0 0,-8-45-373 0 0,0-1-1 0 0,0 1 1 0 0,0 0 0 0 0,0 0-1 0 0,1-1 1 0 0,-1 1 0 0 0,1-1-1 0 0,0 1 1 0 0,0-1 0 0 0,0 0-1 0 0,1 1 1 0 0,-1-1 0 0 0,1 0 0 0 0,-1-1-1 0 0,1 1 1 0 0,0 0 0 0 0,0-1-1 0 0,0 0 1 0 0,7 4 0 0 0,-7-5-45 0 0,0-1 0 0 0,0 1 0 0 0,1-1 0 0 0,-1 0 0 0 0,0 0 0 0 0,1 0 0 0 0,-1 0 0 0 0,0-1 0 0 0,1 1 0 0 0,-1-1 0 0 0,0 0 0 0 0,0 0 0 0 0,0 0 1 0 0,1 0-1 0 0,-1-1 0 0 0,0 1 0 0 0,-1-1 0 0 0,1 0 0 0 0,0 0 0 0 0,0 0 0 0 0,-1 0 0 0 0,1 0 0 0 0,3-4 0 0 0,-2 1-307 0 0,1 0 0 0 0,0 0 0 0 0,-1-1 0 0 0,0 1 0 0 0,0-1 0 0 0,-1 0 0 0 0,1 0 0 0 0,-1 0 0 0 0,-1-1 0 0 0,4-8 0 0 0,-4-4-535 0 0,1 0 0 0 0,-2 0 0 0 0,-2-35 0 0 0,0 39 970 0 0,0 1-1 0 0,1-1 1 0 0,1 1 0 0 0,0-1 0 0 0,1 1 0 0 0,0-1 0 0 0,8-22 0 0 0,-10 37-35 0 0,0 0 0 0 0,0 0-1 0 0,0 0 1 0 0,0 0 0 0 0,0 0 0 0 0,0-1 0 0 0,0 1-1 0 0,0 0 1 0 0,0 0 0 0 0,0 0 0 0 0,0 0 0 0 0,0 0-1 0 0,0 0 1 0 0,0-1 0 0 0,0 1 0 0 0,0 0 0 0 0,0 0-1 0 0,1 0 1 0 0,-1 0 0 0 0,0 0 0 0 0,0 0 0 0 0,0 0-1 0 0,0 0 1 0 0,0-1 0 0 0,0 1 0 0 0,0 0 0 0 0,1 0-1 0 0,-1 0 1 0 0,0 0 0 0 0,0 0 0 0 0,0 0 0 0 0,0 0-1 0 0,0 0 1 0 0,1 0 0 0 0,-1 0 0 0 0,0 0 0 0 0,0 0-1 0 0,0 0 1 0 0,0 0 0 0 0,0 0 0 0 0,1 0 0 0 0,-1 0-1 0 0,0 0 1 0 0,0 0 0 0 0,0 0 0 0 0,0 0 0 0 0,0 0-1 0 0,0 0 1 0 0,1 0 0 0 0,-1 0 0 0 0,0 1 0 0 0,0-1-1 0 0,0 0 1 0 0,0 0 0 0 0,0 0 0 0 0,0 0 0 0 0,0 0 0 0 0,1 0-1 0 0,-1 0 1 0 0,0 0 0 0 0,0 1 0 0 0,0-1 0 0 0,0 0-1 0 0,0 0 1 0 0,0 0 0 0 0,0 0 0 0 0,0 1 0 0 0,7 16 1426 0 0,2 20-383 0 0,3 57-251 0 0,-10-60-878 0 0,2-1-1 0 0,2 1 0 0 0,1-1 0 0 0,2 0 0 0 0,12 32 0 0 0,-12-49 244 0 0,7 1-4361 0 0,-16-17 4012 0 0,0 0-1 0 0,1 0 1 0 0,-1 1 0 0 0,0-1-1 0 0,1 0 1 0 0,-1 0 0 0 0,0 0 0 0 0,1 0-1 0 0,-1 0 1 0 0,0 0 0 0 0,1 0 0 0 0,-1 0-1 0 0,0 1 1 0 0,1-1 0 0 0,-1 0 0 0 0,0 0-1 0 0,1-1 1 0 0,-1 1 0 0 0,1 0-1 0 0,-1 0 1 0 0,0 0 0 0 0,1 0 0 0 0,-1 0-1 0 0,0 0 1 0 0,0 0 0 0 0,1 0 0 0 0,-1-1-1 0 0,0 1 1 0 0,1 0 0 0 0,-1 0 0 0 0,0-1-1 0 0,0 1 1 0 0,1 0 0 0 0,4-23-3694 0 0,-15-35 1054 0 0,-23-31 3203 0 0,21 58 260 0 0,-1 7 530 0 0,10 15 3063 0 0,22 14-1715 0 0,-15-4-2558 0 0,0 0-1 0 0,0 0 1 0 0,0-1 0 0 0,0 1-1 0 0,1-1 1 0 0,-1 0-1 0 0,0 0 1 0 0,0-1 0 0 0,0 1-1 0 0,7-2 1 0 0,-4-1-482 0 0,0 1 0 0 0,-1-1 0 0 0,0 0 0 0 0,1 0 0 0 0,-1-1 0 0 0,-1 1 0 0 0,1-1 0 0 0,0-1 0 0 0,8-8-1 0 0,-4 3-561 0 0,-1-1-1 0 0,0 0 0 0 0,0 0 1 0 0,7-15-1 0 0,6-20 320 0 0,0-3 775 0 0,-47 72 4974 0 0,19-14-4147 0 0,-24 46 2029 0 0,29-52-2813 0 0,0-1 0 0 0,0 1 0 0 0,0-1 0 0 0,0 1 0 0 0,1 0 0 0 0,-1-1 0 0 0,1 1 0 0 0,0 0 0 0 0,0-1 0 0 0,-1 1 0 0 0,2 0 0 0 0,-1 0 0 0 0,0-1 0 0 0,1 1 0 0 0,-1 0 0 0 0,1-1 0 0 0,0 1 0 0 0,-1-1 0 0 0,3 4 0 0 0,-1-4-79 0 0,0 0 0 0 0,0 0 0 0 0,1-1 0 0 0,-1 1 0 0 0,0-1-1 0 0,1 1 1 0 0,-1-1 0 0 0,1 0 0 0 0,0 0 0 0 0,-1 0 0 0 0,1 0 0 0 0,0 0 0 0 0,0-1 0 0 0,0 0 0 0 0,-1 1 0 0 0,1-1 0 0 0,0 0 0 0 0,0 0-1 0 0,0 0 1 0 0,4-1 0 0 0,58-10 437 0 0,-53 8-104 0 0,-1 0 0 0 0,0-1-1 0 0,-1 0 1 0 0,1-1 0 0 0,16-10-1 0 0,-25 14-208 0 0,0 0 0 0 0,0 0 0 0 0,0 0 0 0 0,-1-1 0 0 0,1 1 0 0 0,0-1 0 0 0,-1 1 0 0 0,1-1-1 0 0,-1 0 1 0 0,0 0 0 0 0,1 1 0 0 0,-1-1 0 0 0,0 0 0 0 0,0 0 0 0 0,0 0 0 0 0,0 0 0 0 0,-1 0 0 0 0,1-1 0 0 0,-1 1 0 0 0,1 0-1 0 0,-1 0 1 0 0,0 0 0 0 0,1-1 0 0 0,-1 1 0 0 0,0 0 0 0 0,0 0 0 0 0,-1 0 0 0 0,1-1 0 0 0,0 1 0 0 0,-1 0 0 0 0,0 0 0 0 0,1 0-1 0 0,-1 0 1 0 0,0 0 0 0 0,-2-4 0 0 0,-7-11 250 0 0,-1-1-1 0 0,-19-22 0 0 0,-11 0-3046 0 0,40 40 2310 0 0,0 0 0 0 0,0 0 0 0 0,0 0 1 0 0,0 0-1 0 0,0 0 0 0 0,0 0 0 0 0,0 0 1 0 0,0 0-1 0 0,0 1 0 0 0,0-1 1 0 0,0 0-1 0 0,1 0 0 0 0,-1 1 0 0 0,0-1 1 0 0,0 1-1 0 0,0-1 0 0 0,0 1 0 0 0,1-1 1 0 0,-1 1-1 0 0,0 0 0 0 0,0-1 0 0 0,1 1 1 0 0,-1 0-1 0 0,0 0 0 0 0,1-1 1 0 0,-1 3-1 0 0,-23 27-4802 0 0,19-24 4151 0 0,-4 12-1018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37:12.6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1 393 4465 0 0,'11'-1'1748'0'0,"1"1"-1"0"0,0-2 1 0 0,-1 0 0 0 0,20-5-1 0 0,44-24 1134 0 0,-2-11-5313 0 0,-7-3-4766 0 0,-57 39 5853 0 0,-6 4 1027 0 0,0 0 1 0 0,-1-1-1 0 0,1 1 0 0 0,0 0 0 0 0,-1-1 1 0 0,1 0-1 0 0,-1 0 0 0 0,0 0 0 0 0,0 0 0 0 0,2-4 1 0 0,5-6-1025 0 0</inkml:trace>
  <inkml:trace contextRef="#ctx0" brushRef="#br0" timeOffset="1">400 43 808 0 0,'-4'-9'563'0'0,"-11"-22"5904"0"0,8 29-2286 0 0,1 20-779 0 0,4 1-2652 0 0,0 0 0 0 0,2 0 0 0 0,0 0 1 0 0,4 22-1 0 0,17 80-1323 0 0,-5-40-1486 0 0,-11-51 153 0 0,-2-21 328 0 0,-1 1-1 0 0,-1-1 0 0 0,1 0 0 0 0,-2 0 0 0 0,1 1 0 0 0,-2 15 0 0 0,-1-11-1339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37:13.2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17 137 1880 0 0,'-16'16'8658'0'0,"32"-16"-4348"0"0,36-16-1888 0 0,-22 3-1927 0 0,-10 6-524 0 0,-1-1 0 0 0,0-1 0 0 0,0-1 1 0 0,-1-1-1 0 0,0 0 0 0 0,0-1 0 0 0,21-21 0 0 0,-29 15-2615 0 0,-21 14-508 0 0,8 4 2920 0 0,-1 1 0 0 0,1 0 0 0 0,-1 0 1 0 0,1 0-1 0 0,0 0 0 0 0,-1 0 0 0 0,1 1 0 0 0,0-1 0 0 0,-4 4 0 0 0,-5 6 528 0 0,0 1 0 0 0,0 1-1 0 0,1 0 1 0 0,0 0-1 0 0,1 1 1 0 0,1 0 0 0 0,1 1-1 0 0,0 0 1 0 0,0 1-1 0 0,-7 23 1 0 0,8-17-13 0 0,0 0 1 0 0,2 0-1 0 0,0 1 0 0 0,1-1 1 0 0,2 1-1 0 0,0 0 1 0 0,2 31-1 0 0,2-48-574 0 0,-1 1-1 0 0,1 0 1 0 0,0-1 0 0 0,0 1-1 0 0,1-1 1 0 0,0 0 0 0 0,0 1-1 0 0,6 6 1 0 0,-9-12 101 0 0,1 1-1 0 0,-1-1 1 0 0,1 0-1 0 0,0 0 1 0 0,-1 0-1 0 0,1 1 1 0 0,0-1 0 0 0,0 0-1 0 0,0 0 1 0 0,0 0-1 0 0,0 0 1 0 0,0-1-1 0 0,0 1 1 0 0,0 0 0 0 0,0 0-1 0 0,1-1 1 0 0,-1 1-1 0 0,0 0 1 0 0,0-1-1 0 0,1 0 1 0 0,-1 1-1 0 0,0-1 1 0 0,1 0 0 0 0,-1 1-1 0 0,0-1 1 0 0,1 0-1 0 0,-1 0 1 0 0,0 0-1 0 0,1 0 1 0 0,-1 0 0 0 0,1-1-1 0 0,-1 1 1 0 0,0 0-1 0 0,1 0 1 0 0,-1-1-1 0 0,0 1 1 0 0,0-1-1 0 0,1 0 1 0 0,-1 1 0 0 0,0-1-1 0 0,0 0 1 0 0,0 1-1 0 0,0-1 1 0 0,0 0-1 0 0,0 0 1 0 0,0 0 0 0 0,0 0-1 0 0,1-2 1 0 0,6-8-865 0 0,2 4-251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37:13.6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316 1 1920 0 0,'-7'10'4773'0'0,"0"18"-2860"0"0,-2 36-659 0 0,5-23-1347 0 0,-2 0-1 0 0,-2-1 1 0 0,-24 74-1 0 0,28-103 94 0 0,-1-1-1 0 0,1 0 1 0 0,-2-1-1 0 0,1 1 0 0 0,-1-1 1 0 0,-1 0-1 0 0,1 0 1 0 0,-2-1-1 0 0,1 0 1 0 0,-1 0-1 0 0,0-1 1 0 0,-1 0-1 0 0,1 0 1 0 0,-1-1-1 0 0,-1 0 1 0 0,1-1-1 0 0,-1 0 0 0 0,0-1 1 0 0,-16 6-1 0 0,-14-3 1278 0 0,38-6-1025 0 0,0-1-1 0 0,-1 1 1 0 0,1-1 0 0 0,0 0-1 0 0,0 0 1 0 0,-1 0 0 0 0,1-1-1 0 0,0 1 1 0 0,-1 0 0 0 0,1-1-1 0 0,0 0 1 0 0,0 1 0 0 0,0-1-1 0 0,-4-2 1 0 0,52-15 3257 0 0,-7 6-2953 0 0,1 0-864 0 0,0-1 1 0 0,43-22 0 0 0,-71 29-883 0 0,1-1-1 0 0,-1-1 1 0 0,21-18 0 0 0,-26 20 2 0 0,-1 0-1 0 0,0-1 1 0 0,-1 0-1 0 0,1 0 0 0 0,-1 0 1 0 0,-1 0-1 0 0,6-12 1 0 0,-2-25-941 0 0,-1 24 1001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37:14.1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 95 992 0 0,'-19'-31'2025'0'0,"12"19"2175"0"0,13 39-1253 0 0,11 35-1421 0 0,45 195-1779 0 0,-62-254-48 0 0,0-1 0 0 0,1 1 0 0 0,-1-1 0 0 0,0 1-1 0 0,0-1 1 0 0,0 1 0 0 0,-1-1 0 0 0,1 0 0 0 0,-1 1 0 0 0,-1 4-1 0 0,-4-6-2161 0 0,-3-18 1971 0 0,-11-33 1049 0 0,13 34 107 0 0,0-1 0 0 0,1 0 0 0 0,0 0-1 0 0,2-1 1 0 0,-4-22 0 0 0,8 38-589 0 0,0 0 0 0 0,0-1 1 0 0,1 1-1 0 0,-1 0 0 0 0,1 0 0 0 0,-1 0 1 0 0,1-1-1 0 0,0 1 0 0 0,0 0 1 0 0,0 0-1 0 0,0 0 0 0 0,0 0 0 0 0,0 0 1 0 0,0 0-1 0 0,1 1 0 0 0,-1-1 0 0 0,1 0 1 0 0,0 1-1 0 0,-1-1 0 0 0,3-1 1 0 0,47-29-847 0 0,-10 6-2256 0 0,-21 7 1101 0 0,0-2-1 0 0,20-29 1 0 0,-2 2 1807 0 0,-41 51 1052 0 0,-1-1 1 0 0,0 0 0 0 0,0 0-1 0 0,0 0 1 0 0,0-1-1 0 0,0 1 1 0 0,-7 0 0 0 0,3 0-384 0 0,0 0 1 0 0,0 1 0 0 0,1 0 0 0 0,-1 0 0 0 0,1 1 0 0 0,-1 0-1 0 0,-7 6 1 0 0,13-8-500 0 0,1-1 0 0 0,-1 1 0 0 0,1 0 0 0 0,0-1 0 0 0,-1 1 0 0 0,1 0 0 0 0,0 0 0 0 0,0 0-1 0 0,1 0 1 0 0,-1 0 0 0 0,0 0 0 0 0,1 0 0 0 0,-1 1 0 0 0,1-1 0 0 0,-1 0 0 0 0,1 0 0 0 0,0 0 0 0 0,0 0 0 0 0,0 1 0 0 0,0-1-1 0 0,1 0 1 0 0,-1 0 0 0 0,0 0 0 0 0,1 0 0 0 0,0 0 0 0 0,-1 1 0 0 0,1-1 0 0 0,0 0 0 0 0,0-1 0 0 0,0 1 0 0 0,0 0 0 0 0,1 0-1 0 0,-1 0 1 0 0,3 2 0 0 0,-1 0 18 0 0,0-1-1 0 0,0 1 0 0 0,0-1 0 0 0,1 0 1 0 0,-1 0-1 0 0,1 0 0 0 0,0-1 0 0 0,-1 1 1 0 0,1-1-1 0 0,0 0 0 0 0,1 0 0 0 0,-1 0 1 0 0,0-1-1 0 0,0 0 0 0 0,1 0 1 0 0,8 2-1 0 0,-10-3 32 0 0,0 1-1 0 0,0-1 1 0 0,0 0 0 0 0,0 0-1 0 0,0 0 1 0 0,0 0 0 0 0,0 0 0 0 0,0-1-1 0 0,-1 0 1 0 0,1 1 0 0 0,0-1 0 0 0,0 0-1 0 0,0 0 1 0 0,-1 0 0 0 0,1-1-1 0 0,0 1 1 0 0,-1-1 0 0 0,1 1 0 0 0,-1-1-1 0 0,0 0 1 0 0,0 0 0 0 0,1 0-1 0 0,-1 0 1 0 0,0-1 0 0 0,-1 1 0 0 0,1 0-1 0 0,1-4 1 0 0,-2 6-55 0 0,-1-1-1 0 0,1 0 1 0 0,-1 0-1 0 0,1 0 1 0 0,-1 0 0 0 0,0 1-1 0 0,1-1 1 0 0,-1 0-1 0 0,0 0 1 0 0,0 0-1 0 0,0 0 1 0 0,1 0 0 0 0,-1 0-1 0 0,0 0 1 0 0,0 0-1 0 0,-1 0 1 0 0,1 0-1 0 0,0 0 1 0 0,0 1-1 0 0,0-1 1 0 0,-1 0 0 0 0,1 0-1 0 0,0 0 1 0 0,-1 0-1 0 0,1 0 1 0 0,0 1-1 0 0,-1-1 1 0 0,1 0 0 0 0,-1 0-1 0 0,0 0 1 0 0,-1-1-1 0 0,0 1-20 0 0,-1-1 0 0 0,1 1-1 0 0,-1 0 1 0 0,0 0 0 0 0,1 0-1 0 0,-1 0 1 0 0,0 0-1 0 0,0 0 1 0 0,0 1 0 0 0,-4-1-1 0 0,-69 3-3470 0 0,75-2 3289 0 0,-18 1-2447 0 0,17-1 2225 0 0,1 0-1 0 0,0 0 0 0 0,-1 0 1 0 0,1 0-1 0 0,0 0 1 0 0,-1 0-1 0 0,1 0 0 0 0,0-1 1 0 0,0 1-1 0 0,-1-1 0 0 0,1 1 1 0 0,0-1-1 0 0,0 1 0 0 0,0-1 1 0 0,-1 1-1 0 0,1-1 1 0 0,0 0-1 0 0,0 0 0 0 0,0 0 1 0 0,0 0-1 0 0,0 0 0 0 0,0 0 1 0 0,1 0-1 0 0,-1 0 0 0 0,0 0 1 0 0,0 0-1 0 0,1 0 1 0 0,-1 0-1 0 0,1 0 0 0 0,-2-3 1 0 0,0-7-1653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37:14.5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2064 0 0,'2'0'455'0'0,"1"1"0"0"0,-1-1-1 0 0,1 0 1 0 0,-1 1 0 0 0,1-1-1 0 0,-1 1 1 0 0,0 0 0 0 0,1 0-1 0 0,-1 0 1 0 0,0 0 0 0 0,0 0-1 0 0,1 0 1 0 0,-1 1 0 0 0,0-1-1 0 0,0 1 1 0 0,1 1 0 0 0,1 1 7 0 0,0 0 1 0 0,-1 1-1 0 0,0-1 1 0 0,0 0-1 0 0,0 1 0 0 0,-1 0 1 0 0,3 6-1 0 0,2 9 179 0 0,-1 0-1 0 0,7 41 0 0 0,-9-42-124 0 0,6 20-413 0 0,3 17-1711 0 0,-12-21-5183 0 0,-7-27 2307 0 0,4-5 1966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37:14.9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0 647 3081 0 0,'12'-10'1998'0'0,"-1"0"0"0"0,2 1 0 0 0,-1 0 0 0 0,22-11 0 0 0,-22 14-1399 0 0,-1 0 0 0 0,1 1 0 0 0,1 0 0 0 0,-1 1 0 0 0,1 0-1 0 0,0 1 1 0 0,0 0 0 0 0,0 1 0 0 0,23 0 0 0 0,-35 1-551 0 0,1 1-1 0 0,-1 0 1 0 0,0 1-1 0 0,1-1 1 0 0,-1 0-1 0 0,0 0 1 0 0,1 0 0 0 0,-1 1-1 0 0,0-1 1 0 0,1 1-1 0 0,-1-1 1 0 0,0 1-1 0 0,1 0 1 0 0,-1-1-1 0 0,0 1 1 0 0,0 0 0 0 0,0 0-1 0 0,0 0 1 0 0,0 0-1 0 0,0 0 1 0 0,0 0-1 0 0,0 0 1 0 0,0 0-1 0 0,-1 0 1 0 0,1 0 0 0 0,0 1-1 0 0,-1-1 1 0 0,1 0-1 0 0,0 2 1 0 0,0 0-29 0 0,-1 1 0 0 0,0-1 0 0 0,0 1 0 0 0,0-1 0 0 0,0 1 1 0 0,-1-1-1 0 0,1 1 0 0 0,-1-1 0 0 0,0 0 0 0 0,0 1 0 0 0,-2 4 0 0 0,-4 7-245 0 0,0-1 0 0 0,-1 1 0 0 0,-19 26 0 0 0,12-25-131 0 0,-14 18-221 0 0,27-33 564 0 0,1 0 1 0 0,0 1-1 0 0,0-1 0 0 0,0 1 0 0 0,1 0 0 0 0,-1-1 0 0 0,0 1 0 0 0,0 0 0 0 0,1-1 0 0 0,-1 1 0 0 0,1 0 0 0 0,0-1 0 0 0,0 1 0 0 0,-1 0 0 0 0,1 0 0 0 0,0 0 0 0 0,0-1 0 0 0,1 4 0 0 0,0-4 41 0 0,0 1 0 0 0,0-1 0 0 0,0 0 0 0 0,0 0 1 0 0,0 0-1 0 0,0 0 0 0 0,1 0 0 0 0,-1 0 0 0 0,0 0 0 0 0,1 0 0 0 0,-1-1 0 0 0,1 1 0 0 0,-1 0 0 0 0,1-1 1 0 0,-1 1-1 0 0,1-1 0 0 0,-1 1 0 0 0,1-1 0 0 0,-1 0 0 0 0,1 0 0 0 0,-1 0 0 0 0,1 0 0 0 0,0 0 0 0 0,-1 0 1 0 0,1 0-1 0 0,-1 0 0 0 0,4-2 0 0 0,43-9 817 0 0,8-15 144 0 0,-6-13-3512 0 0,-11-10-3658 0 0,-34 42 4185 0 0,-1-1-1 0 0,0 0 1 0 0,0 0 0 0 0,4-15 0 0 0,-2 6-106 0 0</inkml:trace>
  <inkml:trace contextRef="#ctx0" brushRef="#br0" timeOffset="1">372 15 1888 0 0,'-9'-15'9283'0'0,"24"19"-4022"0"0,24 17-1666 0 0,-29-13-3321 0 0,-1 0 0 0 0,-1 1 1 0 0,0 0-1 0 0,0 1 0 0 0,0-1 0 0 0,-2 2 1 0 0,1-1-1 0 0,-1 1 0 0 0,0-1 0 0 0,-1 2 1 0 0,-1-1-1 0 0,0 1 0 0 0,0-1 0 0 0,-1 1 0 0 0,2 20 1 0 0,2 18-67 0 0,-3 0 0 0 0,-3 72-1 0 0,-1-106-129 0 0,-3 63-658 0 0,-17 111 0 0 0,2-101-2832 0 0,-5-2-3924 0 0,9-57-213 0 0,8-23 3218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37:20.580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117 211 1600 0 0,'-7'-2'187'0'0,"0"1"0"0"0,0 0 0 0 0,0 0-1 0 0,0 1 1 0 0,-1 0 0 0 0,1 0 0 0 0,0 1-1 0 0,-10 2 1 0 0,-25 1 3097 0 0,73-12 1737 0 0,42-10-4335 0 0,6 8-231 0 0,1 4 0 0 0,82 3 0 0 0,93-7-168 0 0,229-85 424 0 0,-261 42-13 0 0,-207 50-844 0 0,-9 1 249 0 0,1 0 1 0 0,-1 1-1 0 0,1 0 0 0 0,0 0 1 0 0,9 0-1 0 0,-15 2-200 0 0,0-1 0 0 0,0 0 1 0 0,0 1-1 0 0,0-1 0 0 0,0 1 0 0 0,1 0 1 0 0,-2 0-1 0 0,1-1 0 0 0,0 1 0 0 0,0 1 0 0 0,0-1 1 0 0,0 0-1 0 0,-1 0 0 0 0,1 1 0 0 0,0-1 0 0 0,-1 1 1 0 0,1-1-1 0 0,-1 1 0 0 0,0 0 0 0 0,1-1 1 0 0,-1 1-1 0 0,0 0 0 0 0,1 2 0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37:21.318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1 212 3457 0 0,'2'-6'153'0'0,"1"1"1"0"0,0-1-1 0 0,1 1 0 0 0,-1 0 1 0 0,1-1-1 0 0,0 1 1 0 0,0 1-1 0 0,1-1 1 0 0,-1 1-1 0 0,1 0 0 0 0,0 0 1 0 0,0 0-1 0 0,1 0 1 0 0,-1 1-1 0 0,1 0 1 0 0,-1 0-1 0 0,1 1 1 0 0,0 0-1 0 0,0 0 0 0 0,0 0 1 0 0,1 0-1 0 0,8 0 1 0 0,18-3 602 0 0,0 1 0 0 0,0 2 0 0 0,36 2 0 0 0,-41 0 186 0 0,164-4 280 0 0,0-8 1 0 0,235-46-1 0 0,-223 27-217 0 0,-117 23-4001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37:22.271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49 194 3577 0 0,'-7'-3'1401'0'0,"4"2"-1102"0"0,1 0 1 0 0,-1 0-1 0 0,0 0 0 0 0,0 0 0 0 0,0 1 0 0 0,0-1 0 0 0,0 1 0 0 0,0 0 1 0 0,0 0-1 0 0,0 0 0 0 0,0 0 0 0 0,-4 1 0 0 0,68-1 2590 0 0,52-13-789 0 0,-49 5-1784 0 0,-1 3 0 0 0,89 4 0 0 0,-100 4-228 0 0,129 11 1012 0 0,285-16 1 0 0,-88-43 132 0 0,117-7-395 0 0,97-10-188 0 0,-520 52-584 0 0,-68 10-311 0 0,49-5 787 0 0,-26 9-1966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40:32.9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 1 3033 0 0,'-9'3'1309'0'0,"4"-2"-776"0"0,1 0-1 0 0,-1 1 1 0 0,0 0-1 0 0,1 0 0 0 0,-1 0 1 0 0,1 0-1 0 0,0 1 1 0 0,-8 6-1 0 0,52-11 2421 0 0,-21-1-2710 0 0,1 0 0 0 0,0 1 0 0 0,-1 1 1 0 0,1 1-1 0 0,0 1 0 0 0,-1 0 0 0 0,1 2 1 0 0,0 0-1 0 0,-1 1 0 0 0,0 1 0 0 0,0 1 1 0 0,-1 1-1 0 0,1 0 0 0 0,-1 2 0 0 0,-1 0 1 0 0,0 0-1 0 0,0 2 0 0 0,-1 0 0 0 0,0 1 1 0 0,-1 1-1 0 0,0 0 0 0 0,-1 1 0 0 0,-1 0 1 0 0,17 24-1 0 0,-13-14-23 0 0,-1 2 0 0 0,-2 0 0 0 0,0 0 0 0 0,-2 1 0 0 0,-1 1 0 0 0,-1 0 0 0 0,-2 1 0 0 0,7 34 0 0 0,22 244 466 0 0,-33-261-604 0 0,-2 34 49 0 0,-13 139-1 0 0,-1-15 230 0 0,12-165-309 0 0,2-1-1 0 0,2 1 1 0 0,10 47-1 0 0,-12-77-128 0 0,1 0-1 0 0,0 0 1 0 0,0 0-1 0 0,1 0 0 0 0,10 15 1 0 0,-13-21-154 0 0,1-1 0 0 0,-1 1 1 0 0,1-1-1 0 0,0 1 0 0 0,0-1 0 0 0,0 0 1 0 0,0 0-1 0 0,0 0 0 0 0,0 0 0 0 0,1-1 1 0 0,-1 1-1 0 0,1 0 0 0 0,-1-1 0 0 0,1 0 1 0 0,0 1-1 0 0,-1-1 0 0 0,1 0 0 0 0,0-1 1 0 0,0 1-1 0 0,0 0 0 0 0,0-1 0 0 0,-1 1 1 0 0,5-1-1 0 0,-6 0 70 0 0,-1 0 1 0 0,1 0-1 0 0,0 0 1 0 0,0-1-1 0 0,0 1 0 0 0,-1 0 1 0 0,1 0-1 0 0,0-1 1 0 0,-1 1-1 0 0,1 0 0 0 0,0-1 1 0 0,0 1-1 0 0,-1 0 1 0 0,1-1-1 0 0,-1 1 0 0 0,1-1 1 0 0,0 1-1 0 0,-1-1 1 0 0,1 0-1 0 0,-1 1 0 0 0,1-1 1 0 0,-1 0-1 0 0,1 1 0 0 0,-1-1 1 0 0,0 0-1 0 0,1 1 1 0 0,-1-1-1 0 0,0-1 0 0 0,-2-25-3311 0 0,0 21 2777 0 0,-1-1-1 0 0,1 1 1 0 0,-2-1 0 0 0,1 1 0 0 0,-8-10 0 0 0,-37-29-1581 0 0,36 37 1337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40:33.4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 33 680 0 0,'-11'-9'843'0'0,"-4"-1"11173"0"0,27 24-9593 0 0,-2-1-2034 0 0,0 1-1 0 0,-1 0 1 0 0,-1 1 0 0 0,0-1 0 0 0,-1 2-1 0 0,0-1 1 0 0,7 27 0 0 0,5 11 346 0 0,-19-52-714 0 0,0-1 0 0 0,0 0 1 0 0,0 1-1 0 0,0-1 0 0 0,1 0 0 0 0,-1 0 1 0 0,0 1-1 0 0,0-1 0 0 0,0 0 0 0 0,0 0 1 0 0,1 1-1 0 0,-1-1 0 0 0,0 0 0 0 0,0 0 1 0 0,1 0-1 0 0,-1 1 0 0 0,0-1 0 0 0,0 0 1 0 0,1 0-1 0 0,-1 0 0 0 0,0 0 0 0 0,0 0 1 0 0,1 1-1 0 0,-1-1 0 0 0,0 0 0 0 0,1 0 0 0 0,-1 0 1 0 0,0 0-1 0 0,1 0 0 0 0,-1 0 0 0 0,0 0 1 0 0,0 0-1 0 0,1 0 0 0 0,-1 0 0 0 0,0 0 1 0 0,1 0-1 0 0,-1 0 0 0 0,0-1 0 0 0,1 1 1 0 0,-1 0-1 0 0,1 0 0 0 0,15-14 460 0 0,16-29-180 0 0,-27 35-249 0 0,69-95 183 0 0,-42 60-2501 0 0,-31 42 1906 0 0,0 1 1 0 0,-1-1-1 0 0,1 1 1 0 0,-1-1 0 0 0,1 0-1 0 0,-1 0 1 0 0,1 1 0 0 0,-1-1-1 0 0,0 0 1 0 0,1 0 0 0 0,-1 1-1 0 0,0-1 1 0 0,0 0 0 0 0,0 0-1 0 0,1 0 1 0 0,-1 0 0 0 0,0 1-1 0 0,0-1 1 0 0,0 0 0 0 0,0 0-1 0 0,-1-1 1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40:34.0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53 32 4561 0 0,'-3'-13'3615'0'0,"-3"-5"4432"0"0,2 18-5089 0 0,-2 13-2003 0 0,1 6-889 0 0,1 1-1 0 0,1 0 1 0 0,1 0 0 0 0,0 0-1 0 0,2 35 1 0 0,0-5-3509 0 0,-4 0-4569 0 0,-4-29 2520 0 0,3-13 2621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40:34.7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0 103 5065 0 0,'16'-7'4708'0'0,"11"-15"-2592"0"0,-9 6-1222 0 0,-8 10-604 0 0,59-34 1052 0 0,-65 38-1289 0 0,0 0-1 0 0,0 1 1 0 0,0-1 0 0 0,1 1 0 0 0,-1 0 0 0 0,0 0 0 0 0,1 0 0 0 0,-1 1 0 0 0,1-1 0 0 0,-1 1 0 0 0,1 0 0 0 0,-1 0 0 0 0,1 1 0 0 0,6 1 0 0 0,-9-1-30 0 0,-1 0 0 0 0,1 0 0 0 0,-1 0 0 0 0,0 0 0 0 0,0 0 0 0 0,1 0 0 0 0,-1 1 1 0 0,0-1-1 0 0,0 0 0 0 0,0 1 0 0 0,0-1 0 0 0,0 1 0 0 0,-1-1 0 0 0,1 1 0 0 0,0 0 1 0 0,-1-1-1 0 0,1 1 0 0 0,-1 0 0 0 0,0-1 0 0 0,1 1 0 0 0,-1 0 0 0 0,0-1 0 0 0,0 1 1 0 0,0 0-1 0 0,0 0 0 0 0,0-1 0 0 0,-1 1 0 0 0,1 0 0 0 0,-1 2 0 0 0,-14 53-220 0 0,-2-15-505 0 0,-32 56 0 0 0,19-40 464 0 0,32-64 344 0 0,1 1 1 0 0,0 0-1 0 0,0 0 1 0 0,0 0-1 0 0,0 0 0 0 0,1 0 1 0 0,0 0-1 0 0,0 1 0 0 0,1 0 1 0 0,-1 0-1 0 0,1 0 1 0 0,-1 0-1 0 0,1 1 0 0 0,1 0 1 0 0,-1 0-1 0 0,0 0 1 0 0,1 1-1 0 0,-1 0 0 0 0,1 0 1 0 0,0 0-1 0 0,-1 0 1 0 0,1 1-1 0 0,0 0 0 0 0,0 0 1 0 0,0 1-1 0 0,0 0 0 0 0,0 0 1 0 0,0 0-1 0 0,0 1 1 0 0,8 1-1 0 0,5 1-870 0 0,1-1 0 0 0,38 0 0 0 0,7-10-5163 0 0,-70 9 5648 0 0,0 1 0 0 0,0 0 1 0 0,0 0-1 0 0,0 0 0 0 0,0 0 0 0 0,0 1 0 0 0,0-1 0 0 0,1 1 1 0 0,-1 1-1 0 0,1-1 0 0 0,0 0 0 0 0,-6 8 0 0 0,-3 4 574 0 0,2 1-1 0 0,-14 22 0 0 0,15-22 971 0 0,0 0 0 0 0,-1-1 0 0 0,-16 17 0 0 0,0-15 2616 0 0,-10 6-1781 0 0,36-22-2099 0 0,0-1 0 0 0,0 1 1 0 0,0 0-1 0 0,1 0 0 0 0,-1-1 0 0 0,0 1 1 0 0,0 0-1 0 0,0 0 0 0 0,1 0 0 0 0,-1 0 1 0 0,1 0-1 0 0,-1 0 0 0 0,0 0 0 0 0,1 0 1 0 0,0 0-1 0 0,-1 0 0 0 0,1 1 0 0 0,0-1 1 0 0,-1 0-1 0 0,1 0 0 0 0,0 0 0 0 0,0 0 0 0 0,0 1 1 0 0,0-1-1 0 0,0 0 0 0 0,1 2 0 0 0,0-2 0 0 0,-1 0 0 0 0,1 0 0 0 0,0 0 0 0 0,0 0 0 0 0,0 0 0 0 0,0 0 0 0 0,0 0-1 0 0,0-1 1 0 0,0 1 0 0 0,1 0 0 0 0,-1-1 0 0 0,0 1 0 0 0,0-1 0 0 0,0 1 0 0 0,1-1 0 0 0,-1 1-1 0 0,0-1 1 0 0,1 0 0 0 0,-1 0 0 0 0,0 1 0 0 0,1-1 0 0 0,-1 0 0 0 0,0 0 0 0 0,1-1 0 0 0,-1 1-1 0 0,0 0 1 0 0,1 0 0 0 0,-1-1 0 0 0,0 1 0 0 0,0 0 0 0 0,2-2 0 0 0,45-14-28 0 0,-45 15 27 0 0,85-28-475 0 0,6-2-4110 0 0,-82 26 3217 0 0,0-1 1 0 0,-1 0 0 0 0,1 0-1 0 0,-1-1 1 0 0,13-11 0 0 0,-20 15 1281 0 0,0-1 0 0 0,-1 0 0 0 0,1 0 0 0 0,-1 0 0 0 0,0 0 0 0 0,0 0 0 0 0,-1-1 0 0 0,1 1 0 0 0,-1-1 0 0 0,0 0 0 0 0,0 0 0 0 0,-1 1 1 0 0,1-1-1 0 0,-1 0 0 0 0,0 0 0 0 0,0-1 0 0 0,-1 1 0 0 0,0 0 0 0 0,0 0 0 0 0,0 0 0 0 0,0 0 0 0 0,-1 0 0 0 0,-2-9 0 0 0,0 1 904 0 0,-1 1 0 0 0,0 0 0 0 0,-1 0 0 0 0,0 0 0 0 0,-1 1-1 0 0,0 0 1 0 0,-1 0 0 0 0,-12-14 0 0 0,14 26 1346 0 0,2 10-1011 0 0,0 13-86 0 0,3-23-953 0 0,-3 39 889 0 0,5 67 0 0 0,13 40-2887 0 0,-7-100-2069 0 0,0-17-1580 0 0,-5-19 1985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40:35.6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 13 3769 0 0,'-8'-12'4476'0'0,"2"12"-702"0"0,-5 24-401 0 0,9-18-3568 0 0,-2 10 212 0 0,0 0 0 0 0,1 0 0 0 0,1 1 0 0 0,0-1 0 0 0,1 1 0 0 0,2 23 0 0 0,7 54-4525 0 0,-1-24-2835 0 0,-10-57 5232 0 0,3-8 925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40:36.2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0 165 1616 0 0,'0'-1'205'0'0,"1"1"0"0"0,-1-1 0 0 0,0 0-1 0 0,0 0 1 0 0,0 0 0 0 0,0 0 0 0 0,1 1-1 0 0,-1-1 1 0 0,0 0 0 0 0,0 0 0 0 0,1 0-1 0 0,-1 1 1 0 0,1-1 0 0 0,-1 0 0 0 0,1 1-1 0 0,-1-1 1 0 0,1 0 0 0 0,-1 1 0 0 0,1-1 0 0 0,0 1-1 0 0,-1-1 1 0 0,1 1 0 0 0,1-2 0 0 0,24-22 1688 0 0,-20 20-1066 0 0,11-13-115 0 0,2 2-1 0 0,0 0 0 0 0,1 1 0 0 0,0 1 0 0 0,1 0 1 0 0,41-16-1 0 0,-62 29-686 0 0,1-1 1 0 0,-1 1-1 0 0,1 0 0 0 0,-1 0 1 0 0,1-1-1 0 0,-1 1 1 0 0,1 0-1 0 0,-1 0 1 0 0,1 0-1 0 0,0 0 0 0 0,-1 0 1 0 0,1 0-1 0 0,-1 0 1 0 0,1 0-1 0 0,0 0 1 0 0,-1 0-1 0 0,1 0 0 0 0,-1 0 1 0 0,1 0-1 0 0,-1 0 1 0 0,1 1-1 0 0,-1-1 1 0 0,1 0-1 0 0,0 0 0 0 0,-1 1 1 0 0,1-1-1 0 0,-1 0 1 0 0,0 1-1 0 0,1-1 0 0 0,-1 1 1 0 0,1 0-1 0 0,2 19 369 0 0,-17 30-306 0 0,13-46-102 0 0,-61 144-1413 0 0,18-47 35 0 0,106-149 2708 0 0,-42 33-831 0 0,56-41 600 0 0,-68 50-1150 0 0,0 2 1 0 0,0-1 0 0 0,1 1 0 0 0,-1 0 0 0 0,1 1 0 0 0,0 0 0 0 0,13-3 0 0 0,-21 7-117 0 0,-1-1 0 0 0,0 1 1 0 0,0-1-1 0 0,0 1 0 0 0,1-1 1 0 0,-1 1-1 0 0,0-1 0 0 0,0 1 1 0 0,0-1-1 0 0,0 1 0 0 0,0-1 1 0 0,0 1-1 0 0,0-1 0 0 0,0 1 1 0 0,0-1-1 0 0,-1 1 0 0 0,1 0 1 0 0,0-1-1 0 0,0 1 0 0 0,0-1 1 0 0,-1 1-1 0 0,1-1 0 0 0,0 1 1 0 0,0-1-1 0 0,-1 0 0 0 0,1 1 1 0 0,0-1-1 0 0,-1 1 0 0 0,1-1 1 0 0,-1 1-1 0 0,-18 32 714 0 0,8-15 107 0 0,5-4-71 0 0,1 0 0 0 0,0 1 0 0 0,-4 25 0 0 0,6-26-372 0 0,0-1 0 0 0,-1 0 0 0 0,0 0-1 0 0,-1 0 1 0 0,-8 16 0 0 0,-18 10 435 0 0,26-34-611 0 0,0 0 0 0 0,1 0-1 0 0,0 1 1 0 0,-1 0 0 0 0,2-1-1 0 0,-1 1 1 0 0,1 1 0 0 0,0-1-1 0 0,0 0 1 0 0,-2 8 0 0 0,5-13-11 0 0,0-1-1 0 0,0 0 1 0 0,0 0-1 0 0,0 1 1 0 0,0-1 0 0 0,0 0-1 0 0,0 0 1 0 0,0 1 0 0 0,0-1-1 0 0,0 0 1 0 0,0 0 0 0 0,0 1-1 0 0,0-1 1 0 0,0 0 0 0 0,1 0-1 0 0,-1 1 1 0 0,0-1 0 0 0,0 0-1 0 0,0 0 1 0 0,0 0 0 0 0,0 1-1 0 0,1-1 1 0 0,-1 0 0 0 0,0 0-1 0 0,0 0 1 0 0,0 0 0 0 0,1 1-1 0 0,-1-1 1 0 0,0 0 0 0 0,0 0-1 0 0,1 0 1 0 0,-1 0 0 0 0,0 0-1 0 0,0 0 1 0 0,1 0 0 0 0,-1 0-1 0 0,0 0 1 0 0,0 0 0 0 0,1 0-1 0 0,-1 0 1 0 0,0 0 0 0 0,0 0-1 0 0,1 0 1 0 0,18-3 709 0 0,16-11 731 0 0,-2-4-131 0 0,36-26 1 0 0,6-3-1095 0 0,-60 39-1003 0 0,0 1 0 0 0,0 0 1 0 0,19-5-1 0 0,-16 7-3534 0 0,1 3-4041 0 0,-13 2 4685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40:36.6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1 5713 0 0,'-5'5'9102'0'0,"5"-5"-8966"0"0,2 25 2661 0 0,6 35-3002 0 0,-7-54 877 0 0,13 106-134 0 0,3 19-1842 0 0,3-48-5508 0 0,-16-75 4252 0 0,1-21-3259 0 0,-2 1 3921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40:37.0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81 1 4073 0 0,'19'77'7574'0'0,"4"26"-4371"0"0,-20-80-2868 0 0,-1 1-1 0 0,-1 0 1 0 0,-1 0 0 0 0,-6 42-1 0 0,5-55-439 0 0,-1-1-1 0 0,0 1 1 0 0,-1-1-1 0 0,0 0 1 0 0,0 0-1 0 0,-1 0 1 0 0,-1-1-1 0 0,0 1 0 0 0,0-1 1 0 0,0 0-1 0 0,-2-1 1 0 0,1 1-1 0 0,-9 8 1 0 0,14-16 70 0 0,1 0 1 0 0,-1 0-1 0 0,0-1 1 0 0,0 1-1 0 0,1 0 1 0 0,-1 0-1 0 0,0-1 1 0 0,0 1-1 0 0,0-1 1 0 0,0 1-1 0 0,0-1 1 0 0,0 1-1 0 0,0-1 0 0 0,0 0 1 0 0,0 1-1 0 0,0-1 1 0 0,0 0-1 0 0,0 0 1 0 0,0 0-1 0 0,-1 0 1 0 0,1 0-1 0 0,0 0 1 0 0,0 0-1 0 0,0 0 1 0 0,0 0-1 0 0,0 0 1 0 0,0-1-1 0 0,0 1 0 0 0,-1-1 1 0 0,0 0-5 0 0,0-1 1 0 0,1 1-1 0 0,-1-1 1 0 0,1 1 0 0 0,-1-1-1 0 0,1 0 1 0 0,0 0-1 0 0,0 0 1 0 0,0 0-1 0 0,0 0 1 0 0,0 0-1 0 0,0 0 1 0 0,-1-3-1 0 0,0-2 94 0 0,1 0 0 0 0,-1 1 0 0 0,1-1 0 0 0,1 0 0 0 0,-1 1 0 0 0,1-1 1 0 0,0 0-1 0 0,0 0 0 0 0,2-7 0 0 0,4-1 343 0 0,1-1 0 0 0,0 1 1 0 0,1 0-1 0 0,0 1 0 0 0,1 0 1 0 0,1 1-1 0 0,0-1 0 0 0,13-11 1 0 0,-15 18-328 0 0,0-1-1 0 0,0 1 1 0 0,1 0 0 0 0,0 1 0 0 0,17-9 0 0 0,-20 12-345 0 0,0 1 1 0 0,0-1-1 0 0,1 1 0 0 0,-1 1 0 0 0,1-1 0 0 0,-1 1 1 0 0,1 0-1 0 0,-1 0 0 0 0,1 1 0 0 0,7 0 1 0 0,-13 0 69 0 0,0 0 0 0 0,1-1 0 0 0,-1 1 0 0 0,0 0 1 0 0,0 1-1 0 0,1-1 0 0 0,-1 0 0 0 0,0 0 1 0 0,0 0-1 0 0,0 1 0 0 0,1-1 0 0 0,-1 0 1 0 0,0 1-1 0 0,0-1 0 0 0,0 1 0 0 0,0 0 1 0 0,0-1-1 0 0,0 1 0 0 0,0 0 0 0 0,0 0 0 0 0,0 0 1 0 0,0-1-1 0 0,0 1 0 0 0,0 0 0 0 0,-1 0 1 0 0,1 0-1 0 0,0 0 0 0 0,-1 0 0 0 0,1 1 1 0 0,-1-1-1 0 0,1 0 0 0 0,-1 0 0 0 0,1 0 1 0 0,-1 0-1 0 0,0 1 0 0 0,0-1 0 0 0,1 0 0 0 0,-1 0 1 0 0,0 1-1 0 0,0-1 0 0 0,0 0 0 0 0,0 0 1 0 0,-1 1-1 0 0,1-1 0 0 0,0 0 0 0 0,0 0 1 0 0,-1 0-1 0 0,1 0 0 0 0,-1 1 0 0 0,1-1 1 0 0,-1 0-1 0 0,0 0 0 0 0,1 0 0 0 0,-1 0 0 0 0,-1 2 1 0 0,-3 5-185 0 0,-1 1 0 0 0,0-1 0 0 0,0 0 1 0 0,0 0-1 0 0,-12 9 0 0 0,-10 6 363 0 0,21-18 264 0 0,1-1 1 0 0,-1 1-1 0 0,1 0 0 0 0,0 1 1 0 0,0 0-1 0 0,1 0 0 0 0,-1 0 1 0 0,1 0-1 0 0,1 1 0 0 0,-1 0 1 0 0,-5 13-1 0 0,10-20-168 0 0,0 0 0 0 0,0 1-1 0 0,0-1 1 0 0,-1 0 0 0 0,1 1-1 0 0,0-1 1 0 0,0 0 0 0 0,0 1-1 0 0,0-1 1 0 0,0 0 0 0 0,0 1 0 0 0,0-1-1 0 0,0 0 1 0 0,0 1 0 0 0,1-1-1 0 0,-1 1 1 0 0,0-1 0 0 0,0 0-1 0 0,0 0 1 0 0,0 1 0 0 0,0-1-1 0 0,1 0 1 0 0,-1 1 0 0 0,0-1 0 0 0,0 0-1 0 0,0 1 1 0 0,1-1 0 0 0,-1 0-1 0 0,0 0 1 0 0,0 0 0 0 0,1 1-1 0 0,-1-1 1 0 0,0 0 0 0 0,1 0-1 0 0,-1 0 1 0 0,1 1 0 0 0,16 0 1607 0 0,15-9 86 0 0,-13 0-1413 0 0,-1-2 1 0 0,0 0-1 0 0,0-1 1 0 0,-1 0 0 0 0,20-19-1 0 0,-27 21-961 0 0,0-1 0 0 0,-1 1 0 0 0,15-22 0 0 0,-21 25-155 0 0,1 0 1 0 0,-1 0 0 0 0,0 0-1 0 0,-1 0 1 0 0,1 0 0 0 0,-1 0 0 0 0,0-1-1 0 0,1-10 1 0 0,-8-13-919 0 0,3 15 572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40:37.4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139 1 2064 0 0,'-4'13'5791'0'0,"4"25"-4052"0"0,0-36-1346 0 0,8 84 531 0 0,18 87 0 0 0,-2-30-9982 0 0,-23-126 6825 0 0</inkml:trace>
  <inkml:trace contextRef="#ctx0" brushRef="#br0" timeOffset="1">9 575 2689 0 0,'-2'12'1051'0'0,"-1"-1"1"0"0,1 1 0 0 0,1 0 0 0 0,0 16 0 0 0,1-24-935 0 0,1-1 0 0 0,-1 1 1 0 0,1-1-1 0 0,-1 1 1 0 0,1-1-1 0 0,0 1 0 0 0,0-1 1 0 0,3 7-1 0 0,-3-9-72 0 0,0 0 1 0 0,0 0-1 0 0,0 0 1 0 0,-1 0-1 0 0,1 0 1 0 0,0 0-1 0 0,0 0 0 0 0,0 0 1 0 0,1 0-1 0 0,-1-1 1 0 0,0 1-1 0 0,0 0 1 0 0,0-1-1 0 0,0 1 0 0 0,1 0 1 0 0,-1-1-1 0 0,0 0 1 0 0,1 1-1 0 0,-1-1 0 0 0,0 0 1 0 0,1 0-1 0 0,-1 1 1 0 0,2-1-1 0 0,1-1-64 0 0,0 0-1 0 0,0 0 1 0 0,0-1-1 0 0,0 1 0 0 0,0-1 1 0 0,0 1-1 0 0,-1-1 1 0 0,1 0-1 0 0,0-1 1 0 0,-1 1-1 0 0,0-1 1 0 0,1 1-1 0 0,-1-1 1 0 0,4-5-1 0 0,38-45-2013 0 0,-35 39 1254 0 0,0 0-1 0 0,0-1 0 0 0,-2 0 0 0 0,1 0 1 0 0,-2-1-1 0 0,0 0 0 0 0,-1 0 1 0 0,6-25-1 0 0,-7 18 45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40:37.8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65 1800 0 0,'-1'-1'199'0'0,"0"0"-1"0"0,1 0 1 0 0,-1 0-1 0 0,1 0 1 0 0,-1 0-1 0 0,1-1 0 0 0,-1 1 1 0 0,1 0-1 0 0,-1 0 1 0 0,1 0-1 0 0,0 0 1 0 0,0-1-1 0 0,0 1 0 0 0,-1 0 1 0 0,1 0-1 0 0,0 0 1 0 0,1-1-1 0 0,-1 1 1 0 0,0 0-1 0 0,0 0 0 0 0,0 0 1 0 0,1 0-1 0 0,-1-1 1 0 0,1 1-1 0 0,-1 0 1 0 0,1 0-1 0 0,-1 0 0 0 0,1 0 1 0 0,1-2-1 0 0,0 1 207 0 0,0 0 0 0 0,1 0 0 0 0,0 0 0 0 0,-1 0 0 0 0,1 0 0 0 0,0 0 0 0 0,0 1 0 0 0,0-1-1 0 0,0 1 1 0 0,0 0 0 0 0,4-1 0 0 0,-2 0-182 0 0,0 1-1 0 0,-1-1 1 0 0,1 1-1 0 0,0 1 1 0 0,0-1-1 0 0,0 1 0 0 0,0-1 1 0 0,0 2-1 0 0,0-1 1 0 0,0 0-1 0 0,0 1 1 0 0,0 0-1 0 0,-1 0 1 0 0,1 0-1 0 0,0 1 1 0 0,4 2-1 0 0,-4 0-145 0 0,-1 1 0 0 0,0 0-1 0 0,0 0 1 0 0,-1 0 0 0 0,0 1-1 0 0,0-1 1 0 0,0 1 0 0 0,0 0 0 0 0,-1 0-1 0 0,0 0 1 0 0,0 0 0 0 0,-1 0 0 0 0,2 11-1 0 0,1 12-258 0 0,-1 48 1 0 0,-2-55-159 0 0,0 9-686 0 0,0 49-3891 0 0,-1-75 3687 0 0,-1 1-1 0 0,0-1 0 0 0,0 1 0 0 0,0-1 1 0 0,-1 1-1 0 0,-3 6 0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40:38.2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1 242 2577 0 0,'0'-2'203'0'0,"1"1"0"0"0,-1 0 0 0 0,1-1 1 0 0,-1 1-1 0 0,1 0 0 0 0,0-1 0 0 0,-1 1 1 0 0,1 0-1 0 0,0 0 0 0 0,0 0 1 0 0,0-1-1 0 0,0 1 0 0 0,0 0 0 0 0,0 0 1 0 0,0 0-1 0 0,0 1 0 0 0,1-1 0 0 0,-1 0 1 0 0,0 0-1 0 0,0 1 0 0 0,1-1 0 0 0,-1 0 1 0 0,1 1-1 0 0,-1 0 0 0 0,3-1 1 0 0,48-18 5822 0 0,-45 16-5703 0 0,-4 2-671 0 0,-1 0 0 0 0,1 0-1 0 0,0 1 1 0 0,-1-1 0 0 0,1 0 0 0 0,0 1 0 0 0,-1 0-1 0 0,1 0 1 0 0,0-1 0 0 0,4 2 0 0 0,-3 7-2441 0 0,-11 10 1196 0 0,-29 37-1117 0 0,25-42 2716 0 0,2 1 1 0 0,0 0-1 0 0,0 1 0 0 0,2 0 0 0 0,-7 18 0 0 0,13-33 58 0 0,1 1-1 0 0,0-1 1 0 0,-1 1 0 0 0,1-1-1 0 0,0 0 1 0 0,0 1-1 0 0,0-1 1 0 0,-1 1 0 0 0,1-1-1 0 0,0 1 1 0 0,0-1 0 0 0,0 1-1 0 0,0-1 1 0 0,0 1-1 0 0,0-1 1 0 0,0 1 0 0 0,0-1-1 0 0,0 1 1 0 0,0-1-1 0 0,0 1 1 0 0,0-1 0 0 0,1 1-1 0 0,-1-1 1 0 0,0 1 0 0 0,0-1-1 0 0,0 1 1 0 0,1-1-1 0 0,-1 1 1 0 0,0-1 0 0 0,0 1-1 0 0,1-1 1 0 0,-1 0 0 0 0,0 1-1 0 0,1-1 1 0 0,-1 0-1 0 0,1 1 1 0 0,-1-1 0 0 0,1 0-1 0 0,-1 1 1 0 0,23-7 941 0 0,21-22-727 0 0,-34 20-537 0 0,-1-1 0 0 0,0 0 0 0 0,0-1 0 0 0,-1 0 0 0 0,0 0 0 0 0,-1-1 0 0 0,0 0 0 0 0,-1 0 0 0 0,0-1 0 0 0,-1 0 0 0 0,0 0 0 0 0,-1 0 1 0 0,0 0-1 0 0,-1-1 0 0 0,0 1 0 0 0,-1-1 0 0 0,1-19 0 0 0,-3 16 470 0 0,0 0 0 0 0,-1 1 0 0 0,-1-1 1 0 0,-6-28-1 0 0,4 16 1816 0 0,4 24 181 0 0,1 19-909 0 0,24 193 918 0 0,-18-175-5158 0 0,23 66-1 0 0,-21-81 1445 0 0,4 14-824 0 0,-13-26 1394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40:38.5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102 464 744 0 0,'-2'1'168'0'0,"-1"-1"-1"0"0,0 1 1 0 0,1 0-1 0 0,-1 0 1 0 0,1 0 0 0 0,-1 0-1 0 0,1 0 1 0 0,0 0-1 0 0,-1 1 1 0 0,1-1-1 0 0,0 1 1 0 0,0-1-1 0 0,0 1 1 0 0,0 0 0 0 0,0 0-1 0 0,0 0 1 0 0,1 0-1 0 0,-1 0 1 0 0,1 1-1 0 0,-1-1 1 0 0,1 0-1 0 0,0 1 1 0 0,0-1 0 0 0,0 1-1 0 0,0-1 1 0 0,0 1-1 0 0,1 0 1 0 0,-1-1-1 0 0,1 1 1 0 0,0 0-1 0 0,-1-1 1 0 0,1 1 0 0 0,1 0-1 0 0,-1-1 1 0 0,0 1-1 0 0,0 0 1 0 0,1-1-1 0 0,0 1 1 0 0,-1-1-1 0 0,1 1 1 0 0,0-1 0 0 0,1 1-1 0 0,-1-1 1 0 0,0 1-1 0 0,0-1 1 0 0,1 0-1 0 0,0 0 1 0 0,-1 0-1 0 0,1 0 1 0 0,0 0 0 0 0,0 0-1 0 0,3 2 1 0 0,-1-2 38 0 0,0 0 1 0 0,0 0-1 0 0,0 0 1 0 0,0-1-1 0 0,1 0 1 0 0,-1 0-1 0 0,0 0 1 0 0,1-1-1 0 0,-1 1 1 0 0,0-1-1 0 0,1 0 1 0 0,-1 0-1 0 0,0-1 1 0 0,1 1-1 0 0,-1-1 1 0 0,0 0-1 0 0,1 0 1 0 0,-1 0-1 0 0,0-1 1 0 0,0 1-1 0 0,0-1 1 0 0,0 0 0 0 0,0 0-1 0 0,4-4 1 0 0,-5 4-103 0 0,1 0 0 0 0,-1-1 0 0 0,0 0 1 0 0,0 1-1 0 0,0-1 0 0 0,0 0 0 0 0,-1 0 1 0 0,1-1-1 0 0,-1 1 0 0 0,0 0 0 0 0,0-1 1 0 0,0 0-1 0 0,0 1 0 0 0,-1-1 0 0 0,1 0 1 0 0,-1 0-1 0 0,0 0 0 0 0,0 0 0 0 0,-1 0 1 0 0,1 0-1 0 0,-1 0 0 0 0,0 0 0 0 0,0 0 1 0 0,0 0-1 0 0,0 0 0 0 0,-2-5 0 0 0,1 6-56 0 0,0 0-1 0 0,0 0 1 0 0,0 0-1 0 0,0 0 0 0 0,-1 0 1 0 0,0 0-1 0 0,1 1 0 0 0,-1-1 1 0 0,0 1-1 0 0,0-1 0 0 0,0 1 1 0 0,-1 0-1 0 0,1-1 1 0 0,-1 1-1 0 0,1 1 0 0 0,-1-1 1 0 0,1 0-1 0 0,-1 0 0 0 0,0 1 1 0 0,0 0-1 0 0,0-1 1 0 0,0 1-1 0 0,0 0 0 0 0,0 1 1 0 0,0-1-1 0 0,0 0 0 0 0,-1 1 1 0 0,1 0-1 0 0,0 0 0 0 0,0 0 1 0 0,0 0-1 0 0,-6 1 1 0 0,3 0-236 0 0,-1-1 0 0 0,0 2 0 0 0,0-1 0 0 0,1 1 0 0 0,-1 0 0 0 0,1 0 0 0 0,-1 1 0 0 0,1 0 0 0 0,0 0 0 0 0,0 1 0 0 0,1-1 0 0 0,-1 1 0 0 0,0 0 0 0 0,-5 6 0 0 0,-11 29-3834 0 0,2-6-6528 0 0,26-34 8936 0 0</inkml:trace>
  <inkml:trace contextRef="#ctx0" brushRef="#br0" timeOffset="1">458 54 2521 0 0,'8'-14'2027'0'0,"-6"9"-1494"0"0,0 1 0 0 0,0-1-1 0 0,1 1 1 0 0,0 0 0 0 0,0 0-1 0 0,0 0 1 0 0,6-5 0 0 0,-7 22 3717 0 0,-4 21-2923 0 0,-6 27-952 0 0,-9 108 1475 0 0,19-85-4756 0 0,0-68 70 0 0,1 0 0 0 0,9 31 0 0 0,-12-43 1140 0 0,-1-7 314 0 0,4 1-394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40:39.0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0 180 3833 0 0,'2'4'4638'0'0,"11"21"-2492"0"0,3 0-1100 0 0,1 0 0 0 0,26 29 0 0 0,-35-46-1377 0 0,0 0 1 0 0,0-1-1 0 0,18 13 0 0 0,-21-17-188 0 0,1 0 0 0 0,-1 0 0 0 0,0-1 0 0 0,1 0 0 0 0,0 0 0 0 0,-1 0 0 0 0,1 0-1 0 0,8 0 1 0 0,-12-2 299 0 0,0 0-1 0 0,0 1 0 0 0,0-1 0 0 0,-1 0 0 0 0,1 0 1 0 0,0-1-1 0 0,0 1 0 0 0,0 0 0 0 0,-1-1 0 0 0,1 1 1 0 0,0-1-1 0 0,0 1 0 0 0,-1-1 0 0 0,1 0 1 0 0,-1 0-1 0 0,1 0 0 0 0,0 0 0 0 0,-1 0 0 0 0,0 0 1 0 0,1 0-1 0 0,-1 0 0 0 0,0-1 0 0 0,1 1 1 0 0,-1 0-1 0 0,0-1 0 0 0,0 1 0 0 0,0-1 0 0 0,1-2 1 0 0,7-8-1034 0 0</inkml:trace>
  <inkml:trace contextRef="#ctx0" brushRef="#br0" timeOffset="1">236 1 1880 0 0,'2'39'5338'0'0,"26"105"-2086"0"0,17 72-1968 0 0,-13-111-4117 0 0,9-6-3475 0 0,-37-102 3815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40:39.3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28 1120 0 0,'0'-1'247'0'0,"1"0"-1"0"0,-1 1 1 0 0,0-1-1 0 0,1 0 0 0 0,-1 0 1 0 0,0 0-1 0 0,1 1 1 0 0,0-1-1 0 0,-1 0 0 0 0,1 1 1 0 0,-1-1-1 0 0,1 0 1 0 0,0 1-1 0 0,-1-1 1 0 0,1 1-1 0 0,0-1 0 0 0,-1 1 1 0 0,1 0-1 0 0,0-1 1 0 0,0 1-1 0 0,0-1 1 0 0,-1 1-1 0 0,1 0 0 0 0,0 0 1 0 0,0 0-1 0 0,0-1 1 0 0,0 1-1 0 0,0 0 0 0 0,-1 0 1 0 0,1 0-1 0 0,0 0 1 0 0,2 1-1 0 0,48-6 1978 0 0,-24 3-1081 0 0,-13-1-922 0 0,-11 2-46 0 0,1 0-1 0 0,-1 1 1 0 0,0-1-1 0 0,1 1 1 0 0,-1 0-1 0 0,0 0 1 0 0,1 0-1 0 0,4 0 1 0 0,-7 1-124 0 0,0-1 1 0 0,0 1 0 0 0,0 0 0 0 0,0-1 0 0 0,-1 1-1 0 0,1 0 1 0 0,0-1 0 0 0,0 1 0 0 0,-1 0 0 0 0,1 0-1 0 0,-1 0 1 0 0,1 0 0 0 0,0 0 0 0 0,-1-1-1 0 0,0 1 1 0 0,1 0 0 0 0,-1 0 0 0 0,1 0 0 0 0,-1 0-1 0 0,0 0 1 0 0,0 0 0 0 0,0 0 0 0 0,0 1-1 0 0,1-1 1 0 0,-1 0 0 0 0,-1 0 0 0 0,1 0 0 0 0,0 0-1 0 0,0 0 1 0 0,0 0 0 0 0,0 0 0 0 0,-1 1-1 0 0,-5 36-69 0 0,-15 59-1 0 0,-5-7-3806 0 0,10-37-2508 0 0,16-53 6268 0 0,0 0 0 0 0,0 1 0 0 0,0-1 0 0 0,1 0 0 0 0,-1 0 0 0 0,0 0 0 0 0,0 1 0 0 0,0-1 0 0 0,0 0 0 0 0,0 0 0 0 0,0 1 0 0 0,0-1 0 0 0,0 0 0 0 0,0 0 0 0 0,-1 0 0 0 0,1 1 0 0 0,0-1 0 0 0,0 0 0 0 0,0 0 0 0 0,0 1 0 0 0,0-1 0 0 0,0 0 0 0 0,0 0 0 0 0,0 0 0 0 0,-1 0 0 0 0,1 1 0 0 0,0-1 0 0 0,0 0 0 0 0,0 0 0 0 0,0 0 0 0 0,-1 0 0 0 0,1 0 0 0 0,0 1 0 0 0,0-1 0 0 0,0 0 0 0 0,0 0 0 0 0,-1 0 0 0 0,1 0 0 0 0,0 0 0 0 0,0 0 0 0 0,-1 0 0 0 0,1 0 0 0 0,0 0 0 0 0,0 0 0 0 0,0 0 0 0 0,-1 0 0 0 0,1 0 0 0 0,0 0 0 0 0,0 0 0 0 0,-1 0 0 0 0,1 0 0 0 0,0 0 0 0 0,0 0 0 0 0,0 0 0 0 0,-1 0 0 0 0,1 0 0 0 0,0 0 0 0 0,0 0 0 0 0,0-1 0 0 0,-1 1 0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40:39.7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128 0 3385 0 0,'9'7'5508'0'0,"-2"10"-3290"0"0,-2 22-1596 0 0,-4-31 30 0 0,9 90 1384 0 0,9 63-989 0 0,-14-138-2087 0 0,1 0 0 0 0,11 32 0 0 0,-16-54 788 0 0,-1 0 1 0 0,0 0-1 0 0,0 1 1 0 0,1-1-1 0 0,-1 0 1 0 0,1 0-1 0 0,-1 0 1 0 0,1 0-1 0 0,-1 0 1 0 0,1 0-1 0 0,0 0 1 0 0,0 0-1 0 0,-1 0 1 0 0,1 0-1 0 0,0 0 1 0 0,0 0-1 0 0,0 0 1 0 0,2 1-1 0 0,0-20-4056 0 0,-7-39 2279 0 0,1 40 2476 0 0,0 1 0 0 0,-1-1 0 0 0,-1 1 0 0 0,-1 0 0 0 0,-14-30 0 0 0,17 39 3699 0 0,7 8-1206 0 0,16 5-2047 0 0,71-7-1450 0 0,-33-11-5989 0 0,-52 11 4777 0 0,3 7-572 0 0</inkml:trace>
  <inkml:trace contextRef="#ctx0" brushRef="#br0" timeOffset="1">24 570 2545 0 0,'-4'7'653'0'0,"1"0"0"0"0,0 0 1 0 0,0 0-1 0 0,0 0 1 0 0,1 1-1 0 0,0-1 1 0 0,1 1-1 0 0,-1-1 1 0 0,2 1-1 0 0,-1 0 1 0 0,1 13-1 0 0,1-19-515 0 0,-1 1-1 0 0,0 0 0 0 0,1-1 1 0 0,0 1-1 0 0,-1-1 0 0 0,1 0 1 0 0,0 1-1 0 0,0-1 0 0 0,1 0 1 0 0,-1 1-1 0 0,0-1 1 0 0,1 0-1 0 0,0 0 0 0 0,-1 0 1 0 0,1 0-1 0 0,0-1 0 0 0,0 1 1 0 0,0 0-1 0 0,0-1 0 0 0,0 1 1 0 0,0-1-1 0 0,0 0 1 0 0,1 1-1 0 0,-1-1 0 0 0,0 0 1 0 0,1-1-1 0 0,-1 1 0 0 0,1 0 1 0 0,-1-1-1 0 0,1 1 0 0 0,-1-1 1 0 0,1 0-1 0 0,0 0 1 0 0,-1 0-1 0 0,1 0 0 0 0,-1 0 1 0 0,1 0-1 0 0,3-2 0 0 0,5 0-266 0 0,-1 0 0 0 0,1-1-1 0 0,-1 0 1 0 0,0 0 0 0 0,0-2-1 0 0,0 1 1 0 0,0-1-1 0 0,-1 0 1 0 0,14-10 0 0 0,9-10-3254 0 0,33-32 1 0 0,-48 42 1430 0 0,13-17-1412 0 0,-15 17 1411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40:49.5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76 64 2328 0 0,'0'-5'691'0'0,"0"1"-1"0"0,0-1 0 0 0,1 0 1 0 0,-1 1-1 0 0,1-1 0 0 0,1 1 1 0 0,-1-1-1 0 0,0 1 0 0 0,1 0 1 0 0,0-1-1 0 0,0 1 0 0 0,3-5 0 0 0,1 39 1724 0 0,-4 50-1454 0 0,-8 91-1 0 0,1-130-1869 0 0,-1 0-1 0 0,-12 41 0 0 0,0-31-2625 0 0,16-47 3131 0 0,1-1-1 0 0,-1 0 1 0 0,0 0 0 0 0,0 0 0 0 0,0 0 0 0 0,0 0-1 0 0,0-1 1 0 0,-1 1 0 0 0,1-1 0 0 0,-1 1 0 0 0,0-1-1 0 0,1 0 1 0 0,-5 2 0 0 0,-3 1-998 0 0,8 4-280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40:49.9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0 137 2369 0 0,'7'2'4573'0'0,"22"6"-1904"0"0,-17-7-2367 0 0,1 0-1 0 0,-1-1 1 0 0,1 0-1 0 0,-1-1 1 0 0,0-1-1 0 0,1 0 1 0 0,-1 0-1 0 0,12-5 1 0 0,97-39-1289 0 0,-59 19-125 0 0,-27 15-20 0 0,-23 9 72 0 0,0-1 0 0 0,-1 0-1 0 0,0 0 1 0 0,21-13 0 0 0,-32 16 985 0 0,0 1 0 0 0,1 0 0 0 0,-1 0 0 0 0,1-1 0 0 0,-1 1 1 0 0,0 0-1 0 0,1-1 0 0 0,-1 1 0 0 0,0-1 0 0 0,0 1 0 0 0,1 0 0 0 0,-1-1 0 0 0,0 1 0 0 0,0-1 1 0 0,1 1-1 0 0,-1-1 0 0 0,0 1 0 0 0,0-1 0 0 0,0 1 0 0 0,0 0 0 0 0,0-1 0 0 0,0 1 0 0 0,0-1 1 0 0,0 1-1 0 0,0-1 0 0 0,0 1 0 0 0,0-1 0 0 0,0 1 0 0 0,0-1 0 0 0,0 1 0 0 0,0-1 1 0 0,-1 0-1 0 0,1-2-1143 0 0</inkml:trace>
  <inkml:trace contextRef="#ctx0" brushRef="#br0" timeOffset="1">309 110 2192 0 0,'-4'5'433'0'0,"1"-1"0"0"0,0 1-1 0 0,0-1 1 0 0,1 1-1 0 0,-1 0 1 0 0,1 0-1 0 0,0 0 1 0 0,0 1-1 0 0,1-1 1 0 0,0 0-1 0 0,0 1 1 0 0,-1 6-1 0 0,-1 71 2446 0 0,3-70-2450 0 0,3 74 26 0 0,18 103 0 0 0,-19-176-803 0 0,2 26-3376 0 0,-4-31-488 0 0,-3-26 1587 0 0,3 5 1614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40:50.3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75 1520 0 0,'-1'-1'246'0'0,"1"1"0"0"0,-1-1 0 0 0,1 0 0 0 0,0 0 0 0 0,-1 0 0 0 0,1 0 0 0 0,0 0 0 0 0,0 0-1 0 0,-1 0 1 0 0,1 0 0 0 0,0 0 0 0 0,0 0 0 0 0,0 0 0 0 0,0 0 0 0 0,1 0 0 0 0,-1 0 0 0 0,0 0 0 0 0,0 0-1 0 0,0 0 1 0 0,1 0 0 0 0,-1 0 0 0 0,1 0 0 0 0,-1 1 0 0 0,1-1 0 0 0,-1 0 0 0 0,1 0 0 0 0,-1 0 0 0 0,2 0-1 0 0,0-2 189 0 0,1 1 0 0 0,0 0-1 0 0,0 0 1 0 0,-1 0-1 0 0,1 1 1 0 0,0-1-1 0 0,1 1 1 0 0,-1 0-1 0 0,3-1 1 0 0,15-4 639 0 0,1 1 1 0 0,26-2-1 0 0,-29 5-830 0 0,-7 0-132 0 0,1-1 44 0 0,1 1 0 0 0,0 1 0 0 0,-1 0 0 0 0,1 1 0 0 0,14 1 0 0 0,-24-1-99 0 0,0 1 0 0 0,-1 0 0 0 0,1 0 0 0 0,-1 0 0 0 0,1 0 0 0 0,0 1 1 0 0,-1 0-1 0 0,0-1 0 0 0,1 1 0 0 0,-1 0 0 0 0,0 1 0 0 0,0-1 0 0 0,0 0 0 0 0,0 1 0 0 0,-1 0 1 0 0,1-1-1 0 0,-1 1 0 0 0,1 0 0 0 0,-1 1 0 0 0,0-1 0 0 0,0 0 0 0 0,-1 0 0 0 0,3 6 0 0 0,20 62 224 0 0,-3 1-1 0 0,-2 2 1 0 0,12 117-1 0 0,-25-160-230 0 0,-4-20-24 0 0,1-1-1 0 0,-2 1 1 0 0,1 0-1 0 0,-1 0 0 0 0,-1 1 1 0 0,0-1-1 0 0,-1 0 1 0 0,0 0-1 0 0,-3 14 0 0 0,3-24-5 0 0,1 0 0 0 0,-1 0 0 0 0,1 0 0 0 0,-1 0-1 0 0,1 0 1 0 0,-1 0 0 0 0,1 0 0 0 0,-1-1 0 0 0,0 1 0 0 0,0 0-1 0 0,1 0 1 0 0,-1-1 0 0 0,0 1 0 0 0,0-1 0 0 0,0 1 0 0 0,0 0-1 0 0,0-1 1 0 0,0 0 0 0 0,0 1 0 0 0,0-1 0 0 0,0 0 0 0 0,0 1-1 0 0,0-1 1 0 0,0 0 0 0 0,0 0 0 0 0,0 0 0 0 0,-1 0 0 0 0,-2 0-7 0 0,1 0 1 0 0,-1-1-1 0 0,1 0 1 0 0,-1 0-1 0 0,1 0 0 0 0,-1 0 1 0 0,1 0-1 0 0,-5-3 1 0 0,-53-38-772 0 0,61 42 749 0 0,-19-16-1625 0 0,0-1 1 0 0,-21-26-1 0 0,31 32-521 0 0,0-1 1 0 0,1 1-1 0 0,0-1 1 0 0,0-1-1 0 0,-7-18 1 0 0,12 20 241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40:50.7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14 3097 0 0,'-9'-14'4764'0'0,"15"20"-23"0"0,21 17-2433 0 0,188 90-1897 0 0,-204-106 79 0 0,2 3-6006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40:51.1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91 1336 0 0,'-2'-2'261'0'0,"1"1"0"0"0,0-1-1 0 0,0 0 1 0 0,0 1 0 0 0,0-1-1 0 0,0 0 1 0 0,0 0 0 0 0,1 1 0 0 0,-1-1-1 0 0,0 0 1 0 0,1 0 0 0 0,0 0-1 0 0,-1 0 1 0 0,1 0 0 0 0,0 0-1 0 0,0 0 1 0 0,0 0 0 0 0,0 0-1 0 0,0 0 1 0 0,1 0 0 0 0,-1 1 0 0 0,1-1-1 0 0,-1 0 1 0 0,1 0 0 0 0,-1 0-1 0 0,1 0 1 0 0,0 1 0 0 0,0-1-1 0 0,0 0 1 0 0,0 1 0 0 0,0-1-1 0 0,1 0 1 0 0,-1 1 0 0 0,3-3 0 0 0,-2 2-58 0 0,0 0 0 0 0,0 0 0 0 0,0 0 1 0 0,0 0-1 0 0,1 0 0 0 0,-1 0 1 0 0,1 0-1 0 0,-1 1 0 0 0,1-1 1 0 0,0 1-1 0 0,-1 0 0 0 0,1 0 1 0 0,0 0-1 0 0,0 0 0 0 0,0 1 0 0 0,0-1 1 0 0,0 1-1 0 0,0-1 0 0 0,0 1 1 0 0,0 0-1 0 0,0 0 0 0 0,5 1 1 0 0,47 21-979 0 0,-43-16-1065 0 0,0-1 1 0 0,1 0 0 0 0,0-1 0 0 0,0 0-1 0 0,14 1 1 0 0,-11-3-815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40:51.8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99 95 1440 0 0,'-1'-18'961'0'0,"1"9"162"0"0,-1 1 0 0 0,0-1-1 0 0,0 1 1 0 0,-4-13 0 0 0,5 19-951 0 0,0 1 1 0 0,-1 0 0 0 0,1 0 0 0 0,0 0 0 0 0,-1 0 0 0 0,1 0 0 0 0,-1 0 0 0 0,1 0 0 0 0,-1 0 0 0 0,0 0 0 0 0,1 1-1 0 0,-1-1 1 0 0,0 0 0 0 0,0 0 0 0 0,0 1 0 0 0,0-1 0 0 0,1 0 0 0 0,-1 1 0 0 0,0-1 0 0 0,0 0 0 0 0,0 1-1 0 0,0 0 1 0 0,0-1 0 0 0,0 1 0 0 0,-1 0 0 0 0,1-1 0 0 0,0 1 0 0 0,0 0 0 0 0,0 0 0 0 0,0 0 0 0 0,0 0 0 0 0,0 0-1 0 0,0 0 1 0 0,-1 0 0 0 0,1 0 0 0 0,0 0 0 0 0,0 1 0 0 0,0-1 0 0 0,0 0 0 0 0,0 1 0 0 0,-1 0 0 0 0,-1 1-48 0 0,1-1 0 0 0,0 1 0 0 0,0 0 0 0 0,0-1 0 0 0,0 1 0 0 0,0 0 0 0 0,0 1 0 0 0,1-1 0 0 0,-1 0 1 0 0,1 0-1 0 0,0 1 0 0 0,-1-1 0 0 0,1 1 0 0 0,0-1 0 0 0,0 1 0 0 0,1-1 0 0 0,-1 1 0 0 0,0 2 0 0 0,-9 57 455 0 0,9-51-394 0 0,-7 54 246 0 0,3 0 1 0 0,7 111-1 0 0,0-149-578 0 0,1 0-1 0 0,2-1 1 0 0,0 1-1 0 0,2-1 0 0 0,1-1 1 0 0,1 1-1 0 0,1-1 1 0 0,1-1-1 0 0,20 32 1 0 0,-27-49-322 0 0,1-1 0 0 0,0 0 0 0 0,1 0 0 0 0,-1 0 0 0 0,1-1 0 0 0,0 1 0 0 0,1-1 0 0 0,-1-1 0 0 0,1 1 0 0 0,14 6 0 0 0,-19-10 181 0 0,1 0 0 0 0,-1 0 0 0 0,1 0 1 0 0,-1 0-1 0 0,1-1 0 0 0,-1 1 1 0 0,1-1-1 0 0,0 0 0 0 0,-1 0 0 0 0,1 1 1 0 0,0-2-1 0 0,-1 1 0 0 0,1 0 1 0 0,-1 0-1 0 0,1-1 0 0 0,-1 0 0 0 0,1 1 1 0 0,-1-1-1 0 0,1 0 0 0 0,-1 0 0 0 0,1 0 1 0 0,-1-1-1 0 0,0 1 0 0 0,0-1 1 0 0,0 1-1 0 0,0-1 0 0 0,0 0 0 0 0,0 1 1 0 0,0-1-1 0 0,0 0 0 0 0,-1 0 0 0 0,1 0 1 0 0,-1-1-1 0 0,1 1 0 0 0,-1 0 1 0 0,1-3-1 0 0,10-17-1831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40:52.1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1 4121 0 0,'-1'2'443'0'0,"-1"1"-1"0"0,1 0 1 0 0,-1 0 0 0 0,1-1 0 0 0,0 1-1 0 0,0 0 1 0 0,0 0 0 0 0,0 0-1 0 0,1 0 1 0 0,-1 0 0 0 0,1 0 0 0 0,0 0-1 0 0,0 6 1 0 0,0-1-24 0 0,1-1-1 0 0,1 1 0 0 0,-1-1 1 0 0,1 1-1 0 0,4 9 1 0 0,3 2-119 0 0,0-1 0 0 0,1 1 1 0 0,14 19-1 0 0,-9-17-368 0 0,1 0 1 0 0,1-1-1 0 0,1-1 1 0 0,21 17-1 0 0,-28-27-564 0 0,0-1-1 0 0,1 0 0 0 0,22 12 0 0 0,-27-17-103 0 0,0 0 0 0 0,0-1-1 0 0,0 1 1 0 0,1-1 0 0 0,-1-1 0 0 0,0 1-1 0 0,1-1 1 0 0,7-1 0 0 0,-4-1-1027 0 0,-2-2-474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40:52.6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224 144 4097 0 0,'-5'-1'409'0'0,"1"1"0"0"0,-1 0 0 0 0,1 0 0 0 0,-1 1 0 0 0,1-1 0 0 0,-1 1-1 0 0,1 0 1 0 0,-1 0 0 0 0,1 0 0 0 0,0 1 0 0 0,0 0 0 0 0,-1 0 0 0 0,1 0 0 0 0,0 0 0 0 0,-6 4 0 0 0,4 0 44 0 0,-1 0 0 0 0,1 0 0 0 0,0 1 0 0 0,0-1 0 0 0,1 1 0 0 0,0 0 0 0 0,-7 13 0 0 0,-2 8 246 0 0,2 1 1 0 0,1 0 0 0 0,-11 46-1 0 0,11-30-503 0 0,-10 82-1 0 0,19-106-953 0 0,1 0-1 0 0,1 0 1 0 0,0 0 0 0 0,2 0 0 0 0,1 0 0 0 0,6 26-1 0 0,6-13-4331 0 0,-14-34 4988 0 0,-1 1-1 0 0,0-1 1 0 0,1 1 0 0 0,-1-1 0 0 0,0 0 0 0 0,1 1 0 0 0,-1-1 0 0 0,1 0 0 0 0,-1 1 0 0 0,0-1 0 0 0,1 0-1 0 0,-1 1 1 0 0,1-1 0 0 0,-1 0 0 0 0,1 0 0 0 0,-1 0 0 0 0,1 0 0 0 0,-1 1 0 0 0,1-1 0 0 0,0 0 0 0 0,-1 0 0 0 0,1 0-1 0 0,-1 0 1 0 0,1 0 0 0 0,-1 0 0 0 0,1 0 0 0 0,-1 0 0 0 0,1 0 0 0 0,-1-1 0 0 0,1 1 0 0 0,0 0 0 0 0,-1 0-1 0 0,1 0 1 0 0,-1-1 0 0 0,0 1 0 0 0,1 0 0 0 0,-1-1 0 0 0,1 1 0 0 0,-1 0 0 0 0,1-1 0 0 0,-1 1 0 0 0,0 0 0 0 0,1-1-1 0 0,-1 1 1 0 0,0-1 0 0 0,1 1 0 0 0,-1-1 0 0 0,0 1 0 0 0,1-1 0 0 0,-1 1 0 0 0,0-1 0 0 0,11-10-1444 0 0</inkml:trace>
  <inkml:trace contextRef="#ctx0" brushRef="#br0" timeOffset="1">307 0 2825 0 0,'10'10'2254'0'0,"-1"1"1"0"0,0 0-1 0 0,9 16 1 0 0,16 42 3365 0 0,-25-43-4627 0 0,-1 1 0 0 0,-1 1 0 0 0,5 47 0 0 0,-7-9-1201 0 0,-3 0 0 0 0,-13 124 0 0 0,9-176 56 0 0,-15 107-3112 0 0,15-110 1923 0 0,-1 1-1 0 0,-1-1 1 0 0,0 0-1 0 0,0 0 0 0 0,-1 0 1 0 0,0-1-1 0 0,-1 0 1 0 0,-7 11-1 0 0,-2-3-2779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40:53.5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62 2 4281 0 0,'-1'-1'190'0'0,"1"1"0"0"0,0 0 0 0 0,-1 0 0 0 0,1 0 0 0 0,0 0 0 0 0,-1 0 0 0 0,1 0 0 0 0,-1 0 0 0 0,1 0 0 0 0,0 0 1 0 0,-1 0-1 0 0,1 0 0 0 0,0 0 0 0 0,-1 0 0 0 0,1 0 0 0 0,0 0 0 0 0,-1 0 0 0 0,1 0 0 0 0,0 0 0 0 0,-1 0 0 0 0,1 0 0 0 0,0 1 0 0 0,-1-1 0 0 0,1 0 0 0 0,0 0 0 0 0,-1 0 0 0 0,1 1 1 0 0,0-1-1 0 0,0 0 0 0 0,-1 0 0 0 0,1 1 0 0 0,-1-1 0 0 0,-6 17 1996 0 0,1 27-2354 0 0,5-35 777 0 0,-4 42-328 0 0,-5 32-3073 0 0,-5-32-5054 0 0,10-39 5583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40:54.1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1 126 2873 0 0,'9'-9'5173'0'0,"36"-28"-2354"0"0,-28 23-1980 0 0,-9 6-620 0 0,0 1 0 0 0,1 0 0 0 0,0 1 1 0 0,0-1-1 0 0,0 2 0 0 0,1-1 0 0 0,0 1 0 0 0,0 1 0 0 0,21-7 0 0 0,-30 12-195 0 0,0-1 0 0 0,0 0-1 0 0,1 0 1 0 0,-1 0 0 0 0,0 1 0 0 0,0-1 0 0 0,0 0-1 0 0,0 1 1 0 0,0-1 0 0 0,0 1 0 0 0,0-1 0 0 0,0 1-1 0 0,-1 0 1 0 0,1-1 0 0 0,0 1 0 0 0,0 0 0 0 0,0 0-1 0 0,-1-1 1 0 0,1 1 0 0 0,0 0 0 0 0,-1 0 0 0 0,1 0-1 0 0,-1 0 1 0 0,1 0 0 0 0,-1 0 0 0 0,1 0 0 0 0,-1 0 0 0 0,0 0-1 0 0,1 0 1 0 0,-1 0 0 0 0,0 0 0 0 0,0 0 0 0 0,0 0-1 0 0,0 0 1 0 0,0 1 0 0 0,0-1 0 0 0,0 0 0 0 0,0 0-1 0 0,0 1 1 0 0,-6 50 292 0 0,5-46-286 0 0,-5 22-60 0 0,-1 1 0 0 0,-18 45 1 0 0,20-60-29 0 0,-1 0-1 0 0,-1-1 1 0 0,-1 1 0 0 0,0-1 0 0 0,0-1 0 0 0,-20 23-1 0 0,28-35 48 0 0,0 0-1 0 0,0 0 1 0 0,0 1-1 0 0,0-1 0 0 0,0 0 1 0 0,-1 0-1 0 0,1 0 0 0 0,0 1 1 0 0,0-1-1 0 0,0 0 1 0 0,0 0-1 0 0,0 0 0 0 0,0 1 1 0 0,0-1-1 0 0,0 0 0 0 0,0 0 1 0 0,-1 0-1 0 0,1 0 1 0 0,0 0-1 0 0,0 1 0 0 0,0-1 1 0 0,0 0-1 0 0,0 0 0 0 0,-1 0 1 0 0,1 0-1 0 0,0 0 1 0 0,0 0-1 0 0,0 0 0 0 0,0 0 1 0 0,-1 0-1 0 0,1 0 0 0 0,0 0 1 0 0,0 1-1 0 0,0-1 0 0 0,-1 0 1 0 0,1 0-1 0 0,0 0 1 0 0,0 0-1 0 0,0 0 0 0 0,-1-1 1 0 0,1 1-1 0 0,0 0 0 0 0,0 0 1 0 0,0 0-1 0 0,-1 0 1 0 0,1 0-1 0 0,0 0 0 0 0,0 0 1 0 0,0 0-1 0 0,0 0 0 0 0,-1 0 1 0 0,1 0-1 0 0,0-1 1 0 0,0 1-1 0 0,0 0 0 0 0,0 0 1 0 0,-1 0-1 0 0,5-16-309 0 0,12-20 262 0 0,-10 28 97 0 0,1 0 1 0 0,0 0-1 0 0,0 0 1 0 0,0 1-1 0 0,1 0 1 0 0,0 1-1 0 0,1 0 1 0 0,0 0-1 0 0,15-7 1 0 0,-6 4 16 0 0,1 2 0 0 0,-1 0 1 0 0,1 1-1 0 0,23-4 0 0 0,-52 21-5186 0 0,1 13 3602 0 0,-3 33 2932 0 0,10-46-1290 0 0,0-2 341 0 0,0 0 1 0 0,-1 0-1 0 0,0 0 0 0 0,0-1 0 0 0,-1 1 0 0 0,0-1 0 0 0,0 0 0 0 0,-1 0 1 0 0,0-1-1 0 0,-1 0 0 0 0,1 1 0 0 0,-8 5 0 0 0,5-3-423 0 0,1 1-1 0 0,0 0 1 0 0,0 0 0 0 0,1 0-1 0 0,1 1 1 0 0,-6 15-1 0 0,9-21-26 0 0,0-1 1 0 0,0 0-1 0 0,1 1 0 0 0,0-1 0 0 0,0 1 0 0 0,1-1 0 0 0,-1 1 0 0 0,1-1 0 0 0,0 1 0 0 0,0 0 0 0 0,1-1 0 0 0,0 1 0 0 0,0-1 0 0 0,0 1 0 0 0,1-1 0 0 0,4 10 0 0 0,-5-13 22 0 0,0-1 0 0 0,0 1 0 0 0,1-1 1 0 0,-1 1-1 0 0,1-1 0 0 0,-1 0 0 0 0,1 0 0 0 0,0 1 1 0 0,-1-1-1 0 0,1 0 0 0 0,0-1 0 0 0,0 1 0 0 0,0 0 0 0 0,0 0 1 0 0,0-1-1 0 0,0 1 0 0 0,-1-1 0 0 0,1 0 0 0 0,0 0 1 0 0,0 1-1 0 0,1-1 0 0 0,-1 0 0 0 0,0-1 0 0 0,0 1 0 0 0,-1 0 1 0 0,1-1-1 0 0,0 1 0 0 0,0-1 0 0 0,0 1 0 0 0,0-1 0 0 0,0 0 1 0 0,0 0-1 0 0,-1 0 0 0 0,3-1 0 0 0,11-6 54 0 0,-1 0-1 0 0,-1 0 1 0 0,16-13-1 0 0,-19 13-98 0 0,20-13-140 0 0,52-41-3180 0 0,-75 56 2161 0 0,0 0 1 0 0,-1-1-1 0 0,0 0 0 0 0,0 0 1 0 0,0 0-1 0 0,-1-1 1 0 0,0 0-1 0 0,5-12 1 0 0,-5 9-800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40:54.5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 64 2312 0 0,'-16'-63'4624'0'0,"17"77"-77"0"0,-5 20-2602 0 0,2-6-982 0 0,1 7-345 0 0,0 169 1211 0 0,3-167-3578 0 0,11 58 0 0 0,-13-94 1504 0 0,7 25-2650 0 0,-7-26 2763 0 0,0 0-1 0 0,0 1 1 0 0,0-1 0 0 0,0 0 0 0 0,0 1 0 0 0,0-1 0 0 0,0 0 0 0 0,0 1 0 0 0,0-1 0 0 0,0 0 0 0 0,0 1-1 0 0,0-1 1 0 0,0 0 0 0 0,0 1 0 0 0,0-1 0 0 0,1 0 0 0 0,-1 1 0 0 0,0-1 0 0 0,0 0 0 0 0,0 1 0 0 0,0-1-1 0 0,1 0 1 0 0,-1 0 0 0 0,0 1 0 0 0,0-1 0 0 0,1 0 0 0 0,-1 0 0 0 0,0 0 0 0 0,0 1 0 0 0,1-1 0 0 0,-1 0-1 0 0,0 0 1 0 0,1 0 0 0 0,-1 0 0 0 0,0 0 0 0 0,1 1 0 0 0,-1-1 0 0 0,0 0 0 0 0,1 0 0 0 0,-1 0 0 0 0,0 0-1 0 0,1 0 1 0 0,-1 0 0 0 0,0 0 0 0 0,1 0 0 0 0,-1 0 0 0 0,0 0 0 0 0,1-1 0 0 0,-1 1 0 0 0,0 0 0 0 0,1 0-1 0 0,-1 0 1 0 0,0 0 0 0 0,0 0 0 0 0,1-1 0 0 0,-1 1 0 0 0,6-8-2050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40:55.1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 0 3977 0 0,'7'27'6614'0'0,"-7"34"-5414"0"0,-1-49-467 0 0,0 34-324 0 0,-4 88-395 0 0,-4-45-7250 0 0,2-70 4875 0 0,-2-18 845 0 0,7-2 1481 0 0,1-1 0 0 0,-1 0 1 0 0,1 0-1 0 0,-1 1 0 0 0,1-1 0 0 0,0 0 0 0 0,-1 0 1 0 0,1 0-1 0 0,0 0 0 0 0,0-1 0 0 0,-1-3 0 0 0,2 4 372 0 0,-1 0 0 0 0,0 0-1 0 0,0 0 1 0 0,1 0 0 0 0,0-1-1 0 0,-1 1 1 0 0,1 0 0 0 0,0 0-1 0 0,0 0 1 0 0,0-1 0 0 0,0 1-1 0 0,1 0 1 0 0,-1 0 0 0 0,0 0-1 0 0,1-1 1 0 0,0 1 0 0 0,1-3 0 0 0,26-25 7156 0 0,-10 15-8571 0 0,18-13 1510 0 0,-35 26-405 0 0,1 1 0 0 0,0 0-1 0 0,-1 0 1 0 0,1 0 0 0 0,0 0 0 0 0,0 0-1 0 0,0 0 1 0 0,0 0 0 0 0,0 0 0 0 0,0 1-1 0 0,0-1 1 0 0,0 1 0 0 0,0 0 0 0 0,0 0-1 0 0,0-1 1 0 0,0 1 0 0 0,0 0 0 0 0,4 1-1 0 0,-5 0 5 0 0,0 1 0 0 0,0-1-1 0 0,0 0 1 0 0,0 1-1 0 0,0-1 1 0 0,-1 1 0 0 0,1 0-1 0 0,0-1 1 0 0,-1 1-1 0 0,0-1 1 0 0,1 1 0 0 0,-1 0-1 0 0,0-1 1 0 0,1 1-1 0 0,-1 0 1 0 0,0-1-1 0 0,0 1 1 0 0,-1 0 0 0 0,1-1-1 0 0,0 1 1 0 0,0 0-1 0 0,-2 2 1 0 0,-8 38 51 0 0,0-13-490 0 0,-2-1 0 0 0,-21 39 0 0 0,10-25-314 0 0,76-74 1849 0 0,1-2-881 0 0,19-13-629 0 0,-68 43-355 0 0,-1 0 0 0 0,0 0 0 0 0,0 0 0 0 0,-1 0 1 0 0,1 0-1 0 0,-1-1 0 0 0,4-6 0 0 0,-4 3-1305 0 0,0 4 349 0 0,-3 6 1398 0 0,2 26 1875 0 0,1-18-821 0 0,0 0 0 0 0,-1 1 0 0 0,-1-1 0 0 0,0 0 0 0 0,0 1 0 0 0,-1-1 0 0 0,-2 19 0 0 0,0-16-555 0 0,-1-1 1 0 0,-1 0 0 0 0,0-1 0 0 0,0 1-1 0 0,-1-1 1 0 0,-9 14 0 0 0,-1 6-733 0 0,2 1 0 0 0,-14 48 0 0 0,14-40 508 0 0,14-34 941 0 0,9-13-80 0 0,20-23 556 0 0,-14 14-684 0 0,-2 5-385 0 0,0 0-1 0 0,0 1 0 0 0,1 1 0 0 0,0 0 0 0 0,1 1 1 0 0,33-12-1 0 0,50-9-4060 0 0,-48 15-2105 0 0,-47 13 5271 0 0,-1 0-1 0 0,1-1 1 0 0,-1 1 0 0 0,1-1 0 0 0,-1 0-1 0 0,1 0 1 0 0,-1 0 0 0 0,0 0 0 0 0,0-1-1 0 0,6-4 1 0 0,5-5-1491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40:55.5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71 5 2433 0 0,'0'0'107'0'0,"0"-1"1"0"0,0 1-1 0 0,0 0 1 0 0,-1 0-1 0 0,1-1 1 0 0,0 1-1 0 0,0 0 1 0 0,0 0-1 0 0,0-1 1 0 0,0 1-1 0 0,-1 0 1 0 0,1 0 0 0 0,0 0-1 0 0,0-1 1 0 0,0 1-1 0 0,-1 0 1 0 0,1 0-1 0 0,0 0 1 0 0,0 0-1 0 0,0 0 1 0 0,-1-1-1 0 0,1 1 1 0 0,0 0-1 0 0,0 0 1 0 0,-1 0 0 0 0,1 0-1 0 0,0 0 1 0 0,0 0-1 0 0,-1 0 1 0 0,1 0-1 0 0,0 0 1 0 0,-1 0-1 0 0,1 0 1 0 0,0 0-1 0 0,0 0 1 0 0,-1 0 0 0 0,1 0-1 0 0,0 0 1 0 0,0 0-1 0 0,-1 1 1 0 0,1-1-1 0 0,0 0 1 0 0,-7 14 1813 0 0,-1 25-1140 0 0,8-35-367 0 0,-10 56 550 0 0,-19 133 548 0 0,22-66-3907 0 0,8-86-6061 0 0,-1-46 6922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40:55.8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2064 0 0,'18'14'6896'0'0,"26"24"-4624"0"0,-41-36-2220 0 0,13 15-15 0 0,2 0 0 0 0,27 19 1 0 0,-38-32-913 0 0,0 1 0 0 0,1-1 0 0 0,0 0 0 0 0,0-1 0 0 0,0 1-1 0 0,9 1 1 0 0,-17-5 787 0 0,1 0-1 0 0,-1 0 0 0 0,1 0 0 0 0,-1 0 0 0 0,0 0 1 0 0,1 0-1 0 0,-1 0 0 0 0,1 0 0 0 0,-1 0 0 0 0,0 0 1 0 0,1 0-1 0 0,-1 0 0 0 0,1 0 0 0 0,-1 0 0 0 0,0 0 1 0 0,1 0-1 0 0,-1 0 0 0 0,0-1 0 0 0,1 1 0 0 0,-1 0 1 0 0,0 0-1 0 0,1 0 0 0 0,-1-1 0 0 0,0 1 1 0 0,1 0-1 0 0,-1-1 0 0 0,0 1 0 0 0,1 0 0 0 0,-1 0 1 0 0,0-1-1 0 0,0 1 0 0 0,0 0 0 0 0,1-2 0 0 0,-1 2 1 0 0,6-6-1715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40:56.2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35 1992 0 0,'3'100'3938'0'0,"12"50"-2565"0"0,-4-186-3963 0 0,20-36 5529 0 0,6 18 1790 0 0,-29 45-4375 0 0,-1 0-1 0 0,0-1 1 0 0,-1 1-1 0 0,8-18 0 0 0,-10 18-53 0 0,-3 3-1 0 0,1 0 1 0 0,0 1 0 0 0,1-1-1 0 0,0 1 1 0 0,-1 0 0 0 0,2 0-1 0 0,4-7 1 0 0,-2 52 2334 0 0,4 101-2442 0 0,-9-94-3300 0 0,0-1-4654 0 0,-6-29 2435 0 0,3-8 2549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40:56.7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61 502 3377 0 0,'-2'5'665'0'0,"-25"44"2425"0"0,25-47-2847 0 0,1 0-1 0 0,0 0 1 0 0,0 1 0 0 0,1-1 0 0 0,-1 0 0 0 0,0 1-1 0 0,1-1 1 0 0,-1 0 0 0 0,1 1 0 0 0,0-1 0 0 0,0 1-1 0 0,0-1 1 0 0,0 1 0 0 0,0-1 0 0 0,1 0 0 0 0,-1 1-1 0 0,1-1 1 0 0,-1 0 0 0 0,2 4 0 0 0,0-5-145 0 0,-1 0 0 0 0,0 0 0 0 0,0-1 0 0 0,1 1 0 0 0,-1 0 0 0 0,0-1 0 0 0,1 1 0 0 0,-1 0 0 0 0,1-1 0 0 0,-1 0 0 0 0,1 1 0 0 0,-1-1 0 0 0,1 0 1 0 0,-1 0-1 0 0,1 0 0 0 0,0 0 0 0 0,-1 0 0 0 0,1 0 0 0 0,-1 0 0 0 0,1 0 0 0 0,-1-1 0 0 0,1 1 0 0 0,-1 0 0 0 0,1-1 0 0 0,-1 0 0 0 0,0 1 0 0 0,1-1 0 0 0,1-1 0 0 0,44-23 618 0 0,-42 22-546 0 0,6-4 7 0 0,0-1 1 0 0,0 0-1 0 0,0-1 0 0 0,10-11 1 0 0,-18 17-111 0 0,0 0 1 0 0,0 0-1 0 0,0-1 0 0 0,0 1 1 0 0,-1-1-1 0 0,0 0 0 0 0,1 0 1 0 0,-2 0-1 0 0,1 0 1 0 0,0 0-1 0 0,-1 0 0 0 0,1 0 1 0 0,-1 0-1 0 0,0-1 0 0 0,-1 1 1 0 0,1-8-1 0 0,-1 11-30 0 0,-1-1 0 0 0,0 1 0 0 0,1-1 0 0 0,-1 1 0 0 0,0-1 0 0 0,0 1 0 0 0,0 0 0 0 0,0 0 0 0 0,0-1 0 0 0,0 1 0 0 0,0 0 0 0 0,-1 0 0 0 0,1 0 0 0 0,0 0 0 0 0,-1 0 0 0 0,1 1 0 0 0,-1-1 0 0 0,1 0 0 0 0,-1 1 0 0 0,1-1 0 0 0,-1 1 0 0 0,1-1 0 0 0,-1 1 0 0 0,1 0 0 0 0,-1-1 0 0 0,0 1 0 0 0,1 0 0 0 0,-1 0 0 0 0,1 0 0 0 0,-1 0 0 0 0,0 1 0 0 0,1-1 0 0 0,-3 1 0 0 0,-55 9-512 0 0,-8 18-1383 0 0,36-5-868 0 0,29-22 2135 0 0,0 1 1 0 0,0 0-1 0 0,1 0 1 0 0,-1 0-1 0 0,1 0 1 0 0,-1 0-1 0 0,1 0 1 0 0,0 0-1 0 0,0 1 1 0 0,-2 4-1 0 0,13-16-4796 0 0,-5 3 4328 0 0,8-4 77 0 0</inkml:trace>
  <inkml:trace contextRef="#ctx0" brushRef="#br0" timeOffset="1">432 28 3129 0 0,'-8'-27'5990'0'0,"2"27"-3178"0"0,-1 16-1388 0 0,-33 135 971 0 0,8 2-3815 0 0,30-131 777 0 0,5-1-4817 0 0,-3-21 5371 0 0,0 0 0 0 0,0 0 0 0 0,0 1 0 0 0,0-1 0 0 0,0 0 0 0 0,1 0 1 0 0,-1 0-1 0 0,0 0 0 0 0,0 0 0 0 0,0 0 0 0 0,0 1 0 0 0,0-1 1 0 0,0 0-1 0 0,0 0 0 0 0,1 0 0 0 0,-1 0 0 0 0,0 0 0 0 0,0 0 1 0 0,0 0-1 0 0,0 0 0 0 0,0 0 0 0 0,1 0 0 0 0,-1 0 0 0 0,0 0 0 0 0,0 0 1 0 0,0 0-1 0 0,0 0 0 0 0,1 0 0 0 0,-1 0 0 0 0,0 0 0 0 0,0 0 1 0 0,0 0-1 0 0,0 0 0 0 0,0 0 0 0 0,1 0 0 0 0,-1 0 0 0 0,0 0 0 0 0,0 0 1 0 0,0 0-1 0 0,0 0 0 0 0,0 0 0 0 0,1 0 0 0 0,-1 0 0 0 0,0-1 1 0 0,0 1-1 0 0,0 0 0 0 0,0 0 0 0 0,0 0 0 0 0,0 0 0 0 0,0 0 1 0 0,0 0-1 0 0,1-1 0 0 0,-1 1 0 0 0,0 0 0 0 0,0 0 0 0 0,0 0 0 0 0,9-24-1943 0 0,-4 8 1006 0 0</inkml:trace>
  <inkml:trace contextRef="#ctx0" brushRef="#br0" timeOffset="2">417 151 2000 0 0,'6'22'7473'0'0,"-4"-14"-7133"0"0,0-1-1 0 0,0 1 1 0 0,0-1-1 0 0,1 0 1 0 0,6 13-1 0 0,-5-16-357 0 0,-1 1 0 0 0,1-1 1 0 0,-1 0-1 0 0,1 0 0 0 0,1 0 0 0 0,-1-1 0 0 0,0 1 0 0 0,1-1 0 0 0,0 0 0 0 0,-1-1 0 0 0,7 4 0 0 0,-8-5-261 0 0,-1 0 0 0 0,1 0 0 0 0,0 0 0 0 0,0-1 0 0 0,-1 1 0 0 0,1-1 0 0 0,0 1 0 0 0,0-1 0 0 0,0 0 0 0 0,-1 0 0 0 0,1 0-1 0 0,0-1 1 0 0,0 1 0 0 0,0-1 0 0 0,-1 1 0 0 0,1-1 0 0 0,0 0 0 0 0,-1 0 0 0 0,1 0 0 0 0,-1 0 0 0 0,1-1 0 0 0,-1 1 0 0 0,5-4 0 0 0,4-16-2263 0 0,-9 15 1930 0 0,4-6-736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40:57.1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0 160 3353 0 0,'2'-8'6543'0'0,"14"-10"-4350"0"0,19-17-1219 0 0,-1 1-524 0 0,-27 25-335 0 0,1 1 1 0 0,0 0 0 0 0,0 0-1 0 0,1 1 1 0 0,-1 0-1 0 0,20-11 1 0 0,-27 18-72 0 0,0 0 1 0 0,-1 0-1 0 0,1 1 1 0 0,0-1-1 0 0,-1 0 1 0 0,1 0-1 0 0,0 0 1 0 0,0 0-1 0 0,-1 1 1 0 0,1-1-1 0 0,0 0 1 0 0,-1 1-1 0 0,1-1 1 0 0,0 1-1 0 0,-1-1 1 0 0,1 0-1 0 0,-1 1 1 0 0,1-1-1 0 0,-1 1 1 0 0,1 0-1 0 0,-1-1 1 0 0,1 1-1 0 0,-1-1 1 0 0,0 1-1 0 0,1 0 1 0 0,-1-1-1 0 0,0 1 1 0 0,1 0-1 0 0,-1-1 1 0 0,0 1-1 0 0,0 0 1 0 0,0 0-1 0 0,1-1 1 0 0,-1 1-1 0 0,0 0 1 0 0,0-1-1 0 0,0 1 1 0 0,0 0-1 0 0,-1 1 1 0 0,5 38 761 0 0,-4-36-720 0 0,1 41-221 0 0,8 96-172 0 0,0-95-3066 0 0,6-2-3299 0 0,-14-39 4611 0 0,-3-7 517 0 0,1 1 1077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40:57.5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65 14 2601 0 0,'-5'10'684'0'0,"1"0"0"0"0,1 0 0 0 0,0 1 1 0 0,0 0-1 0 0,1-1 0 0 0,0 1 1 0 0,1 0-1 0 0,0 19 0 0 0,1-27-598 0 0,0 0-1 0 0,1-1 1 0 0,-1 1-1 0 0,1 0 0 0 0,-1-1 1 0 0,1 1-1 0 0,0-1 0 0 0,0 1 1 0 0,0-1-1 0 0,0 1 1 0 0,1-1-1 0 0,-1 0 0 0 0,1 0 1 0 0,-1 0-1 0 0,1 0 0 0 0,0 0 1 0 0,-1 0-1 0 0,1 0 1 0 0,0 0-1 0 0,1 0 0 0 0,-1-1 1 0 0,0 1-1 0 0,0-1 0 0 0,1 0 1 0 0,-1 0-1 0 0,0 0 1 0 0,1 0-1 0 0,0 0 0 0 0,-1 0 1 0 0,1-1-1 0 0,-1 1 1 0 0,1-1-1 0 0,0 1 0 0 0,-1-1 1 0 0,1 0-1 0 0,0 0 0 0 0,-1-1 1 0 0,1 1-1 0 0,-1 0 1 0 0,1-1-1 0 0,3-1 0 0 0,1 1-3 0 0,0-1 0 0 0,0 0 0 0 0,-1-1 0 0 0,1 0 0 0 0,-1 0-1 0 0,1 0 1 0 0,-1-1 0 0 0,0 0 0 0 0,-1 0 0 0 0,1-1 0 0 0,-1 1-1 0 0,1-1 1 0 0,5-7 0 0 0,-8 9 14 0 0,-1 0-1 0 0,1 0 0 0 0,-1 0 1 0 0,1 0-1 0 0,-1-1 0 0 0,0 1 1 0 0,0-1-1 0 0,-1 1 0 0 0,1-1 1 0 0,-1 0-1 0 0,1 1 0 0 0,-1-1 1 0 0,0 0-1 0 0,-1 0 0 0 0,1 0 1 0 0,-1 0-1 0 0,0 0 0 0 0,0 0 1 0 0,0 0-1 0 0,0 0 0 0 0,0 0 1 0 0,-1 0-1 0 0,0 1 0 0 0,0-1 1 0 0,-2-5-1 0 0,2 7-52 0 0,-1 0 1 0 0,1 0-1 0 0,-1 0 0 0 0,0 0 1 0 0,1 0-1 0 0,-1 0 0 0 0,0 0 1 0 0,0 1-1 0 0,0-1 0 0 0,-1 1 0 0 0,1-1 1 0 0,0 1-1 0 0,-1 0 0 0 0,1 0 1 0 0,0 0-1 0 0,-1 0 0 0 0,1 0 1 0 0,-1 1-1 0 0,0-1 0 0 0,1 1 0 0 0,-1 0 1 0 0,1-1-1 0 0,-1 1 0 0 0,0 1 1 0 0,1-1-1 0 0,-1 0 0 0 0,1 0 1 0 0,-1 1-1 0 0,0 0 0 0 0,1-1 1 0 0,-1 1-1 0 0,1 0 0 0 0,-5 2 0 0 0,-5 2-360 0 0,1 0-1 0 0,0 1 1 0 0,0 0-1 0 0,0 1 0 0 0,-16 13 1 0 0,-12 19-2892 0 0,18-8-2043 0 0,11-24 946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40:57.9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76 56 1768 0 0,'1'-2'396'0'0,"0"0"0"0"0,-1 0 0 0 0,1 1 0 0 0,0-1 0 0 0,0 0 0 0 0,0 0 0 0 0,1 1 0 0 0,-1-1-1 0 0,0 0 1 0 0,0 1 0 0 0,1 0 0 0 0,1-2 0 0 0,0 7 1851 0 0,-6 14-709 0 0,-78 236 421 0 0,76-236-1711 0 0,-1 5-4563 0 0,20-38-2426 0 0,0-16 6407 0 0,2-5 1336 0 0,-3 18 2682 0 0,1 17 2855 0 0,18 16-5692 0 0,-17-7-689 0 0,1-2-1307 0 0,1 0 0 0 0,-1-1 1 0 0,1-1-1 0 0,0-1 0 0 0,0 0 0 0 0,0-2 0 0 0,0 1 1 0 0,1-2-1 0 0,28-3 0 0 0,-30 1-670 0 0</inkml:trace>
  <inkml:trace contextRef="#ctx0" brushRef="#br0" timeOffset="1">308 0 1840 0 0,'-1'1'131'0'0,"0"-1"-1"0"0,0 1 1 0 0,1-1 0 0 0,-1 1-1 0 0,0 0 1 0 0,0-1-1 0 0,1 1 1 0 0,-1 0-1 0 0,1 0 1 0 0,-1-1-1 0 0,1 1 1 0 0,-1 0 0 0 0,1 0-1 0 0,-1 0 1 0 0,1 0-1 0 0,0 0 1 0 0,-1 0-1 0 0,1 0 1 0 0,0-1-1 0 0,0 1 1 0 0,-1 0 0 0 0,1 0-1 0 0,0 0 1 0 0,0 0-1 0 0,0 0 1 0 0,0 0-1 0 0,1 0 1 0 0,-1 0-1 0 0,0 0 1 0 0,1 1-1 0 0,3 41 937 0 0,-3-35-601 0 0,31 198 2203 0 0,-5-70-6563 0 0,-26-127 3335 0 0,1 0-962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40:58.3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1 154 1456 0 0,'29'-15'3606'0'0,"-27"14"-3436"0"0,72-27 3258 0 0,-70 27-3253 0 0,0 0 1 0 0,0 0-1 0 0,0 0 1 0 0,0 1 0 0 0,0-1-1 0 0,1 1 1 0 0,-1 0 0 0 0,0 0-1 0 0,0 1 1 0 0,0-1-1 0 0,0 1 1 0 0,1 0 0 0 0,-1 0-1 0 0,0 0 1 0 0,0 1 0 0 0,4 2-1 0 0,-6-3-80 0 0,-1 1 1 0 0,0-1-1 0 0,1 1 0 0 0,-1-1 0 0 0,0 1 1 0 0,0 0-1 0 0,-1 0 0 0 0,1 0 0 0 0,0-1 1 0 0,0 1-1 0 0,-1 0 0 0 0,1 0 0 0 0,-1 0 0 0 0,0 0 1 0 0,1 0-1 0 0,-1 0 0 0 0,0 0 0 0 0,0 0 1 0 0,-1 0-1 0 0,1 0 0 0 0,0 0 0 0 0,0 0 1 0 0,-2 2-1 0 0,-12 51 582 0 0,12-47-595 0 0,-14 35-832 0 0,-2-1 0 0 0,-30 53 0 0 0,15-33-7409 0 0,32-68 5586 0 0,5-4 1129 0 0</inkml:trace>
  <inkml:trace contextRef="#ctx0" brushRef="#br0" timeOffset="1">312 7 1224 0 0,'0'0'116'0'0,"0"-1"1"0"0,0 1-1 0 0,0 0 0 0 0,0 0 0 0 0,0-1 0 0 0,0 1 0 0 0,0 0 0 0 0,0 0 1 0 0,0-1-1 0 0,1 1 0 0 0,-1 0 0 0 0,0 0 0 0 0,0-1 0 0 0,0 1 1 0 0,0 0-1 0 0,0 0 0 0 0,0 0 0 0 0,1-1 0 0 0,-1 1 0 0 0,0 0 0 0 0,0 0 1 0 0,0 0-1 0 0,1 0 0 0 0,-1-1 0 0 0,0 1 0 0 0,0 0 0 0 0,0 0 0 0 0,1 0 1 0 0,-1 0-1 0 0,0 0 0 0 0,0 0 0 0 0,1 0 0 0 0,-1 0 0 0 0,0 0 1 0 0,0 0-1 0 0,1 0 0 0 0,-1 0 0 0 0,0 0 0 0 0,0 0 0 0 0,1 0 0 0 0,-1 0 1 0 0,0 0-1 0 0,0 0 0 0 0,1 0 0 0 0,-1 0 0 0 0,0 0 0 0 0,0 0 1 0 0,1 0-1 0 0,-1 0 0 0 0,0 1 0 0 0,0-1 0 0 0,1 0 0 0 0,6 18 2163 0 0,0 25-1090 0 0,1 52 127 0 0,4 38-687 0 0,6-47-5300 0 0,-14-108-2249 0 0,-9-26 7012 0 0,-5 23-518 0 0,7 19 810 0 0,1 0 0 0 0,-1-1 0 0 0,1 1 0 0 0,0-1 0 0 0,1 0 0 0 0,0 0 0 0 0,-1-10 0 0 0,2 15-294 0 0,1 0 0 0 0,-1 1 0 0 0,1-1 0 0 0,-1 0 0 0 0,1 0 0 0 0,0 0 0 0 0,0 1 0 0 0,-1-1 0 0 0,1 0 0 0 0,1 1 0 0 0,-1-1 0 0 0,0 1 0 0 0,0-1 0 0 0,1 1 0 0 0,-1-1 0 0 0,0 1 0 0 0,1 0 0 0 0,-1 0 0 0 0,1 0 0 0 0,0 0 0 0 0,-1 0 0 0 0,1 0 0 0 0,0 0 0 0 0,0 0 0 0 0,0 1 0 0 0,-1-1 0 0 0,1 1 0 0 0,0-1 0 0 0,0 1 0 0 0,0 0 0 0 0,0 0 0 0 0,3 0-1 0 0,0-1-20 0 0,4 0-531 0 0,1 0-1 0 0,-1-1 0 0 0,0 0 1 0 0,0-1-1 0 0,0 1 0 0 0,0-2 0 0 0,14-6 1 0 0,-16 5-597 0 0,2 9-663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40:58.7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1 2753 0 0,'-1'4'292'0'0,"-1"1"1"0"0,1-1 0 0 0,0 1 0 0 0,1-1 0 0 0,-1 1 0 0 0,1 0 0 0 0,0-1 0 0 0,0 1-1 0 0,1 0 1 0 0,-1-1 0 0 0,1 1 0 0 0,0-1 0 0 0,0 1 0 0 0,1-1 0 0 0,-1 1 0 0 0,1-1 0 0 0,0 0-1 0 0,0 0 1 0 0,0 0 0 0 0,1 0 0 0 0,-1 0 0 0 0,1 0 0 0 0,0-1 0 0 0,0 1 0 0 0,1-1-1 0 0,-1 0 1 0 0,0 0 0 0 0,1 0 0 0 0,0 0 0 0 0,0-1 0 0 0,0 1 0 0 0,6 2 0 0 0,-3-2-219 0 0,-1-1 1 0 0,1 1-1 0 0,0-1 0 0 0,0-1 1 0 0,0 1-1 0 0,0-1 1 0 0,0 0-1 0 0,0-1 1 0 0,0 0-1 0 0,1 0 1 0 0,-1 0-1 0 0,0-1 1 0 0,0 0-1 0 0,0 0 1 0 0,0-1-1 0 0,0 0 1 0 0,0 0-1 0 0,-1-1 1 0 0,1 0-1 0 0,10-6 1 0 0,31-30-2187 0 0,-9-9-5480 0 0,-28 33 4234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40:59.1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304 1 4153 0 0,'-7'11'7000'0'0,"2"21"-6190"0"0,4-26-206 0 0,-12 75 101 0 0,-4-1 0 0 0,-28 83 1 0 0,25-106-2092 0 0,-46 90 0 0 0,65-146 1307 0 0,-1 5-574 0 0,-1 0-1 0 0,0 0 0 0 0,0 0 0 0 0,0-1 0 0 0,-1 0 0 0 0,0 0 1 0 0,0 0-1 0 0,0 0 0 0 0,-1 0 0 0 0,0-1 0 0 0,0 0 1 0 0,-9 7-1 0 0,1-6-2007 0 0</inkml:trace>
  <inkml:trace contextRef="#ctx0" brushRef="#br0" timeOffset="1">1 352 3257 0 0,'1'1'305'0'0,"1"0"1"0"0,-1-1 0 0 0,0 1-1 0 0,1 0 1 0 0,-1-1-1 0 0,1 1 1 0 0,0-1 0 0 0,-1 1-1 0 0,1-1 1 0 0,-1 0-1 0 0,1 0 1 0 0,-1 0 0 0 0,1 0-1 0 0,0 0 1 0 0,-1 0 0 0 0,1 0-1 0 0,0 0 1 0 0,1-1-1 0 0,34-9 1137 0 0,-28 7-773 0 0,242-68 2632 0 0,-84 26-9918 0 0,-141 34 2064 0 0,-19 9 1928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40:59.5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1 3385 0 0,'-3'22'1832'0'0,"1"0"0"0"0,2 39 1 0 0,18 102 1520 0 0,-7-86-2625 0 0,-6 9-190 0 0,-2-20-2296 0 0,3-26-5019 0 0,-11-63 3925 0 0,4 7 1130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40:59.9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17 2497 0 0,'1'-1'182'0'0,"-1"0"0"0"0,1 0 0 0 0,0 0 1 0 0,-1 0-1 0 0,1 0 0 0 0,0 0 0 0 0,0 0 1 0 0,-1 0-1 0 0,1 1 0 0 0,0-1 1 0 0,0 0-1 0 0,0 0 0 0 0,0 1 0 0 0,0-1 1 0 0,0 1-1 0 0,0-1 0 0 0,0 1 1 0 0,0-1-1 0 0,0 1 0 0 0,1 0 0 0 0,-1-1 1 0 0,0 1-1 0 0,0 0 0 0 0,0 0 1 0 0,0 0-1 0 0,1 0 0 0 0,-1 0 0 0 0,0 0 1 0 0,0 0-1 0 0,0 0 0 0 0,2 1 0 0 0,40 3 2649 0 0,-1 2-508 0 0,-28-5-1620 0 0,0 1 0 0 0,0 1 0 0 0,-1 0 1 0 0,26 9-1 0 0,-34-9-626 0 0,-1-1 0 0 0,0 0 0 0 0,0 1 0 0 0,0-1-1 0 0,-1 1 1 0 0,1 0 0 0 0,-1 1 0 0 0,1-1 0 0 0,-1 0 0 0 0,0 1 0 0 0,-1 0 0 0 0,1 0 0 0 0,0 0 0 0 0,-1 0 0 0 0,0 0 0 0 0,0 0 0 0 0,0 0-1 0 0,-1 1 1 0 0,2 4 0 0 0,10 54 147 0 0,-3 0-1 0 0,5 127 0 0 0,-13-147-406 0 0,-5-19-249 0 0,-7-18-1589 0 0,6-6 1447 0 0,1-1-1 0 0,-1 0 1 0 0,1-1 0 0 0,-1 1 0 0 0,1 0-1 0 0,0-1 1 0 0,0 0 0 0 0,-5-2 0 0 0,-6-5-551 0 0,-45-22-6000 0 0,48 24 4692 0 0</inkml:trace>
  <inkml:trace contextRef="#ctx0" brushRef="#br0" timeOffset="1">96 180 5089 0 0,'-4'2'4387'0'0,"10"1"-1491"0"0,13 3-375 0 0,0-6-2286 0 0,-1-2 0 0 0,1 0 0 0 0,-1-1 1 0 0,24-6-1 0 0,-32 6-1454 0 0,0-1 1 0 0,0 0-1 0 0,0 0 1 0 0,-1-1-1 0 0,12-7 1 0 0,-7-5-6148 0 0,-15 15 6038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41:00.3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1 521 3841 0 0,'2'0'1376'0'0,"4"3"-312"0"0,3-3-223 0 0,3 0-105 0 0,2-1-72 0 0,4-2-64 0 0,1-1-112 0 0,-2 1-120 0 0,2-3-144 0 0,1 1-120 0 0,-4-1-192 0 0,1 1-400 0 0,-2 0-512 0 0,-1-3-536 0 0,-1 2-305 0 0,-2-1 129 0 0,-10-7-313 0 0,12 9 545 0 0</inkml:trace>
  <inkml:trace contextRef="#ctx0" brushRef="#br0" timeOffset="1">507 12 4321 0 0,'-2'-1'223'0'0,"1"-1"0"0"0,-1 1 1 0 0,0 0-1 0 0,0 0 0 0 0,0 0 0 0 0,0 0 0 0 0,0 1 1 0 0,0-1-1 0 0,0 0 0 0 0,0 1 0 0 0,0-1 1 0 0,0 1-1 0 0,0 0 0 0 0,0 0 0 0 0,0 0 0 0 0,0 0 1 0 0,-1 0-1 0 0,1 0 0 0 0,0 0 0 0 0,0 1 0 0 0,0-1 1 0 0,0 1-1 0 0,0-1 0 0 0,0 1 0 0 0,0 0 1 0 0,0 0-1 0 0,0 0 0 0 0,-3 3 0 0 0,2-1-105 0 0,0 1 0 0 0,0 0 0 0 0,1 0-1 0 0,-1 0 1 0 0,1 0 0 0 0,0 1 0 0 0,0-1-1 0 0,1 0 1 0 0,-1 1 0 0 0,1 0 0 0 0,0-1 0 0 0,-1 7-1 0 0,-4 24-50 0 0,2 0 0 0 0,1 0 1 0 0,2 1-1 0 0,3 37 0 0 0,0-50-928 0 0,1 1 0 0 0,2 0 0 0 0,0-1 0 0 0,1 0 0 0 0,1 0-1 0 0,21 43 1 0 0,-25-60 421 0 0,0-1-1 0 0,0 1 1 0 0,1 0-1 0 0,0-1 0 0 0,0 0 1 0 0,1 0-1 0 0,0 0 0 0 0,-1-1 1 0 0,9 7-1 0 0,8 2-1394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41:00.7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168 64 2393 0 0,'-9'2'661'0'0,"1"1"0"0"0,0 0 0 0 0,-1 1 0 0 0,1 0 0 0 0,1 0 0 0 0,-1 1 0 0 0,1 0 1 0 0,-9 7-1 0 0,13-9-603 0 0,0 0 1 0 0,0 1 0 0 0,1-1-1 0 0,0 1 1 0 0,0-1 0 0 0,0 1-1 0 0,0 0 1 0 0,0 0-1 0 0,1 0 1 0 0,-1 0 0 0 0,1 0-1 0 0,0 0 1 0 0,1 0 0 0 0,-1 0-1 0 0,0 0 1 0 0,1 0 0 0 0,0 0-1 0 0,0 1 1 0 0,1-1-1 0 0,0 4 1 0 0,-1-3-61 0 0,1-1-1 0 0,0 1 1 0 0,0-1 0 0 0,0 1 0 0 0,1-1-1 0 0,-1 1 1 0 0,1-1 0 0 0,0 0-1 0 0,1 0 1 0 0,-1 0 0 0 0,1 0-1 0 0,-1 0 1 0 0,1-1 0 0 0,0 1 0 0 0,0-1-1 0 0,1 0 1 0 0,-1 0 0 0 0,1 0-1 0 0,0 0 1 0 0,-1 0 0 0 0,1-1 0 0 0,0 0-1 0 0,1 0 1 0 0,-1 0 0 0 0,0 0-1 0 0,0-1 1 0 0,1 1 0 0 0,-1-1-1 0 0,1 0 1 0 0,0 0 0 0 0,-1-1 0 0 0,8 0-1 0 0,-4 1 71 0 0,0-1 0 0 0,-1-1 0 0 0,1 0 0 0 0,-1 0 0 0 0,1 0 0 0 0,-1-1 0 0 0,0 0 0 0 0,1 0 0 0 0,-1-1 0 0 0,0 0 0 0 0,-1 0 0 0 0,1-1 0 0 0,0 0 0 0 0,-1 0 0 0 0,0 0 0 0 0,0-1 0 0 0,0 0 0 0 0,-1 0 0 0 0,9-10 0 0 0,-11 11 12 0 0,0 0-1 0 0,0-1 1 0 0,-1 1-1 0 0,1-1 1 0 0,-1 0-1 0 0,0 1 1 0 0,0-1-1 0 0,0 0 1 0 0,-1 0-1 0 0,0-1 1 0 0,0 1-1 0 0,0 0 1 0 0,-1 0-1 0 0,1 0 1 0 0,-1-1-1 0 0,-1 1 1 0 0,1 0-1 0 0,-1 0 1 0 0,0 0-1 0 0,-2-9 1 0 0,0 7 9 0 0,0 1 1 0 0,0-1-1 0 0,-1 1 1 0 0,1 0-1 0 0,-2 0 0 0 0,1 0 1 0 0,-1 1-1 0 0,1 0 1 0 0,-1-1-1 0 0,-1 2 1 0 0,1-1-1 0 0,-1 1 1 0 0,0-1-1 0 0,-11-5 1 0 0,9 6-187 0 0,1 1 1 0 0,-1 0-1 0 0,0 0 1 0 0,0 0-1 0 0,0 1 1 0 0,0 0-1 0 0,-1 1 1 0 0,1 0-1 0 0,-1 0 1 0 0,1 1-1 0 0,0 0 1 0 0,-13 1-1 0 0,4 2-1262 0 0,1 0 0 0 0,0 1 0 0 0,0 1 0 0 0,0 0 0 0 0,-20 11 0 0 0,14-6-2014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41:01.0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 6513 0 0,'5'-1'535'0'0,"-1"0"-1"0"0,1 1 0 0 0,-1-1 0 0 0,1 1 0 0 0,-1 0 0 0 0,1 0 0 0 0,-1 0 0 0 0,1 1 1 0 0,-1 0-1 0 0,1-1 0 0 0,-1 2 0 0 0,1-1 0 0 0,6 3 0 0 0,-5-1-158 0 0,-1 0 0 0 0,1 1-1 0 0,-1-1 1 0 0,0 1 0 0 0,0 0 0 0 0,0 1-1 0 0,0-1 1 0 0,7 10 0 0 0,-5-4-121 0 0,0 0-1 0 0,-1 0 1 0 0,0 1 0 0 0,-1 0 0 0 0,0 0 0 0 0,-1 0 0 0 0,0 1 0 0 0,0-1 0 0 0,2 24 0 0 0,-3-9-184 0 0,-2 1 1 0 0,-1-1 0 0 0,-1 1-1 0 0,-1-1 1 0 0,-1 1 0 0 0,-2-1-1 0 0,-10 36 1 0 0,-17 16-2514 0 0,24-62 487 0 0,-1-1 1 0 0,-17 23-1 0 0,5-14-2387 0 0,-2-6-1225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41:02.1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0 2240 0 0,'-1'12'4473'0'0,"4"20"-3336"0"0,-2-24-541 0 0,6 107 1033 0 0,-9-40-7078 0 0,1-69 3768 0 0,-1 0-624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41:02.7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0 211 2913 0 0,'1'-4'479'0'0,"0"-1"1"0"0,0 1 0 0 0,0-1 0 0 0,0 1 0 0 0,1 0 0 0 0,0-1-1 0 0,0 1 1 0 0,0 0 0 0 0,0 0 0 0 0,1 0 0 0 0,-1 1 0 0 0,1-1-1 0 0,4-4 1 0 0,49-47 1090 0 0,-42 42-927 0 0,-3 3-381 0 0,42-36 442 0 0,-49 43-634 0 0,0 0 1 0 0,0 1-1 0 0,0-1 0 0 0,1 1 1 0 0,-1 0-1 0 0,1 0 1 0 0,-1 0-1 0 0,1 1 0 0 0,0 0 1 0 0,-1 0-1 0 0,9-1 1 0 0,-12 2-38 0 0,0 0 1 0 0,0 1 0 0 0,0-1 0 0 0,0 0 0 0 0,-1 1 0 0 0,1-1 0 0 0,0 1 0 0 0,0-1-1 0 0,-1 1 1 0 0,1 0 0 0 0,0-1 0 0 0,-1 1 0 0 0,1 0 0 0 0,0-1 0 0 0,-1 1-1 0 0,1 0 1 0 0,-1 0 0 0 0,1-1 0 0 0,-1 1 0 0 0,0 0 0 0 0,1 0 0 0 0,-1 0 0 0 0,0 0-1 0 0,1-1 1 0 0,-1 1 0 0 0,0 0 0 0 0,0 0 0 0 0,0 0 0 0 0,0 0 0 0 0,0 0-1 0 0,0 0 1 0 0,0 0 0 0 0,0 0 0 0 0,-1 1 0 0 0,-3 39 425 0 0,3-38-422 0 0,-5 24 21 0 0,-1 0 0 0 0,-1-1 0 0 0,-1 1 0 0 0,-2-2 0 0 0,0 0 0 0 0,-2 0 0 0 0,-25 38 0 0 0,54-87-594 0 0,20-43-1 0 0,-22 40 535 0 0,31-46 0 0 0,-44 72 55 0 0,0-1 1 0 0,0 1 0 0 0,1 0-1 0 0,-1-1 1 0 0,0 1-1 0 0,1 0 1 0 0,-1 0-1 0 0,1 0 1 0 0,-1 0-1 0 0,1 0 1 0 0,0 0 0 0 0,-1 0-1 0 0,1 0 1 0 0,0 1-1 0 0,-1-1 1 0 0,1 1-1 0 0,0-1 1 0 0,0 1 0 0 0,0 0-1 0 0,0 0 1 0 0,0-1-1 0 0,-1 1 1 0 0,1 1-1 0 0,0-1 1 0 0,0 0 0 0 0,0 0-1 0 0,0 1 1 0 0,-1-1-1 0 0,1 1 1 0 0,0-1-1 0 0,0 1 1 0 0,-1 0 0 0 0,1 0-1 0 0,0 0 1 0 0,-1 0-1 0 0,1 0 1 0 0,-1 0-1 0 0,1 0 1 0 0,-1 0-1 0 0,0 1 1 0 0,1-1 0 0 0,-1 1-1 0 0,0-1 1 0 0,0 1-1 0 0,0-1 1 0 0,0 1-1 0 0,1 2 1 0 0,-1 3 101 0 0,-1 0 1 0 0,0 0-1 0 0,0 0 1 0 0,-1 0-1 0 0,0 0 0 0 0,-3 14 1 0 0,-2 23 366 0 0,13 40-361 0 0,-3-52 58 0 0,-1 47 0 0 0,-3-71-187 0 0,0 0-1 0 0,-1 0 1 0 0,0 0 0 0 0,-1 0 0 0 0,0 0 0 0 0,0 0 0 0 0,0 0 0 0 0,-1-1 0 0 0,0 1-1 0 0,-8 11 1 0 0,-5-4 821 0 0,26-25-439 0 0,38-20-521 0 0,84-40-1 0 0,-91 52-4241 0 0,1 1-4371 0 0,-21 4 2289 0 0,-13 10 5091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41:03.2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 88 2873 0 0,'-14'-22'2449'0'0,"10"17"-1669"0"0,0 0-1 0 0,1-1 1 0 0,-1 1 0 0 0,1-1-1 0 0,1 1 1 0 0,-1-1 0 0 0,1 0-1 0 0,0 0 1 0 0,-2-10 0 0 0,8 55 4131 0 0,10 25-3475 0 0,0-4-994 0 0,-1 21-193 0 0,-1-6-800 0 0,2-1 1 0 0,28 83-1 0 0,-41-154 265 0 0,14 33-1593 0 0,-14-35 1575 0 0,-1 0 0 0 0,1 1 0 0 0,0-1 0 0 0,-1 1 0 0 0,1-1 1 0 0,0 0-1 0 0,0 0 0 0 0,0 1 0 0 0,0-1 0 0 0,0 0 0 0 0,0 0 0 0 0,0 0 0 0 0,1 0 0 0 0,-1 0 0 0 0,0 0 1 0 0,1 0-1 0 0,-1-1 0 0 0,0 1 0 0 0,1 0 0 0 0,1 0 0 0 0,-2-2 79 0 0,0 1 0 0 0,0-1 0 0 0,0 1 0 0 0,-1-1 0 0 0,1 0 0 0 0,0 1 0 0 0,0-1 0 0 0,-1 0 0 0 0,1 0 0 0 0,0 1 0 0 0,-1-1 0 0 0,1 0 0 0 0,-1 0 0 0 0,1 0 0 0 0,-1 0 0 0 0,1 0 0 0 0,-1 0 0 0 0,0 0 0 0 0,1 0 0 0 0,-1 0 0 0 0,0 0 0 0 0,0 0 0 0 0,0 0 0 0 0,0 0 0 0 0,0 0 0 0 0,0 0 0 0 0,0-1 0 0 0,1-4-555 0 0,6-15-1546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41:03.5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 1 4305 0 0,'0'0'245'0'0,"-1"0"1"0"0,1 0-1 0 0,-1-1 1 0 0,1 1-1 0 0,-1 0 1 0 0,1 0-1 0 0,0 0 0 0 0,-1 0 1 0 0,1 0-1 0 0,-1 0 1 0 0,1 0-1 0 0,-1 1 1 0 0,1-1-1 0 0,-1 0 1 0 0,1 0-1 0 0,-1 0 0 0 0,1 0 1 0 0,-1 1-1 0 0,1-1 1 0 0,0 0-1 0 0,-1 0 1 0 0,1 1-1 0 0,-1-1 0 0 0,1 0 1 0 0,0 1-1 0 0,-1-1 1 0 0,1 0-1 0 0,0 1 1 0 0,0-1-1 0 0,-1 1 1 0 0,1-1-1 0 0,0 0 0 0 0,0 1 1 0 0,-1-1-1 0 0,1 1 1 0 0,0-1-1 0 0,0 1 1 0 0,-2 29 3162 0 0,16 42-4024 0 0,-10-58 968 0 0,3 14-1755 0 0,-2-7-1269 0 0,-1-1-3313 0 0,-9-16 1850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41:03.9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1 153 2457 0 0,'0'-1'348'0'0,"0"0"0"0"0,0-1 1 0 0,0 1-1 0 0,0 0 1 0 0,1 0-1 0 0,-1 0 1 0 0,0 0-1 0 0,1-1 0 0 0,-1 1 1 0 0,1 0-1 0 0,-1 0 1 0 0,1 0-1 0 0,0 0 1 0 0,-1 0-1 0 0,1 0 1 0 0,0 0-1 0 0,0 0 0 0 0,0 1 1 0 0,-1-1-1 0 0,1 0 1 0 0,0 0-1 0 0,0 1 1 0 0,2-2-1 0 0,26-22 2280 0 0,-28 24-2424 0 0,20-16 1276 0 0,-7 3-1077 0 0,2 1 1 0 0,0 1-1 0 0,0 1 0 0 0,1 0 1 0 0,0 1-1 0 0,33-13 1 0 0,-50 22-386 0 0,1 0 0 0 0,-1 0 0 0 0,1 0 1 0 0,-1 0-1 0 0,0 0 0 0 0,1 0 1 0 0,-1 0-1 0 0,1 0 0 0 0,-1 0 1 0 0,1 0-1 0 0,-1 0 0 0 0,1 0 1 0 0,-1 0-1 0 0,0 0 0 0 0,1 0 1 0 0,-1 0-1 0 0,1 1 0 0 0,-1-1 1 0 0,0 0-1 0 0,1 0 0 0 0,-1 0 1 0 0,1 1-1 0 0,-1-1 0 0 0,0 0 0 0 0,1 0 1 0 0,-1 1-1 0 0,0-1 0 0 0,1 0 1 0 0,-1 1-1 0 0,0-1 0 0 0,0 1 1 0 0,1-1-1 0 0,-1 0 0 0 0,0 1 1 0 0,0-1-1 0 0,0 1 0 0 0,1 0 1 0 0,-2 23 304 0 0,-17 37-308 0 0,14-50-61 0 0,-17 70-534 0 0,20-77 529 0 0,1 1-1 0 0,-1 0 0 0 0,1-1 1 0 0,0 1-1 0 0,0 0 0 0 0,0 0 1 0 0,1-1-1 0 0,-1 1 0 0 0,1 0 1 0 0,0-1-1 0 0,1 1 1 0 0,-1 0-1 0 0,1-1 0 0 0,0 0 1 0 0,3 6-1 0 0,-4-9 51 0 0,0 0 0 0 0,0 0 1 0 0,0-1-1 0 0,0 1 0 0 0,0 0 0 0 0,1 0 0 0 0,-1-1 0 0 0,0 1 0 0 0,0-1 1 0 0,1 1-1 0 0,-1-1 0 0 0,0 0 0 0 0,1 1 0 0 0,-1-1 0 0 0,1 0 0 0 0,-1 0 1 0 0,0 0-1 0 0,1 0 0 0 0,-1 0 0 0 0,1 0 0 0 0,-1 0 0 0 0,0-1 0 0 0,1 1 1 0 0,-1 0-1 0 0,0-1 0 0 0,1 1 0 0 0,-1-1 0 0 0,0 0 0 0 0,1 1 0 0 0,-1-1 1 0 0,0 0-1 0 0,0 0 0 0 0,0 0 0 0 0,0 1 0 0 0,0-1 0 0 0,0 0 0 0 0,1-2 1 0 0,39-39 496 0 0,-37 36-418 0 0,-1 1 1 0 0,1-1-1 0 0,-1 0 0 0 0,0 0 0 0 0,-1 0 1 0 0,0 0-1 0 0,0 0 0 0 0,0 0 0 0 0,0-1 1 0 0,-1 1-1 0 0,0-1 0 0 0,-1 1 0 0 0,1-1 1 0 0,-1 1-1 0 0,-2-12 0 0 0,2 15-67 0 0,0 0-1 0 0,-1 0 1 0 0,0 0-1 0 0,0 0 1 0 0,0 1-1 0 0,0-1 1 0 0,0 0 0 0 0,-1 0-1 0 0,1 1 1 0 0,-1-1-1 0 0,0 1 1 0 0,1 0-1 0 0,-1-1 1 0 0,0 1 0 0 0,0 0-1 0 0,-1 0 1 0 0,1 0-1 0 0,0 0 1 0 0,-1 0-1 0 0,1 1 1 0 0,-1-1 0 0 0,0 1-1 0 0,1 0 1 0 0,-1 0-1 0 0,0 0 1 0 0,0 0-1 0 0,0 0 1 0 0,0 0 0 0 0,1 1-1 0 0,-1-1 1 0 0,0 1-1 0 0,0 0 1 0 0,0 0-1 0 0,0 0 1 0 0,0 1 0 0 0,-4 0-1 0 0,5-1-252 0 0,1 0-1 0 0,0 1 0 0 0,-1-1 1 0 0,1 0-1 0 0,-1 1 1 0 0,1 0-1 0 0,0-1 0 0 0,-1 1 1 0 0,1 0-1 0 0,0 0 0 0 0,0 0 1 0 0,0-1-1 0 0,0 1 1 0 0,0 0-1 0 0,-1 1 0 0 0,2-1 1 0 0,-1 0-1 0 0,0 0 1 0 0,0 0-1 0 0,0 1 0 0 0,0-1 1 0 0,1 0-1 0 0,-1 1 1 0 0,1-1-1 0 0,-1 0 0 0 0,1 1 1 0 0,0-1-1 0 0,-1 1 1 0 0,1 1-1 0 0,0-1-243 0 0,-1 0-1 0 0,0 0 1 0 0,1-1 0 0 0,-1 1-1 0 0,0 0 1 0 0,0 0 0 0 0,0 0-1 0 0,0-1 1 0 0,0 1 0 0 0,0 0 0 0 0,0-1-1 0 0,-3 3 1 0 0,-13 4-2456 0 0,10 9 288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41:04.3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0 194 5041 0 0,'47'-37'7711'0'0,"9"7"-4059"0"0,64-15-2149 0 0,-71 27-685 0 0,2-3-700 0 0,-33 13-425 0 0,0 0 0 0 0,0 2 0 0 0,1 0 0 0 0,37-7 0 0 0,-56 13 239 0 0,0 0 0 0 0,1 0-1 0 0,-1-1 1 0 0,0 1 0 0 0,0 0 0 0 0,1 0 0 0 0,-1 0 0 0 0,0 0 0 0 0,1 0 0 0 0,-1 0 0 0 0,0 0 0 0 0,1 0 0 0 0,-1 0 0 0 0,0 0 0 0 0,1 0 0 0 0,-1 0 0 0 0,0 0-1 0 0,0 0 1 0 0,1 0 0 0 0,-1 0 0 0 0,0 0 0 0 0,1 1 0 0 0,-1-1 0 0 0,0 0 0 0 0,0 0 0 0 0,1 0 0 0 0,-1 0 0 0 0,0 1 0 0 0,0-1 0 0 0,1 0 0 0 0,-1 0 0 0 0,0 0-1 0 0,0 1 1 0 0,0-1 0 0 0,1 0 0 0 0,-1 0 0 0 0,0 1 0 0 0,0-1 0 0 0,0 0 0 0 0,0 1 0 0 0,0-1 0 0 0,1 0 0 0 0,-1 0 0 0 0,0 1 0 0 0,0 0 0 0 0,-10 14-1621 0 0,-23 14 398 0 0,-7-10 907 0 0,32-16 569 0 0,0 1 1 0 0,1 0-1 0 0,0 0 1 0 0,-1 0-1 0 0,-12 11 1 0 0,18-13-10 0 0,0 1 1 0 0,0-1-1 0 0,0 1 1 0 0,0 0-1 0 0,1-1 1 0 0,-1 1 0 0 0,1 0-1 0 0,-1 0 1 0 0,1 0-1 0 0,0 0 1 0 0,0 0-1 0 0,1 0 1 0 0,-1 1-1 0 0,0-1 1 0 0,1 0-1 0 0,0 0 1 0 0,0 0 0 0 0,0 1-1 0 0,1 5 1 0 0,5 32 1408 0 0,18 64 0 0 0,-7-40-3149 0 0,-5 0-5650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41:04.7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112 32 2961 0 0,'-4'-4'919'0'0,"1"1"0"0"0,-1-1 0 0 0,0 1 1 0 0,0 0-1 0 0,0 0 0 0 0,0 0 0 0 0,0 0 0 0 0,-6-2 1 0 0,9 5-769 0 0,1 0 0 0 0,-1 0 0 0 0,1 0 0 0 0,-1 0 1 0 0,1 0-1 0 0,-1 0 0 0 0,0 0 0 0 0,1 0 1 0 0,-1 0-1 0 0,1 0 0 0 0,-1 0 0 0 0,1 0 0 0 0,-1 0 1 0 0,0 0-1 0 0,1 1 0 0 0,-1-1 0 0 0,1 0 0 0 0,-1 0 1 0 0,1 1-1 0 0,-1-1 0 0 0,1 0 0 0 0,-1 1 1 0 0,1-1-1 0 0,0 0 0 0 0,-1 1 0 0 0,0 0 0 0 0,-7 28 1254 0 0,-26 275-1111 0 0,23-214-3586 0 0,10-82 2760 0 0,0 3-4672 0 0,0-17 536 0 0,3-3 2045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41:05.4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10 175 1568 0 0,'0'0'152'0'0,"0"0"-1"0"0,0 0 0 0 0,-1 0 0 0 0,1 0 1 0 0,0 0-1 0 0,-1 0 0 0 0,1 0 0 0 0,0 0 1 0 0,0 0-1 0 0,-1 0 0 0 0,1 0 0 0 0,0 0 1 0 0,-1 0-1 0 0,1 0 0 0 0,0 0 1 0 0,-1 0-1 0 0,1 0 0 0 0,0 0 0 0 0,0 0 1 0 0,-1 0-1 0 0,1 0 0 0 0,0-1 0 0 0,0 1 1 0 0,-1 0-1 0 0,1 0 0 0 0,0 0 0 0 0,0-1 1 0 0,-1 1-1 0 0,1 0 0 0 0,0 0 0 0 0,0-1 1 0 0,0 1-1 0 0,0 0 0 0 0,-1 0 0 0 0,1-1 1 0 0,0 1-1 0 0,0 0 0 0 0,0 0 1 0 0,0-1-1 0 0,0 1 0 0 0,0 0 0 0 0,0-1 1 0 0,0 1-1 0 0,0 0 0 0 0,0-1 0 0 0,0 1 1 0 0,0-1-1 0 0,11-15 3058 0 0,21-13-1185 0 0,-13 14-1753 0 0,2 2-1 0 0,31-18 1 0 0,15 1-3991 0 0,-65 29 3379 0 0,-1 1-1 0 0,1 0 0 0 0,-1-1 0 0 0,1 0 1 0 0,-1 1-1 0 0,1-1 0 0 0,-1 0 0 0 0,0 0 1 0 0,1 0-1 0 0,-1 0 0 0 0,0 0 0 0 0,0 0 1 0 0,0 0-1 0 0,1 0 0 0 0,-1 0 0 0 0,0-1 1 0 0,-1 1-1 0 0,1 0 0 0 0,0-1 0 0 0,0 1 1 0 0,-1-1-1 0 0,2-1 0 0 0,-1-4-2240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41:05.8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283 0 3777 0 0,'-3'1'337'0'0,"1"1"1"0"0,-1-1 0 0 0,1 1-1 0 0,0-1 1 0 0,-1 1 0 0 0,1 0-1 0 0,0 0 1 0 0,0 0-1 0 0,0 0 1 0 0,0 0 0 0 0,0 0-1 0 0,1 1 1 0 0,-1-1 0 0 0,1 1-1 0 0,-1-1 1 0 0,1 1 0 0 0,0-1-1 0 0,0 1 1 0 0,0 0-1 0 0,-1 5 1 0 0,-10 60 1107 0 0,12-67-1437 0 0,0 14-163 0 0,0-1 0 0 0,0 1 0 0 0,6 28 0 0 0,-3-30-917 0 0,-1 0 1 0 0,-1 0-1 0 0,0 0 0 0 0,-1 0 0 0 0,-2 19 0 0 0,-7-10-1783 0 0,2-13 929 0 0</inkml:trace>
  <inkml:trace contextRef="#ctx0" brushRef="#br0" timeOffset="1">1 383 2817 0 0,'4'3'6279'0'0,"21"2"-3242"0"0,-7-7-2590 0 0,0-2 0 0 0,0 0 1 0 0,0 0-1 0 0,0-2 0 0 0,19-8 0 0 0,-17 5-1288 0 0,0-1-1 0 0,0 0 1 0 0,34-26-1 0 0,-47 30-154 0 0,0 0-1 0 0,0 0 1 0 0,-1-1-1 0 0,0 0 0 0 0,0 0 1 0 0,-1-1-1 0 0,0 0 1 0 0,0 0-1 0 0,5-13 0 0 0,-3 3-423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41:06.2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62 4145 0 0,'-2'-1'7064'0'0,"12"-1"-4350"0"0,64-26 291 0 0,-2-2-5999 0 0,-70 29 2828 0 0,-17 12-7963 0 0,-6 8 4816 0 0,-41 53 3270 0 0,55-61 681 0 0,0 0-1 0 0,0 0 0 0 0,-6 19 1 0 0,11-28-490 0 0,1 0-1 0 0,1 0 1 0 0,-1 0 0 0 0,0 0-1 0 0,0 0 1 0 0,1 0 0 0 0,-1 0 0 0 0,1 0-1 0 0,0 0 1 0 0,0 0 0 0 0,0 0 0 0 0,0 1-1 0 0,0-1 1 0 0,0 0 0 0 0,0 0 0 0 0,0 0-1 0 0,1 0 1 0 0,-1 0 0 0 0,1 0 0 0 0,0 0-1 0 0,0 0 1 0 0,0 0 0 0 0,0 0 0 0 0,0 0-1 0 0,0 0 1 0 0,0 0 0 0 0,0-1-1 0 0,1 1 1 0 0,-1-1 0 0 0,3 3 0 0 0,-2-3-156 0 0,1 0 1 0 0,-1-1 0 0 0,0 1 0 0 0,1-1 0 0 0,-1 1-1 0 0,1-1 1 0 0,-1 0 0 0 0,0 0 0 0 0,1 0 0 0 0,-1 0-1 0 0,1 0 1 0 0,-1-1 0 0 0,1 1 0 0 0,-1-1 0 0 0,0 0-1 0 0,1 1 1 0 0,-1-1 0 0 0,0 0 0 0 0,0 0 0 0 0,0-1-1 0 0,0 1 1 0 0,0 0 0 0 0,0-1 0 0 0,0 1 0 0 0,3-3-1 0 0,0 0-500 0 0,-1 0-1 0 0,1-1 0 0 0,0 1 0 0 0,-1-1 0 0 0,0 0 1 0 0,0 0-1 0 0,-1 0 0 0 0,6-11 0 0 0,-1-24-2421 0 0,-3 20 1422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41:06.6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226 2 2056 0 0,'0'0'178'0'0,"-1"0"-1"0"0,0-1 0 0 0,1 1 0 0 0,-1 0 1 0 0,1 0-1 0 0,-1 0 0 0 0,0 0 1 0 0,1 0-1 0 0,-1 0 0 0 0,0 0 0 0 0,1 0 1 0 0,-1 0-1 0 0,1 0 0 0 0,-1 0 0 0 0,0 1 1 0 0,1-1-1 0 0,-1 0 0 0 0,1 0 0 0 0,-1 1 1 0 0,1-1-1 0 0,-1 0 0 0 0,0 1 0 0 0,1-1 1 0 0,0 0-1 0 0,-1 1 0 0 0,1-1 1 0 0,-1 1-1 0 0,1-1 0 0 0,-1 1 0 0 0,1-1 1 0 0,-1 1-1 0 0,-7 26 2257 0 0,7 35-1467 0 0,1-56-705 0 0,3 38-1048 0 0,8 52 0 0 0,13-4-7716 0 0,-20-80 7240 0 0</inkml:trace>
  <inkml:trace contextRef="#ctx0" brushRef="#br0" timeOffset="1">8 465 2937 0 0,'-1'1'215'0'0,"0"0"1"0"0,0 0-1 0 0,0 1 1 0 0,1-1-1 0 0,-1 0 1 0 0,1 0-1 0 0,-1 1 1 0 0,1-1-1 0 0,-1 1 1 0 0,1-1-1 0 0,0 0 1 0 0,0 1-1 0 0,0-1 1 0 0,0 0-1 0 0,0 1 1 0 0,0-1-1 0 0,0 1 1 0 0,0-1-1 0 0,0 0 1 0 0,1 1-1 0 0,-1-1 1 0 0,0 1-1 0 0,1-1 1 0 0,0 2-1 0 0,1 1 134 0 0,1-1 0 0 0,-1 1 0 0 0,1-1 1 0 0,-1 1-1 0 0,1-1 0 0 0,0 0 0 0 0,0 0 0 0 0,6 3 0 0 0,-1 0 19 0 0,0 0 0 0 0,1-1 1 0 0,0 0-1 0 0,0 0 0 0 0,0-1 0 0 0,18 5 0 0 0,-22-8-528 0 0,0-1-1 0 0,0 1 1 0 0,0-1-1 0 0,0 0 1 0 0,0 0-1 0 0,0 0 1 0 0,0-1-1 0 0,0 0 1 0 0,0 0-1 0 0,0 0 1 0 0,0-1-1 0 0,-1 1 1 0 0,1-1 0 0 0,-1 0-1 0 0,1-1 1 0 0,-1 1-1 0 0,1-1 1 0 0,-1 0-1 0 0,0 0 1 0 0,-1 0-1 0 0,1 0 1 0 0,5-6-1 0 0,-2 0-748 0 0,0 0-1 0 0,0 0 1 0 0,-1-1-1 0 0,0 0 0 0 0,-1 0 1 0 0,0 0-1 0 0,0-1 0 0 0,4-17 1 0 0,2 0-953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41:07.0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 3169 0 0,'47'7'11370'0'0,"-43"-6"-11293"0"0,0 1-1 0 0,-1 0 1 0 0,1-1 0 0 0,-1 1-1 0 0,1 0 1 0 0,-1 1-1 0 0,0-1 1 0 0,0 0 0 0 0,0 1-1 0 0,0 0 1 0 0,0 0-1 0 0,0 0 1 0 0,-1 0 0 0 0,0 0-1 0 0,1 0 1 0 0,-1 1 0 0 0,0-1-1 0 0,-1 1 1 0 0,1-1-1 0 0,-1 1 1 0 0,1 0 0 0 0,-1 0-1 0 0,0 0 1 0 0,-1 0-1 0 0,1-1 1 0 0,0 1 0 0 0,-1 0-1 0 0,0 6 1 0 0,0 6-463 0 0,-1 43-1580 0 0,0-56 1279 0 0,1-1 0 0 0,0 0-1 0 0,-1 1 1 0 0,0-1 0 0 0,1 0-1 0 0,-1 0 1 0 0,0 0 0 0 0,0 1-1 0 0,0-1 1 0 0,0 0 0 0 0,-3 3-1 0 0,4-5 584 0 0,-1 0-1 0 0,1 0 0 0 0,0 0 0 0 0,-1 0 1 0 0,1 0-1 0 0,0 0 0 0 0,-1 0 0 0 0,1 0 1 0 0,0 0-1 0 0,-1 0 0 0 0,1 0 0 0 0,0 0 1 0 0,-1 0-1 0 0,1 0 0 0 0,0 0 1 0 0,-1 0-1 0 0,1 0 0 0 0,0 0 0 0 0,-1-1 1 0 0,1 1-1 0 0,0 0 0 0 0,0 0 0 0 0,-1 0 1 0 0,1-1-1 0 0,0 1 0 0 0,0 0 0 0 0,-1 0 1 0 0,1-1-1 0 0,0 1 0 0 0,0 0 1 0 0,0 0-1 0 0,-1-1 0 0 0,0 0-348 0 0,-3-3-1463 0 0</inkml:trace>
  <inkml:trace contextRef="#ctx0" brushRef="#br0" timeOffset="1">101 50 2072 0 0,'1'0'3471'0'0,"11"1"5201"0"0,22-6-6646 0 0,11-14-1445 0 0,2-2-1222 0 0,-16 15-3371 0 0,-40 26-4811 0 0,2-9 7533 0 0,2 8-286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41:07.4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1 253 1272 0 0,'0'0'155'0'0,"1"0"1"0"0,0-1-1 0 0,0 1 0 0 0,-1 0 0 0 0,1 0 1 0 0,0 0-1 0 0,0 0 0 0 0,0-1 0 0 0,0 1 0 0 0,-1 0 1 0 0,1 1-1 0 0,0-1 0 0 0,0 0 0 0 0,0 0 0 0 0,-1 0 1 0 0,1 0-1 0 0,0 1 0 0 0,0-1 0 0 0,0 0 1 0 0,-1 1-1 0 0,1-1 0 0 0,0 0 0 0 0,-1 1 0 0 0,1-1 1 0 0,0 1-1 0 0,-1-1 0 0 0,1 1 0 0 0,0 0 0 0 0,-1-1 1 0 0,1 1-1 0 0,-1 0 0 0 0,1-1 0 0 0,-1 1 1 0 0,0 0-1 0 0,1-1 0 0 0,-1 1 0 0 0,0 0 0 0 0,1 0 1 0 0,-1 0-1 0 0,0-1 0 0 0,0 1 0 0 0,0 0 0 0 0,0 0 1 0 0,1 0-1 0 0,-1-1 0 0 0,0 1 0 0 0,-1 0 1 0 0,1 0-1 0 0,0 0 0 0 0,0 0 0 0 0,0-1 0 0 0,0 1 1 0 0,-1 0-1 0 0,1 0 0 0 0,0-1 0 0 0,-1 1 0 0 0,1 0 1 0 0,0 0-1 0 0,-1-1 0 0 0,1 1 0 0 0,-1 0 1 0 0,1-1-1 0 0,-1 1 0 0 0,0-1 0 0 0,1 1 0 0 0,-1 0 1 0 0,0-1-1 0 0,1 0 0 0 0,-2 2 0 0 0,8-5-227 0 0,1 0-1 0 0,-1 0 1 0 0,1 0-1 0 0,-1-1 0 0 0,0 0 1 0 0,0 0-1 0 0,-1 0 1 0 0,1-1-1 0 0,-1 0 1 0 0,0 0-1 0 0,-1 0 0 0 0,8-10 1 0 0,-6 6-1062 0 0,0 0 1 0 0,0 0-1 0 0,-1 0 0 0 0,-1-1 0 0 0,1 1 1 0 0,-2-1-1 0 0,6-18 0 0 0,-5 14-614 0 0</inkml:trace>
  <inkml:trace contextRef="#ctx0" brushRef="#br0" timeOffset="1">155 7 1424 0 0,'0'0'126'0'0,"0"0"0"0"0,0 0 0 0 0,0-1 0 0 0,0 1 0 0 0,0 0-1 0 0,0-1 1 0 0,0 1 0 0 0,0 0 0 0 0,0 0 0 0 0,0-1 0 0 0,0 1-1 0 0,0 0 1 0 0,0 0 0 0 0,0-1 0 0 0,0 1 0 0 0,-1 0 0 0 0,1 0 0 0 0,0-1-1 0 0,0 1 1 0 0,0 0 0 0 0,-1 0 0 0 0,1 0 0 0 0,0 0 0 0 0,0-1-1 0 0,0 1 1 0 0,-1 0 0 0 0,1 0 0 0 0,0 0 0 0 0,0 0 0 0 0,-1 0-1 0 0,1-1 1 0 0,0 1 0 0 0,0 0 0 0 0,-1 0 0 0 0,1 0 0 0 0,0 0 0 0 0,-1 0-1 0 0,1 0 1 0 0,0 0 0 0 0,0 0 0 0 0,-1 0 0 0 0,1 0 0 0 0,0 0-1 0 0,0 0 1 0 0,-1 0 0 0 0,1 1 0 0 0,0-1 0 0 0,0 0 0 0 0,-1 0 0 0 0,1 0-1 0 0,0 0 1 0 0,0 0 0 0 0,-1 0 0 0 0,1 1 0 0 0,-2 20 2599 0 0,8 29-1675 0 0,0-23-1264 0 0,1-1-1 0 0,18 44 0 0 0,9 7-3318 0 0,-6-15-2837 0 0,-24-54 4980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41:07.7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62 90 1648 0 0,'-1'2'208'0'0,"0"0"-1"0"0,0 1 0 0 0,0-1 1 0 0,0 0-1 0 0,0 1 0 0 0,0-1 1 0 0,1 1-1 0 0,-1-1 0 0 0,1 1 1 0 0,0 0-1 0 0,0-1 0 0 0,0 1 1 0 0,0-1-1 0 0,0 1 0 0 0,1-1 0 0 0,0 5 1 0 0,0-7-103 0 0,-1 1 0 0 0,1 0 0 0 0,0 0 1 0 0,-1 0-1 0 0,1 0 0 0 0,0 0 0 0 0,0-1 1 0 0,0 1-1 0 0,0 0 0 0 0,0-1 0 0 0,0 1 1 0 0,0-1-1 0 0,0 1 0 0 0,0-1 0 0 0,0 0 0 0 0,0 1 1 0 0,0-1-1 0 0,1 0 0 0 0,-1 0 0 0 0,0 1 1 0 0,0-1-1 0 0,0 0 0 0 0,0 0 0 0 0,0-1 0 0 0,1 1 1 0 0,-1 0-1 0 0,0 0 0 0 0,0 0 0 0 0,0-1 1 0 0,0 1-1 0 0,0 0 0 0 0,0-1 0 0 0,0 1 1 0 0,0-1-1 0 0,0 0 0 0 0,0 1 0 0 0,0-1 0 0 0,1-1 1 0 0,14-5 415 0 0,61-32 626 0 0,-70 36-992 0 0,0-1-1 0 0,-1-1 1 0 0,0 1 0 0 0,0-1 0 0 0,0 0 0 0 0,-1 0 0 0 0,0-1 0 0 0,8-9 0 0 0,-13 14-112 0 0,1 1 0 0 0,-1-1 0 0 0,1 0 0 0 0,-1 1 0 0 0,0-1-1 0 0,0 1 1 0 0,1-1 0 0 0,-1 0 0 0 0,0 1 0 0 0,0-1 0 0 0,0 0 0 0 0,0 1 0 0 0,0-1 0 0 0,0 0 0 0 0,0 1 0 0 0,0-1 0 0 0,0 0 0 0 0,0 0 0 0 0,0 1 0 0 0,0-1 0 0 0,0 0 0 0 0,0 1 0 0 0,-1-1 0 0 0,1 0 0 0 0,0 1 0 0 0,-1-1 0 0 0,1 1 0 0 0,0-1 0 0 0,-1 1 0 0 0,1-1 0 0 0,-1 0 0 0 0,0 0 0 0 0,-26-11 827 0 0,-31 5-175 0 0,50 6-827 0 0,1 1 1 0 0,0 1-1 0 0,-1 0 1 0 0,1 0-1 0 0,0 0 1 0 0,0 1-1 0 0,0 0 0 0 0,0 0 1 0 0,0 1-1 0 0,0 0 1 0 0,0 0-1 0 0,1 0 1 0 0,0 1-1 0 0,-7 5 0 0 0,9-6-531 0 0,-1 1-1 0 0,2 0 1 0 0,-1 0-1 0 0,0 0 1 0 0,1 1-1 0 0,0-1 1 0 0,0 1-1 0 0,0-1 1 0 0,0 1-1 0 0,1 0 0 0 0,0 0 1 0 0,-3 9-1 0 0,-3-4-2212 0 0,10-6 1286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41:08.1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201 0 2577 0 0,'-4'1'385'0'0,"0"-1"0"0"0,0 1 1 0 0,0 0-1 0 0,0 0 0 0 0,0 0 1 0 0,0 0-1 0 0,0 1 0 0 0,1 0 1 0 0,-1 0-1 0 0,1 0 0 0 0,-1 0 1 0 0,1 0-1 0 0,-1 1 0 0 0,1-1 1 0 0,0 1-1 0 0,0 0 0 0 0,0 0 1 0 0,1 0-1 0 0,-1 0 1 0 0,1 1-1 0 0,0-1 0 0 0,-4 8 1 0 0,-4 8 153 0 0,1 2 0 0 0,1-1 1 0 0,-6 26-1 0 0,1-8-636 0 0,-22 58-1496 0 0,11-32-4165 0 0,24-64 5685 0 0,0 0-1 0 0,0 0 1 0 0,0-1-1 0 0,0 1 1 0 0,0 0-1 0 0,0 0 0 0 0,0 0 1 0 0,0 0-1 0 0,0 0 1 0 0,0-1-1 0 0,0 1 1 0 0,-1 0-1 0 0,1 0 1 0 0,0 0-1 0 0,0 0 1 0 0,0 0-1 0 0,0 0 0 0 0,0 0 1 0 0,-1-1-1 0 0,1 1 1 0 0,0 0-1 0 0,0 0 1 0 0,0 0-1 0 0,0 0 1 0 0,0 0-1 0 0,-1 0 0 0 0,1 0 1 0 0,0 0-1 0 0,0 0 1 0 0,0 0-1 0 0,0 0 1 0 0,-1 0-1 0 0,1 0 1 0 0,0 0-1 0 0,0 0 1 0 0,0 0-1 0 0,0 0 0 0 0,-1 0 1 0 0,1 0-1 0 0,0 0 1 0 0,0 0-1 0 0,0 0 1 0 0,0 1-1 0 0,0-1 1 0 0,-1 0-1 0 0,1 0 1 0 0,0 0-1 0 0,0 0 0 0 0,0 0 1 0 0,0 0-1 0 0,0 0 1 0 0,0 1-1 0 0,-1-1 1 0 0,1 0-1 0 0,0 0 1 0 0,0 0-1 0 0,0 0 0 0 0,0 0 1 0 0,0 1-1 0 0,1-6-1406 0 0</inkml:trace>
  <inkml:trace contextRef="#ctx0" brushRef="#br0" timeOffset="1">88 192 1328 0 0,'10'7'7946'0'0,"36"18"-6792"0"0,-37-21-1275 0 0,-1 0 0 0 0,0-1 0 0 0,1 0 0 0 0,0-1 0 0 0,0 0 0 0 0,0 0 0 0 0,10 0 0 0 0,-11-1-413 0 0,-1-1-1 0 0,0 0 1 0 0,1-1 0 0 0,-1 0-1 0 0,1 0 1 0 0,-1-1-1 0 0,0 0 1 0 0,0 0 0 0 0,0 0-1 0 0,0-1 1 0 0,0 0-1 0 0,-1-1 1 0 0,1 1 0 0 0,9-8-1 0 0,0-1-829 0 0</inkml:trace>
  <inkml:trace contextRef="#ctx0" brushRef="#br0" timeOffset="2">366 0 1936 0 0,'-3'4'392'0'0,"1"-1"0"0"0,0 0-1 0 0,0 1 1 0 0,0-1 0 0 0,0 1 0 0 0,1-1-1 0 0,-1 1 1 0 0,1 0 0 0 0,0 0-1 0 0,0 0 1 0 0,0 0 0 0 0,1-1-1 0 0,-1 1 1 0 0,1 0 0 0 0,0 6-1 0 0,8 66 862 0 0,-5-51-770 0 0,5 41-705 0 0,17 68-1 0 0,-17-107-1928 0 0,0 0 0 0 0,23 48 0 0 0,-20-56-210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41:08.5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3 181 1272 0 0,'-1'0'59'0'0,"1"0"1"0"0,0 0-1 0 0,0 0 0 0 0,0 0 0 0 0,0 0 0 0 0,0 0 1 0 0,0 0-1 0 0,0 0 0 0 0,-1-1 0 0 0,1 1 0 0 0,0 0 1 0 0,0 0-1 0 0,0 0 0 0 0,0 0 0 0 0,0 0 0 0 0,0 0 0 0 0,0-1 1 0 0,0 1-1 0 0,0 0 0 0 0,0 0 0 0 0,0 0 0 0 0,0 0 1 0 0,0 0-1 0 0,0-1 0 0 0,0 1 0 0 0,0 0 0 0 0,0 0 1 0 0,0 0-1 0 0,0 0 0 0 0,0 0 0 0 0,0-1 0 0 0,0 1 1 0 0,0 0-1 0 0,0 0 0 0 0,0 0 0 0 0,0 0 0 0 0,0 0 0 0 0,0 0 1 0 0,0-1-1 0 0,0 1 0 0 0,1 0 0 0 0,-1 0 0 0 0,0 0 1 0 0,0 0-1 0 0,0 0 0 0 0,0 0 0 0 0,0 0 0 0 0,0 0 1 0 0,0-1-1 0 0,1 1 0 0 0,-1 0 0 0 0,0 0 0 0 0,0 0 0 0 0,0 0 1 0 0,0 0-1 0 0,0 0 0 0 0,1 0 0 0 0,-1 0 0 0 0,0 0 1 0 0,0 0-1 0 0,0 0 0 0 0,0 0 0 0 0,1 0 0 0 0,17-9 1766 0 0,24-6 328 0 0,-31 13-1686 0 0,-4 0-28 0 0,0 0 1 0 0,0 1-1 0 0,0 0 0 0 0,1 0 0 0 0,-1 1 1 0 0,14 0-1 0 0,-20 0-367 0 0,0 1 0 0 0,0-1 0 0 0,1 0 0 0 0,-1 1 0 0 0,0-1 0 0 0,0 1 0 0 0,0-1 0 0 0,0 1 0 0 0,0 0 0 0 0,0-1 0 0 0,0 1 0 0 0,0 0 0 0 0,-1-1 0 0 0,1 1 0 0 0,0 0 0 0 0,0 0 0 0 0,-1 0 0 0 0,1 0 0 0 0,1 2 0 0 0,-2-1 14 0 0,1 0-1 0 0,0 1 1 0 0,-1-1 0 0 0,1 1 0 0 0,-1-1-1 0 0,0 1 1 0 0,0-1 0 0 0,0 1-1 0 0,0-1 1 0 0,-1 1 0 0 0,1-1-1 0 0,-2 5 1 0 0,-30 97-219 0 0,12-44-2115 0 0,4 2-3604 0 0,11-47 1848 0 0,5-12 1683 0 0</inkml:trace>
  <inkml:trace contextRef="#ctx0" brushRef="#br0" timeOffset="1">339 1 3817 0 0,'-3'34'1909'0'0,"1"0"1"0"0,2 43-1 0 0,1-4-1112 0 0,-2-45-837 0 0,1 59-457 0 0,1-81-158 0 0,0 0 0 0 0,0 0 0 0 0,0-1-1 0 0,1 1 1 0 0,0-1 0 0 0,0 1 0 0 0,3 5 0 0 0,1-7-1826 0 0,4-3 822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41:08.9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146 31 1072 0 0,'1'-3'664'0'0,"1"-2"-264"0"0,0 2-87 0 0,2 2 15 0 0,1 1-8 0 0,3 1-56 0 0,2 1-32 0 0,1-2-128 0 0,0 0-48 0 0,2 0-72 0 0,-2-2-104 0 0,0 2-128 0 0,0-3-176 0 0,-1 0-112 0 0,-8-7-313 0 0,4 7-503 0 0</inkml:trace>
  <inkml:trace contextRef="#ctx0" brushRef="#br0" timeOffset="1">21 242 2985 0 0,'-3'7'520'0'0,"-1"1"-1"0"0,2-1 1 0 0,-1 1 0 0 0,1 0 0 0 0,0-1 0 0 0,0 1 0 0 0,1 0 0 0 0,0 0 0 0 0,1 0 0 0 0,0 0 0 0 0,1 16 0 0 0,0-20-530 0 0,0 0 0 0 0,-1-1 0 0 0,2 1 0 0 0,-1-1 0 0 0,0 1 0 0 0,1-1 1 0 0,-1 1-1 0 0,1-1 0 0 0,0 0 0 0 0,0 0 0 0 0,0 0 0 0 0,1 0 0 0 0,-1 0 1 0 0,1-1-1 0 0,0 1 0 0 0,-1-1 0 0 0,1 1 0 0 0,0-1 0 0 0,1 0 1 0 0,-1 0-1 0 0,0 0 0 0 0,0-1 0 0 0,1 1 0 0 0,-1-1 0 0 0,1 0 0 0 0,-1 0 1 0 0,1 0-1 0 0,4 0 0 0 0,-2 0-177 0 0,0-1-1 0 0,0 0 1 0 0,0 0 0 0 0,0-1 0 0 0,0 0-1 0 0,0 0 1 0 0,-1 0 0 0 0,1-1-1 0 0,0 0 1 0 0,-1 0 0 0 0,1 0 0 0 0,-1-1-1 0 0,7-3 1 0 0,0-2-658 0 0,0 0-1 0 0,-1 0 0 0 0,0-1 1 0 0,14-14-1 0 0,-7 5-842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41:09.3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144 1 4537 0 0,'-5'28'4360'0'0,"4"21"-2443"0"0,-1 7-1046 0 0,-40 155 183 0 0,32-177-2861 0 0,-1-1 0 0 0,-17 34 0 0 0,27-65 1537 0 0,0 0 1 0 0,0 0 0 0 0,0 1 0 0 0,0-1 0 0 0,0 0-1 0 0,-1 0 1 0 0,1 0 0 0 0,-1-1 0 0 0,1 1 0 0 0,-1 0 0 0 0,0 0-1 0 0,0-1 1 0 0,0 1 0 0 0,0-1 0 0 0,0 0 0 0 0,0 0 0 0 0,0 0-1 0 0,-4 2 1 0 0,-5 0-1590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41:09.6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0 183 1864 0 0,'113'-26'8153'0'0,"-67"18"-7729"0"0,-1-2 1 0 0,0-3-1 0 0,0-1 0 0 0,66-32 1 0 0,-67 24-1239 0 0,26-14-5143 0 0,-71 35 5911 0 0,1 1 0 0 0,0 0 0 0 0,0 0 0 0 0,0 0 1 0 0,0 0-1 0 0,0 0 0 0 0,-1 0 0 0 0,1 0 0 0 0,0 0 0 0 0,0 0 1 0 0,0 0-1 0 0,0-1 0 0 0,0 1 0 0 0,0 0 0 0 0,-1 0 0 0 0,1 0 1 0 0,0 0-1 0 0,0 0 0 0 0,0 0 0 0 0,0-1 0 0 0,0 1 0 0 0,0 0 1 0 0,0 0-1 0 0,0 0 0 0 0,0 0 0 0 0,0-1 0 0 0,0 1 0 0 0,0 0 1 0 0,0 0-1 0 0,0 0 0 0 0,0 0 0 0 0,0-1 0 0 0,0 1 0 0 0,0 0 1 0 0,0 0-1 0 0,0 0 0 0 0,0 0 0 0 0,0 0 0 0 0,0-1 0 0 0,0 1 1 0 0,0 0-1 0 0,0 0 0 0 0,0 0 0 0 0,0 0 0 0 0,0-1 0 0 0,1 1 1 0 0,-1 0-1 0 0,0 0 0 0 0,0 0 0 0 0,0 0 0 0 0,0 0 0 0 0,0 0 1 0 0,0 0-1 0 0,1 0 0 0 0,-1-1 0 0 0,0 1 0 0 0,0 0 0 0 0,0 0 1 0 0,0 0-1 0 0,0 0 0 0 0,1 0 0 0 0,-1 0 0 0 0,0 0 0 0 0,0 0 1 0 0,0 0-1 0 0,0 0 0 0 0,1 0 0 0 0,-3 1-1821 0 0</inkml:trace>
  <inkml:trace contextRef="#ctx0" brushRef="#br0" timeOffset="1">297 213 3033 0 0,'-4'11'577'0'0,"1"1"0"0"0,-1-1 1 0 0,2 1-1 0 0,0 0 0 0 0,0 0 1 0 0,1 0-1 0 0,1 0 0 0 0,0 0 1 0 0,0 0-1 0 0,4 15 1 0 0,3 19-460 0 0,18 56 1 0 0,-20-84-22 0 0,-5-17-159 0 0,11 33-431 0 0,-10-32 283 0 0,-1-1 0 0 0,0 0 0 0 0,1 0 0 0 0,-1 0 0 0 0,0 0 0 0 0,1 1 0 0 0,0-1 0 0 0,-1 0 0 0 0,1 0 0 0 0,0 0 0 0 0,-1 0 0 0 0,1 0 0 0 0,0 0 0 0 0,0 0 0 0 0,0-1 0 0 0,0 1 0 0 0,0 0 1 0 0,0 0-1 0 0,0-1 0 0 0,0 1 0 0 0,0 0 0 0 0,0-1 0 0 0,2 1 0 0 0,-3-1 141 0 0,1 0 1 0 0,-1 0-1 0 0,0-1 1 0 0,0 1 0 0 0,0 0-1 0 0,1-1 1 0 0,-1 1-1 0 0,0 0 1 0 0,0-1 0 0 0,0 1-1 0 0,0 0 1 0 0,0-1 0 0 0,0 1-1 0 0,0 0 1 0 0,1-1-1 0 0,-1 1 1 0 0,0 0 0 0 0,0-1-1 0 0,-1 1 1 0 0,1 0-1 0 0,0-1 1 0 0,0 1 0 0 0,0 0-1 0 0,0-1 1 0 0,0 1 0 0 0,0 0-1 0 0,0-1 1 0 0,0 1-1 0 0,-1 0 1 0 0,1-1 0 0 0,0 1-1 0 0,-1-3-379 0 0,2-7-887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41:10.0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0 112 1048 0 0,'0'-5'370'0'0,"1"0"0"0"0,-1 1 0 0 0,1-1 0 0 0,0 0 0 0 0,0 1 0 0 0,0-1 0 0 0,1 1-1 0 0,0 0 1 0 0,0-1 0 0 0,0 1 0 0 0,0 0 0 0 0,1 0 0 0 0,-1 0 0 0 0,1 0 0 0 0,0 1 0 0 0,0-1 0 0 0,1 1 0 0 0,-1-1-1 0 0,1 1 1 0 0,0 0 0 0 0,-1 1 0 0 0,1-1 0 0 0,0 1 0 0 0,1-1 0 0 0,-1 1 0 0 0,0 1 0 0 0,6-3 0 0 0,-5 2-57 0 0,0 1 1 0 0,1-1-1 0 0,0 1 1 0 0,-1 0 0 0 0,1 1-1 0 0,-1-1 1 0 0,1 1-1 0 0,0 0 1 0 0,-1 0 0 0 0,1 1-1 0 0,0 0 1 0 0,-1 0 0 0 0,1 0-1 0 0,-1 1 1 0 0,1-1-1 0 0,-1 1 1 0 0,0 1 0 0 0,0-1-1 0 0,0 1 1 0 0,0 0-1 0 0,0 0 1 0 0,6 5 0 0 0,2 6-128 0 0,1 0 0 0 0,-2 1 1 0 0,0 0-1 0 0,-1 1 0 0 0,0 1 1 0 0,14 30-1 0 0,36 111-214 0 0,-60-152-4 0 0,1-1 0 0 0,-1 0 0 0 0,0 1 0 0 0,0-1 0 0 0,0 0 1 0 0,-1 1-1 0 0,1-1 0 0 0,-2 1 0 0 0,1-1 0 0 0,-2 11 0 0 0,2-15-8 0 0,-1 1 0 0 0,1-1 0 0 0,-1 0-1 0 0,1 0 1 0 0,-1 0 0 0 0,0 1 0 0 0,1-1 0 0 0,-1 0 0 0 0,0 0 0 0 0,0 0 0 0 0,0 0-1 0 0,0 0 1 0 0,0 0 0 0 0,0 0 0 0 0,0-1 0 0 0,0 1 0 0 0,0 0 0 0 0,0 0 0 0 0,-1 0-1 0 0,-1-1-77 0 0,1 1 0 0 0,0-1 0 0 0,0 0-1 0 0,0 1 1 0 0,-1-1 0 0 0,1 0-1 0 0,0 0 1 0 0,0-1 0 0 0,0 1 0 0 0,-1 0-1 0 0,1-1 1 0 0,0 1 0 0 0,0-1 0 0 0,0 0-1 0 0,-3-1 1 0 0,-7-4-1360 0 0,1-1 0 0 0,-1 0 0 0 0,1 0 0 0 0,0-1 0 0 0,1-1 0 0 0,0 0 1 0 0,0 0-1 0 0,1-1 0 0 0,-9-13 0 0 0,7 10-352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41:10.5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0 178 4537 0 0,'1'-2'493'0'0,"-1"0"0"0"0,0 0 0 0 0,1 1 0 0 0,0-1 0 0 0,0 0 0 0 0,-1 0 0 0 0,1 1 0 0 0,0-1 0 0 0,0 1 0 0 0,0-1-1 0 0,1 1 1 0 0,-1-1 0 0 0,0 1 0 0 0,0 0 0 0 0,1-1 0 0 0,-1 1 0 0 0,1 0 0 0 0,-1 0 0 0 0,1 0 0 0 0,0 0 0 0 0,2-1 0 0 0,45-18 1607 0 0,-34 14-1773 0 0,50-26-2797 0 0,-46 21-1396 0 0,0-2 0 0 0,29-25 0 0 0,-47 37 3750 0 0,0 1 0 0 0,-1-1 1 0 0,1 0-1 0 0,-1 1 0 0 0,1-1 0 0 0,-1 0 0 0 0,1 0 1 0 0,-1 1-1 0 0,1-1 0 0 0,-1 0 0 0 0,0 0 1 0 0,1 0-1 0 0,-1 0 0 0 0,0 0 0 0 0,0 0 1 0 0,1 1-1 0 0,-1-1 0 0 0,0 0 0 0 0,0 0 1 0 0,0 0-1 0 0,0 0 0 0 0,0 0 0 0 0,-1 0 1 0 0,1-1-1 0 0,-1 0-715 0 0</inkml:trace>
  <inkml:trace contextRef="#ctx0" brushRef="#br0" timeOffset="0.99">50 208 2192 0 0,'0'1'160'0'0,"1"0"-1"0"0,-1-1 1 0 0,1 1-1 0 0,-1 0 0 0 0,1 0 1 0 0,-1-1-1 0 0,1 1 1 0 0,0-1-1 0 0,-1 1 0 0 0,1-1 1 0 0,0 1-1 0 0,-1-1 0 0 0,1 1 1 0 0,0-1-1 0 0,0 1 1 0 0,0-1-1 0 0,-1 0 0 0 0,1 0 1 0 0,0 1-1 0 0,0-1 0 0 0,0 0 1 0 0,0 0-1 0 0,0 0 1 0 0,-1 0-1 0 0,1 0 0 0 0,0 0 1 0 0,0 0-1 0 0,0 0 0 0 0,0 0 1 0 0,1-1-1 0 0,28-2 416 0 0,-4-3-701 0 0,-1-2-1 0 0,27-10 0 0 0,-39 13-727 0 0,-1-1 0 0 0,0-1 0 0 0,0 0 0 0 0,0 0 0 0 0,17-16 0 0 0,-11 9-934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41:10.9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225 1 2945 0 0,'-9'0'722'0'0,"0"0"1"0"0,0 1-1 0 0,0 1 1 0 0,0-1-1 0 0,1 1 1 0 0,-1 1-1 0 0,0-1 1 0 0,1 1-1 0 0,-1 1 0 0 0,1 0 1 0 0,0 0-1 0 0,1 1 1 0 0,-1-1-1 0 0,-11 11 1 0 0,10-7-479 0 0,1 0 0 0 0,1 1 1 0 0,-1 0-1 0 0,2 0 0 0 0,-1 1 0 0 0,1 0 1 0 0,1 0-1 0 0,-1 0 0 0 0,2 0 0 0 0,-1 1 1 0 0,-2 14-1 0 0,4-15-495 0 0,1-1 0 0 0,1 1-1 0 0,0 0 1 0 0,0 0 0 0 0,1-1 0 0 0,0 1 0 0 0,0 0-1 0 0,1 0 1 0 0,1 0 0 0 0,0-1 0 0 0,0 1 0 0 0,1 0-1 0 0,0-1 1 0 0,0 0 0 0 0,10 16 0 0 0,-9-18-250 0 0,0 0 1 0 0,0 0 0 0 0,1-1 0 0 0,0 0-1 0 0,1 0 1 0 0,-1 0 0 0 0,1 0-1 0 0,0-1 1 0 0,1 0 0 0 0,-1 0-1 0 0,1-1 1 0 0,0 0 0 0 0,0 0-1 0 0,0-1 1 0 0,1 0 0 0 0,-1 0-1 0 0,1 0 1 0 0,0-1 0 0 0,-1 0-1 0 0,11 1 1 0 0,6-1-1279 0 0</inkml:trace>
  <inkml:trace contextRef="#ctx0" brushRef="#br0" timeOffset="1">433 117 3497 0 0,'-8'5'529'0'0,"0"0"0"0"0,0 1 0 0 0,1 0 0 0 0,0 0 0 0 0,1 0 0 0 0,-1 1 0 0 0,1 0 1 0 0,0 0-1 0 0,-9 15 0 0 0,13-18-502 0 0,-1 1 1 0 0,1 0-1 0 0,0 0 0 0 0,0 0 1 0 0,0 0-1 0 0,1 0 1 0 0,-1 0-1 0 0,1 0 0 0 0,1 1 1 0 0,-1-1-1 0 0,1 0 1 0 0,0 1-1 0 0,0-1 1 0 0,0 0-1 0 0,1 0 0 0 0,0 1 1 0 0,0-1-1 0 0,3 10 1 0 0,-3-14-47 0 0,-1 1-1 0 0,1 0 1 0 0,0 0 0 0 0,0-1 0 0 0,0 1 0 0 0,0 0 0 0 0,0-1 0 0 0,0 1-1 0 0,1-1 1 0 0,-1 1 0 0 0,0-1 0 0 0,1 0 0 0 0,-1 0 0 0 0,1 1-1 0 0,-1-1 1 0 0,1 0 0 0 0,0 0 0 0 0,0-1 0 0 0,-1 1 0 0 0,1 0 0 0 0,0-1-1 0 0,3 2 1 0 0,-1-2 36 0 0,0 0 0 0 0,0 0 0 0 0,1 0 0 0 0,-1 0-1 0 0,0-1 1 0 0,0 1 0 0 0,0-1 0 0 0,0 0 0 0 0,0 0-1 0 0,5-3 1 0 0,4-2 236 0 0,0 0-1 0 0,-1-2 1 0 0,0 1 0 0 0,0-1-1 0 0,12-11 1 0 0,-14 10-46 0 0,-1-1 0 0 0,1 0 0 0 0,12-19 0 0 0,-19 24-112 0 0,0 0 0 0 0,1 0 0 0 0,-2-1 0 0 0,1 1 0 0 0,-1 0 0 0 0,0-1 0 0 0,0 0-1 0 0,0 1 1 0 0,-1-1 0 0 0,2-11 0 0 0,-3 16-36 0 0,-1-1 1 0 0,1 0-1 0 0,-1 1 0 0 0,1-1 0 0 0,-1 1 0 0 0,0-1 0 0 0,1 1 0 0 0,-1-1 0 0 0,0 1 0 0 0,0 0 1 0 0,0-1-1 0 0,0 1 0 0 0,0 0 0 0 0,0-1 0 0 0,0 1 0 0 0,-1 0 0 0 0,1 0 0 0 0,0 0 1 0 0,-1 0-1 0 0,1 1 0 0 0,-1-1 0 0 0,1 0 0 0 0,-1 0 0 0 0,1 1 0 0 0,-1-1 0 0 0,1 1 0 0 0,-1-1 1 0 0,0 1-1 0 0,1 0 0 0 0,-1 0 0 0 0,-3 0 0 0 0,-61-2 297 0 0,55 3-422 0 0,-43 4-844 0 0,-4 1-2303 0 0,52-6 2260 0 0,-1 0 1 0 0,1-1 0 0 0,-1 1-1 0 0,1-1 1 0 0,-1-1-1 0 0,-9-2 1 0 0,3-1-2041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41:11.2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 3161 0 0,'13'-2'1331'0'0,"0"0"0"0"0,1 1 0 0 0,-1 1 0 0 0,25 2-1 0 0,-32-1-872 0 0,1 0-1 0 0,0 1 1 0 0,-1 0-1 0 0,1 1 1 0 0,-1 0-1 0 0,0 0 0 0 0,0 0 1 0 0,0 0-1 0 0,0 1 1 0 0,-1 0-1 0 0,8 8 1 0 0,-2-2-41 0 0,-1 2-1 0 0,0-1 1 0 0,-1 1 0 0 0,-1 1 0 0 0,1 0 0 0 0,-2 0 0 0 0,0 1 0 0 0,-1-1 0 0 0,0 1 0 0 0,-1 1 0 0 0,-1-1 0 0 0,0 1 0 0 0,-1 0 0 0 0,3 24 0 0 0,-3-5-911 0 0,-2 63 0 0 0,-13 26-4779 0 0,13-122 5027 0 0,-1 0 0 0 0,0 0-1 0 0,0 0 1 0 0,0 0 0 0 0,0 1 0 0 0,0-1 0 0 0,0 0 0 0 0,0 0 0 0 0,-1 0-1 0 0,1 0 1 0 0,0 0 0 0 0,-1 1 0 0 0,1-1 0 0 0,0 0 0 0 0,-1 0-1 0 0,1 0 1 0 0,-1 0 0 0 0,0 0 0 0 0,1 0 0 0 0,-1-1 0 0 0,0 1 0 0 0,0 0-1 0 0,1 0 1 0 0,-1 0 0 0 0,0-1 0 0 0,0 1 0 0 0,0 0 0 0 0,0-1 0 0 0,0 1-1 0 0,0-1 1 0 0,0 1 0 0 0,0-1 0 0 0,0 1 0 0 0,0-1 0 0 0,-1 0-1 0 0,1 1 1 0 0,0-1 0 0 0,0 0 0 0 0,-2 0 0 0 0,-9 2-3966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6:20.395"/>
    </inkml:context>
    <inkml:brush xml:id="br0">
      <inkml:brushProperty name="width" value="0.2" units="cm"/>
      <inkml:brushProperty name="height" value="1.2" units="cm"/>
      <inkml:brushProperty name="color" value="#849398"/>
      <inkml:brushProperty name="inkEffects" value="pencil"/>
    </inkml:brush>
  </inkml:definitions>
  <inkml:trace contextRef="#ctx0" brushRef="#br0">119 192 1104 225000 56597,'-2'-1'536'0'0,"-2"0"-352"0"0,-4-3-64 0 0,-2 0-24 0 0,0 0-32 0 0,0-1-32 0 0,1-1 0 0 0,0 1-16 0 0,1-1 0 0 0,2-1 32 0 0,0-1 40 0 0,1-1 57 0 0,1-1 47 0 0,0 0 40 0 0,1-2 8 0 0,1 1 8 0 0,-1 1 64 0 0,1 0 48 0 0,0 2 40 0 0,0 0 72 0 0,0 1-56 0 0,-1 1-8 0 0,2 0-8 0 0,-1 1-72 0 0,1 1-24 0 0,0 0-31 0 0,1 0-41 0 0,1 1-16 0 0,1 0-8 0 0,0 1-24 0 0,0 0 0 0 0,2 0-8 0 0,0 0 0 0 0,1 1-32 0 0,1 0 0 0 0,1 1-16 0 0,0 0-16 0 0,2 1-8 0 0,0 0-16 0 0,2 2-16 0 0,-1 2-8 0 0,1 0 8 0 0,1 2-8 0 0,-1 1 32 0 0,0 1 0 0 0,1 1 32 0 0,0 2 24 0 0,0 1 32 0 0,1 2 24 0 0,1 0 8 0 0,0 2 24 0 0,0 0-16 0 0,1 1 32 0 0,1-1 16 0 0,0-1 9 0 0,2-1-25 0 0,2 0 8 0 0,1-2-24 0 0,2 0-8 0 0,2-1 16 0 0,2 0-32 0 0,1-1-8 0 0,2-1-32 0 0,2 0-40 0 0,0-1-48 0 0,2 2-32 0 0,-1 0-24 0 0,1 2 16 0 0,-1 1 8 0 0,-1 2 8 0 0,0 2 16 0 0,-2 1-16 0 0,0 3 56 0 0,0 1 16 0 0,-1 2 32 0 0,0 1 16 0 0,0 0 0 0 0,-1 1 0 0 0,1 0-16 0 0,0 0-8 0 0,1-1 8 0 0,1 0-16 0 0,2-1 8 0 0,2-1 0 0 0,1 0-16 0 0,3 0 17 0 0,2-1-41 0 0,0 1 0 0 0,2-1-32 0 0,1 2-8 0 1206,0 0-8 0-1206,0 2-8 0 0,1-1 24 0 0,0 1-48 0 0,-1 2 40 0 0,0-1 40 0 0,-1 1 8 0 0,0 1 24 0 0,-1 0 16 0 0,-1 1-40 0 0,0-1-8 0 0,0 1-16 0 0,-2-1 8 0 0,-2-1-32 0 0,-2 0 32 0 0,-1-2-16 0 0,-2 0-16 0 0,-1 0 16 0 0,-2-2-24 0 0,0 0-8 0 0,-1-1 8 0 0,-1 0-24 0 0,-2-2 16 0 0,0-2-8 0 0,-2 0 24 1367 599,-2-2-8-1367-599,-1-1 0 0 0,-3-2-24 0 0,-1-1 16 0 0,-1-1 0 0 0,-1-1 8 0 0,-2 0 0 0 0,0-2-24 0 0,-1 0-32-1367 622,-1-1-8 1367-622,-1-1 8 0 0,0 0 0 0 0,1-1-8 0 0,-1-1-8 0 0,1 0-64 0 0,0 0-120 0 0,1 0-176 0 0,0-1-288 0 0,1 1-360 0 0,0 0-441 0 0,1-1-471 0 0,0 1-408 1414 605,-1-1-217-1414-605,0 0 80 0 0,-1-1 273 0 0,-2-1 576 0 0,-2-2-281 0 0,-1-2 825 0 0,-1-1 1040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6:21.043"/>
    </inkml:context>
    <inkml:brush xml:id="br0">
      <inkml:brushProperty name="width" value="0.2" units="cm"/>
      <inkml:brushProperty name="height" value="1.2" units="cm"/>
      <inkml:brushProperty name="color" value="#849398"/>
      <inkml:brushProperty name="inkEffects" value="pencil"/>
    </inkml:brush>
  </inkml:definitions>
  <inkml:trace contextRef="#ctx0" brushRef="#br0">1848 27 6609 227689 57766,'-2'-1'961'0'0,"-2"-3"-705"0"0,-3-1-112 0 0,-2-1-24 0 0,0 1-40 0 0,-1 1-32 0 0,1 3-32 0 0,-1 2-16 0 0,0 1 0 0 0,-1 3 0 0 0,-1 0-8 0 0,-1 2 8 0 0,-1 0-8 0 0,-2 1 16 0 0,-1 1 8 0 0,-2 1 48 0 0,-1 0 104 0 0,-1 1 120 0 0,-1-1 96 0 0,-1 1 64 0 0,-3 1 8 0 0,-1 1-40 0 0,-2 0 8 0 0,-2 2-48 0 0,-3 0-48 0 0,-1 3-55 0 0,-2 1-49 0 0,-3 4-8 0 0,-1 3-32 0 0,-2 4 24 0 0,-2 3-8 0 0,-1 6-8 0 0,-1 2-16 0 0,-1 4-32 0 0,0 3-24 0 0,1 2-40 0 0,0 2-16 0 0,0 1-8 0 0,1 1-40 0 0,2 1 8 0 0,-1 0-8 0 0,3-1 8 0 0,-6 11 16-1364-577,-2 2-16 1364 577,1 1 48 0 0,1-4 40 0 0,2-4 72 0 0,0-4 80 0 0,2-3 24 0 0,1-4 32 0 0,2-2 0 0 0,1-2-32 0 0,3-3-40 0 0,2-2-40 0 0,4-2-72 0 0,2-3-23 0 0,5-2-17 0 0,3-4-64 0 0,4-2-8 0 0,4-2-40 0 0,4-4-24 0 0,3-3-113 0 0,3-3-79-1325 614,2-2-104 1325-614,2-1-96 0 0,0-2-56 0 0,1-1-88 0 0,-1-1-160 0 0,0 0-224 0 0,0-1-385 0 0,-2 1-375 0 0,-1 0-288 0 0,0 1-9 0 0,-1 0 257 0 0,-2 1 440 0 0,1-1-681-1325-614,0-1 1561 1325 614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6:23.908"/>
    </inkml:context>
    <inkml:brush xml:id="br0">
      <inkml:brushProperty name="width" value="0.2" units="cm"/>
      <inkml:brushProperty name="height" value="1.2" units="cm"/>
      <inkml:brushProperty name="color" value="#849398"/>
      <inkml:brushProperty name="inkEffects" value="pencil"/>
    </inkml:brush>
  </inkml:definitions>
  <inkml:trace contextRef="#ctx0" brushRef="#br0">63 106 3073 220612 60788,'-5'-4'1664'-1564'552,"-4"-5"-1424"1564"-552,-3-2-96 0 0,0-1-32 0 0,2 1 0 0 0,3 0-32 0 0,2 2-16 0 0,3 2 32 0 0,1 1 48 0 0,3 0 80 0 0,0 1 88 0 0,2 1 88 0 0,1 1 41 0 0,1 0-1 0 0,0 1-16 0 0,2 0-72 0 0,1 2-56 0 0,1 1-40 0 0,2 3-40 0 0,1 2-48 0 0,1 3-40 0 0,2 3-16 0 0,2 5-16 0 0,0 4-8 0 0,2 5 16 0 0,0 4 8 0 0,2 3-8 0 0,2 4 24 1564-552,1 2-32-1564 552,3 2 16 0 0,2 2 16 0 0,4 1 8 0 0,2 2 32 0 0,3 0-16 0 0,4 2-16 0 0,4 0-8 0 0,5 0-8 0 0,4 2-8 0 0,5 2 16 0 0,4 2-16 0 0,2 3 17 0 0,1 1-17 0 0,1 3 0 0 0,1 1 40 1402 675,1 3 32-1402-675,0 0 112 0 0,0 2 96 0 0,-1-2 104 0 0,0 1 64 0 0,-1-2 24 0 0,-2-1 16 0 0,0-1-8 0 0,-1-4-7 0 0,-1-2-57 0 0,-2-3-80 0 0,-1-3-80 0 0,-3-2-112 0 0,-2-2-72 0 0,-4-2-40 0 0,-4-3-48 0 0,-3-1 8 0 0,-5-4 8 0 0,-4-2-40 2986 1301,-5-3-72-2986-1301,-7-3-120-1589 624,-4-4-144 1589-624,-6-3-112 0 0,-5-4-80 0 0,-5-3-48 0 0,-4-5 0 0 0,-4-3-1 0 0,-5-4 25 0 0,-4-3 8 0 0,-3-4-104 0 0,-4-5-224 0 0,-1-2-320 0 0,0-4-281 0 0,0-2-263 0 0,3-1-104 0 0,3-3-105 1589 648,4 0 81-1589-648,2-4 336 0 0,5-3-729 0 0,3 3 1737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6:24.438"/>
    </inkml:context>
    <inkml:brush xml:id="br0">
      <inkml:brushProperty name="width" value="0.2" units="cm"/>
      <inkml:brushProperty name="height" value="1.2" units="cm"/>
      <inkml:brushProperty name="color" value="#849398"/>
      <inkml:brushProperty name="inkEffects" value="pencil"/>
    </inkml:brush>
  </inkml:definitions>
  <inkml:trace contextRef="#ctx0" brushRef="#br0">2322 0 6969 226661 64666,'-1'0'1145'0'0,"0"1"-1065"0"0,-2 0-232 0 0,1 3 32 0 0,-2 3 40 0 0,1 2 72 0 0,-3 4 32 0 0,-1 1 16 0 0,-3 3 72 0 0,-3 0 80 0 0,-2 2 136 0 0,-3-1 184 0 0,-1 1 176 0 0,-2-1 128 0 0,-1 0 136 0 0,-1-1 25 0 0,-1-1-1 0 0,-1 0-80 0 0,-1-1-176 0 0,-2 0-176 0 0,0 1-168 0 0,-2 2-136 0 0,-2 0-71 0 0,-2 3-65 0 0,-3 3-40-1661-630,-3 2 16 1661 630,-4 4-24 0 0,-3 2-8 0 0,-5 4 8 0 0,-2 3 16 0 0,-4 3 16 0 0,-3 1 40 0 0,-2 2 48 0 0,-2 0 0 1589-648,0 2 0-1589 648,-1 0-16 0 0,0 3-8 0 0,0 1-8 0 0,1 2 0 0 0,0 2 16 0 0,0 3-40 0 0,1 3 32 0 0,0 2-8 0 0,0 3 8-1589-624,2 1-24 1589 624,2 2-16 0 0,3-1-24 0 0,5 0 0 0 0,4-3-32 0 0,5-2 8 0 0,4-3 8 0 0,4-5-8 0 0,5-3 8 0 0,2-3-8 0 0,4-3-16 0 0,2-2 0 0 0,1-2 8 0 0,2-2-32 0 0,1-1 24 0 0,0-3-32 0 0,0-1 16 0 0,1-1-40 0 0,-1-2-80-2986-1301,1-2-136 2986 1301,0-1-208 0 0,0-2-216-1575 576,1-1-280 1575-576,2-3-328 0 0,1-1-481 0 0,2-3-615 0 0,2-3-513 0 0,2-2-160 0 0,2-5 481 0 0,4-5-585 0 0,2-3 2337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6:36.606"/>
    </inkml:context>
    <inkml:brush xml:id="br0">
      <inkml:brushProperty name="width" value="0.2" units="cm"/>
      <inkml:brushProperty name="height" value="1.2" units="cm"/>
      <inkml:brushProperty name="color" value="#849398"/>
      <inkml:brushProperty name="inkEffects" value="pencil"/>
    </inkml:brush>
  </inkml:definitions>
  <inkml:trace contextRef="#ctx0" brushRef="#br0">263 1 8 229388 60788,'-13'4'24'0'0,"-18"5"1360"0"0,-12 3 1969-1402 675,-4-3-2409 1402-675,4-3-864 0 0,9-3-56 0 0,10-3 24 0 0,9-2 16 0 0,6 0 16 0 0,5 0-16 0 0,4 1-16 0 0,2 0 24 0 0,1 1 48 0 0,1 1 56 1402-675,0 1 72-1402 675,2 3-24 0 0,0 1-23 0 0,2 4-49 0 0,1 1-48 0 0,2 3-40 0 0,2 3-24 0 0,3 2-24 0 0,4 4 0 0 0,3 2 8 0 0,6 4 0 0 0,5 3 40 0 0,6 2 24 0 0,6 3 32 0 0,7 2 24 0 0,6 1-16 0 0,6 1-16 0 0,5 0 8 0 0,6 2 24 0 0,3 0 64 0 0,3 2 64-1402 675,2 2 96 1402-675,1 2 56 0 0,2 2 32 0 0,1 1 0 0 0,3 3-32 0 0,2 3-80 0 0,4 1-71 0 0,2 3-89 0 0,2 1-72 0 0,-1 0-8 0 0,-1 1-32 1575 576,-6-2 16-1575-576,-6-2 8 0 0,-8-4-16 0 0,-9-4 40 0 0,-7-5-24 0 0,-9-4 24 0 0,-7-4 24 0 0,-7-4-16 0 0,-5-3 8 0 0,-4-3 16 0 0,-5-4-32 0 0,-2-2-16 0 0,-3-3-80 0 0,-3-3-184-2972 1349,-1-4-232 2972-1349,-4-2-256 0 0,-3-4-177 0 0,-2-3-151 0 0,-5-4-232 0 0,-4-4-344 0 0,-6-4-97 0 0,-7-7-71 0 0,-9-6 216 0 0,-9-7-881 1655 604,0 2 1777-1655-604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6:37.129"/>
    </inkml:context>
    <inkml:brush xml:id="br0">
      <inkml:brushProperty name="width" value="0.2" units="cm"/>
      <inkml:brushProperty name="height" value="1.2" units="cm"/>
      <inkml:brushProperty name="color" value="#849398"/>
      <inkml:brushProperty name="inkEffects" value="pencil"/>
    </inkml:brush>
  </inkml:definitions>
  <inkml:trace contextRef="#ctx0" brushRef="#br0">2035 248 1272 236448 64136,'2'-4'272'0'0,"4"-7"-128"0"0,3-7-48 0 0,4-6-8-2808 1543,2-2 8 2808-1543,0-1 16 0 0,-1 3 8 0 0,-2 2 33 0 0,-2 3 55 0 0,-3 2 56 0 0,-2 3 48 0 0,-3 2 48 0 0,-1 3 32 0 0,-1 1 112 0 0,-1 2 72 0 0,-1 3 48 0 0,0 0 24 0 0,-2 2-56 0 0,0 1 17 0 0,-1 2 7 0 0,-2 0-8 0 0,-1 1 72 0 0,-1 1 16 0 0,-1 0 32 0 0,-2 2 0 0 0,-1 1-7 0 0,-2 0-57 0 0,-1 2-64 0 0,-2 1-64 0 0,0 2-80 0 0,-2 0-40 0 0,-2 3-72 0 0,-1 1-8 0 0,-2 2-88 0 0,-1 3-40 0 0,-1 2 0 0 0,-2 3 17 2808-1543,-1 2 39-2808 1543,-4 4 56 0 0,-3 3 0 0 0,-5 3 64 0 0,-5 3-40 0 0,-4 3 24 0 0,-7 4-8 0 0,-4 3-80-1812-492,-5 5 8 1812 492,-5 3-96 0 0,-3 5-16 0 0,-3 4-24 0 0,-2 4-8 0 0,1 2 8 0 0,0 3-24 0 0,2 1 0 0 0,3 0-16 0 0,3-1-8 0 0,3-3-16 0 0,4-4-16-2868 1495,6-5-16 2868-1495,6-5 8 0 0,6-5-16 0 0,6-5-8-1798-562,6-4 9 1798 562,5-3 7 0 0,3-4-16 0 0,2-2 8 0 0,1-2 0 0 0,1-2-8 0 0,1-1 16 0 0,-1-1-32 0 0,1-1-24 0 0,0-1-64 0 0,1-1-128 0 0,2-1-233 0 0,0-3-367 0 0,3-3-464 0 0,1-2-512 0 0,2-3-449 0 0,1-4-415 0 0,2-4-225 0 0,1-4-16 0 0,0-6 505 0 0,1-7-777-1726-585,2-1 2329 1726 585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7:30.394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60 379 1832 0 0,'-12'-7'562'0'0,"12"7"-491"0"0,-1-1 1 0 0,0 0-1 0 0,0 1 0 0 0,0-1 1 0 0,0 0-1 0 0,0 1 0 0 0,0 0 1 0 0,0-1-1 0 0,0 1 0 0 0,0 0 1 0 0,0-1-1 0 0,0 1 0 0 0,0 0 1 0 0,0 0-1 0 0,-1 0 0 0 0,1 0 1 0 0,0 0-1 0 0,0 0 0 0 0,-1 0 1 0 0,0 1 37 0 0,1-1 1 0 0,-1 1-1 0 0,1-1 0 0 0,-1 1 1 0 0,1 0-1 0 0,-1 0 0 0 0,1 0 1 0 0,0 0-1 0 0,-1 0 0 0 0,1 0 1 0 0,0 0-1 0 0,0 0 1 0 0,0 0-1 0 0,0 0 0 0 0,0 1 1 0 0,0-1-1 0 0,0 1 0 0 0,0-1 1 0 0,0 0-1 0 0,1 1 0 0 0,-2 2 1 0 0,3-3-22 0 0,-1 0 0 0 0,1 0 0 0 0,0 1 1 0 0,-1-1-1 0 0,1 0 0 0 0,0 0 0 0 0,0 0 0 0 0,0 0 0 0 0,0 0 1 0 0,0 0-1 0 0,0 0 0 0 0,0 0 0 0 0,0 0 0 0 0,0-1 0 0 0,0 1 1 0 0,0 0-1 0 0,1-1 0 0 0,-1 1 0 0 0,0 0 0 0 0,0-1 0 0 0,1 0 1 0 0,-1 1-1 0 0,0-1 0 0 0,2 0 0 0 0,17 7 94 0 0,0-1 0 0 0,0-1 0 0 0,1-1 1 0 0,-1 0-1 0 0,1-2 0 0 0,0-1 0 0 0,0 0 0 0 0,-1-1 0 0 0,1-2 0 0 0,24-4 0 0 0,38-3 812 0 0,135 0 0 0 0,-90 6-737 0 0,207-33 1074 0 0,-219 18-901 0 0,157-2 0 0 0,-122 13-38 0 0,162-28 1 0 0,42-3 163 0 0,301-16 130 0 0,-463 39-453 0 0,244 14 0 0 0,-371 2-219 0 0,342-12 149 0 0,3 0-33 0 0,-177 19-180 0 0,307-7 191 0 0,5-18-69 0 0,79-8-1 0 0,650-62 197 0 0,-588 88-71 0 0,8 0 127 0 0,1-25-137 0 0,64-2-67 0 0,-254 28-149 0 0,537 53 331 0 0,-813-40-251 0 0,-208-13-388 0 0,69 6 392 0 0,-46 3-2048 0 0,-8 7-3463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7:33.036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59 241 3673 0 0,'-16'-48'2668'0'0,"-12"57"-1869"0"0,14-6 971 0 0,29-2-1001 0 0,24-1-697 0 0,0 2-1 0 0,-1 1 0 0 0,45 11 1 0 0,-14-3 291 0 0,0-3 1 0 0,81-1 0 0 0,-42-3-96 0 0,89 1 465 0 0,-105-5-278 0 0,-1 4 0 0 0,118 21 0 0 0,-156-17-234 0 0,0-1 1 0 0,92-2-1 0 0,110-18 1147 0 0,-54 1-756 0 0,48-1-37 0 0,206 0 390 0 0,326 15-254 0 0,-42-53 204 0 0,-36 6-408 0 0,-405 39-421 0 0,-11 1-45 0 0,69 2 219 0 0,0 0-92 0 0,-122-6-133 0 0,84-8 10 0 0,29 6 41 0 0,-225 12-43 0 0,132-16 0 0 0,169-15 45 0 0,-250 23-96 0 0,569-46-71 0 0,-278 56 161 0 0,-55 2-72 0 0,-253-13 13 0 0,199 2 73 0 0,-337 12-509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7:33.534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17 22 1720 0 0,'-2'-5'256'0'0,"0"0"-344"0"0,-6-3-240 0 0,4 5-624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17:35.965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112 251 704 0 0,'-3'-1'277'0'0,"-2"-2"-97"0"0,0 1 0 0 0,0 0 1 0 0,0 1-1 0 0,0-1 0 0 0,0 1 1 0 0,0 0-1 0 0,0 0 0 0 0,-1 1 1 0 0,1-1-1 0 0,0 1 0 0 0,0 1 0 0 0,-1-1 1 0 0,1 1-1 0 0,0-1 0 0 0,0 1 1 0 0,-1 1-1 0 0,-15 12 2508 0 0,44-9-1358 0 0,32-3-367 0 0,159-18 1108 0 0,62-2-286 0 0,-33 3-455 0 0,52-2-573 0 0,395 20 487 0 0,-505-11-936 0 0,-111 2-145 0 0,0 4 0 0 0,80 7-1 0 0,-10 10 198 0 0,284-10 0 0 0,-192-3-346 0 0,-153 2 109 0 0,111-9 1 0 0,-54-6 131 0 0,156 8 0 0 0,222-13 2 0 0,-215 1 4 0 0,-224 13-229 0 0,346-2 294 0 0,-343 2-246 0 0,-1-3-1 0 0,116-23 0 0 0,70-5 76 0 0,-9 35-182 0 0,30-1-21 0 0,-165-9 68 0 0,-1 5 1 0 0,135 13-1 0 0,-93-2-6 0 0,240-19 1 0 0,-59-1 2 0 0,129-14 12 0 0,-81 19 32 0 0,-17 2-7 0 0,-246-1-32 0 0,140 13 0 0 0,92-2 15 0 0,2-7-52 0 0,-61 2-54 0 0,-111 0 147 0 0,-94 2-43 0 0,122-13 1 0 0,-132 5-29 0 0,-1 4-1 0 0,117 11 0 0 0,19 1 138 0 0,-59-10-29 0 0,205-26 1 0 0,-339 22-106 0 0,14-3 48 0 0,60-1 0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22:10.5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 85 1552 0 0,'-10'10'977'0'0,"-4"6"3190"0"0,37-20-1709 0 0,74-17-403 0 0,-76 18-1811 0 0,0-1 0 0 0,0-1 0 0 0,0-1-1 0 0,-1 0 1 0 0,38-19 0 0 0,-55 24-165 0 0,-1-1-1 0 0,0 1 1 0 0,0 0-1 0 0,0-1 1 0 0,0 0-1 0 0,0 1 1 0 0,-1-1-1 0 0,1 0 1 0 0,0 0-1 0 0,-1 0 1 0 0,1 0-1 0 0,-1 0 1 0 0,0 0 0 0 0,0-1-1 0 0,0 1 1 0 0,0 0-1 0 0,1-3 1 0 0,-2 5 110 0 0,-19 35 1066 0 0,15-25-1132 0 0,-5 7-174 0 0,-11 26-452 0 0,-2 0 0 0 0,-2-2 1 0 0,-54 69-1 0 0,78-109 274 0 0,-1 0-1 0 0,0 0 1 0 0,1-1-1 0 0,-1 1 1 0 0,0 0 0 0 0,1-1-1 0 0,-1 1 1 0 0,0-1-1 0 0,0 1 1 0 0,0-1 0 0 0,1 1-1 0 0,-1-1 1 0 0,0 1 0 0 0,0-1-1 0 0,0 0 1 0 0,0 0-1 0 0,0 1 1 0 0,0-1 0 0 0,0 0-1 0 0,0 0 1 0 0,0 0 0 0 0,0 0-1 0 0,0 0 1 0 0,0 0-1 0 0,0 0 1 0 0,0 0 0 0 0,0-1-1 0 0,1 1 1 0 0,-1 0 0 0 0,0 0-1 0 0,0-1 1 0 0,0 1-1 0 0,0-1 1 0 0,0 1 0 0 0,0-1-1 0 0,1 1 1 0 0,-1-1 0 0 0,0 1-1 0 0,0-1 1 0 0,1 0-1 0 0,-1 0 1 0 0,1 1 0 0 0,-1-1-1 0 0,0 0 1 0 0,0-1-1 0 0,-4-17-1907 0 0,7 15 1275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22:11.0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279 5 1536 0 0,'0'0'96'0'0,"0"0"0"0"0,0-1 0 0 0,0 1 0 0 0,0 0-1 0 0,0 0 1 0 0,0 0 0 0 0,0 0 0 0 0,0-1 0 0 0,0 1-1 0 0,0 0 1 0 0,0 0 0 0 0,0 0 0 0 0,0 0 0 0 0,0-1 0 0 0,0 1-1 0 0,0 0 1 0 0,0 0 0 0 0,0 0 0 0 0,-1 0 0 0 0,1-1-1 0 0,0 1 1 0 0,0 0 0 0 0,0 0 0 0 0,0 0 0 0 0,0 0 0 0 0,-1 0-1 0 0,1 0 1 0 0,0 0 0 0 0,0 0 0 0 0,0-1 0 0 0,0 1-1 0 0,-1 0 1 0 0,1 0 0 0 0,0 0 0 0 0,0 0 0 0 0,0 0 0 0 0,0 0-1 0 0,-1 0 1 0 0,1 0 0 0 0,0 0 0 0 0,0 0 0 0 0,0 0-1 0 0,-1 0 1 0 0,1 0 0 0 0,0 0 0 0 0,0 0 0 0 0,-1 1 0 0 0,-13 5 2249 0 0,-14 16-807 0 0,25-20-1304 0 0,-14 10-39 0 0,0 1 1 0 0,1 1-1 0 0,1 1 0 0 0,0 0 1 0 0,1 1-1 0 0,0 0 0 0 0,1 1 1 0 0,1 1-1 0 0,-14 28 1 0 0,10-11-255 0 0,2 2 1 0 0,-9 37-1 0 0,18-57 14 0 0,1 1-1 0 0,1 0 0 0 0,1 0 1 0 0,1 0-1 0 0,0 0 0 0 0,3 28 1 0 0,-2-41 9 0 0,1-1 1 0 0,0 0-1 0 0,0 0 0 0 0,0 0 1 0 0,0 0-1 0 0,1 0 1 0 0,-1 0-1 0 0,1 0 1 0 0,0 0-1 0 0,1-1 0 0 0,-1 1 1 0 0,0-1-1 0 0,1 0 1 0 0,0 1-1 0 0,0-1 0 0 0,0 0 1 0 0,0 0-1 0 0,0-1 1 0 0,1 1-1 0 0,6 3 0 0 0,-4-3-13 0 0,0-1 0 0 0,0 0 0 0 0,0 0 0 0 0,0 0 0 0 0,0-1 0 0 0,1 0 0 0 0,-1 0 0 0 0,1-1-1 0 0,-1 0 1 0 0,0 0 0 0 0,1 0 0 0 0,12-3 0 0 0,-11 1 42 0 0,1 0 1 0 0,-1 0-1 0 0,0-1 0 0 0,0 0 1 0 0,0-1-1 0 0,0 0 0 0 0,0 0 1 0 0,-1-1-1 0 0,12-8 0 0 0,-15 9 64 0 0,0 1 0 0 0,0-1 0 0 0,0 0 0 0 0,-1 0 0 0 0,0 0 0 0 0,0 0-1 0 0,0 0 1 0 0,0-1 0 0 0,-1 1 0 0 0,1-1 0 0 0,-1 0 0 0 0,0 0 0 0 0,-1 0 0 0 0,1 0 0 0 0,-1 0 0 0 0,1-7-1 0 0,-2 11-10 0 0,1 0 0 0 0,-1-1 0 0 0,0 1 0 0 0,0-1 0 0 0,0 1 1 0 0,0-1-1 0 0,0 1 0 0 0,0-1 0 0 0,-1 1 0 0 0,1-1 0 0 0,0 1 0 0 0,-1-1 0 0 0,1 1 0 0 0,-1-1 0 0 0,0 1 0 0 0,1 0 0 0 0,-1-1 0 0 0,0 1 0 0 0,0 0 0 0 0,0 0 0 0 0,0 0 0 0 0,0-1 0 0 0,0 1 0 0 0,0 0 0 0 0,0 0 0 0 0,0 0 0 0 0,0 1 0 0 0,-2-2 0 0 0,0 1 11 0 0,0 0 1 0 0,0 1-1 0 0,0-1 1 0 0,0 1-1 0 0,0-1 0 0 0,-1 1 1 0 0,1 0-1 0 0,0 0 1 0 0,0 0-1 0 0,0 1 0 0 0,0-1 1 0 0,-6 3-1 0 0,0-1-25 0 0,-1 1-1 0 0,1 1 1 0 0,0 0 0 0 0,0 0-1 0 0,0 1 1 0 0,0 0 0 0 0,-15 12-1 0 0,18-10-79 0 0,0 1 0 0 0,1-1 0 0 0,0 1 0 0 0,0 0 1 0 0,1 1-1 0 0,0-1 0 0 0,0 1 0 0 0,1 0 0 0 0,0 0 0 0 0,1 0 0 0 0,0 0 0 0 0,0 0 0 0 0,1 1 0 0 0,0-1 0 0 0,1 0 0 0 0,0 1 0 0 0,0-1 0 0 0,1 1 0 0 0,0-1 0 0 0,1 0 0 0 0,4 13 1 0 0,-4-12-17 0 0,0-1 1 0 0,1 0 0 0 0,0 0 0 0 0,1 0 0 0 0,0 0 0 0 0,1-1 0 0 0,0 1-1 0 0,0-1 1 0 0,1 0 0 0 0,-1 0 0 0 0,2-1 0 0 0,-1 0 0 0 0,1 0 0 0 0,0-1 0 0 0,1 1-1 0 0,-1-2 1 0 0,1 1 0 0 0,1-1 0 0 0,-1 0 0 0 0,15 6 0 0 0,-8-7-155 0 0,-1 0 1 0 0,1-1 0 0 0,0 0 0 0 0,0-2-1 0 0,1 1 1 0 0,-1-2 0 0 0,0 0 0 0 0,0-1-1 0 0,0 0 1 0 0,0-2 0 0 0,0 1-1 0 0,28-10 1 0 0,-39 9-304 0 0,1 0 0 0 0,-1 0 0 0 0,0 0 0 0 0,0 0 0 0 0,0-1 0 0 0,-1 1 0 0 0,1-1-1 0 0,-1 0 1 0 0,0 0 0 0 0,5-7 0 0 0,2-1-1462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22:11.4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6 1968 0 0,'-1'-1'44'0'0,"1"1"-1"0"0,0 0 1 0 0,0 0-1 0 0,0 0 1 0 0,0 0-1 0 0,0 0 1 0 0,0 0 0 0 0,0 0-1 0 0,0-1 1 0 0,0 1-1 0 0,0 0 1 0 0,0 0-1 0 0,0 0 1 0 0,0 0-1 0 0,0 0 1 0 0,0 0-1 0 0,0-1 1 0 0,0 1-1 0 0,0 0 1 0 0,0 0-1 0 0,0 0 1 0 0,0 0-1 0 0,0 0 1 0 0,0 0-1 0 0,0-1 1 0 0,0 1-1 0 0,0 0 1 0 0,0 0-1 0 0,0 0 1 0 0,0 0-1 0 0,0 0 1 0 0,1 0-1 0 0,-1 0 1 0 0,0-1-1 0 0,0 1 1 0 0,0 0-1 0 0,0 0 1 0 0,0 0-1 0 0,0 0 1 0 0,0 0-1 0 0,0 0 1 0 0,1 0-1 0 0,-1 0 1 0 0,0 0-1 0 0,0 0 1 0 0,0 0-1 0 0,0 0 1 0 0,0 0-1 0 0,0 0 1 0 0,1 0 0 0 0,-1 0-1 0 0,0 0 1 0 0,0 0-1 0 0,0 0 1 0 0,0 0-1 0 0,0 0 1 0 0,0 0-1 0 0,1 0 1 0 0,-1 0-1 0 0,0 0 1 0 0,0 0-1 0 0,0 0 1 0 0,9 10 1309 0 0,4 14-209 0 0,37 126 369 0 0,-22-62-4884 0 0,-28-87 3269 0 0,1-1 1 0 0,-1 1-1 0 0,0-1 0 0 0,0 1 0 0 0,0-1 0 0 0,0 1 1 0 0,1-1-1 0 0,-1 1 0 0 0,0 0 0 0 0,0-1 1 0 0,0 1-1 0 0,0-1 0 0 0,0 1 0 0 0,0-1 0 0 0,0 1 1 0 0,0-1-1 0 0,0 1 0 0 0,-1-1 0 0 0,1 1 0 0 0,0-1 1 0 0,0 1-1 0 0,0-1 0 0 0,-1 1 0 0 0,1-1 1 0 0,0 1-1 0 0,0-1 0 0 0,-1 1 0 0 0,1-1 0 0 0,-1 1 1 0 0,0 0-1 0 0,-2 2-1628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22:11.9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0 126 2473 0 0,'26'-19'6285'0'0,"9"-8"-5516"0"0,2 2-488 0 0,-27 18-484 0 0,0-1 0 0 0,1 1 0 0 0,0 1 0 0 0,0 0 0 0 0,1 1-1 0 0,0 0 1 0 0,19-5 0 0 0,-31 10 175 0 0,0 0-1 0 0,1-1 1 0 0,-1 1 0 0 0,0 0 0 0 0,1 0-1 0 0,-1 0 1 0 0,0 0 0 0 0,0 0-1 0 0,1 0 1 0 0,-1 0 0 0 0,0 1-1 0 0,0-1 1 0 0,1 0 0 0 0,-1 0-1 0 0,0 0 1 0 0,0 0 0 0 0,1 0-1 0 0,-1 0 1 0 0,0 0 0 0 0,0 1-1 0 0,1-1 1 0 0,-1 0 0 0 0,0 0 0 0 0,0 0-1 0 0,0 0 1 0 0,1 1 0 0 0,-1-1-1 0 0,0 0 1 0 0,0 0 0 0 0,0 1-1 0 0,0-1 1 0 0,0 0 0 0 0,0 0-1 0 0,1 1 1 0 0,-1-1 0 0 0,0 0-1 0 0,0 0 1 0 0,0 1 0 0 0,0-1-1 0 0,0 0 1 0 0,0 0 0 0 0,0 1 0 0 0,0-1-1 0 0,0 0 1 0 0,0 1 0 0 0,0-1-1 0 0,0 1 1 0 0,-7 20-225 0 0,-13 20 413 0 0,7-21 65 0 0,2 2 0 0 0,0 0 0 0 0,2 0 0 0 0,-14 47 0 0 0,19-55-193 0 0,1 0-1 0 0,1 0 0 0 0,0 1 0 0 0,1-1 0 0 0,1 1 0 0 0,0-1 0 0 0,1 1 0 0 0,0-1 0 0 0,6 23 0 0 0,-7-34 4 0 0,1 0-1 0 0,-1 0 1 0 0,1 0-1 0 0,0-1 1 0 0,0 1-1 0 0,0 0 1 0 0,0-1-1 0 0,1 1 1 0 0,-1-1-1 0 0,1 1 1 0 0,-1-1-1 0 0,1 0 1 0 0,0 0-1 0 0,0 0 1 0 0,0 0-1 0 0,0 0 1 0 0,0 0 0 0 0,1 0-1 0 0,-1-1 1 0 0,1 1-1 0 0,-1-1 1 0 0,5 2-1 0 0,-4-2 58 0 0,1-1-1 0 0,0 0 1 0 0,-1 0 0 0 0,1 0 0 0 0,-1 0-1 0 0,1 0 1 0 0,0-1 0 0 0,-1 0-1 0 0,1 0 1 0 0,-1 0 0 0 0,0 0-1 0 0,1 0 1 0 0,-1-1 0 0 0,0 1-1 0 0,5-3 1 0 0,6-6 375 0 0,0 0-1 0 0,0-1 1 0 0,-1 0 0 0 0,0-1 0 0 0,-1-1-1 0 0,12-14 1 0 0,-22 26-421 0 0,-1-1 1 0 0,0 1-1 0 0,0 0 0 0 0,0 0 1 0 0,0-1-1 0 0,0 1 0 0 0,0-1 1 0 0,0 1-1 0 0,0-1 1 0 0,0 1-1 0 0,-1-1 0 0 0,1 0 1 0 0,0 1-1 0 0,-1-1 0 0 0,0 0 1 0 0,1 1-1 0 0,-1-1 0 0 0,0 0 1 0 0,0 1-1 0 0,0-1 1 0 0,0 0-1 0 0,0 0 0 0 0,0 1 1 0 0,-1-1-1 0 0,1 0 0 0 0,0 1 1 0 0,-1-1-1 0 0,0 0 0 0 0,1 1 1 0 0,-1-1-1 0 0,0 0 0 0 0,0 1 1 0 0,0 0-1 0 0,0-1 1 0 0,0 1-1 0 0,0-1 0 0 0,0 1 1 0 0,0 0-1 0 0,0 0 0 0 0,-1 0 1 0 0,1-1-1 0 0,-2 0 0 0 0,-8-4-161 0 0,-1 0-1 0 0,0 1 0 0 0,0 0 0 0 0,0 1 0 0 0,-14-3 1 0 0,-25-10-1846 0 0,47 14 1277 0 0,0 1 0 0 0,0-1 0 0 0,0 1 0 0 0,0-1 0 0 0,0 0 0 0 0,0-1 0 0 0,-5-6-1 0 0,8 10 507 0 0,1-1 0 0 0,0 0 0 0 0,-1 1 0 0 0,1-1 0 0 0,0 0-1 0 0,-1 1 1 0 0,1-1 0 0 0,0 0 0 0 0,0 1 0 0 0,-1-1-1 0 0,1 0 1 0 0,0 0 0 0 0,0 1 0 0 0,0-1 0 0 0,0 0 0 0 0,0 0-1 0 0,0 1 1 0 0,0-1 0 0 0,0 0 0 0 0,0 0 0 0 0,1 1-1 0 0,-1-2 1 0 0,1 1 57 0 0,0 0 0 0 0,0 0 0 0 0,0 0 0 0 0,0 0 0 0 0,0 0-1 0 0,0 0 1 0 0,0 0 0 0 0,0 0 0 0 0,0 0 0 0 0,1 0 0 0 0,-1 1 0 0 0,0-1-1 0 0,1 0 1 0 0,-1 1 0 0 0,0-1 0 0 0,2 1 0 0 0,8-4-1002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22:12.7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63 1208 0 0,'3'-1'1926'0'0,"4"10"-1057"0"0,4 12-63 0 0,-4 22 731 0 0,3 83 0 0 0,-8-83-1708 0 0,14 82 1 0 0,-16-125 120 0 0,0 1 0 0 0,0-1 0 0 0,-1 0 1 0 0,1 0-1 0 0,0 1 0 0 0,0-1 0 0 0,0 0 1 0 0,0 0-1 0 0,0 1 0 0 0,0-1 0 0 0,0 0 1 0 0,0 0-1 0 0,0 1 0 0 0,0-1 1 0 0,0 0-1 0 0,1 0 0 0 0,-1 0 0 0 0,0 1 1 0 0,0-1-1 0 0,0 0 0 0 0,0 0 0 0 0,0 1 1 0 0,0-1-1 0 0,0 0 0 0 0,1 0 0 0 0,-1 0 1 0 0,0 1-1 0 0,0-1 0 0 0,0 0 0 0 0,0 0 1 0 0,1 0-1 0 0,-1 0 0 0 0,0 0 1 0 0,0 1-1 0 0,0-1 0 0 0,1 0 0 0 0,-1 0 1 0 0,0 0-1 0 0,0 0 0 0 0,1 0 0 0 0,-1 0 1 0 0,0 0-1 0 0,0 0 0 0 0,1 0 0 0 0,-1 0 1 0 0,0 0-1 0 0,0 0 0 0 0,0 0 0 0 0,1 0 1 0 0,6-14-1295 0 0,2-23 444 0 0,-9 31 919 0 0,0 1-1 0 0,0 0 1 0 0,-1 0-1 0 0,0-1 1 0 0,0 1-1 0 0,0 0 1 0 0,0 0-1 0 0,-1 0 1 0 0,0 0 0 0 0,0 0-1 0 0,-1 1 1 0 0,1-1-1 0 0,-5-6 1 0 0,-4-4 818 0 0,-1 1 0 0 0,-19-18 1 0 0,28 29-258 0 0,4 3-535 0 0,0 1-1 0 0,-1 0 1 0 0,1-1 0 0 0,0 1 0 0 0,-1-1 0 0 0,1 1 0 0 0,0-1 0 0 0,0 0-1 0 0,0 1 1 0 0,-1-1 0 0 0,1 0 0 0 0,0 0 0 0 0,0 1 0 0 0,0-1 0 0 0,0 0 0 0 0,0 0-1 0 0,-1 0 1 0 0,1 0 0 0 0,0 0 0 0 0,0 0 0 0 0,0 0 0 0 0,0-1 0 0 0,0 1 0 0 0,-1 0-1 0 0,3-1 1 0 0,22-3-92 0 0,-11-3-256 0 0,0-1-1 0 0,0 1 1 0 0,-1-2 0 0 0,0 0 0 0 0,-1-1 0 0 0,0 0 0 0 0,-1-1 0 0 0,0 0 0 0 0,0 0 0 0 0,-1-1 0 0 0,-1-1 0 0 0,0 0 0 0 0,-1 0 0 0 0,0-1 0 0 0,-1 0 0 0 0,6-15 0 0 0,-13 29 318 0 0,0-1 0 0 0,-1 1 0 0 0,1 0 0 0 0,0-1 0 0 0,0 1 0 0 0,0 0 0 0 0,0-1 0 0 0,0 1 0 0 0,0 0 0 0 0,0 0 0 0 0,-1-1 0 0 0,1 1-1 0 0,0 0 1 0 0,0-1 0 0 0,-1 1 0 0 0,1 0 0 0 0,0 0 0 0 0,0-1 0 0 0,-1 1 0 0 0,1 0 0 0 0,0 0 0 0 0,0 0 0 0 0,-1 0 0 0 0,1-1 0 0 0,0 1 0 0 0,-1 0 0 0 0,1 0 0 0 0,0 0 0 0 0,-1 0 0 0 0,1 0 0 0 0,0 0 0 0 0,-1 0 0 0 0,1 0 0 0 0,0 0 0 0 0,-1 0 0 0 0,1 0 0 0 0,-1 0 0 0 0,-1 2 954 0 0,15 3-376 0 0,-5-4-295 0 0,-1 0-1 0 0,0 0 1 0 0,1-1 0 0 0,-1 0 0 0 0,0 0-1 0 0,1-1 1 0 0,-1 0 0 0 0,0 0-1 0 0,1-1 1 0 0,-1 0 0 0 0,0 0 0 0 0,0 0-1 0 0,0-1 1 0 0,-1 0 0 0 0,1-1 0 0 0,-1 1-1 0 0,0-1 1 0 0,0 0 0 0 0,11-10 0 0 0,-17 14-68 0 0,-33 5 1057 0 0,25 1-1312 0 0,1 0 0 0 0,0 0 0 0 0,1 1 0 0 0,0 0 1 0 0,0 0-1 0 0,0 1 0 0 0,1 0 0 0 0,0 0 0 0 0,0 0 0 0 0,1 1 0 0 0,0-1 0 0 0,1 1 0 0 0,-5 17 0 0 0,5-18-57 0 0,1 1 0 0 0,0 1 0 0 0,0-1 0 0 0,1 0 0 0 0,0 0 0 0 0,1 1 0 0 0,0-1 0 0 0,0 0 0 0 0,1 0 0 0 0,0 1 0 0 0,1-1 0 0 0,0 0 0 0 0,0 0 0 0 0,4 9 0 0 0,-4-16 85 0 0,-1 1 1 0 0,1 0-1 0 0,0 0 0 0 0,-1-1 0 0 0,1 1 1 0 0,1-1-1 0 0,-1 0 0 0 0,0 0 1 0 0,0 0-1 0 0,1 0 0 0 0,-1 0 0 0 0,1 0 1 0 0,0 0-1 0 0,0-1 0 0 0,-1 0 0 0 0,1 1 1 0 0,0-1-1 0 0,0 0 0 0 0,0 0 0 0 0,0-1 1 0 0,1 1-1 0 0,-1-1 0 0 0,0 1 0 0 0,0-1 1 0 0,0 0-1 0 0,0 0 0 0 0,0 0 0 0 0,1-1 1 0 0,-1 1-1 0 0,6-3 0 0 0,7-1-63 0 0,1-2-1 0 0,-1 0 1 0 0,0-1 0 0 0,22-12-1 0 0,-18 8-831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22:13.1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0 118 1608 0 0,'57'-14'5630'0'0,"3"7"-3920"0"0,-31 5-710 0 0,1-2-1 0 0,29-8 1 0 0,-6-9-3111 0 0,-48 17 1256 0 0,0 1 0 0 0,0-1 1 0 0,0 1-1 0 0,-1-1 1 0 0,1 0-1 0 0,-1-1 1 0 0,4-5-1 0 0,1-4-760 0 0,-2 7 431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22:13.5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94 984 0 0,'1'1'65'0'0,"-1"-1"-1"0"0,0 0 1 0 0,0 1-1 0 0,1-1 0 0 0,-1 0 1 0 0,0 0-1 0 0,1 1 1 0 0,-1-1-1 0 0,0 0 1 0 0,1 0-1 0 0,-1 1 0 0 0,1-1 1 0 0,-1 0-1 0 0,0 0 1 0 0,1 0-1 0 0,-1 0 1 0 0,1 0-1 0 0,-1 0 1 0 0,1 0-1 0 0,-1 0 0 0 0,1 0 1 0 0,-1 0-1 0 0,0 0 1 0 0,1 0-1 0 0,-1 0 1 0 0,1 0-1 0 0,-1 0 1 0 0,1 0-1 0 0,-1 0 0 0 0,0 0 1 0 0,1-1-1 0 0,-1 1 1 0 0,1 0-1 0 0,20-3 679 0 0,-5 1-260 0 0,-1-1 0 0 0,0-1-1 0 0,0-1 1 0 0,0 0 0 0 0,-1-1 0 0 0,1 0 0 0 0,-1-1-1 0 0,-1-1 1 0 0,0 0 0 0 0,0-1 0 0 0,0 0-1 0 0,12-13 1 0 0,-24 22-271 0 0,-54 37 497 0 0,23-9-974 0 0,25-22 222 0 0,0-1-1 0 0,1 1 0 0 0,0 0 0 0 0,0 0 1 0 0,0 0-1 0 0,1 0 0 0 0,0 1 0 0 0,0-1 1 0 0,0 1-1 0 0,1 0 0 0 0,0 0 0 0 0,0 0 1 0 0,1 0-1 0 0,0 0 0 0 0,0 0 1 0 0,1 0-1 0 0,0 1 0 0 0,0-1 0 0 0,1 0 1 0 0,0 0-1 0 0,1 7 0 0 0,0-8 9 0 0,-1 0-1 0 0,1 0 1 0 0,0-1 0 0 0,0 1 0 0 0,1-1-1 0 0,0 0 1 0 0,0 1 0 0 0,0-1-1 0 0,1-1 1 0 0,-1 1 0 0 0,1 0-1 0 0,0-1 1 0 0,0 0 0 0 0,1 0-1 0 0,-1 0 1 0 0,1 0 0 0 0,0-1-1 0 0,0 0 1 0 0,0 0 0 0 0,1 0-1 0 0,-1 0 1 0 0,0-1 0 0 0,1 0 0 0 0,0 0-1 0 0,9 1 1 0 0,-5-1-353 0 0,0-1 0 0 0,1 0 0 0 0,-1 0-1 0 0,0-1 1 0 0,1 0 0 0 0,-1-1 0 0 0,0 0 0 0 0,16-4 0 0 0,-22 4 241 0 0,0-1 0 0 0,0 1 0 0 0,0-1 0 0 0,-1 0 0 0 0,1 0 0 0 0,0 0 0 0 0,-1 0 0 0 0,0-1 0 0 0,1 0 0 0 0,-1 1 0 0 0,0-1 0 0 0,0 0 0 0 0,-1 0 0 0 0,1-1 0 0 0,0 1 0 0 0,-1-1 0 0 0,0 1 0 0 0,0-1 0 0 0,0 0 0 0 0,0 0 0 0 0,-1 1 0 0 0,0-1 0 0 0,0 0 0 0 0,1-5 0 0 0,3-10-385 0 0,7 5-458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22:13.9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1 1688 0 0,'-1'1'253'0'0,"0"-1"-1"0"0,0 1 0 0 0,0 0 0 0 0,0 0 0 0 0,0 0 0 0 0,0 0 1 0 0,1 0-1 0 0,-1 0 0 0 0,0 0 0 0 0,1 0 0 0 0,-1 0 1 0 0,1 0-1 0 0,-1 0 0 0 0,1 0 0 0 0,-1 0 0 0 0,1 1 0 0 0,0-1 1 0 0,-1 0-1 0 0,1 0 0 0 0,0 0 0 0 0,0 1 0 0 0,0-1 0 0 0,0 2 1 0 0,-1 34 980 0 0,1-37-1232 0 0,0 54 83 0 0,4 1 0 0 0,10 60 0 0 0,-7-83-2141 0 0,1 0 0 0 0,18 47-1 0 0,-25-63 649 0 0,1-10 75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22:14.3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1824 0 0,'8'90'2420'0'0,"-11"20"-2045"0"0,0-57-1162 0 0,6 89 1 0 0,-3-142 773 0 0,0 0 1 0 0,0 0-1 0 0,0 0 0 0 0,0 0 1 0 0,0-1-1 0 0,0 1 1 0 0,0 0-1 0 0,0 0 0 0 0,0 0 1 0 0,0 0-1 0 0,0 0 0 0 0,0 0 1 0 0,0 0-1 0 0,0 0 1 0 0,0 0-1 0 0,0 0 0 0 0,1 0 1 0 0,-1 0-1 0 0,0 0 0 0 0,0-1 1 0 0,0 1-1 0 0,0 0 1 0 0,0 0-1 0 0,0 0 0 0 0,0 0 1 0 0,0 0-1 0 0,0 0 0 0 0,0 0 1 0 0,0 0-1 0 0,0 0 1 0 0,1 0-1 0 0,-1 0 0 0 0,0 0 1 0 0,0 0-1 0 0,0 0 0 0 0,0 0 1 0 0,0 0-1 0 0,0 0 1 0 0,0 0-1 0 0,0 0 0 0 0,0 0 1 0 0,0 0-1 0 0,1 0 0 0 0,-1 0 1 0 0,0 0-1 0 0,0 0 1 0 0,0 0-1 0 0,0 0 0 0 0,0 0 1 0 0,0 1-1 0 0,0-1 0 0 0,0 0 1 0 0,6-16-190 0 0,4-19 123 0 0,-8 11 58 0 0,-2 1-1 0 0,0 0 0 0 0,-5-30 1 0 0,3 30 586 0 0,0 0 1 0 0,1-1 0 0 0,3-25 0 0 0,3 52-5 0 0,0 1 0 0 0,-1 0 0 0 0,1 0 0 0 0,-1 0 0 0 0,0 0 0 0 0,0 1 0 0 0,-1 0 1 0 0,4 5-1 0 0,11 12-50 0 0,-9-13-457 0 0,1 1-1 0 0,1-1 1 0 0,-1-1 0 0 0,1 0-1 0 0,1 0 1 0 0,22 10-1 0 0,14 1-3473 0 0,-48-19 3337 0 0,1 0-1 0 0,-1 0 1 0 0,0 0-1 0 0,0 0 1 0 0,1 0-1 0 0,-1 0 1 0 0,0 0-1 0 0,0 0 1 0 0,0 0 0 0 0,1 0-1 0 0,-1 0 1 0 0,0 0-1 0 0,0 0 1 0 0,0 0-1 0 0,1 1 1 0 0,-1-1-1 0 0,0 0 1 0 0,0 0-1 0 0,0 0 1 0 0,0 0-1 0 0,1 0 1 0 0,-1 0-1 0 0,0 1 1 0 0,0-1-1 0 0,0 0 1 0 0,0 0-1 0 0,0 0 1 0 0,1 0-1 0 0,-1 0 1 0 0,0 1-1 0 0,0-1 1 0 0,0 0-1 0 0,0 0 1 0 0,0 0-1 0 0,0 1 1 0 0,0-1-1 0 0,0 0 1 0 0,0 0-1 0 0,0 0 1 0 0,0 1-1 0 0,0-1 1 0 0,0 0-1 0 0,0 0 1 0 0,0 0-1 0 0,0 1 1 0 0,0-1-1 0 0,0 0 1 0 0,0 0-1 0 0,0 0 1 0 0,0 1-1 0 0,0-1 1 0 0,0 0-1 0 0,0 0 1 0 0,0 0-1 0 0,-1 1 1 0 0,-1 2-1607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22:14.7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16 146 2361 0 0,'-1'1'146'0'0,"0"-1"1"0"0,0 1-1 0 0,0-1 1 0 0,0 1-1 0 0,0-1 1 0 0,0 1-1 0 0,1 0 1 0 0,-1 0 0 0 0,0-1-1 0 0,0 1 1 0 0,1 0-1 0 0,-1 0 1 0 0,0 0-1 0 0,1 0 1 0 0,-1 0 0 0 0,1 0-1 0 0,-1 0 1 0 0,1 0-1 0 0,-1 1 1 0 0,2-1-64 0 0,-1-1-1 0 0,1 0 1 0 0,0 1 0 0 0,-1-1-1 0 0,1 0 1 0 0,0 1 0 0 0,0-1-1 0 0,0 0 1 0 0,-1 0 0 0 0,1 0-1 0 0,0 0 1 0 0,0 0 0 0 0,-1 0-1 0 0,1 0 1 0 0,0 0 0 0 0,0 0-1 0 0,0 0 1 0 0,-1 0 0 0 0,1 0 0 0 0,0-1-1 0 0,0 1 1 0 0,0 0 0 0 0,-1 0-1 0 0,1-1 1 0 0,0 0 0 0 0,230-75 3218 0 0,-81 16-6673 0 0,-141 56 2696 0 0,-7 4 450 0 0,-1-1-1 0 0,1 1 1 0 0,-1 0 0 0 0,1-1-1 0 0,-1 1 1 0 0,0-1 0 0 0,1 0-1 0 0,-1 0 1 0 0,0 1 0 0 0,0-1-1 0 0,1 0 1 0 0,-1 0 0 0 0,0 0-1 0 0,0 0 1 0 0,0 0 0 0 0,0-1-1 0 0,0 1 1 0 0,0 0 0 0 0,1-2-1 0 0,0-1-1493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22:15.0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0 135 1304 0 0,'3'-4'311'0'0,"-1"0"-1"0"0,1 1 1 0 0,0-1-1 0 0,1 1 1 0 0,-1 0-1 0 0,1 0 1 0 0,-1 0-1 0 0,1 0 1 0 0,0 0-1 0 0,0 1 0 0 0,0 0 1 0 0,8-4-1 0 0,-1 0 391 0 0,3-2 85 0 0,8-7 199 0 0,1 2 0 0 0,0 0 0 0 0,1 2 0 0 0,39-13 0 0 0,-61 23-937 0 0,0 1-1 0 0,-1 0 1 0 0,1 0 0 0 0,0 0 0 0 0,0 0 0 0 0,0 0 0 0 0,0 0-1 0 0,0 1 1 0 0,-1-1 0 0 0,1 1 0 0 0,0-1 0 0 0,0 1 0 0 0,-1 0-1 0 0,1-1 1 0 0,0 1 0 0 0,-1 0 0 0 0,1 0 0 0 0,0 0-1 0 0,-1 0 1 0 0,0 1 0 0 0,1-1 0 0 0,-1 0 0 0 0,0 1 0 0 0,1-1-1 0 0,-1 1 1 0 0,0-1 0 0 0,0 1 0 0 0,0-1 0 0 0,-1 1 0 0 0,1 0-1 0 0,0-1 1 0 0,0 1 0 0 0,-1 0 0 0 0,1 0 0 0 0,-1 2-1 0 0,5 11-23 0 0,-2 0 0 0 0,0 0 0 0 0,2 21 0 0 0,-4-21-147 0 0,14 60-1291 0 0,-9-51-625 0 0,-2 0 0 0 0,4 48 0 0 0,-8-71 1969 0 0,0-1 1 0 0,1 0 0 0 0,-1 1-1 0 0,0-1 1 0 0,0 1 0 0 0,0-1-1 0 0,0 1 1 0 0,0-1 0 0 0,0 0-1 0 0,0 1 1 0 0,0-1 0 0 0,0 1-1 0 0,0-1 1 0 0,-1 0 0 0 0,1 1-1 0 0,0-1 1 0 0,0 0 0 0 0,0 1-1 0 0,0-1 1 0 0,-1 1 0 0 0,1-1-1 0 0,0 0 1 0 0,0 1 0 0 0,0-1-1 0 0,-1 0 1 0 0,1 0 0 0 0,0 1 0 0 0,-1-1-1 0 0,1 0 1 0 0,0 1 0 0 0,-1-1-1 0 0,1 0 1 0 0,0 0 0 0 0,-1 0-1 0 0,1 0 1 0 0,0 1 0 0 0,-1-1-1 0 0,1 0 1 0 0,-1 0 0 0 0,1 0-1 0 0,0 0 1 0 0,-1 0 0 0 0,1 0-1 0 0,-1 0 1 0 0,1 0 0 0 0,-1 0-1 0 0,1 0 1 0 0,0 0 0 0 0,-1 0-1 0 0,1 0 1 0 0,-1 0 0 0 0,1-1-1 0 0,0 1 1 0 0,-1 0 0 0 0,1 0-1 0 0,0 0 1 0 0,-1-1 0 0 0,-3 0-1473 0 0</inkml:trace>
  <inkml:trace contextRef="#ctx0" brushRef="#br0" timeOffset="1">74 256 1728 0 0,'2'-5'3340'0'0,"14"-8"-1543"0"0,21-10 216 0 0,47-2-805 0 0,0-1-5061 0 0,-84 26 3805 0 0,0-1-1 0 0,0 1 0 0 0,0 0 0 0 0,1 0 0 0 0,-1 0 1 0 0,0 0-1 0 0,0-1 0 0 0,0 1 0 0 0,0 0 1 0 0,0 0-1 0 0,1 0 0 0 0,-1 0 0 0 0,0 0 1 0 0,0 0-1 0 0,0-1 0 0 0,1 1 0 0 0,-1 0 0 0 0,0 0 1 0 0,0 0-1 0 0,0 0 0 0 0,1 0 0 0 0,-1 0 1 0 0,0 0-1 0 0,0 0 0 0 0,0 0 0 0 0,1 0 0 0 0,-1 0 1 0 0,0 0-1 0 0,0 0 0 0 0,0 0 0 0 0,1 0 1 0 0,-1 0-1 0 0,0 0 0 0 0,0 0 0 0 0,0 0 1 0 0,1 1-1 0 0,-1-1 0 0 0,0 0 0 0 0,0 0 0 0 0,0 0 1 0 0,1 0-1 0 0,-1 0 0 0 0,0 0 0 0 0,0 1 1 0 0,0-1-1 0 0,0 0 0 0 0,0 0 0 0 0,1 0 0 0 0,-1 0 1 0 0,0 1-1 0 0,0-1 0 0 0,0 0 0 0 0,0 0 1 0 0,0 0-1 0 0,0 1 0 0 0,0-1 0 0 0,0 0 1 0 0,0 0-1 0 0,0 0 0 0 0,0 1 0 0 0,0-1 0 0 0,0 0 1 0 0,-7 12-1989 0 0,2-4 1025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22:15.5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1 169 1824 0 0,'0'0'35'0'0,"0"0"0"0"0,0 0 0 0 0,0 0-1 0 0,0 0 1 0 0,0 0 0 0 0,0 0 0 0 0,0 0-1 0 0,0 0 1 0 0,1 0 0 0 0,-1 0 0 0 0,0 0-1 0 0,0 0 1 0 0,0 0 0 0 0,0 0 0 0 0,0 0-1 0 0,0 0 1 0 0,0 0 0 0 0,0 0 0 0 0,0 0-1 0 0,0 0 1 0 0,0 0 0 0 0,1 0 0 0 0,-1 1-1 0 0,0-1 1 0 0,0 0 0 0 0,0 0 0 0 0,0 0 0 0 0,0 0-1 0 0,0 0 1 0 0,0 0 0 0 0,0 0 0 0 0,0 0-1 0 0,0 0 1 0 0,0 0 0 0 0,0 0 0 0 0,0 0-1 0 0,0 1 1 0 0,0-1 0 0 0,0 0 0 0 0,0 0-1 0 0,0 0 1 0 0,0 0 0 0 0,0 0 0 0 0,0 0-1 0 0,0 0 1 0 0,0 0 0 0 0,0 0 0 0 0,0 0-1 0 0,0 0 1 0 0,0 1 0 0 0,0-1 0 0 0,0 0-1 0 0,0 0 1 0 0,0 0 0 0 0,0 0 0 0 0,0 0-1 0 0,0 0 1 0 0,0 0 0 0 0,0 0 0 0 0,0 0-1 0 0,0 0 1 0 0,0 0 0 0 0,0 0 0 0 0,-1 0-1 0 0,1 1 1 0 0,0-1 0 0 0,0 0 0 0 0,12-1 1334 0 0,12-5 268 0 0,137-60 4442 0 0,84-29-3321 0 0,-241 94-2930 0 0,1 0-1 0 0,-1 0 0 0 0,0 0 0 0 0,0 1 1 0 0,0-1-1 0 0,0 1 0 0 0,1 0 0 0 0,-1 0 1 0 0,0 1-1 0 0,7 1 0 0 0,-9-2-401 0 0,0 1-1 0 0,-1-1 1 0 0,1 1-1 0 0,0 0 1 0 0,-1 0-1 0 0,1-1 1 0 0,-1 1-1 0 0,1 1 1 0 0,-1-1-1 0 0,1 0 1 0 0,-1 0-1 0 0,0 0 1 0 0,1 1-1 0 0,-1-1 1 0 0,0 1-1 0 0,0-1 1 0 0,1 3-1 0 0,0 1-2327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22:45.388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166 1 8 0 0,'-5'0'83'0'0,"-1"0"1"0"0,1 1-1 0 0,0-1 1 0 0,0 1-1 0 0,0 1 0 0 0,0-1 1 0 0,0 0-1 0 0,-9 5 1 0 0,-4 0 527 0 0,8-2-352 0 0,1 0 0 0 0,0 0 1 0 0,1 1-1 0 0,-1 0 1 0 0,1 1-1 0 0,0 0 0 0 0,0 0 1 0 0,1 1-1 0 0,-10 10 1 0 0,50-9 3680 0 0,-12-2-3657 0 0,4 0 26 0 0,0-1 1 0 0,0-1-1 0 0,0-1 0 0 0,1-1 0 0 0,0-1 1 0 0,-1-2-1 0 0,1 0 0 0 0,41-8 0 0 0,117-12 1060 0 0,216 4-1 0 0,-141 10-608 0 0,445 13 563 0 0,-570 4-1254 0 0,132-1 684 0 0,-195-12-569 0 0,401-11 233 0 0,44-7-256 0 0,-221 5 19 0 0,-51 13 72 0 0,85-3-169 0 0,-243 5-42 0 0,91 12-1 0 0,82-1 37 0 0,-31-4-52 0 0,-3 0 28 0 0,-81-9 4 0 0,73-4 10 0 0,66 1-41 0 0,-73 5-32 0 0,-160-1-15 0 0,-1 2-1 0 0,58 8 1 0 0,-90-6-24 0 0,-1 1 0 0 0,0 0 0 0 0,0 2-1 0 0,0-1 1 0 0,-1 2 0 0 0,0 0 0 0 0,0 1 0 0 0,0 1 0 0 0,-1 0 0 0 0,19 14 0 0 0,-21-9 74 0 0,-91-42-17239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23:10.471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29 69 840 0 0,'9'-24'31'0'0,"-7"21"168"0"0,-1 0-1 0 0,0-1 1 0 0,1 1-1 0 0,-1 0 1 0 0,0 0-1 0 0,-1-1 1 0 0,1 1-1 0 0,-1-1 1 0 0,1-3-1 0 0,-1 7-160 0 0,0-1 0 0 0,-1 1 0 0 0,1 0 0 0 0,0-1-1 0 0,0 1 1 0 0,0 0 0 0 0,0-1 0 0 0,-1 1 0 0 0,1-1 0 0 0,0 1 0 0 0,0 0 0 0 0,-1-1-1 0 0,1 1 1 0 0,0 0 0 0 0,-1 0 0 0 0,1-1 0 0 0,0 1 0 0 0,-1 0 0 0 0,1 0 0 0 0,-1-1-1 0 0,1 1 1 0 0,0 0 0 0 0,-1 0 0 0 0,1 0 0 0 0,-1 0 0 0 0,1 0 0 0 0,0 0-1 0 0,-1 0 1 0 0,0 0 0 0 0,-25 4 714 0 0,25-4-715 0 0,1 0 0 0 0,-1 0 0 0 0,1 0 1 0 0,0 0-1 0 0,-1 0 0 0 0,1 0 0 0 0,0 0 1 0 0,-1 0-1 0 0,1 0 0 0 0,-1 0 0 0 0,1 0 0 0 0,0 0 1 0 0,-1 1-1 0 0,1-1 0 0 0,0 0 0 0 0,-1 0 1 0 0,1 0-1 0 0,0 0 0 0 0,-1 1 0 0 0,1-1 1 0 0,0 0-1 0 0,-1 0 0 0 0,1 1 0 0 0,0-1 0 0 0,0 0 1 0 0,-1 1-1 0 0,1-1 0 0 0,0 0 0 0 0,0 0 1 0 0,0 1-1 0 0,0-1 0 0 0,-1 1 0 0 0,1-1 1 0 0,0 0-1 0 0,0 1 0 0 0,0-1 0 0 0,0 0 0 0 0,0 1 1 0 0,0-1-1 0 0,0 0 0 0 0,0 1 0 0 0,0-1 1 0 0,0 1-1 0 0,0-1 0 0 0,0 0 0 0 0,0 1 1 0 0,0-1-1 0 0,0 1 0 0 0,0-1 0 0 0,0 0 0 0 0,1 1 1 0 0,-1-1-1 0 0,0 0 0 0 0,1 1 0 0 0,26 14 685 0 0,44 7-417 0 0,-15-11-89 0 0,-1-2 1 0 0,2-3-1 0 0,-1-2 1 0 0,81-4 0 0 0,223-41 833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23:11.239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146 80 2248 0 0,'-1'-4'216'0'0,"1"0"-1"0"0,-1 1 0 0 0,1-1 0 0 0,0 0 0 0 0,0 0 0 0 0,0 0 0 0 0,2-6 0 0 0,-1 7-206 0 0,-1 0 0 0 0,1 0 0 0 0,-1 0 0 0 0,0 0 0 0 0,0 0 0 0 0,0 0 0 0 0,0 0 1 0 0,-1 0-1 0 0,1 0 0 0 0,-2-3 0 0 0,2 6-11 0 0,-1-1 1 0 0,0 0 0 0 0,0 1-1 0 0,0-1 1 0 0,0 1-1 0 0,0-1 1 0 0,0 1-1 0 0,0 0 1 0 0,0-1 0 0 0,0 1-1 0 0,0 0 1 0 0,0 0-1 0 0,0 0 1 0 0,0 0 0 0 0,0-1-1 0 0,0 2 1 0 0,0-1-1 0 0,0 0 1 0 0,0 0-1 0 0,0 0 1 0 0,0 0 0 0 0,0 0-1 0 0,0 1 1 0 0,0-1-1 0 0,1 0 1 0 0,-1 1-1 0 0,-2 0 1 0 0,-29 14 239 0 0,29-14-197 0 0,-6 3 230 0 0,-29 13-49 0 0,37-16-55 0 0,0-1 0 0 0,-1 1-1 0 0,1-1 1 0 0,-1 0 0 0 0,1 1 0 0 0,-1-1 0 0 0,1 0 0 0 0,0 0 0 0 0,-1 0 0 0 0,1 0 0 0 0,-1 0-1 0 0,1-1 1 0 0,-1 1 0 0 0,1 0 0 0 0,-1-1 0 0 0,1 1 0 0 0,-1-1 0 0 0,1 1 0 0 0,0-1 0 0 0,-1 0-1 0 0,1 1 1 0 0,-2-3 0 0 0,45 0 759 0 0,21 3-599 0 0,0-2 1 0 0,81-13 0 0 0,-89 7-193 0 0,1 2-1 0 0,0 3 1 0 0,91 7-1 0 0,28 28-83 0 0,-1 1 447 0 0,-147-29-545 0 0,0-2-1 0 0,0-1 0 0 0,0-2 1 0 0,39-4-1 0 0,-65 5-132 0 0,0 0-1 0 0,0 0 1 0 0,0 0 0 0 0,0-1-1 0 0,0 1 1 0 0,-1 0-1 0 0,1-1 1 0 0,0 1 0 0 0,0 0-1 0 0,0-1 1 0 0,0 1-1 0 0,0-1 1 0 0,9-15-3248 0 0,-10 15 3248 0 0,0 0 0 0 0,0 0-1 0 0,0 0 1 0 0,0 0 0 0 0,0 0-1 0 0,0 0 1 0 0,-1 0-1 0 0,1 0 1 0 0,0 0 0 0 0,-1 0-1 0 0,1 0 1 0 0,-1-1-1 0 0,-2-16-2466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23:28.624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128 181 64 0 0,'-5'-3'8'0'0,"1"0"-1"0"0,-1 0 1 0 0,0 1 0 0 0,0 0-1 0 0,0 0 1 0 0,0 0 0 0 0,-1 0-1 0 0,1 1 1 0 0,-1 0 0 0 0,1 0-1 0 0,-10 0 1 0 0,-2-1 595 0 0,-23-9 4031 0 0,40 10-4600 0 0,26 2 631 0 0,45 10 269 0 0,-52-8-517 0 0,0 0 0 0 0,0 0 0 0 0,0-2 1 0 0,1-1-1 0 0,22-2 0 0 0,202-40 2071 0 0,13-2-738 0 0,-155 31-1221 0 0,106 0 1 0 0,135 0 835 0 0,-297 13-1181 0 0,11 0 379 0 0,78-8 0 0 0,93-9 607 0 0,-47 6-773 0 0,-124 9-168 0 0,106 7 0 0 0,-104 0-70 0 0,99-6-1 0 0,-79-3 78 0 0,122 11 1 0 0,37 0 19 0 0,346-22 219 0 0,-581 15-536 0 0,15-1-285 0 0,1 2-1 0 0,-1 0 1 0 0,0 0 0 0 0,0 2-1 0 0,26 7 1 0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23:29.792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7 13 3353 0 0,'-1'0'26'0'0,"1"0"0"0"0,0 0 0 0 0,0 0 0 0 0,-1 0 0 0 0,1 0 0 0 0,0 0 0 0 0,0 0 0 0 0,-1 0 1 0 0,1 0-1 0 0,0 0 0 0 0,0 0 0 0 0,-1 0 0 0 0,1 0 0 0 0,0 0 0 0 0,0-1 0 0 0,0 1 0 0 0,-1 0 0 0 0,1 0 1 0 0,0 0-1 0 0,0 0 0 0 0,0 0 0 0 0,0-1 0 0 0,-1 1 0 0 0,1 0 0 0 0,0 0 0 0 0,0-1 0 0 0,0 1 0 0 0,0 0 0 0 0,0 0 1 0 0,0 0-1 0 0,0-1 0 0 0,-1 1 0 0 0,1 0 0 0 0,0 0 0 0 0,0-1 0 0 0,0 1 0 0 0,0 0 0 0 0,0 0 0 0 0,0-1 1 0 0,0 1-1 0 0,0 0 0 0 0,0 0 0 0 0,0-1 0 0 0,1 1 0 0 0,-1 0 0 0 0,0 0 0 0 0,0-1 0 0 0,0 1 0 0 0,0 0 0 0 0,0 0 1 0 0,0 0-1 0 0,0-1 0 0 0,1 1 0 0 0,-1 0 0 0 0,0 0 0 0 0,0 0 0 0 0,0 0 0 0 0,0-1 0 0 0,1 1 0 0 0,22-3-347 0 0,31 9 3263 0 0,-45-4-2766 0 0,0-1 0 0 0,0 0-1 0 0,1 0 1 0 0,-1-1 0 0 0,0 0 0 0 0,1 0 0 0 0,16-4 0 0 0,-18 3-146 0 0,-1-1 0 0 0,0 1 0 0 0,1 1 0 0 0,-1-1 0 0 0,0 1 0 0 0,1 1 0 0 0,-1-1 1 0 0,1 1-1 0 0,-1 0 0 0 0,0 1 0 0 0,0 0 0 0 0,0 0 0 0 0,8 4 0 0 0,-14-5-12 0 0,1 0 0 0 0,-1 0 0 0 0,1 0 0 0 0,-1 1 0 0 0,1-1-1 0 0,-1 1 1 0 0,0-1 0 0 0,1 1 0 0 0,-1 0 0 0 0,0-1 0 0 0,0 1 0 0 0,0 0-1 0 0,-1 0 1 0 0,1 0 0 0 0,0 0 0 0 0,-1-1 0 0 0,1 1 0 0 0,-1 0 0 0 0,1 3-1 0 0,5 15 977 0 0,15-27-451 0 0,-19 5-706 0 0,0 1 0 0 0,0 0-1 0 0,1 0 1 0 0,-1 0 0 0 0,0 0 0 0 0,1 0 0 0 0,-1 0 0 0 0,1 1 0 0 0,-1-1 0 0 0,1 1 0 0 0,-1 0 0 0 0,1 0-1 0 0,-1-1 1 0 0,1 2 0 0 0,3-1 0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23:31.414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267 67 136 0 0,'-8'-6'1560'0'0,"20"4"350"0"0,-24 8 320 0 0,9-5-2090 0 0,1 1 0 0 0,0-1 0 0 0,0 0 0 0 0,-1 1-1 0 0,1-1 1 0 0,-1-1 0 0 0,1 1 0 0 0,-1 0-1 0 0,1-1 1 0 0,-1 1 0 0 0,1-1 0 0 0,-5 1 0 0 0,-1-3 116 0 0,0-1 0 0 0,0 1 1 0 0,1-1-1 0 0,-1-1 1 0 0,1 1-1 0 0,-14-10 1 0 0,12 8-660 0 0,0-1 0 0 0,0 2 0 0 0,0-1 0 0 0,-15-4 0 0 0,-33-2-3193 0 0,19 4 678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23:43.286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27 140 1824 0 0,'-2'-2'238'0'0,"-1"0"1"0"0,1 0-1 0 0,-1 0 0 0 0,1 0 0 0 0,0 0 0 0 0,0 0 0 0 0,0-1 0 0 0,0 1 0 0 0,0-1 0 0 0,1 0 0 0 0,-2-2 0 0 0,3 3-147 0 0,-1 1 1 0 0,1 0-1 0 0,0-1 0 0 0,0 1 0 0 0,0 0 0 0 0,0 0 1 0 0,1-1-1 0 0,-1 1 0 0 0,0 0 0 0 0,0-1 1 0 0,1 1-1 0 0,-1 0 0 0 0,1 0 0 0 0,-1-1 0 0 0,1 1 1 0 0,0 0-1 0 0,-1 0 0 0 0,1 0 0 0 0,0 0 1 0 0,0 0-1 0 0,0 0 0 0 0,0 0 0 0 0,-1 0 0 0 0,2 0 1 0 0,-1 0-1 0 0,0 1 0 0 0,0-1 0 0 0,0 0 1 0 0,0 1-1 0 0,0-1 0 0 0,2 0 0 0 0,8-4 83 0 0,1 0 0 0 0,-1 1 0 0 0,1 1 0 0 0,-1 0 0 0 0,1 0 0 0 0,0 2 0 0 0,0-1 0 0 0,0 1 0 0 0,0 1 0 0 0,15 1 0 0 0,46-4 1906 0 0,-49 1-1848 0 0,0 2 0 0 0,-1 0-1 0 0,1 2 1 0 0,0 1 0 0 0,29 7-1 0 0,-25-5 83 0 0,0 0 0 0 0,0-2-1 0 0,35 0 1 0 0,288-2 979 0 0,-19 1-535 0 0,-236-6-533 0 0,524 1 690 0 0,-300 2-658 0 0,1-1 11 0 0,316 0 190 0 0,-458-4-391 0 0,173 1 20 0 0,327-17 562 0 0,-191 1-158 0 0,69 18-366 0 0,-201-2-75 0 0,-93 1 30 0 0,260 8-44 0 0,-186 5 80 0 0,20 1 38 0 0,-251-6 183 0 0,202-20 0 0 0,-297 15-591 0 0,0 2 1 0 0,0-1 0 0 0,0 1-1 0 0,17 4 1 0 0,16 11-6454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23:51.9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88 1448 0 0,'0'0'41'0'0,"-1"0"0"0"0,1 0 0 0 0,0 0 0 0 0,-1 0 0 0 0,1-1 0 0 0,-1 1 0 0 0,1 0 0 0 0,-1 0 0 0 0,1 0 0 0 0,0 0 0 0 0,-1-1 0 0 0,1 1 0 0 0,0 0 0 0 0,-1-1 0 0 0,1 1 0 0 0,0 0 0 0 0,-1 0 0 0 0,1-1 0 0 0,0 1 0 0 0,-1 0 0 0 0,1-1 0 0 0,0 1 0 0 0,0-1 0 0 0,-1 1 0 0 0,1 0 0 0 0,0-1 0 0 0,0 1 0 0 0,0-1 0 0 0,0 1 0 0 0,0-1 0 0 0,0 1 0 0 0,0 0 0 0 0,-1-1 0 0 0,1 1 0 0 0,0-1 0 0 0,1 1 0 0 0,-1-1 0 0 0,0 1 0 0 0,0-1 0 0 0,0 1 0 0 0,0 0 0 0 0,0-1 0 0 0,0 1 0 0 0,0-1 0 0 0,1 1 0 0 0,-1-1 0 0 0,0 1 0 0 0,1-1 0 0 0,25-9 2320 0 0,-25 10-2331 0 0,24-5 1313 0 0,0 0 1 0 0,26 0-1 0 0,46-9 727 0 0,-44 3-1635 0 0,1 2 0 0 0,0 3 0 0 0,96 0-1 0 0,167 25 817 0 0,-203-9-115 0 0,-88-9-1053 0 0,1 2 0 0 0,-1 1 0 0 0,0 1 0 0 0,0 1 1 0 0,0 1-1 0 0,-1 1 0 0 0,0 2 0 0 0,0 0 0 0 0,-2 2 0 0 0,1 1 0 0 0,-1 0 0 0 0,35 29 0 0 0,-52-38-15 0 0,14 12 185 0 0,-2 0-1 0 0,1 1 1 0 0,-2 0-1 0 0,16 21 1 0 0,-29-32-208 0 0,0 0 1 0 0,0 0-1 0 0,-1 1 0 0 0,1 0 0 0 0,-1-1 1 0 0,-1 1-1 0 0,1 0 0 0 0,-1 0 1 0 0,-1 0-1 0 0,1 0 0 0 0,-1 1 0 0 0,-1-1 1 0 0,1 0-1 0 0,-1 1 0 0 0,0-1 1 0 0,-1 0-1 0 0,1 1 0 0 0,-3 7 0 0 0,-3 12 74 0 0,-1 0 0 0 0,-1 0 0 0 0,-1-1-1 0 0,-14 29 1 0 0,17-43-56 0 0,-1-1 0 0 0,-1 1 0 0 0,0-1 0 0 0,-1-1 0 0 0,1 0 0 0 0,-2 0 0 0 0,0 0 0 0 0,0-1 0 0 0,0-1 0 0 0,-19 12 0 0 0,-19 8-29 0 0,0-1 0 0 0,-2-3-1 0 0,-1-1 1 0 0,0-3-1 0 0,-65 15 1 0 0,97-30-72 0 0,0-1-1 0 0,0-1 1 0 0,0-1 0 0 0,0-1 0 0 0,-23-1-1 0 0,42 0 26 0 0,-1 0 1 0 0,1 0-1 0 0,-1 0 0 0 0,1 0 0 0 0,-1 0 0 0 0,1 0 0 0 0,-1 0 0 0 0,0 0 0 0 0,1-1 0 0 0,-1 1 0 0 0,1 0 0 0 0,0 0 0 0 0,-1 0 0 0 0,1-1 0 0 0,-1 1 1 0 0,1 0-1 0 0,-1-1 0 0 0,1 1 0 0 0,-1 0 0 0 0,1-1 0 0 0,0 1 0 0 0,-1-1 0 0 0,1 1 0 0 0,0 0 0 0 0,0-1 0 0 0,-1 1 0 0 0,1-1 0 0 0,0 1 1 0 0,0-1-1 0 0,-1 1 0 0 0,1-1 0 0 0,0 1 0 0 0,0-1 0 0 0,0 0 0 0 0,7-22-245 0 0,30-27 123 0 0,-30 42 147 0 0,61-99 157 0 0,-54 81-52 0 0,2 0-1 0 0,1 1 0 0 0,37-43 1 0 0,-53 67-116 0 0,-1 1 1 0 0,0-1 0 0 0,1 0-1 0 0,-1 0 1 0 0,1 1-1 0 0,0-1 1 0 0,-1 0 0 0 0,1 1-1 0 0,-1-1 1 0 0,1 1 0 0 0,0-1-1 0 0,0 1 1 0 0,-1-1 0 0 0,1 1-1 0 0,0-1 1 0 0,0 1-1 0 0,0 0 1 0 0,-1-1 0 0 0,1 1-1 0 0,0 0 1 0 0,0 0 0 0 0,0-1-1 0 0,0 1 1 0 0,0 0-1 0 0,-1 0 1 0 0,1 0 0 0 0,2 0-1 0 0,-3 2 5 0 0,1-1-1 0 0,-1 0 0 0 0,0 1 1 0 0,1-1-1 0 0,-1 0 1 0 0,0 1-1 0 0,0-1 0 0 0,0 1 1 0 0,0-1-1 0 0,0 0 1 0 0,0 1-1 0 0,-1-1 0 0 0,1 0 1 0 0,0 1-1 0 0,-1 1 1 0 0,-23 70 141 0 0,21-66-142 0 0,-19 46 46 0 0,-54 93 0 0 0,15-35-7 0 0,60-111-44 0 0,1 1-1 0 0,0-1 1 0 0,0 1-1 0 0,-1 0 1 0 0,1-1-1 0 0,0 1 1 0 0,0-1-1 0 0,-1 1 1 0 0,1 0-1 0 0,0-1 1 0 0,0 1-1 0 0,0 0 1 0 0,0-1-1 0 0,0 1 1 0 0,0-1-1 0 0,0 1 1 0 0,0 0-1 0 0,0-1 1 0 0,1 1-1 0 0,-1 0 1 0 0,0-1-1 0 0,0 1 1 0 0,0-1-1 0 0,1 1 1 0 0,-1-1-1 0 0,0 1 1 0 0,1-1-1 0 0,-1 1 1 0 0,1 0-1 0 0,21 8 30 0 0,36-7 106 0 0,-48-2-89 0 0,82 2-11 0 0,0 5 0 0 0,0 3-1 0 0,129 33 1 0 0,-195-35-145 0 0,22 5-1083 0 0,-21-14-4747 0 0,-26 1 5648 0 0,0 0 0 0 0,0-1-1 0 0,-1 1 1 0 0,1-1 0 0 0,0 1 0 0 0,-1-1-1 0 0,1 1 1 0 0,0-1 0 0 0,-1 0 0 0 0,1 1 0 0 0,0-1-1 0 0,-1 0 1 0 0,1 0 0 0 0,-1 1 0 0 0,1-1-1 0 0,-1 0 1 0 0,0 0 0 0 0,1 0 0 0 0,-1 1 0 0 0,0-1-1 0 0,0 0 1 0 0,1 0 0 0 0,-1 0 0 0 0,0 0 0 0 0,0 0-1 0 0,0 0 1 0 0,0 0 0 0 0,0 1 0 0 0,0-2-1 0 0,0-7-1006 0 0,8-9-1882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23:55.3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8 2224 0 0,'0'0'14'0'0,"0"0"-1"0"0,-1 0 0 0 0,1 0 0 0 0,0-1 0 0 0,0 1 0 0 0,0 0 0 0 0,0 0 0 0 0,0 0 0 0 0,0-1 0 0 0,0 1 0 0 0,0 0 0 0 0,0 0 0 0 0,0 0 0 0 0,0-1 0 0 0,0 1 0 0 0,0 0 0 0 0,0 0 0 0 0,0 0 1 0 0,0-1-1 0 0,0 1 0 0 0,0 0 0 0 0,0 0 0 0 0,0 0 0 0 0,0-1 0 0 0,0 1 0 0 0,1 0 0 0 0,-1 0 0 0 0,0 0 0 0 0,0 0 0 0 0,0-1 0 0 0,0 1 0 0 0,0 0 0 0 0,0 0 0 0 0,1 0 0 0 0,-1 0 0 0 0,0 0 1 0 0,0-1-1 0 0,0 1 0 0 0,0 0 0 0 0,1 0 0 0 0,-1 0 0 0 0,0 0 0 0 0,0 0 0 0 0,0 0 0 0 0,1 0 0 0 0,14-1 63 0 0,15 6-188 0 0,-21 0 178 0 0,1-1 1 0 0,-1 2 0 0 0,0-1 0 0 0,0 1 0 0 0,-1 0-1 0 0,0 1 1 0 0,0 0 0 0 0,0 0 0 0 0,-1 1 0 0 0,0 0 0 0 0,0 0-1 0 0,9 18 1 0 0,-7-13 17 0 0,0-1-1 0 0,1 0 0 0 0,0-1 1 0 0,0 0-1 0 0,1-1 1 0 0,13 10-1 0 0,4-3-7 0 0,1-2 1 0 0,0 0-1 0 0,1-2 0 0 0,62 18 1 0 0,137 20 494 0 0,-144-34-484 0 0,31 4 328 0 0,143 6 1 0 0,123-13 444 0 0,-154-9-645 0 0,635-34 509 0 0,-550 9-376 0 0,-42 2-128 0 0,214-8 471 0 0,-332 24-613 0 0,180 22 0 0 0,196 9 1776 0 0,-125 5-1424 0 0,-269-17-444 0 0,268 14 136 0 0,3 0 307 0 0,-354-25-369 0 0,71 7 11 0 0,165 40 0 0 0,-11 12 83 0 0,51 14 119 0 0,7 0 24 0 0,106 32 985 0 0,-302-72-865 0 0,-101-30-378 0 0,0 1 0 0 0,-1 1 0 0 0,0 3 0 0 0,0 0 1 0 0,-2 3-1 0 0,47 28 0 0 0,15 22 182 0 0,149 76 1 0 0,-78-47 90 0 0,36 18 181 0 0,20 0-72 0 0,-79-38-214 0 0,-63-34-149 0 0,146 66 495 0 0,-16-3-344 0 0,-187-91-169 0 0,-3-3 45 0 0,0-2 0 0 0,23 7-1 0 0,-31-12-80 0 0,0 0-1 0 0,-1 1 1 0 0,1 1-1 0 0,-1 0 1 0 0,-1 0-1 0 0,1 2 1 0 0,-1 0-1 0 0,19 15 1 0 0,-26-19 22 0 0,1 0 1 0 0,-1-1-1 0 0,1 1 0 0 0,0-1 1 0 0,0-1-1 0 0,0 1 0 0 0,0-1 1 0 0,9 2-1 0 0,-2 0 25 0 0,-22-9 30 0 0,1-1 0 0 0,0-1 0 0 0,0 1 0 0 0,1-1 1 0 0,0-1-1 0 0,-8-9 0 0 0,1 0-26 0 0,-1 0-6 0 0,2-1 0 0 0,-14-21 1 0 0,19 24-56 0 0,-1 2 0 0 0,-1-1 0 0 0,0 1 0 0 0,-1 1 0 0 0,-16-15 0 0 0,1 12-154 0 0,25 15 145 0 0,0-1 1 0 0,-1 1 0 0 0,1-1-1 0 0,0 1 1 0 0,0-1-1 0 0,0 1 1 0 0,-1 0-1 0 0,1-1 1 0 0,0 1 0 0 0,-1 0-1 0 0,1 0 1 0 0,0 0-1 0 0,0 0 1 0 0,-1 0 0 0 0,1 0-1 0 0,0 0 1 0 0,-1 1-1 0 0,1-1 1 0 0,0 0-1 0 0,-2 1 1 0 0,45 23-910 0 0,-10-6 839 0 0,0 1 0 0 0,-1 2 0 0 0,30 25 0 0 0,-57-42 74 0 0,-1 0 1 0 0,1 1 0 0 0,-1 0 0 0 0,0-1 0 0 0,0 1-1 0 0,0 0 1 0 0,-1 1 0 0 0,0-1 0 0 0,3 9-1 0 0,15 30-104 0 0,-13-35 93 0 0,-4-6 27 0 0,1 1 0 0 0,-2-1 0 0 0,1 1 0 0 0,0 0 0 0 0,-1 0 0 0 0,0 0 0 0 0,1 0 0 0 0,-2 0 0 0 0,1 1-1 0 0,1 5 1 0 0,-6-7 11 0 0,-1-1 1 0 0,0 0-1 0 0,0 0 0 0 0,-1 0 0 0 0,1-1 0 0 0,0 1 0 0 0,0-1 1 0 0,-1 0-1 0 0,1 0 0 0 0,-1-1 0 0 0,-5 1 0 0 0,0 1-16 0 0,-22 7-88 0 0,1 1 0 0 0,-42 20-1 0 0,42-16-987 0 0,-1-2-1 0 0,-59 16 0 0 0,83-26 397 0 0,-1-1 0 0 0,0 1 0 0 0,0-2-1 0 0,0 1 1 0 0,1-1 0 0 0,-1-1-1 0 0,0 1 1 0 0,0-1 0 0 0,0-1-1 0 0,1 0 1 0 0,-1 0 0 0 0,1-1 0 0 0,-1 0-1 0 0,1 0 1 0 0,-10-6 0 0 0,-1-4-1745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23:58.5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17 1816 0 0,'3'-2'21'0'0,"-1"0"0"0"0,1 0-1 0 0,0 1 1 0 0,-1-1 0 0 0,1 1-1 0 0,0 0 1 0 0,0 0-1 0 0,0 0 1 0 0,0 0 0 0 0,-1 0-1 0 0,1 1 1 0 0,0-1 0 0 0,1 1-1 0 0,-1 0 1 0 0,0 0-1 0 0,0 0 1 0 0,5 1 0 0 0,58 12 454 0 0,-40-7 1043 0 0,-6-2-1254 0 0,0 0 0 0 0,-1 2 1 0 0,0 0-1 0 0,0 1 0 0 0,0 1 0 0 0,29 16 1 0 0,-40-19-159 0 0,0-1 1 0 0,1-1 0 0 0,-1 0-1 0 0,0 0 1 0 0,1 0 0 0 0,0-1-1 0 0,-1 0 1 0 0,1-1 0 0 0,11 1-1 0 0,83-7 850 0 0,-83 3-836 0 0,0 0 1 0 0,0 1 0 0 0,0 2-1 0 0,0 0 1 0 0,31 5 0 0 0,-2 3 187 0 0,1-2 1 0 0,-1-2 0 0 0,1-2-1 0 0,84-7 1 0 0,-105 3-223 0 0,7 2 28 0 0,1 1 0 0 0,0 3-1 0 0,55 13 1 0 0,-48-9 21 0 0,85 8-1 0 0,-10-16 244 0 0,-50-1-43 0 0,0 3 0 0 0,89 15 0 0 0,-67-1-31 0 0,167 11-1 0 0,-105-24 2 0 0,166 26 0 0 0,306 26 128 0 0,-213-27-382 0 0,157-5 128 0 0,-157-11-186 0 0,671 68 27 0 0,-218 54-15 0 0,-800-123-5 0 0,290 66 69 0 0,-65-14-18 0 0,-93-21-59 0 0,352 126 0 0 0,-409-117 11 0 0,-52-21 1 0 0,0 4-1 0 0,113 63 0 0 0,-141-60-16 0 0,-1 2 0 0 0,-2 3 0 0 0,-2 3 0 0 0,-2 1 0 0 0,72 85 0 0 0,-101-99-45 0 0,-2 1-1 0 0,-1 1 1 0 0,27 61 0 0 0,12 22-85 0 0,-48-99 148 0 0,0 0 1 0 0,-2 0 0 0 0,0 1 0 0 0,-1 0 0 0 0,-2 1-1 0 0,0 0 1 0 0,-1 0 0 0 0,6 36 0 0 0,-1 98 15 0 0,-11-155-15 0 0,0 1 1 0 0,0-1-1 0 0,0 0 1 0 0,0 1-1 0 0,0-1 0 0 0,0 0 1 0 0,-1 1-1 0 0,1-1 1 0 0,0 0-1 0 0,0 1 0 0 0,0-1 1 0 0,0 0-1 0 0,0 0 1 0 0,-1 1-1 0 0,1-1 0 0 0,0 0 1 0 0,0 0-1 0 0,0 1 1 0 0,-1-1-1 0 0,1 0 0 0 0,0 0 1 0 0,0 0-1 0 0,-1 1 1 0 0,1-1-1 0 0,0 0 0 0 0,-1 0 1 0 0,1 0-1 0 0,0 0 1 0 0,0 0-1 0 0,-1 1 0 0 0,1-1 1 0 0,0 0-1 0 0,-1 0 1 0 0,1 0-1 0 0,0 0 0 0 0,-1 0 1 0 0,1 0-1 0 0,-1 0 1 0 0,-19-5 148 0 0,-21-13-133 0 0,39 17-49 0 0,-35-17 81 0 0,-64-44 0 0 0,90 54-30 0 0,1 0 1 0 0,0-1-1 0 0,0 0 0 0 0,1 0 0 0 0,0-1 1 0 0,1 0-1 0 0,0 0 0 0 0,0-1 0 0 0,1 0 1 0 0,-6-14-1 0 0,13 25-22 0 0,-1-1 1 0 0,1 1-1 0 0,-1-1 0 0 0,1 0 1 0 0,0 1-1 0 0,-1-1 1 0 0,1 0-1 0 0,0 1 0 0 0,-1-1 1 0 0,1 0-1 0 0,0 0 1 0 0,0 1-1 0 0,0-1 0 0 0,-1 0 1 0 0,1 0-1 0 0,0 1 1 0 0,0-1-1 0 0,0 0 0 0 0,0 0 1 0 0,1 1-1 0 0,-1-1 1 0 0,0 0-1 0 0,0 0 0 0 0,0 1 1 0 0,1-1-1 0 0,-1 0 1 0 0,0 1-1 0 0,1-1 0 0 0,0-1 1 0 0,21 4 106 0 0,0 1-159 0 0,-15-1 34 0 0,0 0 1 0 0,0 1 0 0 0,-1 0-1 0 0,1 0 1 0 0,-1 0 0 0 0,0 1-1 0 0,0 0 1 0 0,0 0 0 0 0,0 0-1 0 0,-1 1 1 0 0,0 0 0 0 0,9 9-1 0 0,-6-6 26 0 0,0 0 0 0 0,0-1-1 0 0,1 0 1 0 0,15 10 0 0 0,-1-8 81 0 0,-1-1 1 0 0,1 0-1 0 0,1-2 0 0 0,-1 0 1 0 0,47 4-1 0 0,-69-10-38 0 0,1 0 1 0 0,-1 0-1 0 0,0-1 1 0 0,0 1-1 0 0,0 0 1 0 0,0-1-1 0 0,0 1 1 0 0,0-1-1 0 0,0 1 1 0 0,0-1-1 0 0,0 1 1 0 0,0-1-1 0 0,0 1 1 0 0,0-1-1 0 0,0 0 1 0 0,0 0-1 0 0,0 0 1 0 0,-1 1-1 0 0,1-1 1 0 0,0 0-1 0 0,-1 0 1 0 0,1 0-1 0 0,0 0 1 0 0,-1 0-1 0 0,1-2 1 0 0,15-36 907 0 0,-6 13-766 0 0,25-33 383 0 0,-12 21-1931 0 0,20-47 1 0 0,-37 71 40 0 0,0-1 1 0 0,-1 0-1 0 0,-1 0 1 0 0,-1 0-1 0 0,0-1 0 0 0,-1 1 1 0 0,1-18-1 0 0,-2-20-2889 0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24:27.453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1 202 760 0 0,'1'-29'4715'0'0,"4"27"-4442"0"0,0 0 1 0 0,0 0 0 0 0,0 0 0 0 0,0 1 0 0 0,1 0 0 0 0,7-1 0 0 0,-4 0-58 0 0,19-3 206 0 0,1 1-1 0 0,0 1 1 0 0,55 2 0 0 0,-57 2-130 0 0,0-1 1 0 0,0-1 0 0 0,0-2 0 0 0,41-8-1 0 0,-46 6-172 0 0,0 1 1 0 0,0 1-1 0 0,1 2 0 0 0,0 0 0 0 0,-1 1 0 0 0,39 5 0 0 0,-36-3-45 0 0,18-1 247 0 0,73-8-1 0 0,0 1-27 0 0,398-7 743 0 0,-323 14-588 0 0,199-3 254 0 0,-311-1-598 0 0,-1 3-1 0 0,102 13 0 0 0,-136-9-19 0 0,0-3 0 0 0,0-1 0 0 0,60-8 0 0 0,-56 3 80 0 0,0 2 1 0 0,74 5-1 0 0,-7 7 41 0 0,0-4-1 0 0,178-16 1 0 0,-160-4-110 0 0,166-8-56 0 0,-31 11 74 0 0,-1 0 51 0 0,-37-7-66 0 0,0-1-2 0 0,252 19 194 0 0,-150 7-30 0 0,-315-8-662 0 0,30 0 1161 0 0,-28 9-4033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24:38.361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71 158 512 0 0,'-3'-1'101'0'0,"-3"1"114"0"0,-1-1 0 0 0,1 0 0 0 0,0 0 0 0 0,0-1 0 0 0,0 0 0 0 0,1 0 0 0 0,-9-4 0 0 0,13 6-160 0 0,0-1 1 0 0,0 0 0 0 0,1 1-1 0 0,-1-1 1 0 0,0 0-1 0 0,0 0 1 0 0,1 1 0 0 0,-1-1-1 0 0,1 0 1 0 0,-1 0-1 0 0,0 0 1 0 0,1 0 0 0 0,0 0-1 0 0,-1 0 1 0 0,1 0-1 0 0,-1 0 1 0 0,1 0-1 0 0,0 0 1 0 0,0-1 0 0 0,0-1 77 0 0,0 1 1 0 0,0-1-1 0 0,1 1 1 0 0,-1 0-1 0 0,1-1 1 0 0,-1 1-1 0 0,1-1 0 0 0,0 1 1 0 0,0 0-1 0 0,0 0 1 0 0,2-4-1 0 0,-2 5-99 0 0,-1 0 0 0 0,1 0 0 0 0,-1 0-1 0 0,1 1 1 0 0,-1-1 0 0 0,1 0 0 0 0,-1 0-1 0 0,1 0 1 0 0,0 1 0 0 0,-1-1-1 0 0,1 0 1 0 0,0 1 0 0 0,0-1 0 0 0,0 0-1 0 0,0 1 1 0 0,-1-1 0 0 0,1 1 0 0 0,0-1-1 0 0,0 1 1 0 0,0 0 0 0 0,0-1 0 0 0,0 1-1 0 0,0 0 1 0 0,0 0 0 0 0,0 0 0 0 0,0 0-1 0 0,2 0 1 0 0,24 13 297 0 0,-24-11-248 0 0,0 1 1 0 0,1-1-1 0 0,-1-1 1 0 0,0 1-1 0 0,1 0 1 0 0,-1-1-1 0 0,1 0 1 0 0,6 2 0 0 0,81-3 794 0 0,-69-1-722 0 0,0 0-1 0 0,-1 2 0 0 0,37 5 1 0 0,-38-4 233 0 0,1 0-1 0 0,0-2 1 0 0,0 0 0 0 0,-1-1 0 0 0,1-2 0 0 0,25-5-1 0 0,-20 4-191 0 0,1 0-1 0 0,53 0 0 0 0,-46 4 152 0 0,1-2-1 0 0,-1-1 1 0 0,0-1-1 0 0,64-18 1 0 0,-27 6-254 0 0,-28 9 58 0 0,0 2 0 0 0,45 1 0 0 0,-43 3 13 0 0,80-13 0 0 0,-89 8-53 0 0,1 2 1 0 0,-1 1-1 0 0,66 3 0 0 0,108 23 288 0 0,-157-15-414 0 0,260 23 114 0 0,-271-27-32 0 0,0-2 0 0 0,1-2 1 0 0,73-9-1 0 0,-61 4 21 0 0,81 1-1 0 0,-65 8-77 0 0,120 7 60 0 0,-64-1-67 0 0,145-3-14 0 0,-77-5-22 0 0,-87 3 35 0 0,189 2 121 0 0,-161-7-140 0 0,-98 2 13 0 0,0 2 0 0 0,-1 1-1 0 0,49 14 1 0 0,-59-14 3 0 0,1-1 1 0 0,-1-1-1 0 0,1-2 0 0 0,0 0 1 0 0,-1-2-1 0 0,1-1 1 0 0,28-7-1 0 0,-18 4 4 0 0,0 2 1 0 0,68 2-1 0 0,531 42 45 0 0,-594-40-33 0 0,-1-2 0 0 0,1-1 0 0 0,74-15 0 0 0,20-2 60 0 0,257-30 44 0 0,-287 34-124 0 0,-24 8-20 0 0,163 7 0 0 0,-47 2 111 0 0,91-17 488 0 0,-117 3-456 0 0,234 14 0 0 0,-149 7 188 0 0,45 5 70 0 0,-146 5-308 0 0,166 12 147 0 0,95-15 338 0 0,-414-16-852 0 0,29 3 986 0 0,-32-3-885 0 0,0 0-1 0 0,0 0 0 0 0,0 0 1 0 0,1 0-1 0 0,-1 0 1 0 0,0 0-1 0 0,0 1 1 0 0,0-1-1 0 0,0 0 0 0 0,0 1 1 0 0,0-1-1 0 0,0 0 1 0 0,-1 1-1 0 0,1-1 1 0 0,6 7-1187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24:39.861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20 175 1736 0 0,'-1'1'29'0'0,"0"-1"0"0"0,0 0-1 0 0,1 0 1 0 0,-1 0-1 0 0,0 0 1 0 0,1 0-1 0 0,-1 0 1 0 0,0 0 0 0 0,1 0-1 0 0,-1 0 1 0 0,0 0-1 0 0,0 0 1 0 0,1 0 0 0 0,-1 0-1 0 0,0 0 1 0 0,1-1-1 0 0,-1 1 1 0 0,0 0-1 0 0,1 0 1 0 0,-1-1 0 0 0,1 1-1 0 0,-1-1 1 0 0,1 1-1 0 0,-1-1 1 0 0,0 1-1 0 0,1 0 1 0 0,-1-2 0 0 0,12-13 482 0 0,4-3 255 0 0,-14 16-569 0 0,0 0 0 0 0,1 0 0 0 0,-1 0 0 0 0,0 0-1 0 0,1 0 1 0 0,0 0 0 0 0,-1 1 0 0 0,1-1 0 0 0,0 0 0 0 0,0 1-1 0 0,0-1 1 0 0,0 1 0 0 0,2-1 0 0 0,-2 2-108 0 0,0 0-1 0 0,0 1 1 0 0,0-1-1 0 0,0 1 1 0 0,0-1 0 0 0,0 1-1 0 0,0 0 1 0 0,0 0-1 0 0,0 0 1 0 0,0 0 0 0 0,0 0-1 0 0,-1 0 1 0 0,1 0-1 0 0,2 3 1 0 0,4 1 1 0 0,0-1-1 0 0,0 0 1 0 0,1 0 0 0 0,-1-1 0 0 0,1 0-1 0 0,0-1 1 0 0,15 3 0 0 0,70 5 312 0 0,-52-7-312 0 0,-40-3-88 0 0,77 9 418 0 0,0-4 0 0 0,93-6 1 0 0,-79-2 918 0 0,170 17 1 0 0,-121-3-1299 0 0,-54-10 509 0 0,-1-5 0 0 0,134-21-1 0 0,56-4 123 0 0,23-4 284 0 0,-2 0-529 0 0,-1 11-27 0 0,111-2-170 0 0,-135 13 358 0 0,-126 2-403 0 0,-112 8-128 0 0,7 0 272 0 0,68-11 1 0 0,-106 12-628 0 0,0-1 0 0 0,0 1 0 0 0,0 0-1 0 0,0 0 1 0 0,0 1 0 0 0,0-1 0 0 0,0 1 0 0 0,7 2 0 0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26:39.4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149 142 2377 0 0,'-6'-8'4962'0'0,"-4"0"1577"0"0,-7 14-3751 0 0,12-3-2675 0 0,1 0-1 0 0,0 0 0 0 0,0 0 1 0 0,1 1-1 0 0,-1-1 0 0 0,0 1 0 0 0,1 0 1 0 0,0 0-1 0 0,0 1 0 0 0,0-1 1 0 0,1 0-1 0 0,0 1 0 0 0,-1 0 1 0 0,1-1-1 0 0,1 1 0 0 0,-1 0 1 0 0,1 0-1 0 0,0 0 0 0 0,0 0 1 0 0,0 0-1 0 0,1 0 0 0 0,0 1 1 0 0,0-1-1 0 0,0 0 0 0 0,1 0 0 0 0,-1 0 1 0 0,1 0-1 0 0,2 6 0 0 0,-2-7-140 0 0,0 0 0 0 0,1-1-1 0 0,-1 1 1 0 0,1-1-1 0 0,0 0 1 0 0,0 1 0 0 0,0-1-1 0 0,0 0 1 0 0,0 0-1 0 0,1 0 1 0 0,-1-1 0 0 0,1 1-1 0 0,0 0 1 0 0,0-1-1 0 0,0 0 1 0 0,0 0 0 0 0,0 0-1 0 0,0 0 1 0 0,1 0 0 0 0,-1 0-1 0 0,1-1 1 0 0,-1 0-1 0 0,1 0 1 0 0,0 0 0 0 0,-1 0-1 0 0,1 0 1 0 0,0-1-1 0 0,0 0 1 0 0,-1 0 0 0 0,1 0-1 0 0,0 0 1 0 0,0 0-1 0 0,0-1 1 0 0,-1 1 0 0 0,1-1-1 0 0,0 0 1 0 0,-1-1-1 0 0,5-1 1 0 0,2 0 28 0 0,-1-1 1 0 0,1-1-1 0 0,-1 0 0 0 0,0 0 0 0 0,-1-1 1 0 0,1 0-1 0 0,-1 0 0 0 0,0-1 0 0 0,-1 0 1 0 0,0 0-1 0 0,0-1 0 0 0,8-11 0 0 0,-11 14 20 0 0,-1 0-1 0 0,0-1 0 0 0,0 1 0 0 0,0-1 0 0 0,-1 0 0 0 0,0 1 0 0 0,0-1 0 0 0,0 0 0 0 0,-1 0 0 0 0,0 0 0 0 0,0-1 0 0 0,0 1 0 0 0,-1 0 0 0 0,0 0 0 0 0,0 0 0 0 0,-1 0 0 0 0,0-1 1 0 0,0 1-1 0 0,0 0 0 0 0,-1 0 0 0 0,-2-8 0 0 0,-2 3-482 0 0,0 0 1 0 0,0 0-1 0 0,-1 0 0 0 0,0 1 1 0 0,-12-12-1 0 0,17 19 151 0 0,1 1 0 0 0,-1 1 0 0 0,0-1 0 0 0,0 0 0 0 0,-1 0 0 0 0,1 1 0 0 0,0 0 0 0 0,-1-1 0 0 0,1 1 0 0 0,0 0 0 0 0,-1 0 0 0 0,0 0 0 0 0,-4-1 0 0 0,6 2 77 0 0,-1 0 0 0 0,1 1 1 0 0,-1-1-1 0 0,1 0 0 0 0,-1 1 0 0 0,1-1 1 0 0,-1 1-1 0 0,1-1 0 0 0,0 1 1 0 0,-1-1-1 0 0,1 1 0 0 0,0 0 0 0 0,-1 0 1 0 0,1 0-1 0 0,0 0 0 0 0,0 0 0 0 0,0 0 1 0 0,0 0-1 0 0,0 0 0 0 0,0 0 1 0 0,0 1-1 0 0,0-1 0 0 0,0 0 0 0 0,1 1 1 0 0,-1-1-1 0 0,0 3 0 0 0,-2 2-112 0 0,1 0 0 0 0,0 0 1 0 0,0 0-1 0 0,1 0 0 0 0,0 0 0 0 0,0 0 0 0 0,0 8 0 0 0,1 12 567 0 0,5 44 1 0 0,-1-32 521 0 0,0-6 1145 0 0,12 49 0 0 0,-8-50 1611 0 0,4 47 0 0 0,-11-69-3407 0 0,-1 1 1 0 0,0 0-1 0 0,0-1 0 0 0,-1 1 0 0 0,0-1 0 0 0,-1 1 1 0 0,0-1-1 0 0,-1 1 0 0 0,0-1 0 0 0,0 0 0 0 0,-1 0 0 0 0,0 0 1 0 0,0-1-1 0 0,-1 1 0 0 0,-6 8 0 0 0,1-6-195 0 0,0 0-1 0 0,0-1 1 0 0,-1 0 0 0 0,-1-1-1 0 0,0 0 1 0 0,0 0-1 0 0,0-1 1 0 0,-1-1-1 0 0,-16 7 1 0 0,11-8 173 0 0,13-5 126 0 0,0 1 0 0 0,1-1-1 0 0,-1 1 1 0 0,0 0 0 0 0,1 0 0 0 0,-1 1-1 0 0,-7 5 1 0 0,12-8-125 0 0,1 1-1 0 0,-1-1 1 0 0,1 0 0 0 0,0 1-1 0 0,-1-1 1 0 0,1 0 0 0 0,-1 1-1 0 0,1-1 1 0 0,0 0 0 0 0,0 0-1 0 0,-1 1 1 0 0,1-1 0 0 0,0 0-1 0 0,-1 0 1 0 0,1 0 0 0 0,0 0-1 0 0,0 0 1 0 0,-1 0 0 0 0,1 0 0 0 0,0 0-1 0 0,-1-1 1 0 0,1 1 0 0 0,0 0-1 0 0,0 0 1 0 0,-1 0 0 0 0,2-1-1 0 0,25-4 488 0 0,38-15-155 0 0,-47 13-664 0 0,1 1 0 0 0,31-5 0 0 0,-40 10-928 0 0,0 0-1 0 0,-1 1 1 0 0,1 0-1 0 0,16 2 1 0 0,-17 0-185 0 0,-8-2 1002 0 0,1 1 0 0 0,-1-1 0 0 0,0 1 0 0 0,1-1 1 0 0,-1 0-1 0 0,1 0 0 0 0,-1 1 0 0 0,1-1 0 0 0,-1 0 0 0 0,1 0 0 0 0,-1-1 1 0 0,0 1-1 0 0,1 0 0 0 0,-1 0 0 0 0,1-1 0 0 0,-1 1 0 0 0,0-1 0 0 0,1 1 1 0 0,-1-1-1 0 0,0 0 0 0 0,1 1 0 0 0,-1-1 0 0 0,2-2 0 0 0,4-2-1854 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26:39.8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1 3481 0 0,'0'0'170'0'0,"0"0"1"0"0,0 0 0 0 0,0 0-1 0 0,-1 0 1 0 0,1 0-1 0 0,0-1 1 0 0,0 1 0 0 0,-1 0-1 0 0,1 0 1 0 0,0 0-1 0 0,0 0 1 0 0,-1 0 0 0 0,1 0-1 0 0,0 0 1 0 0,0 0-1 0 0,-1 1 1 0 0,1-1 0 0 0,-3 2 2388 0 0,3-2-2389 0 0,0 0 1 0 0,0 0-1 0 0,0 0 1 0 0,0 1 0 0 0,0-1-1 0 0,-1 0 1 0 0,1 0-1 0 0,0 1 1 0 0,0-1 0 0 0,0 0-1 0 0,0 0 1 0 0,0 1-1 0 0,0-1 1 0 0,0 0 0 0 0,0 0-1 0 0,0 1 1 0 0,0-1-1 0 0,0 0 1 0 0,0 0 0 0 0,0 1-1 0 0,0-1 1 0 0,1 0-1 0 0,-1 1 1 0 0,-3 31 2430 0 0,4 37-2019 0 0,32 208-1220 0 0,-18-176-5319 0 0,-15-98 5489 0 0,1 2-398 0 0,0-1 0 0 0,-1 1 0 0 0,0 0 0 0 0,1-1 0 0 0,-2 1 0 0 0,1-1 0 0 0,-2 9 0 0 0,2-10-1099 0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26:40.1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2136 0 0,'9'44'6221'0'0,"0"-4"-5157"0"0,-2 137 1877 0 0,-6-58-6997 0 0,-4-112-137 0 0,-2-17 2318 0 0,-5-15 841 0 0,7 10 38 0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26:40.5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38 197 1560 0 0,'27'7'7372'0'0,"-25"-6"-7197"0"0,0 0 0 0 0,0 0 0 0 0,0 0 0 0 0,0 0 0 0 0,0 0 0 0 0,1-1 0 0 0,-1 1 0 0 0,0-1 0 0 0,0 1 0 0 0,1-1 0 0 0,-1 0 0 0 0,0 0 0 0 0,0 0 0 0 0,5-1 0 0 0,-2 0-135 0 0,-1-1 0 0 0,1 1 0 0 0,-1-1 0 0 0,1 0 0 0 0,-1 0 0 0 0,0-1 0 0 0,0 1 0 0 0,6-5 0 0 0,-5 2-416 0 0,0 1 0 0 0,0-1 0 0 0,0-1 0 0 0,-1 1-1 0 0,1-1 1 0 0,-2 1 0 0 0,1-1 0 0 0,0-1 0 0 0,2-6 0 0 0,-3 4-174 0 0,1 0 0 0 0,-2 0 0 0 0,1 0 0 0 0,-1 0 0 0 0,-1-1 0 0 0,2-12 0 0 0,-8-27 753 0 0,6 54 442 0 0,15 60 4803 0 0,-2 7-3609 0 0,-12-53-1945 0 0,0 1 1 0 0,0-1 0 0 0,-2 1 0 0 0,-1 0-1 0 0,-3 26 1 0 0,4-45-113 0 0,0 0 0 0 0,-1 1 0 0 0,1-1-1 0 0,0 0 1 0 0,-1 0 0 0 0,1 0 0 0 0,0 0 0 0 0,-1 0 0 0 0,1 0-1 0 0,-1 0 1 0 0,1 0 0 0 0,-1 0 0 0 0,0 0 0 0 0,1 0-1 0 0,-1-1 1 0 0,0 1 0 0 0,0 0 0 0 0,0 0 0 0 0,0-1-1 0 0,1 1 1 0 0,-1 0 0 0 0,0-1 0 0 0,0 1 0 0 0,0-1 0 0 0,0 1-1 0 0,0-1 1 0 0,-1 0 0 0 0,1 1 0 0 0,0-1 0 0 0,0 0-1 0 0,0 0 1 0 0,0 0 0 0 0,0 0 0 0 0,0 0 0 0 0,0 0-1 0 0,0 0 1 0 0,-1 0 0 0 0,1 0 0 0 0,0 0 0 0 0,0 0 0 0 0,0-1-1 0 0,0 1 1 0 0,0-1 0 0 0,0 1 0 0 0,-1-1 0 0 0,-2 0 121 0 0,-4 1-1323 0 0</inkml:trace>
  <inkml:trace contextRef="#ctx0" brushRef="#br0" timeOffset="1">21 399 1440 0 0,'-11'11'1117'0'0,"2"-1"3302"0"0,29-20-1426 0 0,42-23-1304 0 0,57-31-935 0 0,-44 18-4656 0 0,-75 46 3787 0 0,0 0 0 0 0,-1 0 1 0 0,1 0-1 0 0,0 0 0 0 0,0 0 0 0 0,-1 0 1 0 0,1 0-1 0 0,0 0 0 0 0,0 0 0 0 0,-1 0 1 0 0,1 0-1 0 0,0 0 0 0 0,0 0 1 0 0,-1 0-1 0 0,1-1 0 0 0,0 1 0 0 0,0 0 1 0 0,0 0-1 0 0,-1 0 0 0 0,1 0 0 0 0,0 0 1 0 0,0 0-1 0 0,0-1 0 0 0,-1 1 0 0 0,1 0 1 0 0,0 0-1 0 0,0 0 0 0 0,0-1 1 0 0,0 1-1 0 0,0 0 0 0 0,-1 0 0 0 0,1 0 1 0 0,0-1-1 0 0,0 1 0 0 0,0 0 0 0 0,0 0 1 0 0,0-1-1 0 0,0 1 0 0 0,0 0 0 0 0,0 0 1 0 0,0-1-1 0 0,0 1 0 0 0,0 0 0 0 0,0 0 1 0 0,0-1-1 0 0,0 1 0 0 0,0 0 1 0 0,0 0-1 0 0,0-1 0 0 0,0 1 0 0 0,0 0 1 0 0,1 0-1 0 0,-1 0 0 0 0,0-1 0 0 0,0 1 1 0 0,0 0-1 0 0,0 0 0 0 0,0 0 0 0 0,1-1 1 0 0,-1 1-1 0 0,-6 2-1212 0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26:40.9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0 114 1920 0 0,'0'1'88'0'0,"0"-1"-1"0"0,1 1 0 0 0,-1 0 0 0 0,0-1 0 0 0,0 1 0 0 0,1-1 1 0 0,-1 1-1 0 0,1 0 0 0 0,-1-1 0 0 0,0 1 0 0 0,1-1 0 0 0,-1 1 1 0 0,1-1-1 0 0,-1 1 0 0 0,1-1 0 0 0,0 0 0 0 0,-1 1 0 0 0,1-1 1 0 0,-1 0-1 0 0,1 1 0 0 0,0-1 0 0 0,-1 0 0 0 0,1 1 0 0 0,0-1 0 0 0,-1 0 1 0 0,1 0-1 0 0,0 0 0 0 0,-1 0 0 0 0,1 0 0 0 0,0 0 0 0 0,-1 0 1 0 0,1 0-1 0 0,0 0 0 0 0,0 0 0 0 0,-1 0 0 0 0,1 0 0 0 0,0-1 1 0 0,-1 1-1 0 0,1 0 0 0 0,-1 0 0 0 0,1-1 0 0 0,0 1 0 0 0,0-1 1 0 0,36-13 1489 0 0,-33 12-1279 0 0,23-11 989 0 0,-1-2 0 0 0,43-31 0 0 0,-24 14-110 0 0,-45 32-1165 0 0,0 0 0 0 0,1 0 0 0 0,-1 0 0 0 0,0 0-1 0 0,0 0 1 0 0,0 0 0 0 0,0 0 0 0 0,1 0 0 0 0,-1 0 0 0 0,0 0-1 0 0,0 0 1 0 0,0 0 0 0 0,1 0 0 0 0,-1 0 0 0 0,0 0 0 0 0,0 0-1 0 0,0 0 1 0 0,0 0 0 0 0,1 0 0 0 0,-1 0 0 0 0,0 0-1 0 0,0 0 1 0 0,0 0 0 0 0,1 0 0 0 0,-1 0 0 0 0,0 0 0 0 0,0 0-1 0 0,0 1 1 0 0,0-1 0 0 0,0 0 0 0 0,1 0 0 0 0,-1 0 0 0 0,0 0-1 0 0,0 0 1 0 0,0 1 0 0 0,0-1 0 0 0,0 0 0 0 0,0 0-1 0 0,0 0 1 0 0,0 0 0 0 0,0 1 0 0 0,0-1 0 0 0,1 0 0 0 0,-1 0-1 0 0,0 1 1 0 0,3 15 375 0 0,-2 18 154 0 0,-1-32-495 0 0,-3 127 1073 0 0,-1 17-1180 0 0,10-49-2949 0 0,3-72-1265 0 0,-2-22 731 0 0,-3-17 1662 0 0,-4-4 968 0 0,2-1-434 0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26:41.3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 63 2729 0 0,'7'-1'4717'0'0,"19"5"-2269"0"0,2 0-1313 0 0,-18-6-791 0 0,0 0 0 0 0,0 0 0 0 0,-1-1 0 0 0,14-6 0 0 0,-21 9-263 0 0,1-1 0 0 0,-1 0 0 0 0,0 0 1 0 0,0 0-1 0 0,0 0 0 0 0,0-1 0 0 0,0 1 1 0 0,0-1-1 0 0,0 1 0 0 0,0-1 0 0 0,0 0 0 0 0,-1 1 1 0 0,1-1-1 0 0,-1 0 0 0 0,1 0 0 0 0,-1 0 0 0 0,0 0 1 0 0,0 0-1 0 0,0-1 0 0 0,0 1 0 0 0,0 0 0 0 0,0 0 1 0 0,0-5-1 0 0,-1 7-62 0 0,0-1 0 0 0,0 1 0 0 0,0 0 0 0 0,0-1 0 0 0,0 1 0 0 0,0 0 0 0 0,0 0 0 0 0,0-1 0 0 0,0 1 0 0 0,0 0 0 0 0,0 0 0 0 0,0-1 0 0 0,0 1 0 0 0,0 0 0 0 0,-1 0 0 0 0,1-1 0 0 0,0 1 0 0 0,0 0 0 0 0,0 0 1 0 0,0-1-1 0 0,-1 1 0 0 0,1 0 0 0 0,0 0 0 0 0,0 0 0 0 0,0 0 0 0 0,-1-1 0 0 0,1 1 0 0 0,0 0 0 0 0,0 0 0 0 0,-1 0 0 0 0,1 0 0 0 0,0 0 0 0 0,-1 0 0 0 0,1 0 0 0 0,0 0 0 0 0,0 0 0 0 0,-1-1 0 0 0,1 1 0 0 0,0 0 0 0 0,-1 0 0 0 0,1 1 0 0 0,0-1 0 0 0,-18 6 317 0 0,-13 14-133 0 0,11 2-226 0 0,1 1-1 0 0,1 0 1 0 0,-17 31-1 0 0,30-46-19 0 0,0 1 0 0 0,1-1 0 0 0,0 1 0 0 0,1 1 0 0 0,-1-1 0 0 0,2 0 0 0 0,-1 1-1 0 0,2-1 1 0 0,-1 1 0 0 0,1 0 0 0 0,0 0 0 0 0,1-1 0 0 0,2 16 0 0 0,-2-22 27 0 0,0-1 0 0 0,1 0 0 0 0,-1 0 0 0 0,1 1 0 0 0,0-1 0 0 0,-1 0 0 0 0,1 0 0 0 0,0 0 1 0 0,0 0-1 0 0,1 0 0 0 0,-1 0 0 0 0,0 0 0 0 0,1-1 0 0 0,-1 1 0 0 0,1 0 0 0 0,-1-1 0 0 0,1 1 0 0 0,0-1 0 0 0,-1 1 0 0 0,1-1 0 0 0,0 0 0 0 0,0 0 0 0 0,3 2 1 0 0,0-2 19 0 0,-1 0 0 0 0,1 0 0 0 0,-1-1 0 0 0,1 1 1 0 0,-1-1-1 0 0,1 0 0 0 0,0 0 0 0 0,-1 0 0 0 0,1-1 1 0 0,-1 0-1 0 0,6-1 0 0 0,6-3-62 0 0,-1 0 1 0 0,1-1-1 0 0,-1-1 1 0 0,-1 0-1 0 0,23-15 0 0 0,-10 0-893 0 0,-23 18 306 0 0,0-1 0 0 0,0 1 0 0 0,0-1-1 0 0,-1-1 1 0 0,1 1 0 0 0,-1 0 0 0 0,-1-1 0 0 0,1 1 0 0 0,-1-1-1 0 0,0 0 1 0 0,0 0 0 0 0,0 0 0 0 0,-1 0 0 0 0,0 0 0 0 0,0 0-1 0 0,-1 0 1 0 0,1 0 0 0 0,-2-12 0 0 0,1 2-618 0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26:41.7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 2032 0 0,'3'-5'4586'0'0,"4"15"-2457"0"0,4 15-934 0 0,7 145 456 0 0,-1-11-5050 0 0,-19-172 679 0 0,-4-23 602 0 0,3 23 2572 0 0,2-1 0 0 0,0 1 1 0 0,0-1-1 0 0,2 1 0 0 0,1-17 0 0 0,0 29-265 0 0,-1-1 0 0 0,1 1 0 0 0,0 0 0 0 0,0 0 0 0 0,0 0-1 0 0,0 0 1 0 0,0 0 0 0 0,0 0 0 0 0,0 0 0 0 0,0 1 0 0 0,0-1 0 0 0,0 1 0 0 0,1-1-1 0 0,-1 1 1 0 0,0 0 0 0 0,0 0 0 0 0,0 0 0 0 0,1 0 0 0 0,1 0 0 0 0,28-5 57 0 0,0-17-284 0 0,-2 1-4485 0 0,-32 26 833 0 0,6 4 2260 0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26:42.0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 1 2377 0 0,'-5'9'474'0'0,"-1"0"0"0"0,1 0 1 0 0,1 1-1 0 0,0 0 1 0 0,0 0-1 0 0,1 0 0 0 0,0 0 1 0 0,1 1-1 0 0,0-1 1 0 0,0 1-1 0 0,1 0 1 0 0,1-1-1 0 0,0 1 0 0 0,0 0 1 0 0,1-1-1 0 0,1 1 1 0 0,-1-1-1 0 0,5 14 0 0 0,-5-22-365 0 0,0 1 0 0 0,1-1 0 0 0,-1 1 0 0 0,0-1 0 0 0,1 0 0 0 0,0 0 0 0 0,-1 0 0 0 0,1 0 0 0 0,0 0 0 0 0,0 0 0 0 0,0 0 0 0 0,0 0 0 0 0,0-1 0 0 0,1 1 0 0 0,-1-1 0 0 0,0 0 0 0 0,1 0 0 0 0,2 2 0 0 0,1-2 33 0 0,0 1 0 0 0,0-1 1 0 0,0 0-1 0 0,0 0 0 0 0,-1-1 1 0 0,1 0-1 0 0,0 0 0 0 0,7-1 1 0 0,1-1-13 0 0,0-1 1 0 0,1 0 0 0 0,-1-1 0 0 0,0 0-1 0 0,-1-1 1 0 0,15-8 0 0 0,-11 4-246 0 0,0-2 1 0 0,-1 0-1 0 0,22-18 1 0 0,-1-10-3462 0 0,-12-5-4039 0 0,-20 10 4902 0 0,0 18 1506 0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26:42.4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62 3713 0 0,'1'-1'301'0'0,"-1"0"0"0"0,0 0-1 0 0,0 0 1 0 0,0 0 0 0 0,1 0 0 0 0,-1 0 0 0 0,0 0 0 0 0,1 0 0 0 0,-1 1 0 0 0,1-1 0 0 0,-1 0 0 0 0,1 0-1 0 0,0 0 1 0 0,-1 1 0 0 0,1-1 0 0 0,0 0 0 0 0,-1 1 0 0 0,1-1 0 0 0,0 0 0 0 0,1 0 0 0 0,24-11 2133 0 0,28 1-1005 0 0,16 0-584 0 0,-15 3-395 0 0,-43 6-535 0 0,-17 3-320 0 0,-3 1 373 0 0,0 0-1 0 0,1 1 1 0 0,-1-1-1 0 0,1 1 1 0 0,0 1-1 0 0,0-1 0 0 0,0 1 1 0 0,1 1-1 0 0,-1-1 1 0 0,1 1-1 0 0,0 0 0 0 0,0 1 1 0 0,1-1-1 0 0,-1 1 1 0 0,1 0-1 0 0,0 1 0 0 0,1-1 1 0 0,0 1-1 0 0,0 0 1 0 0,0 0-1 0 0,1 0 0 0 0,0 0 1 0 0,0 1-1 0 0,1-1 1 0 0,0 1-1 0 0,0-1 1 0 0,1 1-1 0 0,0 0 0 0 0,0 0 1 0 0,1 0-1 0 0,1 15 1 0 0,0-11 64 0 0,1 0 1 0 0,0 0-1 0 0,0 0 1 0 0,1-1-1 0 0,1 1 1 0 0,0-1-1 0 0,8 16 1 0 0,17 13-7555 0 0,-29-47 3160 0 0,-1 6 4124 0 0,1-6-1222 0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26:42.8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202 80 1512 0 0,'0'-2'148'0'0,"6"-41"732"0"0,-6 41-648 0 0,1 0 0 0 0,-1-1-1 0 0,1 1 1 0 0,-1 0 0 0 0,1 0-1 0 0,0-1 1 0 0,0 1 0 0 0,0 0 0 0 0,0 0-1 0 0,0 0 1 0 0,0 0 0 0 0,1 0 0 0 0,-1 0-1 0 0,3-2 1 0 0,-3 4-94 0 0,0 0 0 0 0,-1 1 0 0 0,1-1 1 0 0,0 0-1 0 0,0 1 0 0 0,-1-1 0 0 0,1 1 0 0 0,-1-1 0 0 0,1 1 0 0 0,0-1 0 0 0,-1 1 1 0 0,1-1-1 0 0,-1 1 0 0 0,1 0 0 0 0,-1-1 0 0 0,1 1 0 0 0,-1 0 0 0 0,0-1 1 0 0,1 1-1 0 0,-1 0 0 0 0,0 0 0 0 0,0-1 0 0 0,1 1 0 0 0,-1 1 0 0 0,8 21 622 0 0,-2 2-587 0 0,-2 1 0 0 0,0 0 0 0 0,-1 1 1 0 0,-2-1-1 0 0,-1 0 0 0 0,-1 0 0 0 0,-1 1 0 0 0,-1-1 0 0 0,-2 0 1 0 0,0-1-1 0 0,-2 1 0 0 0,-17 44 0 0 0,21-65-182 0 0,-1 0-1 0 0,1 0 1 0 0,-1-1-1 0 0,0 1 1 0 0,0-1-1 0 0,0 0 1 0 0,-1 0-1 0 0,0-1 1 0 0,1 1-1 0 0,-1-1 1 0 0,0 0-1 0 0,-1 0 1 0 0,1-1-1 0 0,0 1 1 0 0,-1-1-1 0 0,0 0 1 0 0,-7 1-1 0 0,8-2 25 0 0,0 0 0 0 0,0 0 0 0 0,0 0 0 0 0,0-1 0 0 0,0 1 0 0 0,0-1-1 0 0,0-1 1 0 0,0 1 0 0 0,0-1 0 0 0,0 1 0 0 0,1-1 0 0 0,-1-1 0 0 0,0 1-1 0 0,0-1 1 0 0,1 0 0 0 0,-1 0 0 0 0,1 0 0 0 0,-1-1 0 0 0,1 1 0 0 0,-8-7-1 0 0,11 7 48 0 0,-1 1 0 0 0,1 0 0 0 0,0 0 0 0 0,0 0 0 0 0,-1-1-1 0 0,1 1 1 0 0,0-1 0 0 0,0 1 0 0 0,0-1 0 0 0,0 1-1 0 0,1-1 1 0 0,-1 0 0 0 0,0 1 0 0 0,1-1 0 0 0,-1 0 0 0 0,1 0-1 0 0,0 1 1 0 0,-1-1 0 0 0,1 0 0 0 0,0 0 0 0 0,0-2 0 0 0,1 3 20 0 0,-1-1 1 0 0,1 0-1 0 0,0 1 1 0 0,0 0-1 0 0,0-1 1 0 0,0 1-1 0 0,0-1 1 0 0,0 1 0 0 0,0 0-1 0 0,0 0 1 0 0,1 0-1 0 0,-1 0 1 0 0,0 0-1 0 0,1 0 1 0 0,-1 0-1 0 0,1 0 1 0 0,-1 0-1 0 0,3 0 1 0 0,9-4 372 0 0,1 1 0 0 0,-1 0 0 0 0,1 1 0 0 0,18-1 0 0 0,-21 2-343 0 0,21-3-324 0 0,0-1-1 0 0,-1-2 1 0 0,1-1-1 0 0,-2-2 1 0 0,40-18-1 0 0,-67 27-310 0 0,0 0 0 0 0,-1 1 0 0 0,1-1 0 0 0,-1 0 0 0 0,1 0 0 0 0,-1 0 0 0 0,0 0 0 0 0,0-1 0 0 0,0 1 0 0 0,0-1 0 0 0,-1 1 0 0 0,1-1 0 0 0,-1 1 0 0 0,1-1 0 0 0,-1 0 0 0 0,0 0 0 0 0,0 0 0 0 0,0 0 0 0 0,1-4 0 0 0,-1-3-512 0 0,-1-1 0 0 0,1 1 1 0 0,-2-1-1 0 0,-1-13 0 0 0,0-3 919 0 0,3 10-684 0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26:43.2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11 135 1808 0 0,'-8'-10'5526'0'0,"16"11"-276"0"0,-5 0-5039 0 0,0 0 0 0 0,0 0 0 0 0,0-1 0 0 0,0 1 0 0 0,-1-1 0 0 0,1 0 0 0 0,0 0 0 0 0,0 0 0 0 0,3 0 0 0 0,48-15 198 0 0,-51 14-533 0 0,0 0 1 0 0,0 0-1 0 0,1 0 0 0 0,-1-1 1 0 0,0 1-1 0 0,0-1 1 0 0,0 0-1 0 0,-1 0 0 0 0,1 0 1 0 0,0-1-1 0 0,-1 1 0 0 0,1 0 1 0 0,2-6-1 0 0,-16 14-6336 0 0,-14 8 2566 0 0,11-3 3596 0 0,1 1 1 0 0,1 0-1 0 0,-18 23 1 0 0,26-29 667 0 0,0-1 1 0 0,0 1 0 0 0,1 0 0 0 0,0 0 0 0 0,0 0 0 0 0,0 1 0 0 0,1-1 0 0 0,0 1 0 0 0,0-1 0 0 0,0 1 0 0 0,1 0 0 0 0,-1 9-1 0 0,2-16-294 0 0,0 1 0 0 0,0 0-1 0 0,0 0 1 0 0,0 0 0 0 0,0 0-1 0 0,0 0 1 0 0,1-1-1 0 0,-1 1 1 0 0,0 0 0 0 0,0 0-1 0 0,1 0 1 0 0,-1-1 0 0 0,1 1-1 0 0,-1 0 1 0 0,0 0-1 0 0,1-1 1 0 0,-1 1 0 0 0,1 0-1 0 0,0-1 1 0 0,-1 1 0 0 0,1 0-1 0 0,-1-1 1 0 0,1 1-1 0 0,0-1 1 0 0,0 1 0 0 0,-1-1-1 0 0,1 0 1 0 0,0 1 0 0 0,0-1-1 0 0,-1 0 1 0 0,2 1-1 0 0,1 0 4 0 0,0-1 0 0 0,1 0-1 0 0,-1 0 1 0 0,0 0-1 0 0,0 0 1 0 0,0 0 0 0 0,0-1-1 0 0,0 1 1 0 0,4-2-1 0 0,4-2-97 0 0,1 0-1 0 0,-1 0 0 0 0,18-11 1 0 0,-21 10 54 0 0,24-18-3746 0 0,-31 22 3484 0 0,0 0 0 0 0,0 0 1 0 0,0-1-1 0 0,0 1 0 0 0,-1-1 0 0 0,1 1 0 0 0,0-1 0 0 0,0 1 1 0 0,-1-1-1 0 0,1 1 0 0 0,-1-1 0 0 0,0 1 0 0 0,1-1 0 0 0,-1 0 1 0 0,0 1-1 0 0,0-1 0 0 0,0 1 0 0 0,0-1 0 0 0,0 0 0 0 0,0-1 1 0 0,0-5-960 0 0</inkml:trace>
  <inkml:trace contextRef="#ctx0" brushRef="#br0" timeOffset="1">185 1 1832 0 0,'0'0'105'0'0,"0"0"0"0"0,0 0-1 0 0,0 1 1 0 0,0-1 0 0 0,0 0-1 0 0,0 0 1 0 0,0 0 0 0 0,0 1 0 0 0,0-1-1 0 0,0 0 1 0 0,0 0 0 0 0,0 0-1 0 0,0 0 1 0 0,0 1 0 0 0,0-1-1 0 0,0 0 1 0 0,-1 0 0 0 0,1 0-1 0 0,0 0 1 0 0,0 0 0 0 0,0 1-1 0 0,0-1 1 0 0,0 0 0 0 0,-1 0-1 0 0,1 0 1 0 0,0 0 0 0 0,0 0-1 0 0,0 0 1 0 0,0 0 0 0 0,-1 0-1 0 0,1 0 1 0 0,0 1 0 0 0,0-1-1 0 0,0 0 1 0 0,-1 0 0 0 0,1 0 0 0 0,0 0-1 0 0,0 0 1 0 0,0 0 0 0 0,0 0-1 0 0,-1 0 1 0 0,1 0 0 0 0,0-1-1 0 0,0 1 1 0 0,0 0 0 0 0,-1 0-1 0 0,1 0 1 0 0,0 0 0 0 0,0 0-1 0 0,0 0 1 0 0,0 0 0 0 0,-1 0-1 0 0,1 0 1 0 0,0-1 0 0 0,0 1-1 0 0,0 0 1 0 0,0 0 0 0 0,0 0-1 0 0,0 0 1 0 0,-1 0 0 0 0,1-1-1 0 0,0 1 1 0 0,-5 32 1425 0 0,1 41-1484 0 0,13 21-1145 0 0,0 17-5721 0 0,-6-98 5176 0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26:43.6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1 1616 0 0,'-2'3'224'0'0,"0"0"0"0"0,1 1 0 0 0,0-1 0 0 0,0 1 1 0 0,0-1-1 0 0,0 1 0 0 0,0-1 0 0 0,1 1 0 0 0,-1 0 0 0 0,1-1 0 0 0,0 1 0 0 0,0 0 0 0 0,0-1 0 0 0,1 1 0 0 0,0-1 0 0 0,-1 1 0 0 0,1 0 0 0 0,0-1 0 0 0,1 1 0 0 0,-1-1 0 0 0,0 0 0 0 0,1 0 0 0 0,0 1 0 0 0,0-1 0 0 0,4 5 0 0 0,-2-4-56 0 0,0-1 0 0 0,0 0-1 0 0,0-1 1 0 0,0 1 0 0 0,1-1-1 0 0,-1 1 1 0 0,1-1 0 0 0,-1-1 0 0 0,1 1-1 0 0,0-1 1 0 0,0 1 0 0 0,0-1-1 0 0,0-1 1 0 0,0 1 0 0 0,0-1-1 0 0,0 0 1 0 0,0 0 0 0 0,8-1 0 0 0,4-2-277 0 0,-1 0 0 0 0,1-1 1 0 0,-1 0-1 0 0,0-1 0 0 0,16-8 1 0 0,-22 8-685 0 0,-1 0 0 0 0,1 0 1 0 0,-1-1-1 0 0,-1 0 0 0 0,11-8 1 0 0,0-14-2077 0 0,-9 14 950 0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26:44.0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 4929 0 0,'2'-8'5377'0'0,"1"16"-3057"0"0,3 14-1347 0 0,5 102-683 0 0,-6-83-3087 0 0,1 0-3553 0 0,-8-36 3775 0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26:44.5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0 111 2417 0 0,'7'0'6636'0'0,"19"-8"-4938"0"0,29-13-1195 0 0,37-13 571 0 0,15-8-249 0 0,-97 37-36 0 0,-20 10-293 0 0,-22 14-374 0 0,24-11-261 0 0,1 0 0 0 0,-1 1-1 0 0,1 0 1 0 0,1 0 0 0 0,0 0-1 0 0,-8 17 1 0 0,11-21 81 0 0,1 0 1 0 0,0 0-1 0 0,0 0 0 0 0,0 1 1 0 0,1-1-1 0 0,0 0 0 0 0,0 1 1 0 0,0-1-1 0 0,0 1 1 0 0,1-1-1 0 0,0 1 0 0 0,0-1 1 0 0,1 1-1 0 0,0-1 0 0 0,1 9 1 0 0,0-12 65 0 0,-1 0 0 0 0,0 0 0 0 0,1 0 0 0 0,-1 0 1 0 0,1 0-1 0 0,0 0 0 0 0,0 0 0 0 0,0 0 0 0 0,0-1 0 0 0,0 1 1 0 0,0-1-1 0 0,0 0 0 0 0,0 1 0 0 0,0-1 0 0 0,1 0 0 0 0,-1 0 1 0 0,0 0-1 0 0,1-1 0 0 0,-1 1 0 0 0,1-1 0 0 0,-1 1 0 0 0,1-1 1 0 0,-1 0-1 0 0,1 0 0 0 0,-1 0 0 0 0,1 0 0 0 0,-1 0 0 0 0,1-1 1 0 0,-1 1-1 0 0,4-2 0 0 0,5 0 118 0 0,-1 0 0 0 0,0-1-1 0 0,0 0 1 0 0,0 0 0 0 0,18-10 0 0 0,-26 12-100 0 0,0 0 1 0 0,0 0 0 0 0,0 0-1 0 0,0 0 1 0 0,0 0-1 0 0,-1-1 1 0 0,1 1-1 0 0,-1 0 1 0 0,1-1-1 0 0,-1 1 1 0 0,1-1 0 0 0,-1 0-1 0 0,0 0 1 0 0,0 1-1 0 0,0-1 1 0 0,0 0-1 0 0,0 0 1 0 0,0 0-1 0 0,0 0 1 0 0,-1 0 0 0 0,1 0-1 0 0,-1 0 1 0 0,1 0-1 0 0,-1 0 1 0 0,0 0-1 0 0,0 0 1 0 0,0-1-1 0 0,0 1 1 0 0,0 0 0 0 0,0 0-1 0 0,-1 0 1 0 0,1 0-1 0 0,-1 0 1 0 0,1 0-1 0 0,-1 0 1 0 0,0 0-1 0 0,0 0 1 0 0,0 0 0 0 0,0 0-1 0 0,-1-2 1 0 0,-1 1-1 0 0,1 0 0 0 0,-1 0 0 0 0,1 0 0 0 0,-1 0 0 0 0,0 1 0 0 0,0-1 0 0 0,0 1 0 0 0,-1-1 0 0 0,1 1 0 0 0,-1 0 0 0 0,1 0 0 0 0,-1 1 0 0 0,1-1 0 0 0,-1 1 0 0 0,0 0 0 0 0,0 0 0 0 0,0 0 0 0 0,0 0 0 0 0,0 1 0 0 0,-8-1 0 0 0,10 1-32 0 0,0 0 1 0 0,-1 1-1 0 0,1-1 1 0 0,-1 1-1 0 0,1-1 1 0 0,0 1-1 0 0,-1 0 0 0 0,1 0 1 0 0,0 0-1 0 0,-1 0 1 0 0,1 0-1 0 0,0 0 1 0 0,0 0-1 0 0,0 1 0 0 0,0-1 1 0 0,0 1-1 0 0,1 0 1 0 0,-1 0-1 0 0,0-1 1 0 0,1 1-1 0 0,-1 0 0 0 0,1 0 1 0 0,0 0-1 0 0,0 1 1 0 0,0-1-1 0 0,0 0 1 0 0,0 0-1 0 0,0 1 1 0 0,0-1-1 0 0,1 0 0 0 0,-1 1 1 0 0,1-1-1 0 0,-1 1 1 0 0,1-1-1 0 0,0 1 1 0 0,0-1-1 0 0,1 1 0 0 0,-1-1 1 0 0,1 3-1 0 0,1 15-10 0 0,2-2 0 0 0,0 1 0 0 0,1 0-1 0 0,9 20 1 0 0,-3-7 32 0 0,-9-21-15 0 0,0 0 0 0 0,0 0 1 0 0,-1 0-1 0 0,0 1 0 0 0,-1-1 0 0 0,0 0 0 0 0,-1 1 1 0 0,-3 13-1 0 0,4-20 2 0 0,-1-1 1 0 0,0 1-1 0 0,0 0 1 0 0,-1-1-1 0 0,1 1 1 0 0,-1-1-1 0 0,0 0 1 0 0,0 1-1 0 0,-1-1 0 0 0,1 0 1 0 0,-1 0-1 0 0,0-1 1 0 0,0 1-1 0 0,0-1 1 0 0,0 1-1 0 0,-1-1 1 0 0,1 0-1 0 0,-1 0 1 0 0,0 0-1 0 0,0-1 1 0 0,0 1-1 0 0,-6 2 1 0 0,9-5 31 0 0,1 0 1 0 0,-1 1 0 0 0,1-1-1 0 0,-1 0 1 0 0,1 1 0 0 0,-1-1-1 0 0,0 0 1 0 0,1 0 0 0 0,-1 0-1 0 0,1 0 1 0 0,-1 0 0 0 0,0 0-1 0 0,1 1 1 0 0,-1-1 0 0 0,0 0-1 0 0,1-1 1 0 0,-1 1-1 0 0,1 0 1 0 0,-1 0 0 0 0,0 0-1 0 0,1 0 1 0 0,-1 0 0 0 0,1-1-1 0 0,-1 1 1 0 0,0-1 0 0 0,6-11 1461 0 0,24-15-147 0 0,-14 21-1409 0 0,1-1 0 0 0,0 2 0 0 0,0 0 0 0 0,0 1 0 0 0,1 1 0 0 0,27-3 0 0 0,-19 3-4145 0 0,47-12 0 0 0,-39-4-3279 0 0,-19 19 5480 0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26:44.8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 49 1888 0 0,'-7'-18'1999'0'0,"-7"-13"2061"0"0,17 84-1417 0 0,23 77-3023 0 0,6 36-3530 0 0,-39-206-625 0 0,-11-82 9289 0 0,18 122-4662 0 0,0-1 0 0 0,0 1 0 0 0,0 0 1 0 0,0-1-1 0 0,0 1 0 0 0,0-1 0 0 0,0 1 1 0 0,1 0-1 0 0,-1-1 0 0 0,0 1 0 0 0,0-1 1 0 0,0 1-1 0 0,1 0 0 0 0,-1-1 0 0 0,0 1 0 0 0,1 0 1 0 0,-1 0-1 0 0,0-1 0 0 0,0 1 0 0 0,1 0 1 0 0,-1 0-1 0 0,1-1 0 0 0,-1 1 0 0 0,0 0 1 0 0,1 0-1 0 0,-1 0 0 0 0,0 0 0 0 0,1-1 0 0 0,-1 1 1 0 0,1 0-1 0 0,-1 0 0 0 0,1 0 0 0 0,-1 0 1 0 0,0 0-1 0 0,1 0 0 0 0,-1 0 0 0 0,1 0 1 0 0,-1 0-1 0 0,0 0 0 0 0,1 1 0 0 0,-1-1 1 0 0,1 0-1 0 0,-1 0 0 0 0,0 0 0 0 0,1 0 0 0 0,0 1 1 0 0,33 10 431 0 0,0-1-610 0 0,-22-10-629 0 0,-1-1 0 0 0,1 0 0 0 0,0 0 0 0 0,0-1 0 0 0,0-1 0 0 0,-1 0 0 0 0,1-1 0 0 0,-1 0 0 0 0,0 0 0 0 0,16-10 0 0 0,-11 8-394 0 0,5 4-577 0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26:45.3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1 2793 0 0,'-5'6'10156'0'0,"4"-6"-9984"0"0,14 30 2966 0 0,25 36-1827 0 0,-23-44-1171 0 0,145 189 811 0 0,-132-179-2137 0 0,0-2-1 0 0,2-1 0 0 0,2-1 1 0 0,44 31-1 0 0,-74-58 1112 0 0,21 12-3588 0 0,-23-13 3516 0 0,1 0 0 0 0,-1 0 0 0 0,1 1 1 0 0,-1-1-1 0 0,1 0 0 0 0,-1 0 0 0 0,1 0 1 0 0,-1 0-1 0 0,1 0 0 0 0,-1 0 0 0 0,0 0 1 0 0,1 0-1 0 0,-1 0 0 0 0,1 0 0 0 0,-1 0 1 0 0,1 0-1 0 0,-1 0 0 0 0,1 0 0 0 0,-1-1 1 0 0,1 1-1 0 0,-1 0 0 0 0,0 0 0 0 0,1 0 1 0 0,-1-1-1 0 0,1 1 0 0 0,-1 0 0 0 0,0 0 1 0 0,1-1-1 0 0,-1 1 0 0 0,0 0 0 0 0,1-1 1 0 0,-1 1-1 0 0,0-1 0 0 0,0 1 0 0 0,1 0 1 0 0,-1-1-1 0 0,0 1 0 0 0,0-1 0 0 0,0 1 1 0 0,1-1-1 0 0,-1 1 0 0 0,0 0 0 0 0,0-1 1 0 0,0 0-1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26:45.6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308 19 2353 0 0,'-6'-18'3727'0'0,"-1"18"28"0"0,-5 30 1521 0 0,6-13-4900 0 0,-30 76 3166 0 0,-41 106-482 0 0,-23 105-4269 0 0,81-232-330 0 0,-5 18-3028 0 0,6-30-3466 0 0,16-54 5469 0 0,4-2-573 0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25:43.776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27 36 680 0 0,'-1'-1'49'0'0,"1"0"0"0"0,-25-26 5836 0 0,53 24-5342 0 0,197 14 3236 0 0,-96-4-2652 0 0,42 7 84 0 0,-86-5-521 0 0,100-3 0 0 0,129-1 734 0 0,-169 1-1198 0 0,206-19 938 0 0,10 0-510 0 0,-33-5 38 0 0,-217 8-424 0 0,117 3 0 0 0,653 49 401 0 0,-262-26-351 0 0,-109-38-111 0 0,-204 6-190 0 0,243 11 188 0 0,-361 4-123 0 0,44-2-83 0 0,242 6 100 0 0,-180 6-27 0 0,-110-6-49 0 0,131-3 170 0 0,415 9-94 0 0,-729-9-99 0 0,262 1 192 0 0,89 6-3 0 0,-346-7-289 0 0,0 0 0 0 0,0 0 0 0 0,0 0 0 0 0,0-1 0 0 0,0 0 0 0 0,0 0 0 0 0,0-1 0 0 0,-1 0 0 0 0,11-4 0 0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25:46.942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29 101 1368 0 0,'-20'13'374'0'0,"11"-4"-356"0"0,11-3-110 0 0,0-6 121 0 0,-1 0-1 0 0,0 0 1 0 0,0 0-1 0 0,0 0 1 0 0,0 0-1 0 0,0 0 1 0 0,1-1-1 0 0,-1 1 1 0 0,0 0-1 0 0,0-1 1 0 0,0 1-1 0 0,0-1 1 0 0,0 1-1 0 0,0-1 1 0 0,0 1-1 0 0,0-1 1 0 0,0 0-1 0 0,0 1 1 0 0,0-1-1 0 0,-1 0 1 0 0,1 0-1 0 0,0 0 1 0 0,0 0-1 0 0,-1 0 1 0 0,2-2-1 0 0,20-33 1977 0 0,-14 21-831 0 0,-8 14-1157 0 0,0 1 0 0 0,0 0 1 0 0,1 0-1 0 0,-1-1 0 0 0,0 1 0 0 0,0 0 1 0 0,0 0-1 0 0,0-1 0 0 0,0 1 0 0 0,0 0 1 0 0,0 0-1 0 0,0 0 0 0 0,1-1 0 0 0,-1 1 1 0 0,0 0-1 0 0,0 0 0 0 0,0 0 0 0 0,0 0 1 0 0,1-1-1 0 0,-1 1 0 0 0,0 0 0 0 0,0 0 1 0 0,1 0-1 0 0,-1 0 0 0 0,0 0 0 0 0,0 0 1 0 0,0 0-1 0 0,1-1 0 0 0,-1 1 0 0 0,0 0 1 0 0,0 0-1 0 0,1 0 0 0 0,-1 0 1 0 0,0 0-1 0 0,0 0 0 0 0,1 0 0 0 0,-1 0 1 0 0,0 0-1 0 0,0 1 0 0 0,1-1 0 0 0,-1 0 1 0 0,0 0-1 0 0,0 0 0 0 0,1 0 0 0 0,-1 0 1 0 0,0 0-1 0 0,0 0 0 0 0,0 0 0 0 0,1 1 1 0 0,-1-1-1 0 0,0 0 0 0 0,0 0 0 0 0,0 0 1 0 0,0 0-1 0 0,1 1 0 0 0,-1-1 0 0 0,0 0 1 0 0,0 0-1 0 0,0 1 0 0 0,0-1 0 0 0,0 0 1 0 0,0 0-1 0 0,0 1 0 0 0,1 0 57 0 0,0 0 0 0 0,-1-1 1 0 0,1 1-1 0 0,0 0 0 0 0,0 0 0 0 0,-1 0 0 0 0,1-1 0 0 0,0 1 0 0 0,0 0 1 0 0,0-1-1 0 0,0 1 0 0 0,0-1 0 0 0,0 1 0 0 0,0-1 0 0 0,0 1 0 0 0,0-1 0 0 0,0 0 1 0 0,0 0-1 0 0,0 1 0 0 0,0-1 0 0 0,1 0 0 0 0,-1 0 0 0 0,0 0 0 0 0,0 0 1 0 0,0 0-1 0 0,2-1 0 0 0,22-1 509 0 0,0 1 0 0 0,44 4 1 0 0,-43-1-227 0 0,-1-1 0 0 0,49-5 1 0 0,274-30 1530 0 0,-222 24-782 0 0,-73 4-747 0 0,97 3-1 0 0,-91 4 107 0 0,90-11 0 0 0,11 0-136 0 0,-46 17 127 0 0,-58 0-1148 0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26:01.964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19 110 736 0 0,'-1'-18'617'0'0,"0"17"-407"0"0,1-1-1 0 0,0 0 1 0 0,0 0 0 0 0,0 0 0 0 0,0 0-1 0 0,0 0 1 0 0,0 0 0 0 0,1 0 0 0 0,-1 0-1 0 0,1 1 1 0 0,-1-1 0 0 0,1 0 0 0 0,0 0-1 0 0,-1 1 1 0 0,2-3 0 0 0,-2 3-157 0 0,0 1 1 0 0,0-1-1 0 0,0 1 0 0 0,0-1 1 0 0,0 1-1 0 0,0-1 0 0 0,0 1 1 0 0,-1-1-1 0 0,1 1 0 0 0,0-1 0 0 0,0 1 1 0 0,-1-1-1 0 0,1 1 0 0 0,0-1 1 0 0,-1 1-1 0 0,1 0 0 0 0,0-1 1 0 0,-1 1-1 0 0,1 0 0 0 0,-1-1 1 0 0,1 1-1 0 0,0 0 0 0 0,-1-1 1 0 0,1 1-1 0 0,-1 0 0 0 0,1 0 1 0 0,-1 0-1 0 0,1-1 0 0 0,-1 1 1 0 0,1 0-1 0 0,-1 0 0 0 0,1 0 0 0 0,-1 0 1 0 0,1 0-1 0 0,-1 0 0 0 0,0 0 1 0 0,1 0-1 0 0,-1 0 0 0 0,1 0 1 0 0,-1 0-1 0 0,-7 4 923 0 0,21 5-492 0 0,-3-4-36 0 0,2-1-1 0 0,-1-1 0 0 0,0 0 1 0 0,16 3-1 0 0,-14-4-231 0 0,0 1 0 0 0,-1 0 0 0 0,21 8 0 0 0,3 5 111 0 0,1-3 0 0 0,0-1 0 0 0,0-1-1 0 0,2-3 1 0 0,-1-1 0 0 0,46 3 0 0 0,106 15 866 0 0,-104-12-441 0 0,123 3 1 0 0,201 0 475 0 0,104-9-457 0 0,8-27 150 0 0,-276 7-551 0 0,65-12-151 0 0,23-1-187 0 0,172 9 180 0 0,24-2 87 0 0,-159-12-212 0 0,-1 1-8 0 0,12 2-61 0 0,-188 12-9 0 0,151 1 17 0 0,-206 11-41 0 0,414-8 59 0 0,181 18-58 0 0,-242 4 86 0 0,-60 4-103 0 0,-194-4 6 0 0,500 45 56 0 0,-417-8 20 0 0,-82-26 26 0 0,-28-4-86 0 0,-10 4-12 0 0,165 24-549 0 0,-258-35-3054 0 0,-40-6-3341 0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26:03.399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832 128 1856 0 0,'0'-2'210'0'0,"0"0"-1"0"0,0-1 1 0 0,-1 1-1 0 0,1 0 1 0 0,-1-1-1 0 0,1 1 1 0 0,-1 0-1 0 0,0 0 1 0 0,0 0-1 0 0,0-1 1 0 0,0 1-1 0 0,-1 0 1 0 0,1 0-1 0 0,0 1 1 0 0,-1-1-1 0 0,1 0 1 0 0,-1 0-1 0 0,0 1 1 0 0,-3-4-1 0 0,-1 2 143 0 0,0-1-1 0 0,0 1 1 0 0,0 0-1 0 0,0 0 1 0 0,0 1-1 0 0,-1-1 0 0 0,-6 0 1 0 0,-9-2 84 0 0,-1 2 1 0 0,1 0-1 0 0,-32 1 1 0 0,32 3-305 0 0,1 1 1 0 0,-1 1 0 0 0,0 0 0 0 0,-40 13-1 0 0,-82 39 215 0 0,66-23-146 0 0,62-26-186 0 0,0 1 0 0 0,1 1 1 0 0,0 0-1 0 0,0 1 0 0 0,1 1 1 0 0,0 0-1 0 0,1 0 0 0 0,0 2 1 0 0,0 0-1 0 0,1 0 1 0 0,1 1-1 0 0,0 0 0 0 0,1 1 1 0 0,1 1-1 0 0,0-1 0 0 0,1 1 1 0 0,0 1-1 0 0,1-1 0 0 0,1 1 1 0 0,0 1-1 0 0,2-1 1 0 0,0 1-1 0 0,0 0 0 0 0,-1 33 1 0 0,3-36-26 0 0,2-1 0 0 0,0 0 0 0 0,0 1 0 0 0,1-1 1 0 0,1 0-1 0 0,0 0 0 0 0,1 0 0 0 0,0 0 0 0 0,1 0 1 0 0,1 0-1 0 0,0-1 0 0 0,0 0 0 0 0,1 0 0 0 0,13 18 0 0 0,-9-17 21 0 0,0-1-1 0 0,1 0 0 0 0,1-1 0 0 0,0 0 0 0 0,1-1 0 0 0,-1-1 1 0 0,2 0-1 0 0,0 0 0 0 0,0-1 0 0 0,0-1 0 0 0,28 10 0 0 0,2-2 99 0 0,0-2 0 0 0,1-2 0 0 0,1-2 1 0 0,-1-2-1 0 0,1-2 0 0 0,1-2 0 0 0,-1-2 0 0 0,76-8 0 0 0,-93 2 143 0 0,1-2 1 0 0,-1-1 0 0 0,-1-1-1 0 0,1-2 1 0 0,48-26 0 0 0,-31 11 130 0 0,-1-2 0 0 0,59-50 1 0 0,-86 63-219 0 0,0 0 1 0 0,-1-1-1 0 0,-1-1 1 0 0,26-36-1 0 0,-37 45-28 0 0,0 0 0 0 0,0-1 0 0 0,-1 1 0 0 0,0-1 0 0 0,-1 0 0 0 0,1 0 0 0 0,-2 0 1 0 0,1 0-1 0 0,-1-1 0 0 0,-1 1 0 0 0,0-1 0 0 0,0 1 0 0 0,-1-1 0 0 0,-1-15 0 0 0,-3 1-42 0 0,0 1-1 0 0,-2 0 1 0 0,0 0-1 0 0,-2 0 1 0 0,0 1 0 0 0,-2 0-1 0 0,0 1 1 0 0,-2 0-1 0 0,0 0 1 0 0,-1 1 0 0 0,-17-19-1 0 0,18 25-143 0 0,0 1-1 0 0,-1 1 1 0 0,0 0 0 0 0,-1 1-1 0 0,0 0 1 0 0,-1 1 0 0 0,0 1-1 0 0,-1 0 1 0 0,0 1 0 0 0,0 1-1 0 0,0 0 1 0 0,-1 1-1 0 0,0 1 1 0 0,-1 1 0 0 0,-25-4-1 0 0,19 6-293 0 0,0 1 0 0 0,1 2 0 0 0,-1 0 0 0 0,0 2 0 0 0,1 0 0 0 0,-1 1 0 0 0,1 2 0 0 0,0 0 0 0 0,-26 12 0 0 0,-18 12-4937 0 0,-105 63-1 0 0,118-61 1415 0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28:17.368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71 229 312 0 0,'-25'-3'874'0'0,"14"1"-573"0"0,10-20-305 0 0,1 19 138 0 0,0 0-1 0 0,0 0 1 0 0,0 0-1 0 0,0-1 1 0 0,0 1-1 0 0,0 0 1 0 0,-1 0 0 0 0,0 0-1 0 0,1 0 1 0 0,-1 0-1 0 0,0 0 1 0 0,-1 0 0 0 0,1 1-1 0 0,0-1 1 0 0,-3-4-1 0 0,-9-21 1840 0 0,10 12-1030 0 0,0-1 0 0 0,1 1 0 0 0,1 0 0 0 0,1-18 0 0 0,0 27-125 0 0,1 6-693 0 0,1 0-1 0 0,-1-1 1 0 0,0 1-1 0 0,1 0 0 0 0,-1 0 1 0 0,0 0-1 0 0,1 0 0 0 0,-1 0 1 0 0,1 0-1 0 0,0 0 1 0 0,-1 1-1 0 0,1-1 0 0 0,0 1 1 0 0,-1-1-1 0 0,1 1 1 0 0,0-1-1 0 0,0 1 0 0 0,-1 0 1 0 0,1 0-1 0 0,0 0 1 0 0,0 0-1 0 0,0 0 0 0 0,2 1 1 0 0,49 2 1164 0 0,-14 15-498 0 0,-34-15-670 0 0,0 0 0 0 0,1-1 0 0 0,-1 1 0 0 0,1-1 0 0 0,-1 0 0 0 0,1-1 0 0 0,0 1 0 0 0,0-1 0 0 0,0 0 0 0 0,6 0-1 0 0,2-1 56 0 0,-1 2 1 0 0,0-1-1 0 0,0 2 0 0 0,22 6 0 0 0,20 4 369 0 0,12-4-68 0 0,-39-6-351 0 0,0 1 0 0 0,40 11 0 0 0,-46-11 0 0 0,0 0 0 0 0,0-2 0 0 0,0 0 0 0 0,0-1 0 0 0,0-2 0 0 0,26-3 0 0 0,63 2 81 0 0,-74 2 152 0 0,1-1 0 0 0,64-11 0 0 0,1-1-99 0 0,-14 11 62 0 0,105 9 0 0 0,57-6 554 0 0,-115-3-515 0 0,-103 0-273 0 0,57-10 0 0 0,-3 0 6 0 0,-15 5-5 0 0,-26 1-57 0 0,0 3-1 0 0,60 3 0 0 0,4 0-189 0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28:19.488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0 166 1520 0 0,'36'-46'15791'0'0,"50"65"-13504"0"0,-31-16-1548 0 0,1-2 0 0 0,-1-3 0 0 0,99-16 0 0 0,-142 17-656 0 0,18-2 183 0 0,1 2 0 0 0,59 6-1 0 0,-59-2-86 0 0,0-1-1 0 0,60-5 0 0 0,81-8 266 0 0,-70 6-229 0 0,162 0 74 0 0,-200 5-222 0 0,39-1-3 0 0,110-15 0 0 0,79-32-100 0 0,-251 43 60 0 0,0 2 0 0 0,52 4 0 0 0,-38-1-9 0 0,263 5 451 0 0,-317-5-520 0 0,0 0 0 0 0,0 0-1 0 0,0 0 1 0 0,0 0-1 0 0,0 0 1 0 0,0 0 0 0 0,0 0-1 0 0,0 0 1 0 0,0 1-1 0 0,0-1 1 0 0,0 0-1 0 0,0 1 1 0 0,0-1 0 0 0,0 1-1 0 0,0-1 1 0 0,0 1-1 0 0,0-1 1 0 0,0 1 0 0 0,-1 0-1 0 0,1-1 1 0 0,1 2-1 0 0,-115-47-23321 0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29:16.3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142 62 2208 0 0,'-2'-4'603'0'0,"0"0"0"0"0,0 1 0 0 0,-1-1-1 0 0,1 1 1 0 0,-1-1 0 0 0,1 1-1 0 0,-1 0 1 0 0,0 0 0 0 0,0 0-1 0 0,-1 1 1 0 0,1-1 0 0 0,0 1-1 0 0,-1 0 1 0 0,0 0 0 0 0,1 0-1 0 0,-1 0 1 0 0,-6-2 0 0 0,9 4-456 0 0,-1 0 0 0 0,1 0 0 0 0,-1 0 0 0 0,1 0 0 0 0,-1 0 0 0 0,1 0 0 0 0,-1 0 0 0 0,1 0 0 0 0,-1 0 0 0 0,1 1 0 0 0,-1-1 0 0 0,1 0-1 0 0,-1 1 1 0 0,1 0 0 0 0,-1-1 0 0 0,1 1 0 0 0,0 0 0 0 0,-1 0 0 0 0,0 1 0 0 0,-1 0-70 0 0,1 0 0 0 0,1 1 1 0 0,-1-1-1 0 0,0 0 0 0 0,1 1 0 0 0,-1 0 0 0 0,1-1 0 0 0,-1 1 0 0 0,1 0 0 0 0,0 0 0 0 0,1 0 0 0 0,-1-1 1 0 0,0 6-1 0 0,-2 9-53 0 0,2-1 0 0 0,0 1 0 0 0,1 0 0 0 0,0 0-1 0 0,4 20 1 0 0,-2-26-40 0 0,-1-1 0 0 0,2 1 1 0 0,-1-1-1 0 0,1 0 0 0 0,1 0 0 0 0,0 0 0 0 0,0-1 0 0 0,1 1 0 0 0,9 13 0 0 0,-13-22 11 0 0,0 1 1 0 0,0 0 0 0 0,0 0 0 0 0,1-1 0 0 0,-1 1-1 0 0,0-1 1 0 0,1 0 0 0 0,-1 1 0 0 0,1-1 0 0 0,-1 0-1 0 0,1 0 1 0 0,0 1 0 0 0,-1-1 0 0 0,1-1-1 0 0,0 1 1 0 0,0 0 0 0 0,0 0 0 0 0,0-1 0 0 0,-1 1-1 0 0,1-1 1 0 0,0 1 0 0 0,0-1 0 0 0,0 0 0 0 0,0 0-1 0 0,0 0 1 0 0,0 0 0 0 0,0 0 0 0 0,0 0-1 0 0,0-1 1 0 0,0 1 0 0 0,0-1 0 0 0,0 1 0 0 0,0-1-1 0 0,0 0 1 0 0,0 0 0 0 0,-1 0 0 0 0,3-1 0 0 0,-1-1 29 0 0,0 0 0 0 0,0 0 0 0 0,0-1 0 0 0,0 1 0 0 0,-1-1 0 0 0,1 1 0 0 0,-1-1 0 0 0,0 0 1 0 0,0 0-1 0 0,-1 0 0 0 0,1 0 0 0 0,-1 0 0 0 0,0 0 0 0 0,0-1 0 0 0,0 1 0 0 0,0-6 0 0 0,0-6 46 0 0,0-1-1 0 0,-1 0 1 0 0,-1 0-1 0 0,0 1 1 0 0,-2-1-1 0 0,1 0 0 0 0,-2 1 1 0 0,0 0-1 0 0,-1 0 1 0 0,-14-30-1 0 0,18 44-119 0 0,0 0-1 0 0,0 0 1 0 0,-1 0-1 0 0,1 1 1 0 0,0-1-1 0 0,-1 0 1 0 0,1 1-1 0 0,-1-1 0 0 0,1 1 1 0 0,-1 0-1 0 0,0-1 1 0 0,1 1-1 0 0,-1 0 1 0 0,0 0-1 0 0,0 0 1 0 0,0 0-1 0 0,0 0 1 0 0,0 1-1 0 0,0-1 1 0 0,0 1-1 0 0,0-1 1 0 0,0 1-1 0 0,-3-1 1 0 0,2 2-214 0 0,0-1 0 0 0,0 1 0 0 0,0 0 1 0 0,0 0-1 0 0,0 0 0 0 0,0 0 1 0 0,0 0-1 0 0,1 1 0 0 0,-1-1 0 0 0,0 1 1 0 0,1 0-1 0 0,0 0 0 0 0,-1-1 0 0 0,-2 5 1 0 0,0-1-539 0 0,0 0 0 0 0,0 0 1 0 0,1 1-1 0 0,0 0 0 0 0,0 0 0 0 0,1 0 1 0 0,-1 0-1 0 0,1 0 0 0 0,1 1 1 0 0,-1-1-1 0 0,1 1 0 0 0,0 0 0 0 0,-1 12 1 0 0,5-13-690 0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29:16.7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1512 0 0,'1'0'222'0'0,"1"0"-1"0"0,-1 0 0 0 0,0 1 0 0 0,0-1 1 0 0,0 1-1 0 0,0-1 0 0 0,0 1 1 0 0,0-1-1 0 0,0 1 0 0 0,0 0 0 0 0,0 0 1 0 0,0-1-1 0 0,0 1 0 0 0,0 0 0 0 0,-1 0 1 0 0,1 0-1 0 0,0 0 0 0 0,-1 0 1 0 0,1 0-1 0 0,0 0 0 0 0,-1 0 0 0 0,1 0 1 0 0,-1 0-1 0 0,0 0 0 0 0,1 1 0 0 0,-1-1 1 0 0,0 0-1 0 0,0 0 0 0 0,0 2 1 0 0,6 44 1647 0 0,-5-32-1140 0 0,11 219 1989 0 0,-11-78-5594 0 0,-1-111 384 0 0,1-31-905 0 0,-1-19 217 0 0,4 1 1850 0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29:17.0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86 1424 0 0,'0'-2'271'0'0,"0"0"1"0"0,0 0-1 0 0,0 0 0 0 0,1 0 0 0 0,-1 0 0 0 0,0 0 0 0 0,1 0 0 0 0,-1 0 0 0 0,1 1 0 0 0,0-1 0 0 0,0 0 1 0 0,-1 0-1 0 0,1 0 0 0 0,1 1 0 0 0,-1-1 0 0 0,0 0 0 0 0,0 1 0 0 0,0-1 0 0 0,1 1 0 0 0,-1 0 0 0 0,1-1 1 0 0,1 0-1 0 0,38-32 1930 0 0,-40 33-2133 0 0,0 0 0 0 0,0 0-1 0 0,1 0 1 0 0,-1 0 0 0 0,0 0 0 0 0,1 1 0 0 0,-1-1 0 0 0,1 0 0 0 0,-1 1 0 0 0,1-1 0 0 0,-1 1-1 0 0,1-1 1 0 0,-1 1 0 0 0,1 0 0 0 0,0-1 0 0 0,-1 1 0 0 0,1 0 0 0 0,-1 0 0 0 0,1 0 0 0 0,0 0 0 0 0,-1 1-1 0 0,4 0 1 0 0,-4 0-18 0 0,0 0 1 0 0,-1 0-1 0 0,1 0 0 0 0,0 0 0 0 0,-1 0 0 0 0,1 1 0 0 0,-1-1 1 0 0,1 0-1 0 0,-1 0 0 0 0,1 1 0 0 0,-1-1 0 0 0,0 0 0 0 0,0 1 0 0 0,0-1 1 0 0,0 0-1 0 0,0 1 0 0 0,0-1 0 0 0,0 0 0 0 0,0 1 0 0 0,-1 2 0 0 0,-1 9 63 0 0,-2 1 0 0 0,0 0 0 0 0,-10 23 0 0 0,-55 98-192 0 0,59-122-171 0 0,11-23 97 0 0,15-26 591 0 0,-13 33-388 0 0,-1-1 0 0 0,1 1 0 0 0,0 0 0 0 0,0 1 0 0 0,0-1 0 0 0,1 0 0 0 0,-1 1 1 0 0,0 0-1 0 0,1 0 0 0 0,0 0 0 0 0,-1 0 0 0 0,1 0 0 0 0,0 1 0 0 0,0 0 0 0 0,0 0 0 0 0,0 0 0 0 0,0 0 0 0 0,0 0 1 0 0,1 1-1 0 0,-1 0 0 0 0,0 0 0 0 0,0 0 0 0 0,0 0 0 0 0,0 1 0 0 0,5 1 0 0 0,-5-1-542 0 0,-1 0 0 0 0,1 0-1 0 0,-1 0 1 0 0,1 1 0 0 0,-1 0-1 0 0,1 0 1 0 0,-1 0 0 0 0,0 0-1 0 0,0 0 1 0 0,5 5 0 0 0,-24-2-6820 0 0,8-2 6022 0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29:17.4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0 113 1736 0 0,'14'-10'6202'0'0,"19"-11"-2781"0"0,7-4-1879 0 0,-29 16-1118 0 0,1 1 0 0 0,1 1 0 0 0,-1-1-1 0 0,1 2 1 0 0,1 0 0 0 0,22-7-1 0 0,-35 13-379 0 0,0 0-1 0 0,0 1 0 0 0,-1-1 0 0 0,1 0 0 0 0,0 0 1 0 0,0 1-1 0 0,0-1 0 0 0,-1 1 0 0 0,1-1 0 0 0,0 0 1 0 0,-1 1-1 0 0,1-1 0 0 0,0 1 0 0 0,-1 0 0 0 0,1-1 1 0 0,0 1-1 0 0,-1 0 0 0 0,1-1 0 0 0,-1 1 0 0 0,1 0 1 0 0,-1-1-1 0 0,0 1 0 0 0,1 0 0 0 0,-1 0 0 0 0,0 0 0 0 0,1-1 1 0 0,-1 1-1 0 0,0 0 0 0 0,0 0 0 0 0,0 0 0 0 0,0 0 1 0 0,0 0-1 0 0,0-1 0 0 0,0 1 0 0 0,0 0 0 0 0,0 1 1 0 0,0 40 205 0 0,-1-38-222 0 0,1 44-577 0 0,-2 15-3000 0 0,-2-31-6911 0 0,9-47 9208 0 0,-3 5 1903 0 0,-11 24 906 0 0,-5 12 194 0 0,-16 41 0 0 0,28-61-1587 0 0,0 1-1 0 0,0-1 1 0 0,0 1 0 0 0,0-1-1 0 0,1 1 1 0 0,0 0 0 0 0,1 0-1 0 0,-1 0 1 0 0,1-1 0 0 0,1 1-1 0 0,-1 0 1 0 0,4 11 0 0 0,-4-17-116 0 0,0 0 1 0 0,0 0 0 0 0,1 0-1 0 0,-1 0 1 0 0,1 0 0 0 0,-1 0-1 0 0,1 0 1 0 0,-1 0 0 0 0,1 0-1 0 0,-1 0 1 0 0,1 0 0 0 0,0 0-1 0 0,0-1 1 0 0,-1 1 0 0 0,1 0-1 0 0,0 0 1 0 0,0-1 0 0 0,0 1 0 0 0,0-1-1 0 0,0 1 1 0 0,0-1 0 0 0,0 1-1 0 0,0-1 1 0 0,0 1 0 0 0,0-1-1 0 0,0 0 1 0 0,0 0 0 0 0,1 1-1 0 0,1-2 66 0 0,0 1 1 0 0,-1 0-1 0 0,1-1 0 0 0,0 0 0 0 0,-1 0 0 0 0,1 1 0 0 0,-1-2 1 0 0,0 1-1 0 0,1 0 0 0 0,-1 0 0 0 0,3-3 0 0 0,6-4 380 0 0,-1 0 0 0 0,0-1 1 0 0,13-15-1 0 0,-19 20-326 0 0,0-1-1 0 0,-1 1 1 0 0,0-1 0 0 0,0 0 0 0 0,0 0-1 0 0,0 0 1 0 0,-1 0 0 0 0,0 0 0 0 0,0-1-1 0 0,-1 1 1 0 0,1 0 0 0 0,0-11 0 0 0,-2 15-114 0 0,0-1-1 0 0,0 1 1 0 0,0-1 0 0 0,0 1 0 0 0,0-1 0 0 0,-1 1 0 0 0,1-1 0 0 0,0 1 0 0 0,-1-1-1 0 0,1 1 1 0 0,-1 0 0 0 0,0-1 0 0 0,1 1 0 0 0,-1 0 0 0 0,0 0 0 0 0,0-1 0 0 0,0 1-1 0 0,0 0 1 0 0,0 0 0 0 0,-2-1 0 0 0,1 1-49 0 0,0-1 1 0 0,-1 1-1 0 0,1 0 0 0 0,-1 0 0 0 0,1 0 0 0 0,-1 1 1 0 0,0-1-1 0 0,1 1 0 0 0,-1-1 0 0 0,0 1 1 0 0,0 0-1 0 0,1 0 0 0 0,-1 0 0 0 0,0 1 1 0 0,-3 0-1 0 0,1 0-643 0 0,-1 0-1 0 0,0 1 1 0 0,1 0 0 0 0,-1 0 0 0 0,-9 6 0 0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29:17.9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93 6 2168 0 0,'0'0'170'0'0,"0"-1"-1"0"0,0 1 1 0 0,0 0-1 0 0,0-1 1 0 0,0 1-1 0 0,0 0 1 0 0,0 0-1 0 0,0-1 1 0 0,-1 1-1 0 0,1 0 1 0 0,0 0-1 0 0,0 0 1 0 0,0-1-1 0 0,-1 1 1 0 0,1 0-1 0 0,0 0 1 0 0,0 0-1 0 0,-1-1 0 0 0,1 1 1 0 0,0 0-1 0 0,0 0 1 0 0,-1 0-1 0 0,1 0 1 0 0,0 0-1 0 0,0 0 1 0 0,-1 0-1 0 0,1-1 1 0 0,0 1-1 0 0,0 0 1 0 0,-1 0-1 0 0,1 0 1 0 0,0 0-1 0 0,-1 0 1 0 0,1 0-1 0 0,0 0 1 0 0,-1 1-1 0 0,1-1 1 0 0,0 0-1 0 0,0 0 0 0 0,-1 0 1 0 0,1 0-1 0 0,0 0 1 0 0,0 0-1 0 0,-1 0 1 0 0,1 1-1 0 0,0-1 1 0 0,0 0-1 0 0,-1 0 1 0 0,1 0-1 0 0,0 1 1 0 0,0-1-1 0 0,0 0 1 0 0,-1 0-1 0 0,1 1 1 0 0,-14 24 2484 0 0,-5 32-2168 0 0,3 1-276 0 0,6-26-1051 0 0,-9 52 1 0 0,18-73-126 0 0,0 0 0 0 0,1 0 0 0 0,0 0 0 0 0,0-1 0 0 0,3 14 0 0 0,-3-24 866 0 0,0 0 0 0 0,0 1 1 0 0,0-1-1 0 0,0 1 0 0 0,0-1 1 0 0,0 1-1 0 0,0-1 0 0 0,0 0 0 0 0,0 1 1 0 0,0-1-1 0 0,0 1 0 0 0,0-1 1 0 0,0 0-1 0 0,0 1 0 0 0,0-1 0 0 0,0 1 1 0 0,1-1-1 0 0,-1 0 0 0 0,0 1 1 0 0,0-1-1 0 0,1 1 0 0 0,-1-1 0 0 0,0 0 1 0 0,0 0-1 0 0,1 1 0 0 0,-1-1 1 0 0,0 0-1 0 0,1 1 0 0 0,-1-1 0 0 0,0 0 1 0 0,1 0-1 0 0,-1 0 0 0 0,1 1 1 0 0,-1-1-1 0 0,0 0 0 0 0,1 0 0 0 0,-1 0 1 0 0,1 0-1 0 0,-1 0 0 0 0,0 0 1 0 0,1 0-1 0 0,-1 0 0 0 0,1 0 0 0 0,-1 0 1 0 0,1 0-1 0 0,16-19-1380 0 0,8-33 1295 0 0,-15 12 594 0 0,-8 30 440 0 0,0 1 0 0 0,1-1 0 0 0,0 1 0 0 0,7-17 0 0 0,-9 26-718 0 0,0-1-1 0 0,0 1 1 0 0,-1 0-1 0 0,1-1 1 0 0,0 1-1 0 0,0 0 0 0 0,0 0 1 0 0,0-1-1 0 0,0 1 1 0 0,-1 0-1 0 0,1 0 1 0 0,0 0-1 0 0,0 0 1 0 0,0 0-1 0 0,0 0 1 0 0,0 0-1 0 0,0 1 0 0 0,-1-1 1 0 0,1 0-1 0 0,0 0 1 0 0,0 1-1 0 0,0-1 1 0 0,0 0-1 0 0,-1 1 1 0 0,1-1-1 0 0,0 1 1 0 0,0-1-1 0 0,-1 1 0 0 0,2 0 1 0 0,30 20-532 0 0,-24-16 578 0 0,3 3-367 0 0,39 21-2653 0 0,-48-28 2540 0 0,1 0-1 0 0,0 0 1 0 0,-1 0-1 0 0,1 0 1 0 0,0 0-1 0 0,0 0 1 0 0,0-1-1 0 0,0 0 1 0 0,0 1-1 0 0,0-1 1 0 0,-1 0-1 0 0,1 0 1 0 0,0-1-1 0 0,0 1 1 0 0,0-1-1 0 0,3 0 1 0 0,3-1-792 0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29:18.4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 72 792 0 0,'-22'-59'1833'0'0,"12"118"663"0"0,4-6-1827 0 0,-1 16-28 0 0,6-54-424 0 0,4-25-96 0 0,0 1 74 0 0,0-1 0 0 0,1 0-1 0 0,0 1 1 0 0,0-1-1 0 0,1 1 1 0 0,0 0-1 0 0,0 0 1 0 0,8-8 0 0 0,59-59 4028 0 0,-42 47-2240 0 0,-29 29-1942 0 0,-1 0 0 0 0,0-1-1 0 0,0 1 1 0 0,0 0 0 0 0,0 0-1 0 0,0 0 1 0 0,0 0 0 0 0,0 0-1 0 0,1 0 1 0 0,-1 0 0 0 0,0 0-1 0 0,0-1 1 0 0,0 1 0 0 0,0 0 0 0 0,0 0-1 0 0,1 0 1 0 0,-1 0 0 0 0,0 0-1 0 0,0 0 1 0 0,0 0 0 0 0,0 0-1 0 0,1 0 1 0 0,-1 0 0 0 0,0 0 0 0 0,0 0-1 0 0,0 0 1 0 0,0 0 0 0 0,1 0-1 0 0,-1 0 1 0 0,0 0 0 0 0,0 1-1 0 0,0-1 1 0 0,0 0 0 0 0,0 0 0 0 0,1 0-1 0 0,-1 0 1 0 0,0 0 0 0 0,0 0-1 0 0,0 0 1 0 0,0 0 0 0 0,0 0-1 0 0,0 1 1 0 0,0-1 0 0 0,1 0-1 0 0,-1 0 1 0 0,0 0 0 0 0,0 0 0 0 0,0 0-1 0 0,0 1 1 0 0,0-1 0 0 0,0 0-1 0 0,0 0 1 0 0,0 0 0 0 0,0 0-1 0 0,0 0 1 0 0,0 1 0 0 0,0-1 0 0 0,0 0-1 0 0,0 0 1 0 0,0 0 0 0 0,0 0-1 0 0,0 1 1 0 0,1 19 799 0 0,-4 27-715 0 0,3-45-45 0 0,-1 18-208 0 0,0-1 1 0 0,1 1-1 0 0,0 0 1 0 0,5 20-1 0 0,4-2-3519 0 0,8-3-4789 0 0,-26-39 4791 0 0,7 4 1915 0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29:18.8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5 101 3185 0 0,'0'0'85'0'0,"0"0"1"0"0,0 0 0 0 0,-1 0 0 0 0,1 0-1 0 0,0 0 1 0 0,0 0 0 0 0,0 0 0 0 0,0 0-1 0 0,-1 0 1 0 0,1 0 0 0 0,0 0 0 0 0,0 0-1 0 0,0 0 1 0 0,0 0 0 0 0,-1 0 0 0 0,1-1-1 0 0,0 1 1 0 0,0 0 0 0 0,0 0 0 0 0,0 0-1 0 0,0 0 1 0 0,0 0 0 0 0,-1 0 0 0 0,1 0-1 0 0,0 0 1 0 0,0-1 0 0 0,0 1 0 0 0,0 0-1 0 0,0 0 1 0 0,0 0 0 0 0,0 0 0 0 0,0 0 0 0 0,0-1-1 0 0,0 1 1 0 0,-1 0 0 0 0,1 0 0 0 0,0 0-1 0 0,0 0 1 0 0,0-1 0 0 0,0 1 0 0 0,0 0-1 0 0,0 0 1 0 0,0 0 0 0 0,0 0 0 0 0,0-1-1 0 0,0 1 1 0 0,0 0 0 0 0,1 0 0 0 0,-1 0-1 0 0,0 0 1 0 0,0-1 0 0 0,0 1 0 0 0,0 0-1 0 0,0 0 1 0 0,0 0 0 0 0,0 0 0 0 0,0 0-1 0 0,1-1 1 0 0,10-13 1920 0 0,16-12-702 0 0,-16 18-990 0 0,0 0-1 0 0,1 1 0 0 0,0 1 0 0 0,20-9 1 0 0,-29 13-268 0 0,1 1 1 0 0,-1-1 0 0 0,1 1-1 0 0,-1 0 1 0 0,1 0 0 0 0,-1 1 0 0 0,1-1-1 0 0,-1 1 1 0 0,1-1 0 0 0,0 1-1 0 0,-1 0 1 0 0,1 0 0 0 0,0 1 0 0 0,-1-1-1 0 0,1 1 1 0 0,-1 0 0 0 0,1 0-1 0 0,-1 0 1 0 0,1 0 0 0 0,-1 1 0 0 0,0-1-1 0 0,4 3 1 0 0,-5-2-29 0 0,0 1 1 0 0,-1-1-1 0 0,0 0 1 0 0,1 0-1 0 0,-1 1 1 0 0,0-1-1 0 0,0 1 1 0 0,0-1-1 0 0,-1 1 0 0 0,1 0 1 0 0,-1-1-1 0 0,1 1 1 0 0,-1-1-1 0 0,0 1 1 0 0,0 0-1 0 0,0 3 1 0 0,-6 50-1253 0 0,4-40 423 0 0,1-7 253 0 0,-3 48-2775 0 0,4-53 2935 0 0,0-1 0 0 0,0 1 0 0 0,0-1 0 0 0,1 1 0 0 0,-1-1-1 0 0,1 1 1 0 0,0-1 0 0 0,0 0 0 0 0,0 1 0 0 0,0-1 0 0 0,1 0 0 0 0,-1 0-1 0 0,3 3 1 0 0,-4-5 310 0 0,1-1 54 0 0,-1 0 0 0 0,0 0 0 0 0,0 0 0 0 0,0 1 0 0 0,0-1 1 0 0,0 0-1 0 0,0 0 0 0 0,0 0 0 0 0,1 0 0 0 0,-1 1 1 0 0,0-1-1 0 0,0 0 0 0 0,0 0 0 0 0,0 0 0 0 0,1 0 0 0 0,-1 0 1 0 0,0 0-1 0 0,0 1 0 0 0,0-1 0 0 0,0 0 0 0 0,1 0 0 0 0,-1 0 1 0 0,0 0-1 0 0,0 0 0 0 0,0 0 0 0 0,1 0 0 0 0,-1 0 0 0 0,0 0 1 0 0,0 0-1 0 0,1 0 0 0 0,-1 0 0 0 0,0 0 0 0 0,0 0 1 0 0,0 0-1 0 0,1 0 0 0 0,-1 0 0 0 0,0-1 0 0 0,0 1 0 0 0,0 0 1 0 0,0 0-1 0 0,1 0 0 0 0,-1 0 0 0 0,0 0 0 0 0,0 0 0 0 0,0 0 1 0 0,0-1-1 0 0,1 1 0 0 0,6-5-1085 0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29:19.1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99 135 440 0 0,'-1'-8'367'0'0,"-1"0"0"0"0,0 0 0 0 0,0 0 0 0 0,-7-14 0 0 0,9 21-296 0 0,0 0 0 0 0,0 0 0 0 0,-1 0 0 0 0,1 0 0 0 0,0 0 0 0 0,-1 0 0 0 0,1 0 0 0 0,-1 0 0 0 0,1 1 0 0 0,-1-1 0 0 0,0 0 0 0 0,1 0 0 0 0,-1 0 0 0 0,0 1 0 0 0,1-1 0 0 0,-1 0 0 0 0,0 1 0 0 0,0-1 0 0 0,0 1 0 0 0,0-1 0 0 0,1 1 0 0 0,-1-1-1 0 0,0 1 1 0 0,0-1 0 0 0,0 1 0 0 0,0 0 0 0 0,0 0 0 0 0,0-1 0 0 0,0 1 0 0 0,0 0 0 0 0,0 0 0 0 0,0 0 0 0 0,0 0 0 0 0,0 0 0 0 0,0 0 0 0 0,0 0 0 0 0,0 1 0 0 0,0-1 0 0 0,0 0 0 0 0,0 1 0 0 0,0-1 0 0 0,0 0 0 0 0,0 1 0 0 0,0-1 0 0 0,0 1 0 0 0,0 0-1 0 0,1-1 1 0 0,-1 1 0 0 0,0-1 0 0 0,0 1 0 0 0,-1 1 0 0 0,1 0-48 0 0,0-1 0 0 0,-1 1 0 0 0,1 0 0 0 0,0-1 0 0 0,0 1 0 0 0,0 0 0 0 0,0 0 0 0 0,0 0-1 0 0,1-1 1 0 0,-1 1 0 0 0,1 0 0 0 0,-1 0 0 0 0,1 0 0 0 0,-1 0 0 0 0,1 0 0 0 0,0 0 0 0 0,0 0 0 0 0,0 0 0 0 0,0 0 0 0 0,0 0-1 0 0,1 0 1 0 0,0 3 0 0 0,0 0-44 0 0,1 0 0 0 0,0-1 0 0 0,0 0 0 0 0,0 1 0 0 0,1-1-1 0 0,-1 0 1 0 0,1 0 0 0 0,0 0 0 0 0,6 6 0 0 0,-5-6 38 0 0,1 0-1 0 0,-1 0 1 0 0,1-1 0 0 0,-1 1-1 0 0,1-1 1 0 0,0 0 0 0 0,0 0-1 0 0,7 2 1 0 0,-9-4 68 0 0,-1 0 0 0 0,0-1 0 0 0,1 1 0 0 0,-1-1-1 0 0,1 1 1 0 0,-1-1 0 0 0,1 0 0 0 0,-1 0 0 0 0,1 0 0 0 0,-1 0-1 0 0,0 0 1 0 0,1 0 0 0 0,-1-1 0 0 0,1 1 0 0 0,-1-1 0 0 0,1 0-1 0 0,-1 0 1 0 0,3-1 0 0 0,-3 0 36 0 0,0 1 0 0 0,0-1 0 0 0,0 0-1 0 0,0 0 1 0 0,0 0 0 0 0,-1 0 0 0 0,1-1 0 0 0,-1 1-1 0 0,0 0 1 0 0,1-1 0 0 0,-1 1 0 0 0,0-1 0 0 0,0 1 0 0 0,-1-1-1 0 0,1 1 1 0 0,0-1 0 0 0,-1 0 0 0 0,0 1 0 0 0,0-1 0 0 0,0 0-1 0 0,0 1 1 0 0,0-1 0 0 0,0 0 0 0 0,0 0 0 0 0,-1 1-1 0 0,0-1 1 0 0,1 1 0 0 0,-1-1 0 0 0,-2-4 0 0 0,0-2 140 0 0,-1 0 0 0 0,0 0 0 0 0,0 1 1 0 0,-1 0-1 0 0,0 0 0 0 0,0 0 0 0 0,-8-9 1 0 0,8 12-188 0 0,0 1 1 0 0,0 0-1 0 0,0 0 1 0 0,-1 0-1 0 0,0 0 1 0 0,1 1-1 0 0,-1 0 1 0 0,0 0-1 0 0,-7-2 1 0 0,10 4-229 0 0,0 0 0 0 0,1 1 0 0 0,-1-1 0 0 0,0 1 0 0 0,0 0 0 0 0,0 0 1 0 0,0 0-1 0 0,0 0 0 0 0,0 0 0 0 0,-3 1 0 0 0,4-1-203 0 0,0 1 1 0 0,1 0 0 0 0,-1-1 0 0 0,0 1-1 0 0,1 0 1 0 0,-1 0 0 0 0,0 0-1 0 0,1 0 1 0 0,0 0 0 0 0,-1 0-1 0 0,1 1 1 0 0,-1-1 0 0 0,1 0-1 0 0,0 1 1 0 0,0-1 0 0 0,0 1-1 0 0,-1 1 1 0 0,-5 4-3697 0 0,7-1 2030 0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29:19.6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168 0 2489 0 0,'-1'7'7127'0'0,"-2"21"-4822"0"0,2-1-1539 0 0,-7 176 1560 0 0,14-136-6012 0 0,6-2-4014 0 0,-11-59 6396 0 0,-4 0-387 0 0</inkml:trace>
  <inkml:trace contextRef="#ctx0" brushRef="#br0" timeOffset="1">45 407 2024 0 0,'-3'2'225'0'0,"0"-1"1"0"0,0 1-1 0 0,1-1 0 0 0,-1 1 0 0 0,1 0 0 0 0,-1 0 0 0 0,1 0 0 0 0,-1 1 0 0 0,1-1 0 0 0,0 0 0 0 0,0 1 0 0 0,0 0 0 0 0,1-1 0 0 0,-1 1 0 0 0,0 0 0 0 0,1 0 0 0 0,0 0 0 0 0,0 0 0 0 0,0 0 0 0 0,0 0 0 0 0,0 0 0 0 0,1 0 0 0 0,-1 0 0 0 0,1 0 0 0 0,0 1 0 0 0,0-1 0 0 0,0 4 1 0 0,0 4-152 0 0,1 0 1 0 0,0 0 0 0 0,1 0 0 0 0,0 0 0 0 0,1 0 0 0 0,7 20 0 0 0,-10-30 20 0 0,1 1 0 0 0,0 0 0 0 0,0 0-1 0 0,0 0 1 0 0,0-1 0 0 0,0 1 0 0 0,0 0 0 0 0,1-1 0 0 0,-1 1 0 0 0,0-1 0 0 0,1 1 0 0 0,-1-1-1 0 0,1 0 1 0 0,0 0 0 0 0,-1 1 0 0 0,1-1 0 0 0,0 0 0 0 0,0-1 0 0 0,0 1 0 0 0,-1 0 0 0 0,1 0-1 0 0,0-1 1 0 0,3 1 0 0 0,-1-1 103 0 0,1 0 0 0 0,-1 0 1 0 0,1 0-1 0 0,-1-1 0 0 0,0 1 0 0 0,1-1 0 0 0,-1 0 0 0 0,0-1 0 0 0,0 1 0 0 0,6-3 1 0 0,6-5 503 0 0,0 0 0 0 0,0-1 0 0 0,-1 0 0 0 0,14-13 0 0 0,58-52 1425 0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29:56.4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157 14 3105 0 0,'-1'-1'258'0'0,"1"0"1"0"0,0 0-1 0 0,-1 0 1 0 0,1 1-1 0 0,-1-1 1 0 0,1 0-1 0 0,-1 0 1 0 0,1 1 0 0 0,-1-1-1 0 0,0 1 1 0 0,1-1-1 0 0,-1 0 1 0 0,0 1-1 0 0,1-1 1 0 0,-1 1-1 0 0,0-1 1 0 0,0 1 0 0 0,1 0-1 0 0,-1-1 1 0 0,0 1-1 0 0,0 0 1 0 0,0 0-1 0 0,0-1 1 0 0,0 1-1 0 0,1 0 1 0 0,-1 0-1 0 0,0 0 1 0 0,0 0 0 0 0,0 0-1 0 0,-1 0 1 0 0,0 2 4 0 0,1-1-1 0 0,-1 1 1 0 0,1 0 0 0 0,-1-1 0 0 0,1 1 0 0 0,0 0 0 0 0,-1 0 0 0 0,1 0 0 0 0,0 0 0 0 0,0 0 0 0 0,1 0 0 0 0,-2 3 0 0 0,-10 31 831 0 0,3 0 1 0 0,0 1 0 0 0,-5 67-1 0 0,-4 19-595 0 0,6-57-733 0 0,-1 10-2834 0 0,-1-27-3742 0 0,14-49 6694 0 0,0 0-1 0 0,0-1 1 0 0,0 1-1 0 0,0 0 1 0 0,0-1 0 0 0,0 1-1 0 0,0 0 1 0 0,0-1-1 0 0,-1 1 1 0 0,1 0-1 0 0,0-1 1 0 0,0 1-1 0 0,0 0 1 0 0,-1 0-1 0 0,1-1 1 0 0,0 1-1 0 0,0 0 1 0 0,-1 0-1 0 0,1 0 1 0 0,0-1-1 0 0,0 1 1 0 0,-1 0 0 0 0,1 0-1 0 0,0 0 1 0 0,-1 0-1 0 0,1 0 1 0 0,0-1-1 0 0,-1 1 1 0 0,1 0-1 0 0,0 0 1 0 0,0 0-1 0 0,-1 0 1 0 0,1 0-1 0 0,0 0 1 0 0,-1 0-1 0 0,1 0 1 0 0,0 0-1 0 0,-1 0 1 0 0,1 0 0 0 0,0 0-1 0 0,-1 1 1 0 0,1-1-1 0 0,0 0 1 0 0,-1 0-1 0 0,1 0 1 0 0,0 0-1 0 0,-1 0 1 0 0,1 1-1 0 0,0-1 1 0 0,0 0-1 0 0,-1 0 1 0 0,1 1-1 0 0,0-1 1 0 0,0 0 0 0 0,0 0-1 0 0,-1 1 1 0 0,1-1-1 0 0,0 0 1 0 0,0 0-1 0 0,0 1 1 0 0,0-1-1 0 0,-1 1 1 0 0,0-12-1506 0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29:56.8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28 1328 0 0,'9'-25'2477'0'0,"-9"24"-2378"0"0,0 1 0 0 0,1 0 1 0 0,-1 0-1 0 0,1-1 0 0 0,-1 1 0 0 0,0 0 1 0 0,1 0-1 0 0,-1 0 0 0 0,1-1 0 0 0,-1 1 1 0 0,1 0-1 0 0,-1 0 0 0 0,1 0 0 0 0,-1 0 0 0 0,0 0 1 0 0,1 0-1 0 0,-1 0 0 0 0,1 0 0 0 0,-1 0 1 0 0,1 0-1 0 0,-1 0 0 0 0,1 1 0 0 0,-1-1 1 0 0,0 0-1 0 0,1 0 0 0 0,-1 0 0 0 0,1 0 1 0 0,-1 1-1 0 0,0-1 0 0 0,2 1 0 0 0,3 3 752 0 0,0 1 0 0 0,-1 0 1 0 0,1 0-1 0 0,-1 1 0 0 0,5 7 0 0 0,6 7-255 0 0,-10-14-506 0 0,10 12 653 0 0,1-1 0 0 0,29 25 1 0 0,-39-37-902 0 0,-1-1 0 0 0,1-1 0 0 0,0 1 0 0 0,1-1 0 0 0,10 5 0 0 0,-14-7-181 0 0,1 0 0 0 0,-1-1 1 0 0,0 1-1 0 0,0 0 0 0 0,0-1 0 0 0,0 0 1 0 0,0 0-1 0 0,1 0 0 0 0,-1 0 1 0 0,0-1-1 0 0,0 1 0 0 0,0-1 1 0 0,5-1-1 0 0,-7 1 116 0 0,0 1 0 0 0,0-1 0 0 0,1 0 0 0 0,-1 0 0 0 0,0 0 0 0 0,0 0 0 0 0,0 0 0 0 0,0 0 0 0 0,0 0 0 0 0,-1 0 0 0 0,1 0 0 0 0,0 0 0 0 0,0 0 0 0 0,-1-1 0 0 0,1 1 0 0 0,-1 0 0 0 0,1 0 0 0 0,-1-1 0 0 0,1 1 0 0 0,-1 0 0 0 0,0-1 0 0 0,0 1 0 0 0,0-1 0 0 0,0 1 0 0 0,0 0 0 0 0,0-1 0 0 0,0 1 0 0 0,0-2 0 0 0,0-4-269 0 0,2-9-1371 0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29:57.4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 82 2272 0 0,'-3'20'1664'0'0,"1"1"-1"0"0,0-1 0 0 0,2 1 0 0 0,0-1 1 0 0,4 23-1 0 0,0-14-1256 0 0,2 0 1 0 0,0-1 0 0 0,2 0-1 0 0,1 0 1 0 0,20 42 0 0 0,-27-66-445 0 0,-1 0-54 0 0,1-1 1 0 0,-1 0-1 0 0,1 0 0 0 0,0 1 0 0 0,0-1 0 0 0,0-1 0 0 0,0 1 1 0 0,0 0-1 0 0,1 0 0 0 0,-1-1 0 0 0,1 1 0 0 0,0-1 0 0 0,3 2 1 0 0,-5-4-22 0 0,-1 0 0 0 0,0 0 0 0 0,1 0 0 0 0,-1-1 0 0 0,1 1 0 0 0,-1 0 0 0 0,0 0 0 0 0,1-1 0 0 0,-1 1 0 0 0,0 0 0 0 0,1-1 0 0 0,-1 1 0 0 0,0 0 1 0 0,1-1-1 0 0,-1 1 0 0 0,0-1 0 0 0,0 1 0 0 0,1 0 0 0 0,-1-1 0 0 0,0 1 0 0 0,0-1 0 0 0,0 1 0 0 0,0-1 0 0 0,0 1 0 0 0,0-1 0 0 0,1 1 1 0 0,-1-1-1 0 0,0 1 0 0 0,0 0 0 0 0,-1-1 0 0 0,1 1 0 0 0,0-1 0 0 0,0 1 0 0 0,0-1 0 0 0,0 1 0 0 0,0-1 0 0 0,0 1 0 0 0,-1-1 0 0 0,1 1 0 0 0,0 0 1 0 0,0-1-1 0 0,-1 0 0 0 0,-4-23-1890 0 0,-22-46-1257 0 0,17 46 3115 0 0,1 0 0 0 0,-8-36-1 0 0,20 58 559 0 0,1 0 1 0 0,0 0-1 0 0,0 1 0 0 0,0-1 0 0 0,0 1 0 0 0,0 0 1 0 0,0 0-1 0 0,0 0 0 0 0,1 1 0 0 0,-1-1 0 0 0,5 1 1 0 0,17-4-21 0 0,-12-1-728 0 0,-1-1 0 0 0,0 0-1 0 0,0-1 1 0 0,-1 0 0 0 0,0-1 0 0 0,0-1-1 0 0,-1 0 1 0 0,0 0 0 0 0,-1-1-1 0 0,0 0 1 0 0,0-1 0 0 0,-1 0-1 0 0,0-1 1 0 0,-1 1 0 0 0,-1-2-1 0 0,0 1 1 0 0,0-1 0 0 0,6-19-1 0 0,-12 31 377 0 0,-1 0 0 0 0,1 0 0 0 0,-1-1 1 0 0,1 1-1 0 0,-1 0 0 0 0,0-1 0 0 0,1 1 0 0 0,-1 0 0 0 0,0-1 0 0 0,0 1 0 0 0,0 0 0 0 0,0-1 0 0 0,0 1 0 0 0,0 0 0 0 0,0-1 0 0 0,-1 1 0 0 0,1 0 0 0 0,0-1 0 0 0,-1 1 0 0 0,1 0 0 0 0,-1 0 0 0 0,1-1 0 0 0,-1 1 0 0 0,0 0 0 0 0,1 0 0 0 0,-1 0 0 0 0,0 0 0 0 0,0 0 0 0 0,0 0 0 0 0,0 0 0 0 0,0 0 0 0 0,0 0 0 0 0,0 0 0 0 0,0 0 0 0 0,0 1 0 0 0,0-1 0 0 0,-1 0 0 0 0,1 1 0 0 0,0-1 0 0 0,0 1 0 0 0,-1 0 1 0 0,1-1-1 0 0,0 1 0 0 0,-2 0 0 0 0,-1-1 181 0 0,1 1 1 0 0,-1 1-1 0 0,0-1 1 0 0,1 0 0 0 0,-1 1-1 0 0,1 0 1 0 0,-1 0 0 0 0,1 0-1 0 0,-1 0 1 0 0,1 1-1 0 0,0-1 1 0 0,0 1 0 0 0,-1 0-1 0 0,1 0 1 0 0,-4 3 0 0 0,-1 3 435 0 0,0 0 1 0 0,1 1 0 0 0,-1 0 0 0 0,-10 17-1 0 0,16-22-518 0 0,0 0 1 0 0,0 0-1 0 0,0-1 0 0 0,0 1 0 0 0,0 0 0 0 0,1 1 0 0 0,-1-1 1 0 0,1 0-1 0 0,0 0 0 0 0,1 1 0 0 0,-1-1 0 0 0,1 0 0 0 0,0 1 0 0 0,0-1 1 0 0,1 7-1 0 0,-1-9-127 0 0,1-1-1 0 0,0 0 1 0 0,0 0 0 0 0,0 0 0 0 0,0 0 0 0 0,0 0 0 0 0,0 0 0 0 0,0 0-1 0 0,0-1 1 0 0,0 1 0 0 0,0 0 0 0 0,0 0 0 0 0,0-1 0 0 0,1 1 0 0 0,-1-1-1 0 0,0 1 1 0 0,0-1 0 0 0,1 1 0 0 0,-1-1 0 0 0,0 0 0 0 0,1 0 0 0 0,-1 0-1 0 0,1 0 1 0 0,-1 0 0 0 0,0 0 0 0 0,1 0 0 0 0,-1 0 0 0 0,0 0 0 0 0,1-1-1 0 0,-1 1 1 0 0,0 0 0 0 0,1-1 0 0 0,0 0 0 0 0,50-17 192 0 0,-47 16-162 0 0,59-31 343 0 0,-61 31-345 0 0,0 0 1 0 0,0 0-1 0 0,0-1 1 0 0,0 1-1 0 0,0-1 1 0 0,-1 1-1 0 0,1-1 1 0 0,-1 0 0 0 0,1 0-1 0 0,-1 0 1 0 0,0 0-1 0 0,0 0 1 0 0,-1 0-1 0 0,1-1 1 0 0,-1 1-1 0 0,2-8 1 0 0,-2 11-30 0 0,-1-1-1 0 0,0 0 1 0 0,0 1 0 0 0,0-1 0 0 0,0 0 0 0 0,0 1 0 0 0,0-1-1 0 0,0 0 1 0 0,0 1 0 0 0,0-1 0 0 0,0 0 0 0 0,0 1-1 0 0,0-1 1 0 0,0 1 0 0 0,-1-1 0 0 0,1 0 0 0 0,0 1 0 0 0,-1-1-1 0 0,1 1 1 0 0,0-1 0 0 0,-1 0 0 0 0,1 1 0 0 0,0-1-1 0 0,-1 1 1 0 0,1-1 0 0 0,-1 1 0 0 0,1-1 0 0 0,-1 1 0 0 0,1 0-1 0 0,-1-1 1 0 0,0 1 0 0 0,1 0 0 0 0,-1-1 0 0 0,1 1-1 0 0,-1 0 1 0 0,0 0 0 0 0,1 0 0 0 0,-1-1 0 0 0,0 1 0 0 0,1 0-1 0 0,-1 0 1 0 0,0 0 0 0 0,1 0 0 0 0,-1 0 0 0 0,0 0-1 0 0,1 0 1 0 0,-1 0 0 0 0,1 0 0 0 0,-1 1 0 0 0,0-1 0 0 0,1 0-1 0 0,-1 0 1 0 0,0 1 0 0 0,1-1 0 0 0,-1 1 0 0 0,-3 0 11 0 0,0 0 1 0 0,1 1-1 0 0,-1 0 1 0 0,1-1-1 0 0,-1 1 1 0 0,1 1 0 0 0,0-1-1 0 0,-3 3 1 0 0,0 3 42 0 0,0 0 0 0 0,1 1 0 0 0,0 0 0 0 0,0-1 1 0 0,1 2-1 0 0,0-1 0 0 0,1 0 0 0 0,0 1 0 0 0,0 0 0 0 0,1 0 1 0 0,1 0-1 0 0,-1-1 0 0 0,1 2 0 0 0,1 14 0 0 0,1 3 197 0 0,1-1 0 0 0,1 0-1 0 0,2 1 1 0 0,8 29 0 0 0,-11-50-356 0 0,1 1 0 0 0,0 0 0 0 0,0-1 0 0 0,1 1 1 0 0,0-1-1 0 0,7 9 0 0 0,-10-15-60 0 0,-1 0 0 0 0,1 0-1 0 0,-1 0 1 0 0,1 0 0 0 0,0 0 0 0 0,0-1 0 0 0,-1 1-1 0 0,1 0 1 0 0,0 0 0 0 0,0-1 0 0 0,0 1 0 0 0,0 0-1 0 0,-1-1 1 0 0,1 1 0 0 0,0-1 0 0 0,0 1 0 0 0,0-1-1 0 0,0 0 1 0 0,0 1 0 0 0,1-1 0 0 0,-1 0 0 0 0,0 0-1 0 0,0 0 1 0 0,0 1 0 0 0,0-1 0 0 0,0 0 0 0 0,0-1-1 0 0,0 1 1 0 0,0 0 0 0 0,0 0 0 0 0,0 0 0 0 0,0-1-1 0 0,0 1 1 0 0,0 0 0 0 0,0-1 0 0 0,0 1 0 0 0,0-1-1 0 0,0 1 1 0 0,0-1 0 0 0,0 0 0 0 0,0 1 0 0 0,0-1-1 0 0,0 0 1 0 0,-1 0 0 0 0,1 1 0 0 0,0-1 0 0 0,-1 0-1 0 0,1 0 1 0 0,0 0 0 0 0,-1 0 0 0 0,1 0 0 0 0,-1 0-1 0 0,0 0 1 0 0,1 0 0 0 0,-1 0 0 0 0,1-2 0 0 0,6-13-744 0 0,-1-1 1 0 0,0 1 0 0 0,-1-1 0 0 0,-1 0-1 0 0,-1-1 1 0 0,2-23 0 0 0,-3 25 1218 0 0,-2-1 0 0 0,0 0 1 0 0,-1 0-1 0 0,0 0 0 0 0,-1 0 1 0 0,-8-26-1 0 0,0 25 2870 0 0,2 27-276 0 0,2 33-841 0 0,9-25-1884 0 0,1 0 1 0 0,0 0-1 0 0,1-1 0 0 0,11 26 1 0 0,1 5-2154 0 0,-17-46 1762 0 0,1-1 0 0 0,-1 1 0 0 0,0 0-1 0 0,0 0 1 0 0,0 0 0 0 0,0-1 0 0 0,0 1 0 0 0,0 0 0 0 0,0 0 0 0 0,0 0 0 0 0,0-1 0 0 0,0 1 0 0 0,0 0 0 0 0,-1 0-1 0 0,1-1 1 0 0,0 1 0 0 0,-1 0 0 0 0,1 0 0 0 0,0-1 0 0 0,-1 1 0 0 0,1 0 0 0 0,-1-1 0 0 0,1 1 0 0 0,-1 0-1 0 0,1-1 1 0 0,-1 1 0 0 0,1-1 0 0 0,-1 1 0 0 0,0-1 0 0 0,1 1 0 0 0,-1-1 0 0 0,0 1 0 0 0,-1-1 0 0 0,-29 10-3172 0 0,22-8 3019 0 0,-5 3-784 0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29:57.7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88 63 536 0 0,'-6'2'573'0'0,"-1"0"1"0"0,1 0-1 0 0,0 1 0 0 0,-1 0 1 0 0,2 0-1 0 0,-1 1 1 0 0,0 0-1 0 0,-8 6 0 0 0,11-7-36 0 0,1 0 0 0 0,0-1 0 0 0,-1 1 1 0 0,1 0-1 0 0,0 0 0 0 0,0 0 0 0 0,1 1 0 0 0,-1-1 0 0 0,0 0 0 0 0,1 1 0 0 0,-1 3 0 0 0,2-6-452 0 0,0-1-1 0 0,0 1 0 0 0,0-1 0 0 0,1 1 0 0 0,-1-1 1 0 0,0 1-1 0 0,0-1 0 0 0,0 1 0 0 0,1-1 1 0 0,-1 1-1 0 0,0-1 0 0 0,1 1 0 0 0,-1-1 1 0 0,0 1-1 0 0,1-1 0 0 0,-1 0 0 0 0,1 1 1 0 0,-1-1-1 0 0,1 0 0 0 0,-1 1 0 0 0,1-1 1 0 0,-1 0-1 0 0,1 0 0 0 0,-1 1 0 0 0,1-1 1 0 0,-1 0-1 0 0,1 0 0 0 0,-1 0 0 0 0,1 0 1 0 0,-1 0-1 0 0,1 0 0 0 0,-1 0 0 0 0,1 0 1 0 0,-1 0-1 0 0,1 0 0 0 0,0 0 0 0 0,-1 0 1 0 0,1 0-1 0 0,-1 0 0 0 0,1 0 0 0 0,-1-1 1 0 0,1 1-1 0 0,-1 0 0 0 0,1 0 0 0 0,0-1 1 0 0,28-6 994 0 0,-29 7-1062 0 0,147-59 1898 0 0,-28 10-7311 0 0,-115 47 5219 0 0,17-7-6536 0 0,-20 9 6558 0 0,-1-1 1 0 0,1 1-1 0 0,-1 0 1 0 0,0-1-1 0 0,1 1 1 0 0,-1 0-1 0 0,0-1 1 0 0,1 1-1 0 0,-1-1 1 0 0,0 1-1 0 0,0 0 1 0 0,1-1-1 0 0,-1 1 1 0 0,0-1-1 0 0,0 1 1 0 0,0-1-1 0 0,0 1 1 0 0,0-1-1 0 0,1 1 0 0 0,-1-1 1 0 0,0 1-1 0 0,0-1 1 0 0,0 1-1 0 0,0-1 1 0 0,-1 1-1 0 0,1-1 1 0 0,0 1-1 0 0,0-1 1 0 0,0 1-1 0 0,0-1 1 0 0,0 1-1 0 0,-1-1 1 0 0,1 1-1 0 0,0-1 1 0 0,-1-2-1100 0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29:58.1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146 317 1424 0 0,'-14'14'984'0'0,"1"1"0"0"0,0 0-1 0 0,1 1 1 0 0,0 0 0 0 0,-9 20-1 0 0,18-32-769 0 0,1-1-1 0 0,0 1 1 0 0,0 0 0 0 0,1 0-1 0 0,-1 0 1 0 0,1 0-1 0 0,0 0 1 0 0,0 1-1 0 0,0-1 1 0 0,0 0 0 0 0,1 0-1 0 0,0 1 1 0 0,0-1-1 0 0,0 0 1 0 0,0 1-1 0 0,1-1 1 0 0,-1 0 0 0 0,1 0-1 0 0,0 1 1 0 0,1-1-1 0 0,-1 0 1 0 0,1 0 0 0 0,-1 0-1 0 0,1-1 1 0 0,1 1-1 0 0,-1 0 1 0 0,0-1-1 0 0,1 1 1 0 0,5 5 0 0 0,-5-7-69 0 0,0 0 1 0 0,0-1-1 0 0,0 1 1 0 0,1-1-1 0 0,-1 1 1 0 0,0-1 0 0 0,1 0-1 0 0,-1 0 1 0 0,0-1-1 0 0,1 1 1 0 0,0-1 0 0 0,-1 0-1 0 0,1 0 1 0 0,-1 0-1 0 0,1 0 1 0 0,-1 0-1 0 0,1-1 1 0 0,-1 0 0 0 0,1 0-1 0 0,-1 0 1 0 0,0 0-1 0 0,1 0 1 0 0,-1 0-1 0 0,0-1 1 0 0,0 0 0 0 0,0 0-1 0 0,0 0 1 0 0,0 0-1 0 0,0 0 1 0 0,-1 0 0 0 0,1-1-1 0 0,3-4 1 0 0,-3 5-103 0 0,-1 0 0 0 0,1 0 0 0 0,0-1 1 0 0,-1 1-1 0 0,0-1 0 0 0,1 0 0 0 0,-1 0 1 0 0,-1 0-1 0 0,1 0 0 0 0,0 0 0 0 0,-1 0 0 0 0,1-1 1 0 0,-1 1-1 0 0,0 0 0 0 0,0-1 0 0 0,0 1 1 0 0,0-1-1 0 0,-1 1 0 0 0,0-1 0 0 0,1 1 1 0 0,-1-1-1 0 0,-1 1 0 0 0,1-1 0 0 0,0 1 0 0 0,-1-1 1 0 0,0 1-1 0 0,0-1 0 0 0,0 1 0 0 0,0-1 1 0 0,0 1-1 0 0,-1 0 0 0 0,-3-6 0 0 0,3 6-78 0 0,-1 1-1 0 0,0-1 1 0 0,0 1-1 0 0,1 0 0 0 0,-2 0 1 0 0,1 0-1 0 0,0 0 1 0 0,0 0-1 0 0,-1 1 1 0 0,1-1-1 0 0,-1 1 1 0 0,1 0-1 0 0,-1 0 0 0 0,1 0 1 0 0,-1 1-1 0 0,0-1 1 0 0,1 1-1 0 0,-1 0 1 0 0,-7 0-1 0 0,-5 2-1471 0 0,0 1 1 0 0,0 0-1 0 0,-21 7 0 0 0,11-2-3431 0 0,25-8 4784 0 0,1 0-1 0 0,-1 0 0 0 0,1 0 0 0 0,-1 1 1 0 0,0-1-1 0 0,1 0 0 0 0,-1 0 1 0 0,1 0-1 0 0,-1 0 0 0 0,0 0 0 0 0,1 0 1 0 0,-1 0-1 0 0,1 0 0 0 0,-1-1 0 0 0,1 1 1 0 0,-1 0-1 0 0,1 0 0 0 0,-1 0 0 0 0,0 0 1 0 0,1-1-1 0 0,-1 1 0 0 0,1 0 1 0 0,-1-1-1 0 0,1 1 0 0 0,0 0 0 0 0,-1-1 1 0 0,1 1-1 0 0,-1-1 0 0 0,1 1 0 0 0,0 0 1 0 0,-1-1-1 0 0,1 1 0 0 0,0-1 0 0 0,-1 1 1 0 0,1-1-1 0 0,0 0 0 0 0,0-5-1896 0 0</inkml:trace>
  <inkml:trace contextRef="#ctx0" brushRef="#br0" timeOffset="1">304 17 2921 0 0,'0'0'212'0'0,"0"-1"1"0"0,0 1-1 0 0,0-1 0 0 0,0 1 1 0 0,0-1-1 0 0,0 0 1 0 0,0 1-1 0 0,0-1 1 0 0,0 1-1 0 0,0-1 1 0 0,0 1-1 0 0,0-1 0 0 0,0 1 1 0 0,0-1-1 0 0,0 0 1 0 0,0 1-1 0 0,1-1 1 0 0,-1 1-1 0 0,0-1 1 0 0,0 1-1 0 0,1-1 1 0 0,-1 1-1 0 0,0-1 0 0 0,1 1 1 0 0,-1 0-1 0 0,0-1 1 0 0,1 1-1 0 0,-1-1 1 0 0,1 1-1 0 0,-1 0 1 0 0,1 0-1 0 0,-1-1 1 0 0,1 1-1 0 0,-1 0 0 0 0,2-1 1 0 0,17 13 3980 0 0,17 33-1207 0 0,-34-43-2759 0 0,35 43 291 0 0,3-3 0 0 0,1-1 0 0 0,2-1 0 0 0,54 37 0 0 0,-14-10-692 0 0,-82-66 405 0 0,14 11 12 0 0,3-1-5352 0 0,-18-11 4933 0 0,1 0 0 0 0,-1 0 0 0 0,0 0 0 0 0,1 0 0 0 0,-1 0 0 0 0,0 0 0 0 0,0 0 0 0 0,1 0 0 0 0,-1 0 0 0 0,0 0 0 0 0,1 0-1 0 0,-1 0 1 0 0,0 0 0 0 0,1 0 0 0 0,-1 0 0 0 0,0 0 0 0 0,0 0 0 0 0,1 0 0 0 0,-1 0 0 0 0,0 0 0 0 0,0-1 0 0 0,1 1 0 0 0,-1 0 0 0 0,0 0 0 0 0,0 0 0 0 0,1 0 0 0 0,-1-1 0 0 0,0 1 0 0 0,0 0-1 0 0,1 0 1 0 0,-1-1 0 0 0,0 1 0 0 0,0 0 0 0 0,0-1 0 0 0,1-21-4697 0 0,-5 2 1296 0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29:58.5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244 0 3841 0 0,'-30'33'3355'0'0,"-66"79"3811"0"0,84-95-6721 0 0,0 1 1 0 0,2 0 0 0 0,0 1 0 0 0,1 0 0 0 0,-8 22 0 0 0,3 2-151 0 0,-11 55 1 0 0,22-82-380 0 0,1 0 1 0 0,0 0 0 0 0,1 1 0 0 0,1-1-1 0 0,0 0 1 0 0,5 32 0 0 0,-5-47-90 0 0,0 1 0 0 0,1-1 0 0 0,-1 1 0 0 0,0-1 0 0 0,1 1 1 0 0,-1-1-1 0 0,1 1 0 0 0,-1-1 0 0 0,1 1 0 0 0,0-1 0 0 0,0 0 0 0 0,-1 0 0 0 0,1 1 0 0 0,0-1 0 0 0,0 0 1 0 0,0 0-1 0 0,1 0 0 0 0,-1 0 0 0 0,0 0 0 0 0,0 0 0 0 0,0 0 0 0 0,1 0 0 0 0,-1-1 0 0 0,0 1 0 0 0,1 0 1 0 0,-1-1-1 0 0,1 1 0 0 0,-1-1 0 0 0,1 1 0 0 0,-1-1 0 0 0,1 0 0 0 0,-1 0 0 0 0,1 0 0 0 0,2 0 0 0 0,-2 0-120 0 0,1-1-1 0 0,-1 0 0 0 0,0 1 0 0 0,1-1 1 0 0,-1 0-1 0 0,0-1 0 0 0,0 1 0 0 0,1 0 0 0 0,-1-1 1 0 0,0 1-1 0 0,0-1 0 0 0,-1 1 0 0 0,1-1 1 0 0,0 0-1 0 0,0 0 0 0 0,-1 0 0 0 0,1 0 0 0 0,-1 0 1 0 0,0 0-1 0 0,0-1 0 0 0,2-2 0 0 0,8-29-1738 0 0,10 1-74 0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29:58.8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33 1736 0 0,'5'-3'6985'0'0,"22"-10"-4022"0"0,-14 9-2491 0 0,1 0 0 0 0,-1 1 0 0 0,0 1 0 0 0,1 0-1 0 0,-1 1 1 0 0,1 1 0 0 0,26 1 0 0 0,-35 0-461 0 0,0 0-1 0 0,0 0 1 0 0,-1 0-1 0 0,1 0 0 0 0,0 1 1 0 0,-1-1-1 0 0,1 1 1 0 0,-1 1-1 0 0,0-1 0 0 0,0 0 1 0 0,1 1-1 0 0,-2 0 1 0 0,1 0-1 0 0,0 0 0 0 0,0 1 1 0 0,-1-1-1 0 0,0 1 1 0 0,0 0-1 0 0,0 0 0 0 0,0 0 1 0 0,-1 0-1 0 0,1 0 1 0 0,-1 1-1 0 0,3 8 0 0 0,0 4-487 0 0,0 0 0 0 0,-1 1 0 0 0,2 21 0 0 0,-8 8-3238 0 0,1-44 3208 0 0,1 0 0 0 0,-1-1 0 0 0,0 1 0 0 0,0-1 1 0 0,0 1-1 0 0,-1-1 0 0 0,1 1 0 0 0,0-1 1 0 0,-1 0-1 0 0,0 0 0 0 0,1 1 0 0 0,-1-1 0 0 0,-3 2 1 0 0,-3 3-1855 0 0</inkml:trace>
  <inkml:trace contextRef="#ctx0" brushRef="#br0" timeOffset="1">83 143 2240 0 0,'-2'7'774'0'0,"0"-1"0"0"0,0 1-1 0 0,1-1 1 0 0,0 1-1 0 0,0 0 1 0 0,0 0-1 0 0,1-1 1 0 0,0 1-1 0 0,1 9 1 0 0,16 61 1470 0 0,-1-5-2911 0 0,-16-71 518 0 0,0-1-1 0 0,0 1 1 0 0,0-1 0 0 0,0 1-1 0 0,1 0 1 0 0,-1-1-1 0 0,0 1 1 0 0,0-1 0 0 0,0 1-1 0 0,0 0 1 0 0,-1-1 0 0 0,1 1-1 0 0,0-1 1 0 0,0 1-1 0 0,0 0 1 0 0,0-1 0 0 0,-1 1-1 0 0,1-1 1 0 0,0 1-1 0 0,0-1 1 0 0,-1 1 0 0 0,1-1-1 0 0,0 1 1 0 0,-1-1 0 0 0,1 1-1 0 0,-1-1 1 0 0,1 1-1 0 0,-1-1 1 0 0,1 0 0 0 0,0 1-1 0 0,-1-1 1 0 0,0 0-1 0 0,1 1 1 0 0,-1-1 0 0 0,1 0-1 0 0,-1 0 1 0 0,1 1 0 0 0,-1-1-1 0 0,1 0 1 0 0,-1 0-1 0 0,-1 0 1 0 0,-25-5-3527 0 0,20 2 3565 0 0,-8 2-1165 0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29:59.2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 51 984 0 0,'-1'0'145'0'0,"1"-1"0"0"0,-1 1 0 0 0,0 0 0 0 0,1 0 0 0 0,-1 0 0 0 0,0 0 0 0 0,1 0 0 0 0,-1 0 0 0 0,1 0 0 0 0,-1 0 0 0 0,0 0 0 0 0,1 0 0 0 0,-1 1 0 0 0,1-1 0 0 0,-1 0-1 0 0,0 0 1 0 0,1 1 0 0 0,-1-1 0 0 0,1 0 0 0 0,-1 0 0 0 0,1 1 0 0 0,-1-1 0 0 0,1 1 0 0 0,-1-1 0 0 0,1 0 0 0 0,-1 1 0 0 0,1-1 0 0 0,0 1 0 0 0,-1-1 0 0 0,1 1 0 0 0,0-1 0 0 0,-1 1 0 0 0,1-1 0 0 0,0 1 0 0 0,0 0 0 0 0,-1 0 0 0 0,2 0 53 0 0,-1 0 0 0 0,0 0 0 0 0,1-1 0 0 0,-1 1 0 0 0,1 0 0 0 0,-1 0 0 0 0,1-1 0 0 0,0 1 0 0 0,-1 0 0 0 0,1-1 0 0 0,0 1 0 0 0,-1 0 0 0 0,1-1 0 0 0,0 1 0 0 0,0-1 0 0 0,-1 1 0 0 0,1-1 0 0 0,0 0 0 0 0,0 1 0 0 0,0-1 0 0 0,0 0 0 0 0,0 1 0 0 0,0-1 0 0 0,-1 0 0 0 0,2 0 0 0 0,13 2 566 0 0,1 0 0 0 0,-1-2 0 0 0,0 0 0 0 0,0 0 0 0 0,0-1 0 0 0,0-1 0 0 0,29-7 0 0 0,32-14-1157 0 0,-7-2-3741 0 0,-68 25 3787 0 0,0 0 0 0 0,0 0 0 0 0,0 0 0 0 0,-1-1-1 0 0,1 1 1 0 0,0 0 0 0 0,0-1 0 0 0,0 1 0 0 0,0 0-1 0 0,0-1 1 0 0,-1 1 0 0 0,1-1 0 0 0,0 0 0 0 0,0 1-1 0 0,-1-1 1 0 0,1 0 0 0 0,0 1 0 0 0,-1-1 0 0 0,1 0-1 0 0,-1 1 1 0 0,1-1 0 0 0,-1 0 0 0 0,1 0 0 0 0,-1 0-1 0 0,1 0 1 0 0,-1 0 0 0 0,0 1 0 0 0,1-3 0 0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29:59.6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99 305 1424 0 0,'-9'9'433'0'0,"0"1"0"0"0,1 0-1 0 0,1 1 1 0 0,0 0-1 0 0,0 0 1 0 0,1 1 0 0 0,0-1-1 0 0,-7 23 1 0 0,11-30-254 0 0,1 0 1 0 0,0 0 0 0 0,0 0-1 0 0,0 1 1 0 0,0-1-1 0 0,1 0 1 0 0,0 0 0 0 0,0 1-1 0 0,0-1 1 0 0,0 0-1 0 0,0 0 1 0 0,1 0-1 0 0,0 1 1 0 0,0-1 0 0 0,0 0-1 0 0,0 0 1 0 0,1 0-1 0 0,0 0 1 0 0,0-1 0 0 0,0 1-1 0 0,0 0 1 0 0,0-1-1 0 0,1 1 1 0 0,-1-1-1 0 0,1 0 1 0 0,0 0 0 0 0,0 0-1 0 0,0 0 1 0 0,1 0-1 0 0,5 3 1 0 0,-3-3 103 0 0,0-1-1 0 0,1 0 1 0 0,-1 0-1 0 0,0-1 1 0 0,1 0-1 0 0,-1 0 1 0 0,0 0-1 0 0,1-1 1 0 0,-1 0 0 0 0,1 0-1 0 0,-1-1 1 0 0,1 0-1 0 0,-1 0 1 0 0,1 0-1 0 0,-1-1 1 0 0,8-3-1 0 0,-9 4-160 0 0,-1 0 0 0 0,1-1 0 0 0,0 0-1 0 0,-1 0 1 0 0,0 0 0 0 0,1-1 0 0 0,-1 1-1 0 0,0-1 1 0 0,0 0 0 0 0,0 0 0 0 0,-1-1-1 0 0,1 1 1 0 0,-1-1 0 0 0,0 0-1 0 0,0 0 1 0 0,0 0 0 0 0,0 0 0 0 0,-1 0-1 0 0,1 0 1 0 0,-1-1 0 0 0,3-9 0 0 0,-5 13-86 0 0,0 0 0 0 0,0 0 0 0 0,0 0 0 0 0,0-1 0 0 0,0 1 0 0 0,0 0 0 0 0,0 0 1 0 0,0 0-1 0 0,0-1 0 0 0,-1 1 0 0 0,1 0 0 0 0,0 0 0 0 0,-1 0 0 0 0,1 0 0 0 0,-1 0 0 0 0,0 0 1 0 0,1 0-1 0 0,-1 0 0 0 0,0 0 0 0 0,1 0 0 0 0,-1 0 0 0 0,0 0 0 0 0,-2-1 0 0 0,-30-12 365 0 0,20 12-457 0 0,0 0 0 0 0,-1 1 1 0 0,-17 1-1 0 0,17 2-374 0 0,0 0 1 0 0,1 0 0 0 0,0 1-1 0 0,-1 1 1 0 0,1 0-1 0 0,-14 7 1 0 0,-15 5-3657 0 0,70-58-6458 0 0,-13 26 9073 0 0</inkml:trace>
  <inkml:trace contextRef="#ctx0" brushRef="#br0" timeOffset="1">294 176 1128 0 0,'-2'-1'201'0'0,"1"1"0"0"0,0-1 1 0 0,0 1-1 0 0,0-1 0 0 0,0 1 0 0 0,0-1 0 0 0,0 0 0 0 0,0 1 0 0 0,0-1 0 0 0,0 0 0 0 0,0 0 1 0 0,0 0-1 0 0,0 0 0 0 0,1 0 0 0 0,-1 0 0 0 0,0 0 0 0 0,1 0 0 0 0,-1 0 0 0 0,1 0 0 0 0,-1 0 0 0 0,1 0 1 0 0,-1 0-1 0 0,1-1 0 0 0,0 1 0 0 0,-1 0 0 0 0,1 0 0 0 0,0 0 0 0 0,0-1 0 0 0,0 1 0 0 0,0-1 1 0 0,2-2 199 0 0,0 1 0 0 0,0-1 1 0 0,0 1-1 0 0,1 0 1 0 0,-1 0-1 0 0,1 0 1 0 0,0 0-1 0 0,5-4 1 0 0,5-6 301 0 0,1 0 1 0 0,0 1 0 0 0,1 0 0 0 0,0 1-1 0 0,1 1 1 0 0,0 1 0 0 0,1 0 0 0 0,0 1-1 0 0,19-6 1 0 0,-35 14-638 0 0,0-1-1 0 0,0 1 1 0 0,-1 0-1 0 0,1 0 0 0 0,0 0 1 0 0,-1 0-1 0 0,1 0 1 0 0,0 0-1 0 0,-1 0 1 0 0,1 0-1 0 0,0 0 1 0 0,-1 0-1 0 0,1 0 1 0 0,0 0-1 0 0,0 1 0 0 0,-1-1 1 0 0,1 0-1 0 0,-1 0 1 0 0,1 1-1 0 0,0-1 1 0 0,-1 0-1 0 0,1 1 1 0 0,-1-1-1 0 0,1 1 1 0 0,-1-1-1 0 0,1 1 1 0 0,-1-1-1 0 0,1 1 0 0 0,-1-1 1 0 0,1 1-1 0 0,-1-1 1 0 0,1 2-1 0 0,1 28 925 0 0,-21 40-614 0 0,16-60-282 0 0,-4 13-201 0 0,-21 73-391 0 0,27-86-465 0 0,-1 0-1 0 0,1 0 0 0 0,0 0 0 0 0,1 12 0 0 0,0-22 831 0 0,0 1 1 0 0,0-1-1 0 0,0 0 1 0 0,0 1-1 0 0,0-1 1 0 0,0 0-1 0 0,0 1 1 0 0,0-1-1 0 0,0 0 1 0 0,0 1-1 0 0,0-1 1 0 0,0 0-1 0 0,0 1 1 0 0,0-1-1 0 0,0 0 1 0 0,0 1-1 0 0,0-1 1 0 0,0 0-1 0 0,0 1 0 0 0,0-1 1 0 0,1 0-1 0 0,-1 1 1 0 0,0-1-1 0 0,0 0 1 0 0,0 1-1 0 0,1-1 1 0 0,-1 0-1 0 0,0 0 1 0 0,0 1-1 0 0,1-1 1 0 0,-1 0-1 0 0,0 0 1 0 0,0 0-1 0 0,1 1 1 0 0,-1-1-1 0 0,0 0 1 0 0,1 0-1 0 0,-1 0 1 0 0,0 0-1 0 0,1 0 1 0 0,-1 0-1 0 0,0 0 1 0 0,1 1-1 0 0,10-12-6140 0 0,-3 3 5181 0 0,8 1-1017 0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30:00.0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0 3153 0 0,'-10'68'7721'0'0,"10"4"-3993"0"0,3-39-3413 0 0,1-1 0 0 0,2 1 0 0 0,1-1 0 0 0,18 47 0 0 0,-24-76-565 0 0,0 0 0 0 0,0-1 0 0 0,1 1 0 0 0,-1-1 1 0 0,1 1-1 0 0,0-1 0 0 0,-1 0 0 0 0,1 1 0 0 0,3 2 0 0 0,2-6-3153 0 0,-8-18 856 0 0,-23-62-1238 0 0,15 55 4097 0 0,1 0 0 0 0,-7-44 1 0 0,16 69-74 0 0,-1 0 1 0 0,0 0-1 0 0,0 0 0 0 0,1 0 1 0 0,-1 0-1 0 0,1 0 1 0 0,-1 1-1 0 0,1-1 0 0 0,-1 0 1 0 0,1 0-1 0 0,-1 0 1 0 0,1 0-1 0 0,0 1 0 0 0,-1-1 1 0 0,1 0-1 0 0,0 1 1 0 0,0-1-1 0 0,0 0 0 0 0,-1 1 1 0 0,1-1-1 0 0,0 1 1 0 0,0 0-1 0 0,0-1 0 0 0,0 1 1 0 0,0 0-1 0 0,0-1 1 0 0,0 1-1 0 0,1 0 0 0 0,40-9 1436 0 0,-23 6-1350 0 0,21-8-272 0 0,16-5-967 0 0,-20 3-5063 0 0,-36 13 5904 0 0,-1 0 0 0 0,1 0 0 0 0,0 0-1 0 0,0 0 1 0 0,0 0 0 0 0,0 0 0 0 0,0 0 0 0 0,0 0 0 0 0,-1 0-1 0 0,1 0 1 0 0,0 0 0 0 0,0 0 0 0 0,0 0 0 0 0,0 0 0 0 0,0 0-1 0 0,0 0 1 0 0,0-1 0 0 0,0 1 0 0 0,-1 0 0 0 0,1 0-1 0 0,0 0 1 0 0,0 0 0 0 0,0 0 0 0 0,0 0 0 0 0,0 0 0 0 0,0 0-1 0 0,0 0 1 0 0,0-1 0 0 0,0 1 0 0 0,0 0 0 0 0,0 0 0 0 0,0 0-1 0 0,0 0 1 0 0,0 0 0 0 0,0 0 0 0 0,0-1 0 0 0,0 1 0 0 0,0 0-1 0 0,0 0 1 0 0,0 0 0 0 0,0 0 0 0 0,0 0 0 0 0,0 0-1 0 0,0 0 1 0 0,0-1 0 0 0,0 1 0 0 0,0 0 0 0 0,0 0 0 0 0,0 0-1 0 0,0 0 1 0 0,0 0 0 0 0,0 0 0 0 0,0 0 0 0 0,0-1 0 0 0,0 1-1 0 0,0 0 1 0 0,0 0 0 0 0,1 0 0 0 0,-1 0 0 0 0,0 0-1 0 0,0 0 1 0 0,0 0 0 0 0,0 0 0 0 0,0 0 0 0 0,0 0 0 0 0,0 0-1 0 0,1 0 1 0 0,-1-1 0 0 0,-2 2-1590 0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30:00.4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 1 1928 0 0,'-5'10'554'0'0,"-1"0"0"0"0,2 0 0 0 0,0 1 0 0 0,0 0-1 0 0,1 0 1 0 0,0 0 0 0 0,1 0 0 0 0,0 0-1 0 0,0 18 1 0 0,2-25-330 0 0,0 0-1 0 0,0 1 1 0 0,1-1-1 0 0,0 0 1 0 0,0 0-1 0 0,0 0 1 0 0,0 1-1 0 0,1-1 1 0 0,-1 0-1 0 0,1-1 1 0 0,0 1-1 0 0,0 0 1 0 0,1 0-1 0 0,-1-1 1 0 0,1 0 0 0 0,0 1-1 0 0,0-1 1 0 0,0 0-1 0 0,0 0 1 0 0,0-1-1 0 0,1 1 1 0 0,-1-1-1 0 0,1 1 1 0 0,0-1-1 0 0,0 0 1 0 0,0 0-1 0 0,0-1 1 0 0,4 2-1 0 0,5 0 191 0 0,-1 0 0 0 0,1-1 0 0 0,-1 0 0 0 0,1-1-1 0 0,0-1 1 0 0,-1 0 0 0 0,1 0 0 0 0,0-1 0 0 0,-1-1-1 0 0,1 0 1 0 0,-1-1 0 0 0,23-8 0 0 0,-21 6-438 0 0,-1 0 0 0 0,-1-1 0 0 0,1 0 1 0 0,-1-1-1 0 0,0 0 0 0 0,-1-1 0 0 0,1 0 1 0 0,-2-1-1 0 0,1 0 0 0 0,-1-1 0 0 0,14-17 1 0 0,-13 2-2481 0 0,-10 21 1481 0 0,-1 0 1 0 0,0 0 0 0 0,0 0-1 0 0,-1 0 1 0 0,1 0 0 0 0,-1 0-1 0 0,0 0 1 0 0,1 0 0 0 0,-2 1 0 0 0,1-1-1 0 0,0 0 1 0 0,-3-3 0 0 0,1-4-1643 0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30:12.3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1 8 0 0,'-3'0'0'0'0,"3"5"0"0"0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30:13.9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285 304 168 0 0,'-8'5'513'0'0,"0"1"-1"0"0,1-1 1 0 0,0 2-1 0 0,0-1 1 0 0,1 1 0 0 0,0 0-1 0 0,-9 14 1 0 0,-23 45 5872 0 0,37-65-6197 0 0,18-26 288 0 0,21-32-136 0 0,2 2-1 0 0,73-76 0 0 0,-113 131-338 0 0,19-16 105 0 0,-19 16-95 0 0,0 0-1 0 0,0 0 0 0 0,1 0 0 0 0,-1 0 0 0 0,0-1 0 0 0,0 1 0 0 0,0 0 1 0 0,1 0-1 0 0,-1 0 0 0 0,0 0 0 0 0,0 0 0 0 0,1 0 0 0 0,-1 0 0 0 0,0 0 1 0 0,0 0-1 0 0,1 0 0 0 0,-1 0 0 0 0,0 0 0 0 0,0 0 0 0 0,0 0 1 0 0,1 1-1 0 0,-1-1 0 0 0,0 0 0 0 0,0 0 0 0 0,1 0 0 0 0,-1 0 0 0 0,0 0 1 0 0,0 0-1 0 0,0 0 0 0 0,0 1 0 0 0,1-1 0 0 0,-1 0 0 0 0,0 0 0 0 0,0 0 1 0 0,0 1-1 0 0,0-1 0 0 0,0 0 0 0 0,1 0 0 0 0,-1 0 0 0 0,0 1 0 0 0,0-1 1 0 0,-1 39 929 0 0,-1-19-846 0 0,-12 128 685 0 0,4-68-536 0 0,5 1 0 0 0,4 88 1 0 0,15-113 637 0 0,-14-55-651 0 0,-36 12 1319 0 0,26-11-1490 0 0,0 0 1 0 0,-1-1-1 0 0,0 0 0 0 0,1-1 1 0 0,-1 0-1 0 0,0 0 0 0 0,1-1 1 0 0,-1-1-1 0 0,0 0 0 0 0,1 0 1 0 0,0-1-1 0 0,0 0 0 0 0,0-1 0 0 0,-16-8 1 0 0,5 1 58 0 0,3 1 43 0 0,0 0 0 0 0,-27-21 0 0 0,38 26-137 0 0,1-1 0 0 0,1 0 1 0 0,-1 0-1 0 0,1 0 0 0 0,0-1 0 0 0,1 0 0 0 0,-1 0 0 0 0,1 0 0 0 0,1 0 0 0 0,-4-9 1 0 0,1 1 38 0 0,0-1 0 0 0,2 1 0 0 0,0-1 0 0 0,0-1 0 0 0,2 1 1 0 0,0 0-1 0 0,0-1 0 0 0,2 1 0 0 0,0-1 0 0 0,1 1 0 0 0,1-1 1 0 0,0 1-1 0 0,1 0 0 0 0,1 0 0 0 0,0 0 0 0 0,2 0 0 0 0,-1 1 1 0 0,12-20-1 0 0,-11 22-10 0 0,2 2-1 0 0,-1-1 1 0 0,1 1 0 0 0,1 0-1 0 0,0 0 1 0 0,0 1 0 0 0,1 1 0 0 0,1-1-1 0 0,15-10 1 0 0,16-8 68 0 0,57-29 1 0 0,-44 27 25 0 0,-45 25-104 0 0,0-1 0 0 0,1 1 0 0 0,0 1 0 0 0,0 0 0 0 0,0 0 0 0 0,0 1 0 0 0,1 1 0 0 0,0 0 0 0 0,-1 0 0 0 0,1 1 0 0 0,0 1 0 0 0,-1 0 0 0 0,1 0-1 0 0,0 1 1 0 0,0 1 0 0 0,17 4 0 0 0,-7 1 38 0 0,0 2-1 0 0,-1 0 1 0 0,0 1-1 0 0,0 1 1 0 0,-1 1-1 0 0,-1 1 1 0 0,25 21-1 0 0,-33-25-47 0 0,-1 0 1 0 0,-1 0-1 0 0,1 1 1 0 0,-2 0-1 0 0,1 1 1 0 0,-1-1-1 0 0,-1 2 1 0 0,0-1-1 0 0,-1 1 1 0 0,0 0-1 0 0,0 0 1 0 0,-2 1-1 0 0,1-1 0 0 0,-2 1 1 0 0,0 0-1 0 0,0 1 1 0 0,-1-1-1 0 0,-1 0 1 0 0,0 1-1 0 0,-1-1 1 0 0,-2 23-1 0 0,1-26-18 0 0,1 0 17 0 0,0 0 1 0 0,-1 0-1 0 0,-1 0 1 0 0,1 0-1 0 0,-2 0 1 0 0,1 0-1 0 0,-1 0 1 0 0,-1-1-1 0 0,0 1 1 0 0,0-1-1 0 0,-1 0 1 0 0,-5 8 0 0 0,-6 4 22 0 0,0 0 0 0 0,-1-2 0 0 0,-1 0 0 0 0,-1 0 0 0 0,0-2 0 0 0,-42 28 0 0 0,-18-7-687 0 0,60-30 299 0 0,0 0 1 0 0,-27 18-1 0 0,54-59-18606 0 0,-6 28 18006 0 0,10-6-1869 0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30:20.6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290 357 1664 0 0,'-4'-1'546'0'0,"0"-1"-1"0"0,1 0 0 0 0,0 0 1 0 0,-1 0-1 0 0,1 0 1 0 0,0-1-1 0 0,0 1 0 0 0,0-1 1 0 0,0 0-1 0 0,1 1 1 0 0,-5-7-1 0 0,7 8-424 0 0,0 0 0 0 0,-1-1 0 0 0,1 1 1 0 0,0-1-1 0 0,0 1 0 0 0,0 0 0 0 0,0-1 0 0 0,0 1 1 0 0,0-1-1 0 0,0 1 0 0 0,1 0 0 0 0,-1-1 0 0 0,0 1 1 0 0,1 0-1 0 0,-1-1 0 0 0,1 1 0 0 0,0 0 0 0 0,-1 0 1 0 0,1-1-1 0 0,0 1 0 0 0,0 0 0 0 0,0 0 0 0 0,-1 0 1 0 0,1 0-1 0 0,0 0 0 0 0,1 0 0 0 0,-1 0 0 0 0,0 0 1 0 0,0 1-1 0 0,0-1 0 0 0,0 0 0 0 0,1 1 0 0 0,-1-1 0 0 0,3 0 1 0 0,3-4 126 0 0,1 0 0 0 0,0 1 0 0 0,0 0 0 0 0,0 1 1 0 0,0 0-1 0 0,1 0 0 0 0,-1 0 0 0 0,1 1 0 0 0,12-1 1 0 0,-18 3-206 0 0,0 0 1 0 0,1 0-1 0 0,-1 1 1 0 0,1-1-1 0 0,-1 1 1 0 0,1 0-1 0 0,-1 0 1 0 0,0 0-1 0 0,0 0 1 0 0,1 1-1 0 0,-1-1 1 0 0,0 1 0 0 0,0 0-1 0 0,0 0 1 0 0,-1 0-1 0 0,1 0 1 0 0,0 0-1 0 0,-1 0 1 0 0,0 1-1 0 0,1 0 1 0 0,-1-1-1 0 0,0 1 1 0 0,0 0-1 0 0,0 0 1 0 0,-1 0-1 0 0,1 0 1 0 0,0 4-1 0 0,3 5-33 0 0,-1 0 0 0 0,0 1 0 0 0,-1 0 0 0 0,-1 0-1 0 0,0 0 1 0 0,0 0 0 0 0,-2 0 0 0 0,0 0 0 0 0,0 0-1 0 0,-1 0 1 0 0,0 0 0 0 0,-2 0 0 0 0,1 0 0 0 0,-5 12-1 0 0,0-2-110 0 0,0-2-1 0 0,-2 1 0 0 0,0-1 1 0 0,-2-1-1 0 0,0 0 0 0 0,-1 0 0 0 0,-17 21 1 0 0,25-36 112 0 0,1-1 1 0 0,-1 0 0 0 0,0 0-1 0 0,0 0 1 0 0,-1 0-1 0 0,1-1 1 0 0,-1 0 0 0 0,1 0-1 0 0,-1 0 1 0 0,0 0-1 0 0,0-1 1 0 0,0 0 0 0 0,-8 3-1 0 0,48-25 899 0 0,28 1-364 0 0,-1-3 1 0 0,-1-2-1 0 0,67-38 1 0 0,-123 59-522 0 0,43-18 129 0 0,-47 20-129 0 0,1 0 1 0 0,0 1-1 0 0,0-1 1 0 0,0 0-1 0 0,0 1 1 0 0,-1 0-1 0 0,1-1 1 0 0,0 1-1 0 0,0 0 1 0 0,0 0-1 0 0,0 0 1 0 0,0 0-1 0 0,0 0 1 0 0,0 1-1 0 0,0-1 1 0 0,0 0-1 0 0,-1 1 1 0 0,1 0-1 0 0,0-1 1 0 0,0 1-1 0 0,2 1 1 0 0,-4 1 87 0 0,1-1 1 0 0,-1 1-1 0 0,0 0 1 0 0,1-1-1 0 0,-1 1 0 0 0,0 0 1 0 0,-1-1-1 0 0,1 1 1 0 0,-1 0-1 0 0,1-1 1 0 0,-1 1-1 0 0,0-1 0 0 0,1 1 1 0 0,-1-1-1 0 0,-3 5 1 0 0,-21 45 338 0 0,-9 5-209 0 0,20-33-131 0 0,-31 42 0 0 0,39-59-94 0 0,0-1 0 0 0,-1 1 0 0 0,1-1 0 0 0,-1 0-1 0 0,0-1 1 0 0,0 0 0 0 0,-1 0 0 0 0,0 0 0 0 0,-15 6-1 0 0,6-4-2 0 0,0-1-1 0 0,0 0 1 0 0,-1-2-1 0 0,0 0 0 0 0,0 0 1 0 0,0-2-1 0 0,0-1 0 0 0,0 0 1 0 0,0-1-1 0 0,0 0 0 0 0,0-2 1 0 0,-31-6-1 0 0,33 4 19 0 0,0 0 0 0 0,1-1 0 0 0,-1 0 0 0 0,1-2 0 0 0,-23-12 1 0 0,30 14-9 0 0,0-1 1 0 0,1 0 0 0 0,0 0-1 0 0,0 0 1 0 0,0-1 0 0 0,1 0 0 0 0,0-1-1 0 0,0 1 1 0 0,1-1 0 0 0,-9-17 0 0 0,3-2 45 0 0,0-1 0 0 0,2 0 0 0 0,1-1 0 0 0,1 0 0 0 0,1 0 0 0 0,2 0 0 0 0,1-1 0 0 0,1 0-1 0 0,2 1 1 0 0,1-1 0 0 0,1 0 0 0 0,9-40 0 0 0,-7 54-27 0 0,1 0 0 0 0,1 0 0 0 0,0 0 1 0 0,1 0-1 0 0,1 1 0 0 0,0 0 0 0 0,1 1 0 0 0,1 0 0 0 0,0 0 0 0 0,1 1 0 0 0,1 1 0 0 0,0-1 0 0 0,0 2 0 0 0,1 0 0 0 0,18-12 0 0 0,3 1 42 0 0,1 2 1 0 0,66-29-1 0 0,-85 43-60 0 0,0 1-1 0 0,0 1 1 0 0,0 0-1 0 0,1 1 1 0 0,-1 0-1 0 0,1 2 1 0 0,0 0-1 0 0,-1 0 1 0 0,26 4-1 0 0,-27 0 3 0 0,-1 0 0 0 0,1 1 0 0 0,-1 0 0 0 0,0 2 0 0 0,0-1 0 0 0,0 2 0 0 0,-1 0 0 0 0,0 0 0 0 0,0 2 0 0 0,-1-1 0 0 0,0 1 0 0 0,0 1 0 0 0,-1 0 0 0 0,0 1 0 0 0,-1 0 0 0 0,-1 1 1 0 0,1 0-1 0 0,-2 0 0 0 0,0 1 0 0 0,0 0 0 0 0,-1 0 0 0 0,8 25 0 0 0,-10-24-5 0 0,-1 1 0 0 0,0 0 0 0 0,-2 0 1 0 0,1 1-1 0 0,-2-1 0 0 0,0 0 1 0 0,-2 27-1 0 0,-5 4 121 0 0,-13 55 0 0 0,3-19-78 0 0,6-38-1019 0 0,7-35 504 0 0,0-1 0 0 0,1 1 0 0 0,0 0 1 0 0,0 0-1 0 0,1 0 0 0 0,0 0 0 0 0,1 0 1 0 0,0 0-1 0 0,0 0 0 0 0,4 18 0 0 0,-4-27 104 0 0,0 1 0 0 0,0 0 0 0 0,1 0 0 0 0,-1 0 0 0 0,0 0 0 0 0,1-1 0 0 0,-1 1 1 0 0,1 0-1 0 0,-1 0 0 0 0,1-1 0 0 0,-1 1 0 0 0,1 0 0 0 0,-1-1 0 0 0,1 1 0 0 0,0 0 0 0 0,-1-1 0 0 0,1 1 0 0 0,0-1 0 0 0,-1 1 0 0 0,1-1 0 0 0,0 1 0 0 0,0-1 0 0 0,0 0 0 0 0,-1 1 0 0 0,1-1 0 0 0,0 0 0 0 0,0 0 0 0 0,0 0 0 0 0,0 1 0 0 0,0-1 0 0 0,-1 0 0 0 0,1 0 0 0 0,0 0 0 0 0,0-1 0 0 0,0 1 0 0 0,0 0 0 0 0,0 0 0 0 0,0 0 0 0 0,-1 0 0 0 0,1-1 0 0 0,0 1 0 0 0,0-1 0 0 0,1 0 0 0 0,7-1-3624 0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30:39.997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7 9 2921 0 0,'-7'5'6562'0'0,"13"6"-6201"0"0,-6-11-240 0 0,1 0-62 0 0,-1-1 0 0 0,0 1 1 0 0,1 0-1 0 0,-1 0 0 0 0,0 0 1 0 0,1-1-1 0 0,-1 1 0 0 0,0 0 0 0 0,1 0 1 0 0,-1 0-1 0 0,0 0 0 0 0,1 0 1 0 0,-1 0-1 0 0,0 0 0 0 0,1 0 1 0 0,-1 0-1 0 0,0 0 0 0 0,1 0 0 0 0,-1 0 1 0 0,1 0-1 0 0,-1 0 0 0 0,0 0 1 0 0,1 0-1 0 0,-1 0 0 0 0,0 0 1 0 0,1 0-1 0 0,-1 1 0 0 0,0-1 0 0 0,1 0 1 0 0,0 1 296 0 0,-1 0-297 0 0,1-1 0 0 0,-1 1 0 0 0,25 9 128 0 0,-20-7 26 0 0,16 2 89 0 0,1 0-1 0 0,0-1 0 0 0,-1-2 0 0 0,1 0 0 0 0,0-1 0 0 0,25-3 1 0 0,-17 2-203 0 0,176 18 383 0 0,13-10 378 0 0,-26-15 446 0 0,-152 8-1167 0 0,79-5 78 0 0,-98 3-167 0 0,0 1 0 0 0,1 1-1 0 0,29 5 1 0 0,34 1 58 0 0,-77-7-97 0 0,60 0 125 0 0,92-11 1 0 0,10-3-14 0 0,-35 5-85 0 0,160-11 96 0 0,-91 29-22 0 0,-130-12-49 0 0,92-17 0 0 0,-21 2-7 0 0,-75 19 84 0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31:40.1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49 192 1200 0 0,'-10'-4'1066'0'0,"7"3"-456"0"0,0 1 0 0 0,0-1 0 0 0,0 0 0 0 0,0 0 0 0 0,1 0 0 0 0,-1-1 0 0 0,0 1 0 0 0,1 0 0 0 0,0-1 0 0 0,-1 0 1 0 0,-2-2-1 0 0,4 2-421 0 0,1 0 0 0 0,-1 0 0 0 0,1 1 1 0 0,-1-1-1 0 0,1 0 0 0 0,-1 0 1 0 0,1 0-1 0 0,0 0 0 0 0,0 0 0 0 0,0 0 1 0 0,0 0-1 0 0,1 0 0 0 0,-1 0 1 0 0,0 0-1 0 0,1 0 0 0 0,-1 0 0 0 0,1 0 1 0 0,0 0-1 0 0,0 0 0 0 0,0-1 1 0 0,4-8 115 0 0,-1 1 0 0 0,1 0 0 0 0,0 0 0 0 0,1 1 0 0 0,0 0 1 0 0,14-17-1 0 0,-16 22-233 0 0,-1 0 1 0 0,1 1-1 0 0,0-1 1 0 0,0 1-1 0 0,0 0 1 0 0,1 0-1 0 0,-1 0 1 0 0,1 1-1 0 0,-1-1 1 0 0,1 1-1 0 0,0 0 1 0 0,0 0-1 0 0,0 1 1 0 0,0-1-1 0 0,0 1 1 0 0,10 0-1 0 0,-13 1-58 0 0,-1 0 0 0 0,1 0 0 0 0,-1 0 0 0 0,1 0 0 0 0,0 0 0 0 0,-1 1 0 0 0,1-1 0 0 0,-1 1 0 0 0,1-1 0 0 0,-1 1-1 0 0,0 0 1 0 0,1-1 0 0 0,-1 1 0 0 0,0 0 0 0 0,1 0 0 0 0,-1 0 0 0 0,0 0 0 0 0,0 0 0 0 0,0 0 0 0 0,0 0 0 0 0,0 1 0 0 0,2 1 0 0 0,-2 1 7 0 0,1-1 0 0 0,-1 1 0 0 0,1-1 0 0 0,-1 1 0 0 0,0 0 0 0 0,0 0 0 0 0,-1-1 1 0 0,1 1-1 0 0,-1 4 0 0 0,1 4 31 0 0,-2 0 1 0 0,0 0-1 0 0,0 0 0 0 0,-6 23 1 0 0,1-17-16 0 0,0-1 1 0 0,0 0 0 0 0,-2 0 0 0 0,0-1-1 0 0,-1 0 1 0 0,-1-1 0 0 0,0 1-1 0 0,-1-2 1 0 0,0 0 0 0 0,-22 20 0 0 0,33-34-28 0 0,0 0 0 0 0,0 0 1 0 0,0 0-1 0 0,0 0 0 0 0,0 0 1 0 0,0 0-1 0 0,0-1 1 0 0,0 1-1 0 0,0 0 0 0 0,0 0 1 0 0,0 0-1 0 0,0 0 1 0 0,0 0-1 0 0,0 0 0 0 0,-1 0 1 0 0,1 0-1 0 0,0 0 0 0 0,0 0 1 0 0,0 0-1 0 0,0-1 1 0 0,0 1-1 0 0,0 0 0 0 0,0 0 1 0 0,0 0-1 0 0,0 0 1 0 0,-1 0-1 0 0,1 0 0 0 0,0 0 1 0 0,0 0-1 0 0,0 0 1 0 0,0 0-1 0 0,0 0 0 0 0,0 0 1 0 0,0 0-1 0 0,0 0 0 0 0,-1 0 1 0 0,1 0-1 0 0,0 0 1 0 0,0 0-1 0 0,0 0 0 0 0,0 0 1 0 0,0 0-1 0 0,0 0 1 0 0,0 0-1 0 0,0 0 0 0 0,-1 0 1 0 0,1 1-1 0 0,0-1 0 0 0,0 0 1 0 0,0 0-1 0 0,8-18 407 0 0,15-22 234 0 0,-16 33-492 0 0,0 0 0 0 0,1 0 1 0 0,0 0-1 0 0,0 1 0 0 0,0 0 0 0 0,1 0 0 0 0,0 1 0 0 0,11-5 0 0 0,-17 8-107 0 0,0 0-1 0 0,0 1 1 0 0,0 0-1 0 0,0-1 1 0 0,0 1-1 0 0,0 1 1 0 0,0-1 0 0 0,1 0-1 0 0,-1 1 1 0 0,0-1-1 0 0,1 1 1 0 0,-1 0-1 0 0,0 0 1 0 0,1 1 0 0 0,-1-1-1 0 0,0 1 1 0 0,1-1-1 0 0,-1 1 1 0 0,0 0-1 0 0,0 0 1 0 0,0 0 0 0 0,0 1-1 0 0,0-1 1 0 0,0 1-1 0 0,0 0 1 0 0,0 0-1 0 0,-1 0 1 0 0,6 4 0 0 0,-6-2 2 0 0,0 0 0 0 0,0 0 1 0 0,-1 0-1 0 0,1 0 1 0 0,-1 1-1 0 0,0-1 1 0 0,0 0-1 0 0,0 1 1 0 0,0-1-1 0 0,-1 1 0 0 0,0-1 1 0 0,0 1-1 0 0,0-1 1 0 0,-1 1-1 0 0,1-1 1 0 0,-1 0-1 0 0,0 1 0 0 0,-3 6 1 0 0,0 4 3 0 0,-1 0 1 0 0,-1 0-1 0 0,0-1 1 0 0,-9 15-1 0 0,3-11-82 0 0,0 0-1 0 0,-1-1 0 0 0,0-1 0 0 0,-1 1 0 0 0,-20 16 1 0 0,26-27-708 0 0,1 0 1 0 0,-1-1-1 0 0,0 0 1 0 0,-14 7-1 0 0,31-51-14616 0 0,-5 32 14290 0 0,2-8-290 0 0,5 4-530 0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31:41.3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657 924 1648 0 0,'-46'28'9056'0'0,"37"-24"-8178"0"0,0 0 0 0 0,0-1 0 0 0,-1 0 0 0 0,1 0 0 0 0,0-1 0 0 0,-17 1 0 0 0,11-2-287 0 0,1-1 0 0 0,-1 0 0 0 0,-26-5 0 0 0,9-2 40 0 0,0-1-1 0 0,0-2 0 0 0,-34-16 0 0 0,52 18-369 0 0,0 0 0 0 0,0-2 0 0 0,1 1 0 0 0,0-2 0 0 0,0 0 0 0 0,-11-13 0 0 0,-4-3 114 0 0,12 10-178 0 0,1 0 0 0 0,0-1 0 0 0,2 0 0 0 0,0-1 0 0 0,1-1 1 0 0,1 0-1 0 0,1 0 0 0 0,0-1 0 0 0,2 0 0 0 0,1-1 0 0 0,0 0 0 0 0,-3-23 0 0 0,8 30-125 0 0,2-1 0 0 0,0 0 0 0 0,0 1 0 0 0,1-1 0 0 0,1 0 0 0 0,1 1 0 0 0,0-1 0 0 0,6-16 0 0 0,0 8-11 0 0,0-1-1 0 0,2 1 0 0 0,1 1 0 0 0,15-24 1 0 0,-15 31-26 0 0,1 0 1 0 0,0 0 0 0 0,1 1-1 0 0,0 1 1 0 0,1 0 0 0 0,31-21 0 0 0,-9 11 43 0 0,2 1 0 0 0,42-18 1 0 0,-70 37-71 0 0,0 1 0 0 0,-1 0 0 0 0,1 1 0 0 0,0 0 0 0 0,0 1 0 0 0,0 0 0 0 0,1 0 0 0 0,-1 1 0 0 0,0 1 0 0 0,0 0 0 0 0,0 0 0 0 0,0 1 0 0 0,0 1 0 0 0,19 6 0 0 0,11 6 37 0 0,-1 2 1 0 0,52 30-1 0 0,-81-40-36 0 0,0 1-1 0 0,0 0 0 0 0,-1 0 0 0 0,-1 1 0 0 0,0 1 0 0 0,0 0 1 0 0,0 0-1 0 0,-1 0 0 0 0,-1 1 0 0 0,0 0 0 0 0,0 1 0 0 0,-2 0 0 0 0,8 18 1 0 0,1 8 18 0 0,-2 0 0 0 0,-1 1-1 0 0,5 45 1 0 0,-14-67-17 0 0,0 0-1 0 0,-2-1 1 0 0,0 1-1 0 0,-1 0 1 0 0,0-1-1 0 0,-1 1 1 0 0,-1-1-1 0 0,-10 32 1 0 0,-6 2-105 0 0,-35 69 0 0 0,17-41-4580 0 0,5 0-5139 0 0,27-65 2078 0 0,4-6 3231 0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31:42.9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222 30 888 0 0,'-1'-13'593'0'0,"7"-4"12873"0"0,-12 32-11469 0 0,-96 156 295 0 0,64-113-2334 0 0,-37 78-1 0 0,74-136 39 0 0,1 1 0 0 0,-1 0 0 0 0,1-1 1 0 0,-1 1-1 0 0,1 0 0 0 0,-1 0 0 0 0,1-1 0 0 0,0 1 1 0 0,-1 0-1 0 0,1 0 0 0 0,0 0 0 0 0,0-1 1 0 0,0 1-1 0 0,0 0 0 0 0,0 0 0 0 0,-1 0 0 0 0,2 0 1 0 0,-1-1-1 0 0,0 1 0 0 0,0 0 0 0 0,0 0 0 0 0,0 0 1 0 0,0 0-1 0 0,1-1 0 0 0,-1 1 0 0 0,0 0 1 0 0,1 0-1 0 0,-1-1 0 0 0,0 1 0 0 0,1 0 0 0 0,0 0 1 0 0,1 0 2 0 0,-1-1 1 0 0,1 1-1 0 0,0-1 1 0 0,-1 0-1 0 0,1 0 1 0 0,0 1-1 0 0,-1-1 1 0 0,1 0-1 0 0,-1-1 1 0 0,1 1-1 0 0,0 0 1 0 0,-1 0-1 0 0,1-1 1 0 0,2 0-1 0 0,64-28 158 0 0,-64 27-133 0 0,69-37 149 0 0,71-32 127 0 0,-128 64-267 0 0,1 1 0 0 0,0 1-1 0 0,0 0 1 0 0,1 2 0 0 0,0 0 0 0 0,31-2 0 0 0,-38 6-4 0 0,-1 0 0 0 0,1 0 0 0 0,20 6 1 0 0,-28-6-193 0 0,-1-1 0 0 0,0 0 0 0 0,0 1 0 0 0,0-1 0 0 0,0 1 0 0 0,0 0 0 0 0,0 0 0 0 0,0 0 0 0 0,0 0 0 0 0,0 0 0 0 0,0 0 0 0 0,0 1 0 0 0,0-1 0 0 0,-1 1 0 0 0,1-1 0 0 0,-1 1 0 0 0,1-1 0 0 0,-1 1 0 0 0,0 0 0 0 0,1 0 0 0 0,-1 0 0 0 0,0 0 0 0 0,0 0 0 0 0,0 0 0 0 0,1 4 0 0 0,-2-5-53 0 0,0 0 0 0 0,-1 0 1 0 0,1 0-1 0 0,0 0 1 0 0,0 0-1 0 0,-1-1 0 0 0,1 1 1 0 0,-1 0-1 0 0,1 0 0 0 0,0 0 1 0 0,-1 0-1 0 0,0 0 0 0 0,1-1 1 0 0,-1 1-1 0 0,0 0 0 0 0,1-1 1 0 0,-1 1-1 0 0,0 0 1 0 0,1-1-1 0 0,-1 1 0 0 0,0-1 1 0 0,0 1-1 0 0,0-1 0 0 0,0 1 1 0 0,0-1-1 0 0,0 0 0 0 0,0 1 1 0 0,1-1-1 0 0,-1 0 0 0 0,0 0 1 0 0,0 0-1 0 0,0 0 1 0 0,0 1-1 0 0,0-1 0 0 0,0-1 1 0 0,0 1-1 0 0,0 0 0 0 0,0 0 1 0 0,0 0-1 0 0,-1-1 0 0 0,-39-8-3844 0 0,25 4 1857 0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31:44.0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386 230 2481 0 0,'-2'4'10393'0'0,"2"15"-6702"0"0,2 20-2031 0 0,94 366 1054 0 0,-91-379-2664 0 0,-3-12 26 0 0,0 0-1 0 0,2-1 1 0 0,-1 1 0 0 0,9 19-1 0 0,-70-14 1692 0 0,41-17-1667 0 0,0 0-1 0 0,0-2 1 0 0,0 0-1 0 0,0 0 1 0 0,0-2-1 0 0,0 0 0 0 0,1-1 1 0 0,-1 0-1 0 0,1-1 1 0 0,0-2-1 0 0,0 1 1 0 0,0-2-1 0 0,-22-12 1 0 0,27 12 3 0 0,-1-1 0 0 0,1 0 0 0 0,1-1 0 0 0,-1 0 0 0 0,2-1 0 0 0,-1 0 1 0 0,2-1-1 0 0,-1 0 0 0 0,-11-19 0 0 0,2-3 199 0 0,1 0-1 0 0,-17-46 1 0 0,29 64-244 0 0,2 0-1 0 0,0 0 1 0 0,0 0 0 0 0,1 0-1 0 0,1 0 1 0 0,1 0-1 0 0,0 0 1 0 0,1 0 0 0 0,0-1-1 0 0,1 1 1 0 0,1 0 0 0 0,1 1-1 0 0,0-1 1 0 0,1 1 0 0 0,0-1-1 0 0,1 1 1 0 0,13-22 0 0 0,-4 14-27 0 0,1 2 1 0 0,1 0 0 0 0,1 0 0 0 0,1 2 0 0 0,0 0 0 0 0,1 1-1 0 0,25-16 1 0 0,-33 24 18 0 0,1 1 0 0 0,-1 0 0 0 0,1 0-1 0 0,1 2 1 0 0,-1 0 0 0 0,1 0 0 0 0,18-4 0 0 0,-21 7-25 0 0,-1 2 1 0 0,1 0 0 0 0,0 0 0 0 0,0 1 0 0 0,-1 0-1 0 0,1 1 1 0 0,0 0 0 0 0,-1 0 0 0 0,1 1 0 0 0,-1 1 0 0 0,11 3-1 0 0,4 3 5 0 0,1 1-1 0 0,-1 0 0 0 0,-1 2 0 0 0,0 1 1 0 0,-1 1-1 0 0,42 33 0 0 0,-55-39-16 0 0,0 2 0 0 0,-1-1 0 0 0,0 1 0 0 0,0 1 0 0 0,-1-1 0 0 0,-1 1 0 0 0,0 1 0 0 0,0-1 0 0 0,-1 1 0 0 0,-1 1 0 0 0,0-1 0 0 0,-1 1 0 0 0,0-1 0 0 0,0 1 0 0 0,2 26 0 0 0,-5-9 11 0 0,-1-1 1 0 0,-1 0 0 0 0,-1 0 0 0 0,-2 0 0 0 0,-11 46 0 0 0,-55 140-2697 0 0,44-143-525 0 0,16-48-1007 0 0,0-9-3116 0 0,2-4-183 0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31:48.7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104 1 3921 0 0,'-3'0'251'0'0,"0"0"1"0"0,1 0 0 0 0,-1 1-1 0 0,0-1 1 0 0,0 1 0 0 0,1 0-1 0 0,-1 0 1 0 0,0 0 0 0 0,1 0-1 0 0,-1 0 1 0 0,1 0 0 0 0,0 1-1 0 0,-1-1 1 0 0,1 1 0 0 0,0 0-1 0 0,-2 2 1 0 0,-1 0-132 0 0,1 1 1 0 0,0 0-1 0 0,1 0 1 0 0,-1 1-1 0 0,1-1 1 0 0,-4 11-1 0 0,0 1-193 0 0,2-1 0 0 0,0 1 0 0 0,1 0 0 0 0,-2 21 0 0 0,5-29 126 0 0,1 0 1 0 0,0 0 0 0 0,0 0 0 0 0,1 0 0 0 0,3 18 0 0 0,-4-26-36 0 0,0 1 0 0 0,1-1 0 0 0,-1 0 0 0 0,0 1 0 0 0,1-1 0 0 0,-1 1 0 0 0,0-1 0 0 0,1 0 0 0 0,0 1 0 0 0,-1-1 0 0 0,1 0 0 0 0,0 0 0 0 0,0 1 0 0 0,0-1 0 0 0,-1 0-1 0 0,1 0 1 0 0,0 0 0 0 0,1 0 0 0 0,-1 0 0 0 0,0 0 0 0 0,0 0 0 0 0,0-1 0 0 0,0 1 0 0 0,1 0 0 0 0,-1-1 0 0 0,0 1 0 0 0,1-1 0 0 0,-1 1 0 0 0,1-1 0 0 0,-1 0 0 0 0,0 1 0 0 0,1-1 0 0 0,-1 0 0 0 0,1 0 0 0 0,-1 0 0 0 0,1 0 0 0 0,-1 0 0 0 0,1 0 0 0 0,-1-1 0 0 0,0 1 0 0 0,1 0 0 0 0,-1-1 0 0 0,1 1 0 0 0,-1-1 0 0 0,0 1 0 0 0,3-2 0 0 0,-2 1 35 0 0,0-1-1 0 0,0 1 1 0 0,0-1 0 0 0,-1 1 0 0 0,1-1 0 0 0,0 1 0 0 0,-1-1 0 0 0,1 0-1 0 0,-1 0 1 0 0,1 0 0 0 0,-1 0 0 0 0,0 0 0 0 0,0 0 0 0 0,0 0 0 0 0,0-1-1 0 0,0 1 1 0 0,0 0 0 0 0,0 0 0 0 0,-1-1 0 0 0,1 1 0 0 0,-1-1 0 0 0,0 1-1 0 0,0 0 1 0 0,0-1 0 0 0,0 1 0 0 0,0-1 0 0 0,-1-3 0 0 0,-2-8 517 0 0,0 0-1 0 0,0 1 1 0 0,-9-23 0 0 0,2 10 369 0 0,10 24-894 0 0,0 0-1 0 0,0 0 1 0 0,-1 0 0 0 0,1 0-1 0 0,1 0 1 0 0,-1 0-1 0 0,0 0 1 0 0,0 0 0 0 0,1 0-1 0 0,-1 0 1 0 0,1 0-1 0 0,0 0 1 0 0,-1 0 0 0 0,1 1-1 0 0,0-1 1 0 0,0 0-1 0 0,0 0 1 0 0,0 1 0 0 0,1-1-1 0 0,-1 1 1 0 0,0-1-1 0 0,1 1 1 0 0,-1-1 0 0 0,1 1-1 0 0,-1 0 1 0 0,1 0-1 0 0,-1 0 1 0 0,1 0 0 0 0,0 0-1 0 0,0 0 1 0 0,0 0-1 0 0,0 1 1 0 0,-1-1 0 0 0,1 0-1 0 0,3 0 1 0 0,5-2 199 0 0,1 1 0 0 0,-1-1 0 0 0,1 2 0 0 0,-1-1 0 0 0,14 1 0 0 0,-12 1-289 0 0,85 3 880 0 0,-87-1-1534 0 0,0-1 0 0 0,1 2 0 0 0,18 5 0 0 0,-50-11-7281 0 0,-3 6 3302 0 0,17 0 4303 0 0,-1 0 0 0 0,1 0 1 0 0,0 0-1 0 0,0 0 0 0 0,-8 7 1 0 0,9-6 663 0 0,0 0 0 0 0,0 0 0 0 0,1 1 0 0 0,0-1 0 0 0,0 1 0 0 0,0 1 0 0 0,0-1 0 0 0,1 1 0 0 0,0-1 1 0 0,0 1-1 0 0,1 0 0 0 0,-1 1 0 0 0,1-1 0 0 0,-3 9 0 0 0,6-14-178 0 0,0 0-1 0 0,0 0 1 0 0,0 0 0 0 0,-1 0 0 0 0,1-1-1 0 0,0 1 1 0 0,0 0 0 0 0,0 0-1 0 0,0 0 1 0 0,1 0 0 0 0,-1-1-1 0 0,0 1 1 0 0,0 0 0 0 0,0 0 0 0 0,1 0-1 0 0,-1-1 1 0 0,0 1 0 0 0,1 0-1 0 0,-1 0 1 0 0,1-1 0 0 0,-1 1-1 0 0,1 0 1 0 0,-1-1 0 0 0,1 1 0 0 0,-1 0-1 0 0,1-1 1 0 0,0 1 0 0 0,0 0-1 0 0,29 6 1403 0 0,37-16-816 0 0,-61 8-589 0 0,15-3 144 0 0,-2 1-948 0 0,0-1 0 0 0,32-10 0 0 0,-47 12 399 0 0,-1 1-1 0 0,1 0 1 0 0,-1-1 0 0 0,0 0-1 0 0,0 1 1 0 0,1-1 0 0 0,-1-1 0 0 0,0 1-1 0 0,0 0 1 0 0,-1-1 0 0 0,1 1-1 0 0,0-1 1 0 0,-1 0 0 0 0,0 0 0 0 0,0 0-1 0 0,0 0 1 0 0,0 0 0 0 0,0-1-1 0 0,0 1 1 0 0,1-6 0 0 0,-1 0-367 0 0,3 4-598 0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31:49.0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68 44 984 0 0,'-2'-2'-120'0'0,"-2"-4"947"0"0,-1 0-1 0 0,1 1 1 0 0,-2 0-1 0 0,1 0 1 0 0,-10-7-1 0 0,15 12-685 0 0,-1 0-1 0 0,1-1 1 0 0,-1 1-1 0 0,0 0 0 0 0,1 0 1 0 0,-1-1-1 0 0,1 1 1 0 0,-1 0-1 0 0,1 0 0 0 0,-1 0 1 0 0,1 0-1 0 0,-1 0 1 0 0,0 0-1 0 0,1 0 0 0 0,-1 0 1 0 0,1 0-1 0 0,-1 0 1 0 0,0 0-1 0 0,1 0 0 0 0,-1 0 1 0 0,1 0-1 0 0,-1 1 1 0 0,1-1-1 0 0,-1 0 1 0 0,1 0-1 0 0,-1 1 0 0 0,1-1 1 0 0,-1 0-1 0 0,0 1 1 0 0,0 1 35 0 0,0 0 1 0 0,0 0 0 0 0,0 0 0 0 0,0 0 0 0 0,0 0-1 0 0,1 0 1 0 0,-1 0 0 0 0,0 0 0 0 0,1 0-1 0 0,0 0 1 0 0,-1 0 0 0 0,1 0 0 0 0,0 3 0 0 0,-1 48-454 0 0,9 77 1 0 0,-1 7-7545 0 0,-7-137 7729 0 0,1 1 0 0 0,-1 0 0 0 0,0 0 0 0 0,-1 0 0 0 0,1-1 0 0 0,0 1 0 0 0,0 0 1 0 0,0 0-1 0 0,0-1 0 0 0,-1 1 0 0 0,1 0 0 0 0,0 0 0 0 0,0-1 0 0 0,-1 1 0 0 0,1 0 0 0 0,-1-1 0 0 0,1 1 0 0 0,-1 0 1 0 0,1-1-1 0 0,-1 1 0 0 0,-1 1-135 0 0,0 5-1369 0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31:49.4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 1 1200 0 0,'-2'2'186'0'0,"-1"0"0"0"0,1 1-1 0 0,0-1 1 0 0,-1 1 0 0 0,1 0 0 0 0,0 0-1 0 0,1 0 1 0 0,-1 0 0 0 0,0 0 0 0 0,1 0-1 0 0,0 0 1 0 0,0 1 0 0 0,0-1-1 0 0,0 0 1 0 0,0 1 0 0 0,1-1 0 0 0,-1 1-1 0 0,1-1 1 0 0,0 1 0 0 0,0-1 0 0 0,0 0-1 0 0,1 1 1 0 0,-1-1 0 0 0,1 1 0 0 0,0-1-1 0 0,0 0 1 0 0,0 1 0 0 0,0-1-1 0 0,0 0 1 0 0,1 0 0 0 0,0 0 0 0 0,-1 0-1 0 0,4 4 1 0 0,-2-2 45 0 0,0 0 0 0 0,1 1 0 0 0,-1-1 1 0 0,1-1-1 0 0,0 1 0 0 0,1 0 0 0 0,-1-1 0 0 0,1 0 0 0 0,0 0 0 0 0,0-1 1 0 0,0 1-1 0 0,1-1 0 0 0,-1 0 0 0 0,1 0 0 0 0,-1-1 0 0 0,1 0 0 0 0,0 0 0 0 0,7 2 1 0 0,-3-4 43 0 0,0 0 0 0 0,1-1 0 0 0,-1 0 1 0 0,0-1-1 0 0,0 0 0 0 0,0 0 0 0 0,0-1 1 0 0,0 0-1 0 0,14-8 0 0 0,4-2-1488 0 0,48-33-1 0 0,-75 45 1020 0 0,-1 1 1 0 0,0 0-1 0 0,1 0 0 0 0,-1-1 1 0 0,0 1-1 0 0,1 0 0 0 0,-1-1 1 0 0,0 1-1 0 0,0 0 0 0 0,0-1 1 0 0,1 1-1 0 0,-1 0 0 0 0,0-1 1 0 0,0 1-1 0 0,0-1 0 0 0,0 1 1 0 0,1 0-1 0 0,-1-1 0 0 0,0 1 1 0 0,0-1-1 0 0,0 1 0 0 0,0-1 1 0 0,0 1-1 0 0,0 0 0 0 0,0-1 1 0 0,0 1-1 0 0,0-1 0 0 0,-1 1 1 0 0,1 0-1 0 0,0-1 0 0 0,0 1 1 0 0,0-1-1 0 0,0 1 0 0 0,-1 0 1 0 0,1-1-1 0 0,0 1 0 0 0,0 0 1 0 0,-1-1-1 0 0,1 1 0 0 0,0 0 1 0 0,0-1-1 0 0,-1 1 0 0 0,1 0 1 0 0,0 0-1 0 0,-1-1 0 0 0,0 1 1 0 0,0-2-228 0 0,-1-2-1696 0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31:49.8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1 113 1304 0 0,'1'-3'341'0'0,"-1"0"0"0"0,1 0 1 0 0,0 1-1 0 0,0-1 0 0 0,1 0 0 0 0,-1 1 0 0 0,0-1 0 0 0,1 1 0 0 0,0-1 0 0 0,-1 1 0 0 0,1 0 0 0 0,0 0 1 0 0,0-1-1 0 0,4-1 0 0 0,36-31 2586 0 0,-35 30-1962 0 0,-2 1-483 0 0,0 1 1 0 0,1-1-1 0 0,-1 1 0 0 0,1 0 1 0 0,0 0-1 0 0,0 0 1 0 0,0 1-1 0 0,0 0 0 0 0,1 0 1 0 0,11-1-1 0 0,-16 3-397 0 0,0 0 0 0 0,0 0 1 0 0,1 0-1 0 0,-1 0 0 0 0,0 0 0 0 0,0 1 0 0 0,0-1 0 0 0,0 1 0 0 0,0 0 1 0 0,0-1-1 0 0,0 1 0 0 0,0 0 0 0 0,0 0 0 0 0,0 0 0 0 0,0 0 0 0 0,-1 1 0 0 0,1-1 1 0 0,0 0-1 0 0,-1 1 0 0 0,1-1 0 0 0,-1 1 0 0 0,1 0 0 0 0,-1-1 0 0 0,0 1 1 0 0,0 0-1 0 0,0 0 0 0 0,0 0 0 0 0,0 0 0 0 0,0 0 0 0 0,0 0 0 0 0,-1 0 0 0 0,1 0 1 0 0,-1 0-1 0 0,1 0 0 0 0,-1 3 0 0 0,11 95 365 0 0,-2-11-2508 0 0,5-32-3737 0 0,-6-72-2147 0 0,-1-13 6867 0 0,-3-2 645 0 0,-2 0 0 0 0,-2-38 0 0 0,0 29 870 0 0,-3 14 88 0 0,1 4 671 0 0,1 21-1085 0 0,1 0-1 0 0,0 0 1 0 0,0 0-1 0 0,0 0 0 0 0,0-1 1 0 0,0 1-1 0 0,0 0 1 0 0,0 0-1 0 0,0 0 0 0 0,0-1 1 0 0,0 1-1 0 0,0 0 0 0 0,0 0 1 0 0,0 0-1 0 0,0 0 1 0 0,0-1-1 0 0,0 1 0 0 0,0 0 1 0 0,0 0-1 0 0,0 0 1 0 0,0 0-1 0 0,0-1 0 0 0,0 1 1 0 0,0 0-1 0 0,1 0 1 0 0,-1 0-1 0 0,0-1 454 0 0,0 1-454 0 0,1 0 1 0 0,-1 0-1 0 0,0 0 1 0 0,0 0-1 0 0,0 0 0 0 0,0 0 1 0 0,0-1-1 0 0,1 1 0 0 0,-1 0 1 0 0,0 0-1 0 0,0 0 1 0 0,0 0-1 0 0,0 0 0 0 0,1 0 1 0 0,-1 0-1 0 0,0 0 1 0 0,0 0-1 0 0,0 0 0 0 0,0 0 1 0 0,1 0-1 0 0,-1 0 1 0 0,0 0-1 0 0,0 0 0 0 0,1 0 1 0 0,3 2 197 0 0,0-1 1 0 0,0 0 0 0 0,0 0-1 0 0,1 0 1 0 0,-1-1 0 0 0,0 1-1 0 0,1-1 1 0 0,-1 0 0 0 0,0 0-1 0 0,9-2 1 0 0,47-11-436 0 0,-47 9 68 0 0,-22 7-1426 0 0,0 1 0 0 0,0 0-1 0 0,1 0 1 0 0,-1 0-1 0 0,-11 10 1 0 0,12-9 1435 0 0,-1 2 1 0 0,1-1-1 0 0,0 1 1 0 0,1 0-1 0 0,0 0 1 0 0,0 1 0 0 0,1 0-1 0 0,-1 0 1 0 0,-8 16-1 0 0,15-23 111 0 0,-1 0 1 0 0,0 0-1 0 0,1 0 0 0 0,-1 0 1 0 0,1 0-1 0 0,-1 1 0 0 0,1-1 1 0 0,-1 0-1 0 0,1 0 0 0 0,0 0 1 0 0,0 1-1 0 0,0-1 0 0 0,-1 0 1 0 0,1 0-1 0 0,0 1 0 0 0,0-1 1 0 0,1 0-1 0 0,-1 0 0 0 0,0 1 1 0 0,0-1-1 0 0,1 0 0 0 0,-1 0 0 0 0,0 0 1 0 0,1 0-1 0 0,-1 1 0 0 0,1-1 1 0 0,0 0-1 0 0,-1 0 0 0 0,1 0 1 0 0,0 0-1 0 0,0 0 0 0 0,0 0 1 0 0,-1-1-1 0 0,1 1 0 0 0,0 0 1 0 0,0 0-1 0 0,0 0 0 0 0,0-1 1 0 0,1 1-1 0 0,-1-1 0 0 0,0 1 1 0 0,0-1-1 0 0,0 1 0 0 0,0-1 1 0 0,1 0-1 0 0,-1 1 0 0 0,0-1 1 0 0,0 0-1 0 0,0 0 0 0 0,1 0 0 0 0,-1 0 1 0 0,0 0-1 0 0,0 0 0 0 0,1 0 1 0 0,1-1-1 0 0,12 0 100 0 0,0-1 1 0 0,-1-1-1 0 0,26-7 1 0 0,-26 7-420 0 0,-11 2 32 0 0,0 1 0 0 0,0-1-1 0 0,0 0 1 0 0,0 0 0 0 0,-1 0 0 0 0,1 0 0 0 0,0 0-1 0 0,-1-1 1 0 0,1 1 0 0 0,0-1 0 0 0,-1 0 0 0 0,0 1-1 0 0,1-1 1 0 0,-1 0 0 0 0,0-1 0 0 0,0 1 0 0 0,0 0-1 0 0,0 0 1 0 0,-1-1 0 0 0,1 1 0 0 0,-1-1 0 0 0,1 0-1 0 0,-1 1 1 0 0,2-6 0 0 0,2-4-1320 0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31:50.2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 1 2793 0 0,'-7'20'5784'0'0,"6"27"-3868"0"0,1-40-1525 0 0,5 71 208 0 0,-2-58-2043 0 0,-2 1-1 0 0,0-1 0 0 0,-1 1 0 0 0,-5 40 1 0 0,4-60 1304 0 0,1 1 1 0 0,0-1 0 0 0,-1 0 0 0 0,1 1-1 0 0,-1-1 1 0 0,0 0 0 0 0,0 1 0 0 0,1-1 0 0 0,-1 0-1 0 0,0 0 1 0 0,0 1 0 0 0,0-1 0 0 0,0 0-1 0 0,-2 1 1 0 0,-3 7-1568 0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31:50.5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6 364 2232 0 0,'0'0'98'0'0,"-1"0"-1"0"0,1 1 0 0 0,-1-1 0 0 0,1 1 0 0 0,0-1 0 0 0,-1 1 0 0 0,1-1 0 0 0,0 1 0 0 0,-1-1 0 0 0,1 1 0 0 0,0-1 0 0 0,0 1 0 0 0,-1-1 0 0 0,1 1 0 0 0,0 0 1 0 0,0-1-1 0 0,0 1 0 0 0,0-1 0 0 0,0 1 0 0 0,0 0 0 0 0,0-1 0 0 0,0 1 0 0 0,0 0 0 0 0,0-1 0 0 0,0 1 0 0 0,0-1 0 0 0,0 1 0 0 0,0 0 0 0 0,0-1 0 0 0,1 1 0 0 0,-1 0 1 0 0,20-1 2228 0 0,33-19 555 0 0,-50 17-2602 0 0,22-10 619 0 0,-20 9-734 0 0,1 0-1 0 0,-1 0 0 0 0,1 0 0 0 0,-1 0 0 0 0,1 1 0 0 0,0 0 0 0 0,0 0 1 0 0,0 1-1 0 0,0 0 0 0 0,0 0 0 0 0,0 0 0 0 0,12 1 0 0 0,-17 1-151 0 0,0-1-1 0 0,-1 1 1 0 0,1 0-1 0 0,0 0 1 0 0,0 0-1 0 0,0 0 1 0 0,-1 1 0 0 0,1-1-1 0 0,-1 0 1 0 0,1 0-1 0 0,-1 0 1 0 0,1 0-1 0 0,-1 1 1 0 0,1-1-1 0 0,-1 0 1 0 0,0 0-1 0 0,0 1 1 0 0,0-1-1 0 0,0 0 1 0 0,0 1-1 0 0,0-1 1 0 0,0 0 0 0 0,0 0-1 0 0,0 1 1 0 0,-1-1-1 0 0,1 0 1 0 0,0 0-1 0 0,-1 1 1 0 0,1-1-1 0 0,-2 2 1 0 0,-13 40-639 0 0,15-43 618 0 0,-16 33-669 0 0,10-22 545 0 0,1 0 1 0 0,-1 1-1 0 0,2-1 1 0 0,0 1-1 0 0,0 0 1 0 0,1 0-1 0 0,-2 16 1 0 0,5-27 151 0 0,0 0-1 0 0,0-1 1 0 0,0 1-1 0 0,0 0 1 0 0,1 0 0 0 0,-1 0-1 0 0,0-1 1 0 0,0 1 0 0 0,1 0-1 0 0,-1 0 1 0 0,0-1 0 0 0,1 1-1 0 0,-1 0 1 0 0,0 0 0 0 0,1-1-1 0 0,-1 1 1 0 0,1-1 0 0 0,-1 1-1 0 0,1 0 1 0 0,0-1-1 0 0,-1 1 1 0 0,1-1 0 0 0,0 1-1 0 0,-1-1 1 0 0,1 0 0 0 0,0 1-1 0 0,0-1 1 0 0,-1 1 0 0 0,3-1-1 0 0,30 1 447 0 0,29-19 143 0 0,21-27-1557 0 0,-66 34-1497 0 0,-2 0 0 0 0,28-26 0 0 0,-28 7-653 0 0,-6 19 1353 0 0</inkml:trace>
  <inkml:trace contextRef="#ctx0" brushRef="#br0" timeOffset="1">667 6 2721 0 0,'0'0'175'0'0,"0"-1"0"0"0,-1 1 0 0 0,1 0 1 0 0,0-1-1 0 0,0 1 0 0 0,-1 0 1 0 0,1-1-1 0 0,0 1 0 0 0,-1 0 1 0 0,1 0-1 0 0,-1-1 0 0 0,1 1 0 0 0,0 0 1 0 0,-1 0-1 0 0,1 0 0 0 0,-1-1 1 0 0,1 1-1 0 0,0 0 0 0 0,-1 0 1 0 0,1 0-1 0 0,-1 0 0 0 0,1 0 1 0 0,-1 0-1 0 0,1 0 0 0 0,-1 0 0 0 0,1 0 1 0 0,-1 0-1 0 0,1 0 0 0 0,0 0 1 0 0,-1 0-1 0 0,1 0 0 0 0,-1 1 1 0 0,1-1-1 0 0,-1 0 0 0 0,1 0 0 0 0,0 0 1 0 0,-1 1-1 0 0,1-1 0 0 0,0 0 1 0 0,-1 1-1 0 0,1-1 0 0 0,0 0 1 0 0,-1 1-1 0 0,1-1 0 0 0,0 0 0 0 0,0 1 1 0 0,-1-1-1 0 0,1 1 0 0 0,-10 33 1793 0 0,6 43-2881 0 0,12-44-1366 0 0,-2-6-2705 0 0,-6-27 4937 0 0,0 0 0 0 0,0-1-1 0 0,0 1 1 0 0,0 0-1 0 0,0 0 1 0 0,0 0-1 0 0,0 0 1 0 0,0 0-1 0 0,0 0 1 0 0,0 0 0 0 0,0 0-1 0 0,0 0 1 0 0,-1 0-1 0 0,1 0 1 0 0,0 0-1 0 0,0 0 1 0 0,0 0-1 0 0,0 0 1 0 0,0 0 0 0 0,0 0-1 0 0,0 0 1 0 0,0 0-1 0 0,0 0 1 0 0,0 0-1 0 0,-1 0 1 0 0,1 0 0 0 0,0 0-1 0 0,0 0 1 0 0,0 0-1 0 0,0 0 1 0 0,0 0-1 0 0,0 0 1 0 0,0 0-1 0 0,0 0 1 0 0,0 0 0 0 0,0 0-1 0 0,0 1 1 0 0,0-1-1 0 0,0 0 1 0 0,-1 0-1 0 0,1 0 1 0 0,0 0-1 0 0,0 0 1 0 0,0 0 0 0 0,0 0-1 0 0,0 0 1 0 0,0 0-1 0 0,0 0 1 0 0,0 0-1 0 0,0 0 1 0 0,0 1-1 0 0,0-1 1 0 0,0 0 0 0 0,0 0-1 0 0,0 0 1 0 0,0 0-1 0 0,0 0 1 0 0,0 0-1 0 0,0 0 1 0 0,0 0-1 0 0,0 0-261 0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31: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39 3105 0 0,'5'1'550'0'0,"0"0"0"0"0,0 0 0 0 0,1-1 0 0 0,-1 0 0 0 0,0 0 0 0 0,1 0 0 0 0,-1-1 0 0 0,0 0 0 0 0,0 0 0 0 0,1 0 0 0 0,-1-1 0 0 0,5-2 0 0 0,19-3 978 0 0,20-4 282 0 0,-34 8-1491 0 0,-1-1 1 0 0,1 2 0 0 0,19-2-1 0 0,-34 4-311 0 0,1 0-1 0 0,-1 0 1 0 0,0 0-1 0 0,0 0 1 0 0,1 0-1 0 0,-1 0 1 0 0,0 0-1 0 0,0 0 1 0 0,0 0-1 0 0,1 1 1 0 0,-1-1-1 0 0,0 0 1 0 0,0 0-1 0 0,1 0 1 0 0,-1 0-1 0 0,0 0 1 0 0,0 1-1 0 0,0-1 1 0 0,0 0-1 0 0,1 0 1 0 0,-1 0-1 0 0,0 1 1 0 0,0-1-1 0 0,0 0 1 0 0,0 0-1 0 0,0 0 1 0 0,1 1-1 0 0,-1-1 1 0 0,0 0-1 0 0,0 0 1 0 0,0 1-1 0 0,0-1 1 0 0,0 0-1 0 0,0 0 0 0 0,0 1 1 0 0,0-1-1 0 0,0 0 1 0 0,0 0-1 0 0,0 1 1 0 0,0-1-1 0 0,0 0 1 0 0,0 0-1 0 0,-1 1 1 0 0,-5 17 87 0 0,-12 16-303 0 0,17-33 179 0 0,-12 18-296 0 0,3-4-122 0 0,0 0 1 0 0,1 0-1 0 0,1 1 1 0 0,0 1 0 0 0,-6 20-1 0 0,13-34 406 0 0,0 0-1 0 0,1 0 1 0 0,-1 0 0 0 0,1 0-1 0 0,0 0 1 0 0,0 0 0 0 0,0 0-1 0 0,0 0 1 0 0,0 0 0 0 0,1-1-1 0 0,-1 1 1 0 0,1 0-1 0 0,0 0 1 0 0,0 0 0 0 0,0 0-1 0 0,2 2 1 0 0,-1-2 85 0 0,0-1 0 0 0,0 1-1 0 0,1-1 1 0 0,-1 0 0 0 0,1 0 0 0 0,-1 0-1 0 0,1 0 1 0 0,0 0 0 0 0,0 0 0 0 0,0-1 0 0 0,0 1-1 0 0,0-1 1 0 0,0 0 0 0 0,0 0 0 0 0,0 0-1 0 0,0-1 1 0 0,7 1 0 0 0,-4 0 146 0 0,1-1-1 0 0,0-1 1 0 0,-1 0 0 0 0,1 0-1 0 0,0 0 1 0 0,-1 0 0 0 0,1-1 0 0 0,-1 0-1 0 0,0-1 1 0 0,1 1 0 0 0,-1-1-1 0 0,0-1 1 0 0,9-5 0 0 0,-12 7-71 0 0,0 0 1 0 0,0 0-1 0 0,0 0 0 0 0,-1 0 1 0 0,1 0-1 0 0,-1 0 0 0 0,1-1 1 0 0,-1 1-1 0 0,0-1 0 0 0,1 0 1 0 0,-1 1-1 0 0,-1-1 0 0 0,1 0 1 0 0,0 0-1 0 0,-1 0 0 0 0,1-1 1 0 0,-1 1-1 0 0,0 0 0 0 0,0-1 1 0 0,-1 1-1 0 0,1 0 0 0 0,-1-1 1 0 0,1 1-1 0 0,-1-1 0 0 0,0 1 1 0 0,0-1-1 0 0,-2-6 0 0 0,1 9-125 0 0,0-1 0 0 0,0 0 0 0 0,0 1 0 0 0,0-1 0 0 0,-1 0 0 0 0,1 1 0 0 0,0 0 0 0 0,-1-1 0 0 0,0 1 0 0 0,1 0 0 0 0,-1 0 0 0 0,0 0 0 0 0,1 0-1 0 0,-1 0 1 0 0,0 0 0 0 0,0 0 0 0 0,0 0 0 0 0,0 1 0 0 0,0-1 0 0 0,0 1 0 0 0,0 0 0 0 0,0-1 0 0 0,0 1 0 0 0,0 0 0 0 0,-3 0 0 0 0,-57 5-3324 0 0,52-4 2332 0 0,-8 2-670 0 0,13-2 920 0 0,0 0 1 0 0,0 0-1 0 0,0 0 1 0 0,-1-1-1 0 0,1 0 0 0 0,0 1 1 0 0,0-2-1 0 0,-1 1 0 0 0,1-1 1 0 0,0 0-1 0 0,-9-2 1 0 0,11-1-1218 0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31:51.3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2417 0 0,'26'74'6025'0'0,"-19"-34"-4320"0"0,3 77 0 0 0,-8-11-7928 0 0,-7-130 2156 0 0,-1-1 3993 0 0,-7-42 257 0 0,9 54 418 0 0,1 0 0 0 0,1-1-1 0 0,-2-21 1 0 0,4 35-511 0 0,1-1-1 0 0,-1 1 0 0 0,0 0 1 0 0,1-1-1 0 0,-1 1 0 0 0,0 0 0 0 0,1-1 1 0 0,-1 1-1 0 0,1 0 0 0 0,-1-1 1 0 0,0 1-1 0 0,1 0 0 0 0,-1 0 1 0 0,1 0-1 0 0,-1-1 0 0 0,1 1 1 0 0,-1 0-1 0 0,1 0 0 0 0,-1 0 1 0 0,1 0-1 0 0,-1 0 0 0 0,1 0 1 0 0,-1 0-1 0 0,1 0 0 0 0,-1 0 1 0 0,1 0-1 0 0,-1 0 0 0 0,1 0 1 0 0,-1 0-1 0 0,1 1 0 0 0,-1-1 1 0 0,1 0-1 0 0,0 1 0 0 0,27 5 662 0 0,-16-3-742 0 0,12 3-494 0 0,-21-5 112 0 0,1 0 0 0 0,-1 1 0 0 0,1-1 0 0 0,0-1-1 0 0,-1 1 1 0 0,1 0 0 0 0,0-1 0 0 0,0 0 0 0 0,-1 0-1 0 0,1 0 1 0 0,0 0 0 0 0,0-1 0 0 0,-1 1 0 0 0,7-3-1 0 0,-4 2-1070 0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31:51.7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50 2264 0 0,'12'-1'1182'0'0,"0"-1"-1"0"0,-1 0 1 0 0,1 0-1 0 0,-1-2 1 0 0,0 1-1 0 0,14-7 1 0 0,-11 4-423 0 0,0 1 1 0 0,1 0 0 0 0,19-3 0 0 0,-33 8-717 0 0,1-1 0 0 0,0 1 1 0 0,-1 0-1 0 0,1-1 0 0 0,0 1 1 0 0,0 0-1 0 0,-1 0 0 0 0,1 0 1 0 0,0 0-1 0 0,0 1 1 0 0,-1-1-1 0 0,1 0 0 0 0,0 1 1 0 0,-1-1-1 0 0,1 1 0 0 0,0-1 1 0 0,-1 1-1 0 0,1 0 0 0 0,2 1 1 0 0,-4-1-41 0 0,0 0 0 0 0,1 0 0 0 0,-1 0 1 0 0,0 0-1 0 0,0 0 0 0 0,0 0 0 0 0,0 0 0 0 0,0 0 1 0 0,0 0-1 0 0,0 0 0 0 0,0 0 0 0 0,0 0 0 0 0,0 0 1 0 0,-1 0-1 0 0,1 0 0 0 0,0 0 0 0 0,-1 0 1 0 0,1 0-1 0 0,-1 0 0 0 0,1 0 0 0 0,-1 0 0 0 0,1-1 1 0 0,-1 1-1 0 0,0 1 0 0 0,-10 11-423 0 0,0 0 1 0 0,-25 23-1 0 0,25-25-74 0 0,-31 38-528 0 0,40-46 993 0 0,0-1 0 0 0,0 0 0 0 0,0 1 0 0 0,1-1 0 0 0,-1 1 0 0 0,1 0 0 0 0,0 0 0 0 0,0-1 0 0 0,0 1 0 0 0,0 0 0 0 0,0 0 0 0 0,1 0 0 0 0,-1 0 0 0 0,1 0 0 0 0,0 0 0 0 0,0 0-1 0 0,0 0 1 0 0,1 6 0 0 0,0-8 102 0 0,1 1 0 0 0,-1-1 0 0 0,1 1-1 0 0,-1-1 1 0 0,1 0 0 0 0,0 1 0 0 0,-1-1 0 0 0,1 0-1 0 0,0 0 1 0 0,0 0 0 0 0,0-1 0 0 0,0 1-1 0 0,0 0 1 0 0,0-1 0 0 0,0 1 0 0 0,0-1-1 0 0,0 0 1 0 0,0 1 0 0 0,0-1 0 0 0,0 0 0 0 0,0 0-1 0 0,0 0 1 0 0,0-1 0 0 0,3 0 0 0 0,51-9 452 0 0,-46 7-666 0 0,0-1 0 0 0,-1 0 0 0 0,1-1 0 0 0,-1 0 0 0 0,14-10 0 0 0,-16 10-689 0 0,-1 0-1 0 0,1-1 1 0 0,-1 0 0 0 0,0-1 0 0 0,-1 1-1 0 0,1-1 1 0 0,-1 0 0 0 0,0-1 0 0 0,-1 1-1 0 0,0-1 1 0 0,5-13 0 0 0,-2 4-1300 0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31:52.1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 28 2016 0 0,'72'-3'7912'0'0,"-56"1"-6945"0"0,0 0 1 0 0,0-1 0 0 0,-1-1-1 0 0,26-9 1 0 0,-59 20-632 0 0,-5 1-435 0 0,0 1 1 0 0,0 2-1 0 0,1 0 1 0 0,1 2-1 0 0,-21 14 1 0 0,39-24 73 0 0,-1 0 0 0 0,0-1 0 0 0,1 1 0 0 0,0 1 0 0 0,0-1 0 0 0,0 0 0 0 0,0 1 0 0 0,0-1 0 0 0,1 1 0 0 0,-1 0 0 0 0,1 0-1 0 0,0 0 1 0 0,0 0 0 0 0,1 1 0 0 0,-1-1 0 0 0,1 0 0 0 0,0 1 0 0 0,0-1 0 0 0,0 1 0 0 0,1-1 0 0 0,-1 1 0 0 0,1-1 0 0 0,0 1 0 0 0,1-1 0 0 0,-1 1 0 0 0,1-1 0 0 0,0 1 0 0 0,0-1 0 0 0,0 0 0 0 0,1 1 0 0 0,-1-1 0 0 0,1 0 0 0 0,0 0 0 0 0,0 0 0 0 0,6 7 0 0 0,-4-5-17 0 0,1 0 1 0 0,0-1-1 0 0,0 0 1 0 0,0 0-1 0 0,1 0 1 0 0,0 0-1 0 0,0-1 1 0 0,0 0-1 0 0,0-1 1 0 0,1 1-1 0 0,-1-1 1 0 0,1 0-1 0 0,0-1 1 0 0,0 0-1 0 0,0 0 1 0 0,0 0-1 0 0,0-1 1 0 0,0 0 0 0 0,1 0-1 0 0,-1-1 1 0 0,0 0-1 0 0,1 0 1 0 0,-1-1-1 0 0,14-2 1 0 0,-14 1-445 0 0,0 1 0 0 0,-1-1 0 0 0,1 0 0 0 0,-1-1 0 0 0,1 0 0 0 0,-1 0 0 0 0,0 0 0 0 0,0-1 0 0 0,-1 1 0 0 0,1-2 1 0 0,-1 1-1 0 0,1 0 0 0 0,-2-1 0 0 0,1 0 0 0 0,0 0 0 0 0,-1-1 0 0 0,5-7 0 0 0,4-17-1301 0 0,-8 14 220 0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31:52.5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 1 1352 0 0,'0'37'4749'0'0,"0"52"1356"0"0,7 2-4709 0 0,-5-77-1850 0 0,0-1 0 0 0,1 1 0 0 0,1-1 0 0 0,0 1 0 0 0,0-1 0 0 0,1-1-1 0 0,1 1 1 0 0,0-1 0 0 0,1 0 0 0 0,13 18 0 0 0,-20-30 406 0 0,0 1 0 0 0,0-1 0 0 0,0 0 0 0 0,0 0 0 0 0,0 0-1 0 0,0 0 1 0 0,0 0 0 0 0,0 1 0 0 0,0-1 0 0 0,1 0 0 0 0,-1 0 0 0 0,0 0-1 0 0,0 0 1 0 0,0 0 0 0 0,0 0 0 0 0,0 0 0 0 0,0 0 0 0 0,0 1 0 0 0,0-1 0 0 0,1 0-1 0 0,-1 0 1 0 0,0 0 0 0 0,0 0 0 0 0,0 0 0 0 0,0 0 0 0 0,0 0 0 0 0,0 0-1 0 0,1 0 1 0 0,-1 0 0 0 0,0 0 0 0 0,0 0 0 0 0,0 0 0 0 0,0 0 0 0 0,0 0 0 0 0,0 0-1 0 0,1 0 1 0 0,-1 0 0 0 0,0 0 0 0 0,0 0 0 0 0,0 0 0 0 0,0 0 0 0 0,0 0-1 0 0,1 0 1 0 0,-1 0 0 0 0,0 0 0 0 0,0 0 0 0 0,0 0 0 0 0,0-1 0 0 0,0 1 0 0 0,0 0-1 0 0,0 0 1 0 0,1 0 0 0 0,-1 0 0 0 0,0 0 0 0 0,0 0 0 0 0,0 0 0 0 0,0 0-1 0 0,0-1 1 0 0,1-12-1377 0 0,-3-15 328 0 0,-6 0 1428 0 0,-1 0 0 0 0,-1 0 0 0 0,-1 1 0 0 0,-1 0-1 0 0,-21-32 1 0 0,36 62 62 0 0,0 0 1 0 0,1-1-1 0 0,-1 0 0 0 0,0 1 0 0 0,1-1 0 0 0,-1 0 0 0 0,1-1 0 0 0,-1 1 0 0 0,1-1 0 0 0,0 1 0 0 0,0-1 0 0 0,5 0 0 0 0,60 14-1428 0 0,-60-14 901 0 0,42 2-6626 0 0,-47-2 4917 0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31:52.9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90 5 1720 0 0,'-6'8'378'0'0,"1"-1"-1"0"0,0 1 1 0 0,0 1-1 0 0,0-1 1 0 0,1 1-1 0 0,1 0 1 0 0,-1 0-1 0 0,2 0 0 0 0,-1 0 1 0 0,1 0-1 0 0,-1 11 1 0 0,3-16-259 0 0,0 0 1 0 0,0-1-1 0 0,0 1 1 0 0,1 0 0 0 0,0-1-1 0 0,-1 1 1 0 0,1-1-1 0 0,0 1 1 0 0,1-1-1 0 0,-1 1 1 0 0,1-1-1 0 0,-1 0 1 0 0,1 0 0 0 0,0 0-1 0 0,0 0 1 0 0,1 0-1 0 0,-1 0 1 0 0,0 0-1 0 0,1-1 1 0 0,0 1-1 0 0,-1-1 1 0 0,1 0-1 0 0,0 1 1 0 0,0-2 0 0 0,1 1-1 0 0,-1 0 1 0 0,0 0-1 0 0,1-1 1 0 0,-1 0-1 0 0,1 0 1 0 0,5 1-1 0 0,0 0 238 0 0,0 0-1 0 0,1-1 0 0 0,-1 0 0 0 0,0-1 0 0 0,1 0 0 0 0,-1 0 0 0 0,0-1 0 0 0,1-1 0 0 0,-1 1 0 0 0,0-1 0 0 0,0-1 0 0 0,13-5 0 0 0,-18 7-183 0 0,0-1 0 0 0,1 0 0 0 0,-1 0-1 0 0,0 0 1 0 0,0 0 0 0 0,-1 0 0 0 0,1-1-1 0 0,0 0 1 0 0,-1 0 0 0 0,0 0 0 0 0,1 0-1 0 0,-1-1 1 0 0,-1 1 0 0 0,1-1 0 0 0,0 1-1 0 0,-1-1 1 0 0,0 0 0 0 0,0 0 0 0 0,0 0-1 0 0,0-1 1 0 0,0 1 0 0 0,-1 0 0 0 0,0-1 0 0 0,0 1-1 0 0,0-1 1 0 0,-1 1 0 0 0,1-8 0 0 0,-2 8-116 0 0,0 0 0 0 0,-1 0 0 0 0,1 0 1 0 0,-1 0-1 0 0,0 0 0 0 0,0 0 1 0 0,0 1-1 0 0,0-1 0 0 0,0 1 1 0 0,-1 0-1 0 0,0 0 0 0 0,0 0 1 0 0,0 0-1 0 0,0 0 0 0 0,0 0 0 0 0,0 1 1 0 0,-1-1-1 0 0,1 1 0 0 0,-1 0 1 0 0,1 0-1 0 0,-1 1 0 0 0,0-1 1 0 0,-7-1-1 0 0,-1-2-432 0 0,-1 1-1 0 0,-1 1 1 0 0,1 0-1 0 0,0 0 1 0 0,-1 1 0 0 0,-13 1-1 0 0,-99 4-13703 0 0,110-2 10837 0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31:54.1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 1 2633 0 0,'-4'10'9601'0'0,"-16"47"-7099"0"0,11 0-2628 0 0,3 0 0 0 0,1 70 0 0 0,7-46-3294 0 0,3-2-3277 0 0,-5-79 6657 0 0,0 1-1 0 0,0-1 1 0 0,1 0 0 0 0,-1 0-1 0 0,0 0 1 0 0,0 0 0 0 0,0 1-1 0 0,0-1 1 0 0,0 0 0 0 0,0 0-1 0 0,0 0 1 0 0,0 1 0 0 0,0-1-1 0 0,0 0 1 0 0,0 0 0 0 0,0 0-1 0 0,0 1 1 0 0,0-1 0 0 0,0 0-1 0 0,0 0 1 0 0,0 0 0 0 0,0 0-1 0 0,0 1 1 0 0,0-1 0 0 0,0 0-1 0 0,0 0 1 0 0,0 0-1 0 0,-1 1 1 0 0,1-1 0 0 0,0 0-1 0 0,0 0 1 0 0,0 0 0 0 0,0 0-1 0 0,0 0 1 0 0,0 1 0 0 0,-1-1-1 0 0,1 0 1 0 0,0 0 0 0 0,0 0-1 0 0,0 0 1 0 0,0 0 0 0 0,-1 0-1 0 0,1 0 1 0 0,0 0 0 0 0,0 0-1 0 0,0 1 1 0 0,0-1 0 0 0,-1 0-1 0 0,1 0 1 0 0,0 0 0 0 0,0 0-1 0 0,0 0 1 0 0,-1 0 0 0 0,1 0-1 0 0,0 0 1 0 0,0-1 0 0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31:54.5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1 920 0 0,'10'0'1254'0'0,"-1"2"-1"0"0,1-1 1 0 0,-1 1-1 0 0,1 1 0 0 0,13 5 1 0 0,-12-4-1097 0 0,0 0 0 0 0,0-1 1 0 0,0 0-1 0 0,11 0 0 0 0,-7-1-821 0 0,-13-1 373 0 0,-1-1-1 0 0,1 1 0 0 0,0-1 1 0 0,-1 0-1 0 0,1 0 1 0 0,0 1-1 0 0,-1-1 1 0 0,1 0-1 0 0,0-1 0 0 0,0 1 1 0 0,-1 0-1 0 0,1 0 1 0 0,0-1-1 0 0,-1 1 0 0 0,1-1 1 0 0,0 1-1 0 0,-1-1 1 0 0,1 0-1 0 0,-1 0 1 0 0,1 0-1 0 0,1-1 0 0 0,3 0-1512 0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31:54.9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51 2521 0 0,'0'0'157'0'0,"-1"1"0"0"0,0-1 1 0 0,0 1-1 0 0,1-1 1 0 0,-1 1-1 0 0,1 0 1 0 0,-1-1-1 0 0,1 1 1 0 0,-1 0-1 0 0,1-1 1 0 0,-1 1-1 0 0,1 0 1 0 0,-1 0-1 0 0,1-1 1 0 0,0 1-1 0 0,-1 0 1 0 0,1 0-1 0 0,0 0 1 0 0,0 0-1 0 0,0-1 0 0 0,0 1 1 0 0,0 0-1 0 0,0 0 1 0 0,0 0-1 0 0,0 0 1 0 0,0 0-1 0 0,0 1 1 0 0,1 28 464 0 0,-1-29-507 0 0,2 34 185 0 0,7 56 95 0 0,-8-84-456 0 0,1 0 0 0 0,0 0 0 0 0,0 0 0 0 0,0 0 0 0 0,1-1 0 0 0,0 1 0 0 0,0 0 0 0 0,0-1 0 0 0,8 11 0 0 0,-10-17 22 0 0,-1 0 0 0 0,0 1 1 0 0,0-1-1 0 0,0 0 0 0 0,0 1 0 0 0,0-1 0 0 0,1 0 0 0 0,-1 1 0 0 0,0-1 0 0 0,0 0 0 0 0,1 0 0 0 0,-1 1 0 0 0,0-1 1 0 0,0 0-1 0 0,1 0 0 0 0,-1 0 0 0 0,0 1 0 0 0,1-1 0 0 0,-1 0 0 0 0,0 0 0 0 0,1 0 0 0 0,-1 0 0 0 0,0 0 0 0 0,1 1 0 0 0,-1-1 1 0 0,0 0-1 0 0,1 0 0 0 0,-1 0 0 0 0,1 0 0 0 0,-1 0 0 0 0,0 0 0 0 0,1 0 0 0 0,-1 0 0 0 0,0-1 0 0 0,1 1 0 0 0,-1 0 0 0 0,0 0 1 0 0,1 0-1 0 0,-1 0 0 0 0,1-1 0 0 0,3-16-836 0 0,-7-23 347 0 0,0 26 725 0 0,-1 0 0 0 0,0 0-1 0 0,-1 1 1 0 0,-1-1 0 0 0,0 1 0 0 0,-1 1-1 0 0,-11-18 1 0 0,24 37 2302 0 0,-5-6-2388 0 0,-1-1 1 0 0,1 1 0 0 0,-1 0-1 0 0,1 0 1 0 0,0 0 0 0 0,0-1-1 0 0,0 1 1 0 0,-1 0 0 0 0,1-1 0 0 0,0 1-1 0 0,0-1 1 0 0,0 1 0 0 0,0-1-1 0 0,0 1 1 0 0,0-1 0 0 0,0 0-1 0 0,0 1 1 0 0,0-1 0 0 0,0 0 0 0 0,0 0-1 0 0,0 0 1 0 0,0 0 0 0 0,0 0-1 0 0,0 0 1 0 0,1 0 0 0 0,-1 0-1 0 0,0 0 1 0 0,0-1 0 0 0,0 1 0 0 0,0 0-1 0 0,0-1 1 0 0,0 1 0 0 0,0-1-1 0 0,1 0 1 0 0,5-1-9 0 0,0-1 0 0 0,0 0 1 0 0,0 0-1 0 0,-1 0 0 0 0,1-1 0 0 0,-1 0 0 0 0,0 0 1 0 0,0-1-1 0 0,0 0 0 0 0,-1 0 0 0 0,6-7 0 0 0,-7 8-80 0 0,-1-1 0 0 0,-1 1-1 0 0,1-1 1 0 0,0 0-1 0 0,-1 0 1 0 0,0 0 0 0 0,0 0-1 0 0,-1 0 1 0 0,0 0 0 0 0,1 0-1 0 0,-2-1 1 0 0,1 1 0 0 0,-1 0-1 0 0,1-1 1 0 0,-1 1-1 0 0,-1-7 1 0 0,11 46 3915 0 0,3 32-2875 0 0,-10 73-2484 0 0,-6-93-2859 0 0,-2-1-3640 0 0,-3-25 4616 0 0,7-9 1365 0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31:55.2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87 1576 0 0,'1'-1'168'0'0,"-1"1"0"0"0,1 0 0 0 0,0-1 0 0 0,0 1 0 0 0,0 0 0 0 0,0 0 0 0 0,0 0 0 0 0,-1 0 0 0 0,1 0 0 0 0,0 0 0 0 0,0 0 1 0 0,0 0-1 0 0,0 0 0 0 0,0 0 0 0 0,0 0 0 0 0,-1 1 0 0 0,1-1 0 0 0,0 0 0 0 0,0 1 0 0 0,0-1 0 0 0,-1 0 0 0 0,1 1 0 0 0,0-1 0 0 0,0 1 0 0 0,-1-1 0 0 0,1 1 0 0 0,0 0 0 0 0,-1-1 0 0 0,1 1 0 0 0,-1 0 0 0 0,1-1 0 0 0,-1 1 0 0 0,1 0 0 0 0,-1 0 0 0 0,1-1 0 0 0,-1 1 0 0 0,0 0 0 0 0,1 0 0 0 0,-1 0 0 0 0,0 0 0 0 0,0 0 0 0 0,0-1 0 0 0,0 1 0 0 0,0 0 0 0 0,0 0 0 0 0,0 0 0 0 0,0 0 0 0 0,0 0 0 0 0,0 0 0 0 0,0-1 0 0 0,0 1 0 0 0,-1 0 0 0 0,1 0 0 0 0,0 0 0 0 0,0 0 0 0 0,-1-1 0 0 0,1 1 0 0 0,-1 0 0 0 0,1 0 0 0 0,-1-1 0 0 0,1 1 0 0 0,-2 0 0 0 0,18-9 1376 0 0,0-2 0 0 0,28-22 0 0 0,22-15 681 0 0,-61 44-2046 0 0,1 0 0 0 0,-1 0-1 0 0,1 1 1 0 0,0-1-1 0 0,0 1 1 0 0,0 1 0 0 0,0-1-1 0 0,0 1 1 0 0,12-1-1 0 0,-16 3-146 0 0,0-1 0 0 0,1 1 0 0 0,-1-1 0 0 0,0 1 0 0 0,0 0 0 0 0,0 0 0 0 0,0-1 0 0 0,0 2 0 0 0,0-1 0 0 0,0 0 0 0 0,-1 0 0 0 0,1 1 0 0 0,0-1-1 0 0,-1 1 1 0 0,1-1 0 0 0,-1 1 0 0 0,1-1 0 0 0,-1 1 0 0 0,0 0 0 0 0,0 0 0 0 0,0 0 0 0 0,0 0 0 0 0,0 0 0 0 0,0 0 0 0 0,0 0 0 0 0,-1 0 0 0 0,1 0 0 0 0,-1 0-1 0 0,1 1 1 0 0,-1 3 0 0 0,3 10-435 0 0,-1 1 0 0 0,-2 32 0 0 0,0-37-223 0 0,0 7-770 0 0,-1 21-3009 0 0,6-18-2878 0 0,-3-29 3477 0 0,-1-2 1433 0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31:55.6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96 154 1808 0 0,'-6'3'821'0'0,"1"-1"-1"0"0,0 1 1 0 0,0 0-1 0 0,0 0 1 0 0,0 1-1 0 0,0-1 1 0 0,1 1-1 0 0,-5 4 1 0 0,6-4-633 0 0,0-1-1 0 0,1 1 1 0 0,-1-1 0 0 0,1 1 0 0 0,-1 0-1 0 0,1 0 1 0 0,0 0 0 0 0,1 0 0 0 0,-3 8 0 0 0,3-9-179 0 0,1 0 0 0 0,0 0 0 0 0,-1 0 0 0 0,1 0 1 0 0,0 0-1 0 0,1 0 0 0 0,-1-1 0 0 0,0 1 0 0 0,1 0 1 0 0,0 0-1 0 0,0 0 0 0 0,0 0 0 0 0,0-1 1 0 0,0 1-1 0 0,0 0 0 0 0,1-1 0 0 0,-1 1 0 0 0,1-1 1 0 0,-1 0-1 0 0,1 1 0 0 0,0-1 0 0 0,0 0 1 0 0,0 0-1 0 0,1 0 0 0 0,-1 0 0 0 0,0-1 0 0 0,1 1 1 0 0,-1-1-1 0 0,1 1 0 0 0,-1-1 0 0 0,1 0 1 0 0,0 0-1 0 0,0 0 0 0 0,-1 0 0 0 0,5 0 0 0 0,-2 1 215 0 0,1-1-1 0 0,-1 0 0 0 0,1-1 0 0 0,-1 1 1 0 0,1-1-1 0 0,-1 0 0 0 0,1-1 0 0 0,-1 1 1 0 0,1-1-1 0 0,-1 0 0 0 0,1 0 0 0 0,-1-1 0 0 0,0 0 1 0 0,1 0-1 0 0,-1 0 0 0 0,0 0 0 0 0,6-5 1 0 0,-8 5-42 0 0,1 0 0 0 0,-1 0 0 0 0,0 0 0 0 0,0-1 0 0 0,0 0 0 0 0,0 1 0 0 0,0-1 0 0 0,-1 0 0 0 0,1 0 0 0 0,-1-1 0 0 0,0 1 0 0 0,0 0 0 0 0,0-1 1 0 0,0 1-1 0 0,-1-1 0 0 0,1 0 0 0 0,-1 0 0 0 0,0 1 0 0 0,0-1 0 0 0,0 0 0 0 0,-1 0 0 0 0,1 0 0 0 0,-1 0 0 0 0,0-7 0 0 0,-1 9-134 0 0,1-1 0 0 0,-1 1 0 0 0,0 0-1 0 0,1 0 1 0 0,-1 0 0 0 0,0-1 0 0 0,0 1 0 0 0,0 0 0 0 0,-1 1-1 0 0,1-1 1 0 0,-1 0 0 0 0,1 0 0 0 0,-1 0 0 0 0,1 1-1 0 0,-1-1 1 0 0,0 1 0 0 0,0-1 0 0 0,1 1 0 0 0,-1 0-1 0 0,0 0 1 0 0,-1 0 0 0 0,1 0 0 0 0,0 0 0 0 0,0 0-1 0 0,0 0 1 0 0,0 1 0 0 0,-1-1 0 0 0,1 1 0 0 0,0 0-1 0 0,-1 0 1 0 0,1-1 0 0 0,0 1 0 0 0,0 1 0 0 0,-1-1 0 0 0,-1 1-1 0 0,-8-1-531 0 0,1 2-1 0 0,0 0 1 0 0,0 0 0 0 0,0 1-1 0 0,-18 7 1 0 0,-3 10-2704 0 0,28-17 1986 0 0,0 0 0 0 0,0 0-1 0 0,0-1 1 0 0,0 1 0 0 0,0-1-1 0 0,-1 0 1 0 0,1 0 0 0 0,-7 1-1 0 0,7-3-624 0 0,7 3-300 0 0</inkml:trace>
  <inkml:trace contextRef="#ctx0" brushRef="#br0" timeOffset="1">255 7 2088 0 0,'3'-1'475'0'0,"0"0"0"0"0,0 0-1 0 0,1 0 1 0 0,-1 0 0 0 0,0 0-1 0 0,0 1 1 0 0,0-1 0 0 0,0 1-1 0 0,1 0 1 0 0,-1 0-1 0 0,0 0 1 0 0,0 1 0 0 0,5 0-1 0 0,-6 0-198 0 0,-1 0-1 0 0,1 0 0 0 0,-1 1 1 0 0,0-1-1 0 0,1 1 0 0 0,-1-1 1 0 0,0 1-1 0 0,0-1 0 0 0,0 1 1 0 0,0 0-1 0 0,0-1 0 0 0,0 1 1 0 0,0 0-1 0 0,0 0 0 0 0,-1 0 1 0 0,1-1-1 0 0,-1 1 0 0 0,1 0 1 0 0,-1 0-1 0 0,0 0 0 0 0,0 0 1 0 0,0 3-1 0 0,6 37-95 0 0,1-1 0 0 0,14 42 0 0 0,19 23-9774 0 0,-38-83 6224 0 0,0-10 1272 0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31:56.0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64 2537 0 0,'0'3'209'0'0,"0"0"1"0"0,0 0 0 0 0,0 0-1 0 0,1 0 1 0 0,-1 0-1 0 0,1 0 1 0 0,0 0 0 0 0,0 0-1 0 0,0 0 1 0 0,0 0 0 0 0,1 0-1 0 0,-1-1 1 0 0,1 1 0 0 0,-1 0-1 0 0,1-1 1 0 0,0 0 0 0 0,0 1-1 0 0,0-1 1 0 0,5 4 0 0 0,-3-3 193 0 0,0-1 0 0 0,1 1 1 0 0,0-1-1 0 0,-1 0 0 0 0,1 0 0 0 0,0 0 1 0 0,0-1-1 0 0,0 1 0 0 0,1-1 1 0 0,9 0-1 0 0,-3 0 66 0 0,0-1 0 0 0,1 0 1 0 0,-1-1-1 0 0,0-1 0 0 0,0 0 0 0 0,0 0 0 0 0,0-1 1 0 0,0-1-1 0 0,14-6 0 0 0,51-35-2163 0 0,-34 5-6371 0 0,-38 21 5294 0 0,-4 12 2000 0 0,4-3-1290 0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31:56.4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6 2529 0 0,'-5'-6'9076'0'0,"18"29"-7350"0"0,15 50-1956 0 0,-6-21-6079 0 0,-23-42 3247 0 0,-1-8 2138 0 0,1 4-1314 0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31:56.7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0 155 3161 0 0,'27'-10'4087'0'0,"48"-27"1"0"0,-59 27-3364 0 0,0 1 0 0 0,1 1 0 0 0,0 1 0 0 0,1 0 0 0 0,-1 1 0 0 0,37-7 0 0 0,-53 13-716 0 0,0 0 0 0 0,-1 0 1 0 0,1 0-1 0 0,0 0 1 0 0,-1 0-1 0 0,1 0 1 0 0,0 0-1 0 0,0 0 1 0 0,-1 0-1 0 0,1 0 1 0 0,0 0-1 0 0,-1 1 1 0 0,1-1-1 0 0,0 0 0 0 0,0 0 1 0 0,-1 1-1 0 0,1-1 1 0 0,-1 0-1 0 0,1 1 1 0 0,0-1-1 0 0,-1 1 1 0 0,1-1-1 0 0,-1 1 1 0 0,1-1-1 0 0,-1 1 1 0 0,1-1-1 0 0,-1 1 1 0 0,1-1-1 0 0,-1 1 0 0 0,1 0 1 0 0,-1 25-86 0 0,-18 26-836 0 0,18-51 863 0 0,-14 29-765 0 0,-30 78-2007 0 0,39-95 2575 0 0,2 0-1 0 0,0 0 1 0 0,0 0-1 0 0,1 1 1 0 0,1-1-1 0 0,0 20 1 0 0,0-30 253 0 0,1-1 1 0 0,1 1 0 0 0,-1 0-1 0 0,0-1 1 0 0,1 1-1 0 0,-1-1 1 0 0,1 1-1 0 0,0-1 1 0 0,0 1-1 0 0,0-1 1 0 0,0 1-1 0 0,0-1 1 0 0,0 0 0 0 0,1 0-1 0 0,-1 0 1 0 0,1 1-1 0 0,-1-1 1 0 0,1-1-1 0 0,0 1 1 0 0,0 0-1 0 0,0 0 1 0 0,0-1 0 0 0,0 1-1 0 0,0-1 1 0 0,1 1-1 0 0,-1-1 1 0 0,0 0-1 0 0,1 0 1 0 0,-1 0-1 0 0,1-1 1 0 0,-1 1 0 0 0,1 0-1 0 0,-1-1 1 0 0,1 0-1 0 0,-1 1 1 0 0,1-1-1 0 0,0 0 1 0 0,-1 0-1 0 0,4-1 1 0 0,3 0 369 0 0,-1 0 0 0 0,0-1 0 0 0,0 0 0 0 0,1 0-1 0 0,-1-1 1 0 0,-1 0 0 0 0,1 0 0 0 0,0-1 0 0 0,-1 0 0 0 0,14-10 0 0 0,-15 9-92 0 0,0-1 1 0 0,-1 0 0 0 0,0 0-1 0 0,0 0 1 0 0,0-1-1 0 0,-1 0 1 0 0,0 1-1 0 0,0-1 1 0 0,-1-1 0 0 0,0 1-1 0 0,3-10 1 0 0,-6 14-219 0 0,1 1 0 0 0,-1 0 1 0 0,1 0-1 0 0,-1-1 0 0 0,0 1 1 0 0,0 0-1 0 0,0 0 0 0 0,0-1 1 0 0,0 1-1 0 0,0 0 0 0 0,-1-1 1 0 0,1 1-1 0 0,-1 0 0 0 0,0 0 1 0 0,0 0-1 0 0,0 0 0 0 0,-1-4 1 0 0,0 4-61 0 0,0 0 0 0 0,0 1 1 0 0,0-1-1 0 0,0 1 0 0 0,0-1 1 0 0,0 1-1 0 0,-1 0 0 0 0,1-1 1 0 0,0 1-1 0 0,-1 0 0 0 0,1 1 1 0 0,-1-1-1 0 0,1 0 0 0 0,-1 1 1 0 0,1-1-1 0 0,-1 1 0 0 0,1 0 1 0 0,-1 0-1 0 0,-4 0 0 0 0,1 1-381 0 0,0 0 0 0 0,0 0-1 0 0,0 0 1 0 0,1 1-1 0 0,-1 0 1 0 0,0 0-1 0 0,1 0 1 0 0,-1 0-1 0 0,1 1 1 0 0,-8 6 0 0 0,7-6-1285 0 0,0 1 0 0 0,0-1 0 0 0,-1 0 0 0 0,1 0 0 0 0,-1-1 1 0 0,-9 3-1 0 0,11-5 330 0 0,3 0-501 0 0</inkml:trace>
  <inkml:trace contextRef="#ctx0" brushRef="#br0" timeOffset="1">463 0 2280 0 0,'2'2'518'0'0,"0"-1"0"0"0,0 1 0 0 0,0 0 0 0 0,0 0 0 0 0,0 0 0 0 0,0 0-1 0 0,-1 0 1 0 0,1 0 0 0 0,-1 0 0 0 0,0 0 0 0 0,1 1 0 0 0,-1-1 0 0 0,0 1 0 0 0,1 3-1 0 0,10 44 893 0 0,-7-28-600 0 0,0-4-770 0 0,-1 1 113 0 0,2-1 1 0 0,0 0-1 0 0,10 21 1 0 0,-13-34-874 0 0,0 1 1 0 0,0-1-1 0 0,1 0 1 0 0,0 0-1 0 0,0 0 1 0 0,0-1 0 0 0,1 1-1 0 0,5 4 1 0 0,-10-9 637 0 0,0 0 1 0 0,0 0 0 0 0,0 0-1 0 0,0 0 1 0 0,0-1-1 0 0,0 1 1 0 0,0 0 0 0 0,0 0-1 0 0,0 0 1 0 0,0 0 0 0 0,0 0-1 0 0,0-1 1 0 0,0 1-1 0 0,0 0 1 0 0,0 0 0 0 0,0 0-1 0 0,0 0 1 0 0,0 0 0 0 0,0 0-1 0 0,0-1 1 0 0,0 1-1 0 0,1 0 1 0 0,-1 0 0 0 0,0 0-1 0 0,0 0 1 0 0,0 0 0 0 0,0 0-1 0 0,0 0 1 0 0,0-1-1 0 0,0 1 1 0 0,0 0 0 0 0,0 0-1 0 0,1 0 1 0 0,-1 0 0 0 0,0 0-1 0 0,0 0 1 0 0,0 0-1 0 0,0 0 1 0 0,0 0 0 0 0,0 0-1 0 0,1 0 1 0 0,-1 0 0 0 0,0 0-1 0 0,0 0 1 0 0,0 0-1 0 0,0 0 1 0 0,0 0 0 0 0,0 0-1 0 0,1 0 1 0 0,-1 0 0 0 0,0 0-1 0 0,0 0 1 0 0,-1-4-1549 0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31:57.0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91 2040 0 0,'0'-3'296'0'0,"-1"0"0"0"0,1 0 0 0 0,0 0-1 0 0,0 0 1 0 0,0 0 0 0 0,0 0 0 0 0,0 0-1 0 0,1 0 1 0 0,-1 0 0 0 0,1 0-1 0 0,0 0 1 0 0,0 0 0 0 0,0 0 0 0 0,0 1-1 0 0,0-1 1 0 0,1 0 0 0 0,-1 1 0 0 0,1-1-1 0 0,0 1 1 0 0,0-1 0 0 0,3-3-1 0 0,-1 4-115 0 0,0-1-1 0 0,0 0 1 0 0,0 1 0 0 0,0-1-1 0 0,0 1 1 0 0,1 0-1 0 0,-1 1 1 0 0,1-1-1 0 0,-1 1 1 0 0,1 0-1 0 0,-1 0 1 0 0,1 0-1 0 0,7 0 1 0 0,35 3-1453 0 0,-46-2 992 0 0,1 0 1 0 0,-1 0-1 0 0,1 1 0 0 0,0-1 1 0 0,-1 0-1 0 0,1 1 0 0 0,-1-1 0 0 0,1 1 1 0 0,-1-1-1 0 0,1 1 0 0 0,-1 0 1 0 0,1 0-1 0 0,-1 0 0 0 0,0 0 0 0 0,1 0 1 0 0,-1 0-1 0 0,0 0 0 0 0,0 0 1 0 0,0 0-1 0 0,0 0 0 0 0,0 1 0 0 0,0-1 1 0 0,0 0-1 0 0,0 1 0 0 0,1 2 1 0 0,-1 2-1625 0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31:57.4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1 115 1952 0 0,'6'-7'1076'0'0,"0"0"0"0"0,1 0 0 0 0,-1 0-1 0 0,1 1 1 0 0,1 0 0 0 0,-1 1 0 0 0,1 0-1 0 0,15-8 1 0 0,72-29 2632 0 0,-90 40-3432 0 0,-2 1-180 0 0,1-1-1 0 0,-1 1 1 0 0,0 0 0 0 0,1 0-1 0 0,-1 1 1 0 0,1-1 0 0 0,-1 1-1 0 0,1-1 1 0 0,-1 1-1 0 0,1 0 1 0 0,-1 0 0 0 0,7 2-1 0 0,-9-2-86 0 0,0 0 0 0 0,-1 1 0 0 0,1-1 0 0 0,0 0 0 0 0,-1 1 0 0 0,1-1 0 0 0,0 1 0 0 0,-1-1 0 0 0,1 1 0 0 0,-1-1 0 0 0,1 1 0 0 0,-1-1 0 0 0,1 1 0 0 0,-1 0 0 0 0,1-1 0 0 0,-1 1 0 0 0,0 0-1 0 0,1-1 1 0 0,-1 1 0 0 0,0 0 0 0 0,0-1 0 0 0,1 2 0 0 0,-1 1-33 0 0,0-1 0 0 0,0 0 0 0 0,0 1-1 0 0,0-1 1 0 0,0 1 0 0 0,-1-1 0 0 0,1 0 0 0 0,-1 1-1 0 0,0-1 1 0 0,-1 4 0 0 0,-7 12-181 0 0,0-1-1 0 0,-16 23 1 0 0,16-28 134 0 0,1 0 0 0 0,1 0-1 0 0,0 1 1 0 0,1 0 0 0 0,-9 27 0 0 0,15-39 72 0 0,-1 0-1 0 0,1 0 1 0 0,0 0-1 0 0,0 0 1 0 0,0 0-1 0 0,-1 0 1 0 0,1 0 0 0 0,0 0-1 0 0,0 0 1 0 0,1 0-1 0 0,-1 0 1 0 0,0 0 0 0 0,0 1-1 0 0,0-1 1 0 0,1 0-1 0 0,-1 0 1 0 0,1 0-1 0 0,-1 0 1 0 0,0 0 0 0 0,1-1-1 0 0,0 1 1 0 0,-1 0-1 0 0,1 0 1 0 0,0 0-1 0 0,-1 0 1 0 0,2 0 0 0 0,0 0 12 0 0,0 0 1 0 0,0 0 0 0 0,0 0 0 0 0,0 0-1 0 0,0-1 1 0 0,0 1 0 0 0,0-1-1 0 0,0 1 1 0 0,0-1 0 0 0,0 0 0 0 0,0 0-1 0 0,4 0 1 0 0,2-1 20 0 0,-1 0 1 0 0,1-1-1 0 0,-1 1 0 0 0,1-1 0 0 0,-1-1 0 0 0,10-4 0 0 0,37-30-1482 0 0,-42 26-217 0 0,-1-1 0 0 0,0-1-1 0 0,-1 1 1 0 0,0-2-1 0 0,-1 1 1 0 0,-1-2 0 0 0,8-16-1 0 0,-4 12 382 0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31:57.8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36 2264 0 0,'-1'1'134'0'0,"1"-1"-1"0"0,-1 1 0 0 0,1-1 0 0 0,-1 1 0 0 0,1-1 1 0 0,0 1-1 0 0,-1-1 0 0 0,1 1 0 0 0,0-1 0 0 0,0 1 1 0 0,-1-1-1 0 0,1 1 0 0 0,0 0 0 0 0,0-1 0 0 0,0 1 1 0 0,0-1-1 0 0,-1 1 0 0 0,1 0 0 0 0,0-1 0 0 0,0 1 1 0 0,0-1-1 0 0,1 1 0 0 0,-1 0 0 0 0,0-1 0 0 0,0 1 1 0 0,0-1-1 0 0,0 1 0 0 0,0 0 0 0 0,1-1 0 0 0,-1 1 1 0 0,0-1-1 0 0,1 1 0 0 0,-1-1 0 0 0,0 1 0 0 0,1-1 0 0 0,-1 1 1 0 0,1-1-1 0 0,-1 1 0 0 0,1 0 0 0 0,1-1 159 0 0,1 0 0 0 0,-1 0 0 0 0,0 0 0 0 0,0 0 0 0 0,0 0 0 0 0,1 0 0 0 0,-1-1 0 0 0,0 1 0 0 0,0-1 0 0 0,0 1 0 0 0,3-2 0 0 0,58-28 2943 0 0,-31 7-1541 0 0,-30 22-1105 0 0,-5 2-111 0 0,-19 12-209 0 0,12-7-268 0 0,0 1-1 0 0,1 1 1 0 0,0 0 0 0 0,0 0-1 0 0,0 1 1 0 0,1 0-1 0 0,1 0 1 0 0,-1 1 0 0 0,-8 16-1 0 0,12-19-13 0 0,1-1 0 0 0,0 1 0 0 0,0-1 0 0 0,1 1 0 0 0,-1 0 0 0 0,2 0 0 0 0,-1 0 0 0 0,1 0 0 0 0,0 1-1 0 0,0-1 1 0 0,1 0 0 0 0,0 0 0 0 0,1 1 0 0 0,-1-1 0 0 0,1 0 0 0 0,1 0 0 0 0,2 11 0 0 0,-3-16-5 0 0,0 0 1 0 0,-1 0-1 0 0,1 0 0 0 0,0 0 1 0 0,0 0-1 0 0,0 0 1 0 0,1-1-1 0 0,-1 1 0 0 0,0 0 1 0 0,1-1-1 0 0,-1 1 1 0 0,1-1-1 0 0,-1 1 1 0 0,1-1-1 0 0,0 0 0 0 0,0 1 1 0 0,0-1-1 0 0,-1 0 1 0 0,1 0-1 0 0,0-1 1 0 0,0 1-1 0 0,0 0 0 0 0,1-1 1 0 0,-1 1-1 0 0,0-1 1 0 0,0 1-1 0 0,0-1 1 0 0,0 0-1 0 0,0 0 0 0 0,1 0 1 0 0,-1 0-1 0 0,0-1 1 0 0,0 1-1 0 0,0 0 1 0 0,0-1-1 0 0,0 0 0 0 0,0 1 1 0 0,0-1-1 0 0,4-2 1 0 0,8-3-348 0 0,1-2 0 0 0,-1 0 1 0 0,0 0-1 0 0,15-14 0 0 0,-16 13-438 0 0,35-31-4217 0 0,-45 38 4479 0 0,0-1 0 0 0,0 0 0 0 0,-1 0 1 0 0,1-1-1 0 0,-1 1 0 0 0,0 0 1 0 0,0-1-1 0 0,0 0 0 0 0,-1 1 1 0 0,1-1-1 0 0,-1 0 0 0 0,1-6 0 0 0,2-2-979 0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31:58.3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0 2304 0 0,'0'1'244'0'0,"-1"-1"-1"0"0,0 1 1 0 0,0-1-1 0 0,1 1 1 0 0,-1-1-1 0 0,0 1 1 0 0,0-1-1 0 0,1 1 0 0 0,-1 0 1 0 0,1-1-1 0 0,-1 1 1 0 0,0 0-1 0 0,1-1 1 0 0,0 1-1 0 0,-1 0 0 0 0,1 0 1 0 0,-1 0-1 0 0,1-1 1 0 0,0 1-1 0 0,-1 0 1 0 0,1 0-1 0 0,0 0 0 0 0,0 0 1 0 0,0 0-1 0 0,0-1 1 0 0,0 1-1 0 0,0 0 1 0 0,0 0-1 0 0,0 0 0 0 0,0 0 1 0 0,1 2-1 0 0,2 36 1497 0 0,-2-35-1302 0 0,8 55 13 0 0,30 99-1 0 0,10-19-6072 0 0,-43-133 1507 0 0,-6-20 2695 0 0,-3-23 1119 0 0,-7 5 661 0 0,-1 1 0 0 0,-2 0 1 0 0,-26-46-1 0 0,15 30 3080 0 0,44 53 2092 0 0,28 3-3956 0 0,-3-2-1273 0 0,11 1-2164 0 0,-23 2-4082 0 0,-27-7 2333 0 0,-4 0 1673 0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01T02:31:58.7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84 61 3369 0 0,'-5'5'491'0'0,"0"1"-1"0"0,1-1 1 0 0,-1 1 0 0 0,1 0 0 0 0,1 1 0 0 0,-1-1-1 0 0,1 1 1 0 0,0-1 0 0 0,1 1 0 0 0,0 0 0 0 0,0 0-1 0 0,0 0 1 0 0,1 0 0 0 0,0 0 0 0 0,0 11 0 0 0,1-15-402 0 0,0 0 1 0 0,0 0-1 0 0,1 0 1 0 0,-1 0-1 0 0,1 0 1 0 0,0 0-1 0 0,0-1 1 0 0,0 1-1 0 0,0 0 1 0 0,0 0-1 0 0,1-1 1 0 0,-1 1-1 0 0,1-1 1 0 0,-1 1 0 0 0,1-1-1 0 0,3 3 1 0 0,-2-2 11 0 0,0-1 0 0 0,0 0 1 0 0,0 0-1 0 0,1-1 1 0 0,-1 1-1 0 0,1-1 1 0 0,-1 1-1 0 0,1-1 1 0 0,-1 0-1 0 0,1 0 1 0 0,0-1-1 0 0,-1 1 1 0 0,1-1-1 0 0,0 0 1 0 0,-1 0-1 0 0,6 0 0 0 0,0-1 230 0 0,0-1 1 0 0,0 1-1 0 0,0-1 0 0 0,0-1 0 0 0,0 0 0 0 0,-1 0 0 0 0,1 0 0 0 0,-1-1 0 0 0,0-1 0 0 0,0 1 0 0 0,-1-1 0 0 0,1-1 0 0 0,-1 1 0 0 0,0-1 0 0 0,12-13 1 0 0,-17 16-244 0 0,1 0 0 0 0,-1 0 0 0 0,0-1 0 0 0,0 1 1 0 0,0 0-1 0 0,0-1 0 0 0,0 1 0 0 0,-1-1 1 0 0,1 0-1 0 0,-1 0 0 0 0,0 1 0 0 0,-1-1 0 0 0,1 0 1 0 0,0 0-1 0 0,-1 0 0 0 0,0 0 0 0 0,0 0 1 0 0,0 0-1 0 0,-1 0 0 0 0,1 0 0 0 0,-1 0 0 0 0,0 1 1 0 0,0-1-1 0 0,0 0 0 0 0,-1 0 0 0 0,1 1 1 0 0,-1-1-1 0 0,0 1 0 0 0,0-1 0 0 0,0 1 1 0 0,0 0-1 0 0,-1 0 0 0 0,1 0 0 0 0,-1 0 0 0 0,0 0 1 0 0,0 0-1 0 0,0 1 0 0 0,-5-4 0 0 0,4 3-131 0 0,-1-1 1 0 0,1 1-1 0 0,0 0 0 0 0,-1 1 0 0 0,1-1 0 0 0,-1 1 0 0 0,0 0 0 0 0,0 0 1 0 0,0 0-1 0 0,0 1 0 0 0,0 0 0 0 0,-1 0 0 0 0,1 0 0 0 0,0 0 0 0 0,0 1 0 0 0,-1 0 1 0 0,1 0-1 0 0,0 1 0 0 0,0-1 0 0 0,-1 1 0 0 0,-5 2 0 0 0,5-1-427 0 0,0 0 0 0 0,0 0 0 0 0,1 1-1 0 0,0 0 1 0 0,-1 0 0 0 0,1 1 0 0 0,-8 6-1 0 0,8-5-661 0 0,-1 1-1 0 0,1-1 0 0 0,0 1 1 0 0,0 1-1 0 0,0-1 1 0 0,-3 9-1 0 0,-22 16-5354 0 0,22-14 3217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9525"/>
            <a:ext cx="291941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defTabSz="762000" eaLnBrk="1" latinLnBrk="0" hangingPunct="1">
              <a:defRPr sz="1000" i="1">
                <a:latin typeface="Arial" charset="0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6350" y="9525"/>
            <a:ext cx="291941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 defTabSz="762000" eaLnBrk="1" latinLnBrk="0" hangingPunct="1">
              <a:defRPr sz="1000" i="1">
                <a:latin typeface="Arial" charset="0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96413"/>
            <a:ext cx="2919413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defTabSz="762000" eaLnBrk="1" latinLnBrk="0" hangingPunct="1">
              <a:defRPr sz="1000" i="1">
                <a:latin typeface="Arial" charset="0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6350" y="9396413"/>
            <a:ext cx="2919413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 defTabSz="762000" eaLnBrk="1" latinLnBrk="0" hangingPunct="1">
              <a:defRPr sz="1000" i="1">
                <a:latin typeface="Arial" panose="020B0604020202020204" pitchFamily="34" charset="0"/>
                <a:ea typeface="돋움" panose="020B0600000101010101" pitchFamily="50" charset="-127"/>
              </a:defRPr>
            </a:lvl1pPr>
          </a:lstStyle>
          <a:p>
            <a:pPr>
              <a:defRPr/>
            </a:pPr>
            <a:fld id="{BB7AD7EF-CAE5-44FD-B65C-C0827E3BB7A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98525" y="4702175"/>
            <a:ext cx="4938713" cy="4462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/>
              <a:t>Click to edit Master text styles</a:t>
            </a:r>
          </a:p>
          <a:p>
            <a:pPr lvl="1"/>
            <a:r>
              <a:rPr lang="en-US" altLang="ko-KR" noProof="0"/>
              <a:t>Second level</a:t>
            </a:r>
          </a:p>
          <a:p>
            <a:pPr lvl="2"/>
            <a:r>
              <a:rPr lang="en-US" altLang="ko-KR" noProof="0"/>
              <a:t>Third level</a:t>
            </a:r>
          </a:p>
          <a:p>
            <a:pPr lvl="3"/>
            <a:r>
              <a:rPr lang="en-US" altLang="ko-KR" noProof="0"/>
              <a:t>Fourth level</a:t>
            </a:r>
          </a:p>
          <a:p>
            <a:pPr lvl="4"/>
            <a:r>
              <a:rPr lang="en-US" altLang="ko-KR" noProof="0"/>
              <a:t>Fifth level</a:t>
            </a:r>
          </a:p>
        </p:txBody>
      </p:sp>
      <p:sp>
        <p:nvSpPr>
          <p:cNvPr id="5127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68388" y="860425"/>
            <a:ext cx="4598987" cy="34496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762000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돋움" pitchFamily="50" charset="-127"/>
        <a:cs typeface="+mn-cs"/>
      </a:defRPr>
    </a:lvl1pPr>
    <a:lvl2pPr marL="457200" algn="l" defTabSz="762000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돋움" pitchFamily="50" charset="-127"/>
        <a:cs typeface="+mn-cs"/>
      </a:defRPr>
    </a:lvl2pPr>
    <a:lvl3pPr marL="914400" algn="l" defTabSz="762000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돋움" pitchFamily="50" charset="-127"/>
        <a:cs typeface="+mn-cs"/>
      </a:defRPr>
    </a:lvl3pPr>
    <a:lvl4pPr marL="1371600" algn="l" defTabSz="762000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돋움" pitchFamily="50" charset="-127"/>
        <a:cs typeface="+mn-cs"/>
      </a:defRPr>
    </a:lvl4pPr>
    <a:lvl5pPr marL="1828800" algn="l" defTabSz="762000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돋움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5B1C8257-803C-466C-A260-B879A80C1977}" type="slidenum">
              <a:rPr lang="ko-KR" altLang="en-US" sz="1000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</a:t>
            </a:fld>
            <a:endParaRPr lang="en-US" altLang="ko-KR" sz="1000">
              <a:latin typeface="Arial" panose="020B0604020202020204" pitchFamily="34" charset="0"/>
            </a:endParaRPr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4887C505-59AD-48F4-B234-9F77D97B25E6}" type="slidenum">
              <a:rPr lang="en-US" altLang="ko-KR" sz="1000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16</a:t>
            </a:fld>
            <a:endParaRPr lang="en-US" altLang="ko-KR" sz="1000">
              <a:latin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98525" y="739775"/>
            <a:ext cx="4935538" cy="3702050"/>
          </a:xfrm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3100" y="4689475"/>
            <a:ext cx="5389563" cy="44402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ko-K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8"/>
          <p:cNvSpPr>
            <a:spLocks noChangeArrowheads="1"/>
          </p:cNvSpPr>
          <p:nvPr/>
        </p:nvSpPr>
        <p:spPr bwMode="auto">
          <a:xfrm>
            <a:off x="3017838" y="2120900"/>
            <a:ext cx="5662612" cy="77788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endParaRPr lang="ko-KR" altLang="ko-KR"/>
          </a:p>
        </p:txBody>
      </p:sp>
      <p:sp>
        <p:nvSpPr>
          <p:cNvPr id="5" name="Rectangle 109"/>
          <p:cNvSpPr>
            <a:spLocks noChangeArrowheads="1"/>
          </p:cNvSpPr>
          <p:nvPr/>
        </p:nvSpPr>
        <p:spPr bwMode="auto">
          <a:xfrm>
            <a:off x="1098550" y="862013"/>
            <a:ext cx="5662613" cy="77787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endParaRPr lang="ko-KR" altLang="ko-KR"/>
          </a:p>
        </p:txBody>
      </p:sp>
      <p:sp>
        <p:nvSpPr>
          <p:cNvPr id="218218" name="Rectangle 106"/>
          <p:cNvSpPr>
            <a:spLocks noGrp="1" noChangeArrowheads="1"/>
          </p:cNvSpPr>
          <p:nvPr>
            <p:ph type="ctrTitle"/>
          </p:nvPr>
        </p:nvSpPr>
        <p:spPr>
          <a:xfrm>
            <a:off x="1169988" y="1046163"/>
            <a:ext cx="7380287" cy="1012825"/>
          </a:xfrm>
        </p:spPr>
        <p:txBody>
          <a:bodyPr/>
          <a:lstStyle>
            <a:lvl1pPr>
              <a:defRPr sz="4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218219" name="Rectangle 107"/>
          <p:cNvSpPr>
            <a:spLocks noGrp="1" noChangeArrowheads="1"/>
          </p:cNvSpPr>
          <p:nvPr>
            <p:ph type="subTitle" idx="1"/>
          </p:nvPr>
        </p:nvSpPr>
        <p:spPr>
          <a:xfrm>
            <a:off x="1566863" y="2693988"/>
            <a:ext cx="6662737" cy="29940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6" name="Rectangle 103"/>
          <p:cNvSpPr>
            <a:spLocks noGrp="1" noChangeArrowheads="1"/>
          </p:cNvSpPr>
          <p:nvPr>
            <p:ph type="dt" sz="half" idx="10"/>
          </p:nvPr>
        </p:nvSpPr>
        <p:spPr>
          <a:xfrm>
            <a:off x="1387475" y="6357938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104"/>
          <p:cNvSpPr>
            <a:spLocks noGrp="1" noChangeArrowheads="1"/>
          </p:cNvSpPr>
          <p:nvPr>
            <p:ph type="ftr" sz="quarter" idx="11"/>
          </p:nvPr>
        </p:nvSpPr>
        <p:spPr>
          <a:xfrm>
            <a:off x="3722688" y="6357938"/>
            <a:ext cx="2271712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10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464300" y="6361113"/>
            <a:ext cx="1906588" cy="457200"/>
          </a:xfrm>
        </p:spPr>
        <p:txBody>
          <a:bodyPr/>
          <a:lstStyle>
            <a:lvl1pPr>
              <a:defRPr>
                <a:solidFill>
                  <a:srgbClr val="002D5C"/>
                </a:solidFill>
              </a:defRPr>
            </a:lvl1pPr>
          </a:lstStyle>
          <a:p>
            <a:pPr>
              <a:defRPr/>
            </a:pPr>
            <a:fld id="{8AA1555C-0755-497B-B73D-28DD0B3F259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9486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 autoUpdateAnimBg="0"/>
      <p:bldP spid="5" grpId="0" animBg="1" autoUpdateAnimBg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282" y="1643063"/>
            <a:ext cx="8715406" cy="4643437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  <p:sp>
        <p:nvSpPr>
          <p:cNvPr id="4" name="Rectangle 318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18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18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2D5C"/>
                </a:solidFill>
              </a:defRPr>
            </a:lvl1pPr>
          </a:lstStyle>
          <a:p>
            <a:pPr>
              <a:defRPr/>
            </a:pPr>
            <a:fld id="{EEB21934-8C8E-4E9A-AE20-A05B390C097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57579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18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318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318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2D5C"/>
                </a:solidFill>
              </a:defRPr>
            </a:lvl1pPr>
          </a:lstStyle>
          <a:p>
            <a:pPr>
              <a:defRPr/>
            </a:pPr>
            <a:fld id="{AB7838BF-1E3C-45B8-A115-1300B533F4E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98184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179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4313" y="1643063"/>
            <a:ext cx="8715375" cy="4643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17196" name="Rectangle 318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09625" y="6373813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kumimoji="0" sz="1400">
                <a:solidFill>
                  <a:schemeClr val="folHlink"/>
                </a:solidFill>
                <a:latin typeface="+mn-lt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17197" name="Rectangle 318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32138" y="6376988"/>
            <a:ext cx="30861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kumimoji="0" sz="1400">
                <a:solidFill>
                  <a:schemeClr val="folHlink"/>
                </a:solidFill>
                <a:latin typeface="+mn-lt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17198" name="Rectangle 318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50075" y="6400800"/>
            <a:ext cx="21939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400">
                <a:solidFill>
                  <a:srgbClr val="000000"/>
                </a:solidFill>
                <a:latin typeface="굴림" panose="020B0600000101010101" pitchFamily="50" charset="-127"/>
              </a:defRPr>
            </a:lvl1pPr>
          </a:lstStyle>
          <a:p>
            <a:pPr>
              <a:defRPr/>
            </a:pPr>
            <a:fld id="{30C519B6-447C-4AB4-ABF3-6217828F25C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030" name="Rectangle 3183"/>
          <p:cNvSpPr>
            <a:spLocks noGrp="1" noChangeArrowheads="1"/>
          </p:cNvSpPr>
          <p:nvPr>
            <p:ph type="title"/>
          </p:nvPr>
        </p:nvSpPr>
        <p:spPr bwMode="auto">
          <a:xfrm>
            <a:off x="214313" y="285750"/>
            <a:ext cx="8786812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46" r:id="rId1"/>
    <p:sldLayoutId id="2147483947" r:id="rId2"/>
    <p:sldLayoutId id="2147483948" r:id="rId3"/>
  </p:sldLayoutIdLst>
  <p:hf hdr="0" ftr="0" dt="0"/>
  <p:txStyles>
    <p:titleStyle>
      <a:lvl1pPr algn="ctr" rtl="0" eaLnBrk="0" fontAlgn="base" latinLnBrk="1" hangingPunct="0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q"/>
        <a:defRPr kumimoji="1"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2pPr>
      <a:lvl3pPr marL="108585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SzPct val="65000"/>
        <a:buFont typeface="Wingdings" panose="05000000000000000000" pitchFamily="2" charset="2"/>
        <a:buChar char="ü"/>
        <a:defRPr kumimoji="1" sz="2000">
          <a:solidFill>
            <a:schemeClr val="tx1"/>
          </a:solidFill>
          <a:latin typeface="+mn-lt"/>
          <a:ea typeface="+mn-ea"/>
        </a:defRPr>
      </a:lvl3pPr>
      <a:lvl4pPr marL="142875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SzPct val="85000"/>
        <a:buFont typeface="Wingdings" panose="05000000000000000000" pitchFamily="2" charset="2"/>
        <a:buChar char="w"/>
        <a:defRPr kumimoji="1" sz="2000">
          <a:solidFill>
            <a:schemeClr val="tx1"/>
          </a:solidFill>
          <a:latin typeface="+mn-lt"/>
          <a:ea typeface="+mn-ea"/>
        </a:defRPr>
      </a:lvl4pPr>
      <a:lvl5pPr marL="177165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5pPr>
      <a:lvl6pPr marL="222885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§"/>
        <a:defRPr kumimoji="1">
          <a:solidFill>
            <a:schemeClr val="tx1"/>
          </a:solidFill>
          <a:latin typeface="+mn-lt"/>
          <a:ea typeface="+mn-ea"/>
        </a:defRPr>
      </a:lvl6pPr>
      <a:lvl7pPr marL="268605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§"/>
        <a:defRPr kumimoji="1">
          <a:solidFill>
            <a:schemeClr val="tx1"/>
          </a:solidFill>
          <a:latin typeface="+mn-lt"/>
          <a:ea typeface="+mn-ea"/>
        </a:defRPr>
      </a:lvl7pPr>
      <a:lvl8pPr marL="314325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§"/>
        <a:defRPr kumimoji="1">
          <a:solidFill>
            <a:schemeClr val="tx1"/>
          </a:solidFill>
          <a:latin typeface="+mn-lt"/>
          <a:ea typeface="+mn-ea"/>
        </a:defRPr>
      </a:lvl8pPr>
      <a:lvl9pPr marL="360045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§"/>
        <a:defRPr kumimoji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5.png"/><Relationship Id="rId5" Type="http://schemas.openxmlformats.org/officeDocument/2006/relationships/image" Target="../media/image2.png"/><Relationship Id="rId15" Type="http://schemas.openxmlformats.org/officeDocument/2006/relationships/image" Target="../media/image7.png"/><Relationship Id="rId10" Type="http://schemas.openxmlformats.org/officeDocument/2006/relationships/customXml" Target="../ink/ink5.xml"/><Relationship Id="rId19" Type="http://schemas.openxmlformats.org/officeDocument/2006/relationships/image" Target="../media/image9.png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4" Type="http://schemas.openxmlformats.org/officeDocument/2006/relationships/customXml" Target="../ink/ink7.xml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67.xml"/><Relationship Id="rId299" Type="http://schemas.openxmlformats.org/officeDocument/2006/relationships/customXml" Target="../ink/ink158.xml"/><Relationship Id="rId21" Type="http://schemas.openxmlformats.org/officeDocument/2006/relationships/customXml" Target="../ink/ink19.xml"/><Relationship Id="rId63" Type="http://schemas.openxmlformats.org/officeDocument/2006/relationships/customXml" Target="../ink/ink40.xml"/><Relationship Id="rId159" Type="http://schemas.openxmlformats.org/officeDocument/2006/relationships/customXml" Target="../ink/ink88.xml"/><Relationship Id="rId324" Type="http://schemas.openxmlformats.org/officeDocument/2006/relationships/image" Target="../media/image171.png"/><Relationship Id="rId366" Type="http://schemas.openxmlformats.org/officeDocument/2006/relationships/image" Target="../media/image192.png"/><Relationship Id="rId170" Type="http://schemas.openxmlformats.org/officeDocument/2006/relationships/image" Target="../media/image94.png"/><Relationship Id="rId226" Type="http://schemas.openxmlformats.org/officeDocument/2006/relationships/image" Target="../media/image122.png"/><Relationship Id="rId433" Type="http://schemas.openxmlformats.org/officeDocument/2006/relationships/customXml" Target="../ink/ink225.xml"/><Relationship Id="rId268" Type="http://schemas.openxmlformats.org/officeDocument/2006/relationships/image" Target="../media/image143.png"/><Relationship Id="rId475" Type="http://schemas.openxmlformats.org/officeDocument/2006/relationships/customXml" Target="../ink/ink246.xml"/><Relationship Id="rId32" Type="http://schemas.openxmlformats.org/officeDocument/2006/relationships/image" Target="../media/image25.png"/><Relationship Id="rId74" Type="http://schemas.openxmlformats.org/officeDocument/2006/relationships/image" Target="../media/image46.png"/><Relationship Id="rId128" Type="http://schemas.openxmlformats.org/officeDocument/2006/relationships/image" Target="../media/image73.png"/><Relationship Id="rId335" Type="http://schemas.openxmlformats.org/officeDocument/2006/relationships/customXml" Target="../ink/ink176.xml"/><Relationship Id="rId377" Type="http://schemas.openxmlformats.org/officeDocument/2006/relationships/customXml" Target="../ink/ink197.xml"/><Relationship Id="rId500" Type="http://schemas.openxmlformats.org/officeDocument/2006/relationships/image" Target="../media/image259.png"/><Relationship Id="rId5" Type="http://schemas.openxmlformats.org/officeDocument/2006/relationships/customXml" Target="../ink/ink11.xml"/><Relationship Id="rId181" Type="http://schemas.openxmlformats.org/officeDocument/2006/relationships/customXml" Target="../ink/ink99.xml"/><Relationship Id="rId237" Type="http://schemas.openxmlformats.org/officeDocument/2006/relationships/customXml" Target="../ink/ink127.xml"/><Relationship Id="rId402" Type="http://schemas.openxmlformats.org/officeDocument/2006/relationships/image" Target="../media/image210.png"/><Relationship Id="rId279" Type="http://schemas.openxmlformats.org/officeDocument/2006/relationships/customXml" Target="../ink/ink148.xml"/><Relationship Id="rId444" Type="http://schemas.openxmlformats.org/officeDocument/2006/relationships/image" Target="../media/image231.png"/><Relationship Id="rId486" Type="http://schemas.openxmlformats.org/officeDocument/2006/relationships/image" Target="../media/image252.png"/><Relationship Id="rId43" Type="http://schemas.openxmlformats.org/officeDocument/2006/relationships/customXml" Target="../ink/ink30.xml"/><Relationship Id="rId139" Type="http://schemas.openxmlformats.org/officeDocument/2006/relationships/customXml" Target="../ink/ink78.xml"/><Relationship Id="rId290" Type="http://schemas.openxmlformats.org/officeDocument/2006/relationships/image" Target="../media/image154.png"/><Relationship Id="rId304" Type="http://schemas.openxmlformats.org/officeDocument/2006/relationships/image" Target="../media/image161.png"/><Relationship Id="rId346" Type="http://schemas.openxmlformats.org/officeDocument/2006/relationships/image" Target="../media/image182.png"/><Relationship Id="rId388" Type="http://schemas.openxmlformats.org/officeDocument/2006/relationships/image" Target="../media/image203.png"/><Relationship Id="rId511" Type="http://schemas.openxmlformats.org/officeDocument/2006/relationships/customXml" Target="../ink/ink264.xml"/><Relationship Id="rId85" Type="http://schemas.openxmlformats.org/officeDocument/2006/relationships/customXml" Target="../ink/ink51.xml"/><Relationship Id="rId150" Type="http://schemas.openxmlformats.org/officeDocument/2006/relationships/image" Target="../media/image84.png"/><Relationship Id="rId192" Type="http://schemas.openxmlformats.org/officeDocument/2006/relationships/image" Target="../media/image105.png"/><Relationship Id="rId206" Type="http://schemas.openxmlformats.org/officeDocument/2006/relationships/image" Target="../media/image112.png"/><Relationship Id="rId413" Type="http://schemas.openxmlformats.org/officeDocument/2006/relationships/customXml" Target="../ink/ink215.xml"/><Relationship Id="rId248" Type="http://schemas.openxmlformats.org/officeDocument/2006/relationships/image" Target="../media/image133.png"/><Relationship Id="rId455" Type="http://schemas.openxmlformats.org/officeDocument/2006/relationships/customXml" Target="../ink/ink236.xml"/><Relationship Id="rId497" Type="http://schemas.openxmlformats.org/officeDocument/2006/relationships/customXml" Target="../ink/ink257.xml"/><Relationship Id="rId12" Type="http://schemas.openxmlformats.org/officeDocument/2006/relationships/image" Target="../media/image15.png"/><Relationship Id="rId108" Type="http://schemas.openxmlformats.org/officeDocument/2006/relationships/image" Target="../media/image63.png"/><Relationship Id="rId315" Type="http://schemas.openxmlformats.org/officeDocument/2006/relationships/customXml" Target="../ink/ink166.xml"/><Relationship Id="rId357" Type="http://schemas.openxmlformats.org/officeDocument/2006/relationships/customXml" Target="../ink/ink187.xml"/><Relationship Id="rId54" Type="http://schemas.openxmlformats.org/officeDocument/2006/relationships/image" Target="../media/image36.png"/><Relationship Id="rId96" Type="http://schemas.openxmlformats.org/officeDocument/2006/relationships/image" Target="../media/image57.png"/><Relationship Id="rId161" Type="http://schemas.openxmlformats.org/officeDocument/2006/relationships/customXml" Target="../ink/ink89.xml"/><Relationship Id="rId217" Type="http://schemas.openxmlformats.org/officeDocument/2006/relationships/customXml" Target="../ink/ink117.xml"/><Relationship Id="rId399" Type="http://schemas.openxmlformats.org/officeDocument/2006/relationships/customXml" Target="../ink/ink208.xml"/><Relationship Id="rId259" Type="http://schemas.openxmlformats.org/officeDocument/2006/relationships/customXml" Target="../ink/ink138.xml"/><Relationship Id="rId424" Type="http://schemas.openxmlformats.org/officeDocument/2006/relationships/image" Target="../media/image221.png"/><Relationship Id="rId466" Type="http://schemas.openxmlformats.org/officeDocument/2006/relationships/image" Target="../media/image242.png"/><Relationship Id="rId23" Type="http://schemas.openxmlformats.org/officeDocument/2006/relationships/customXml" Target="../ink/ink20.xml"/><Relationship Id="rId119" Type="http://schemas.openxmlformats.org/officeDocument/2006/relationships/customXml" Target="../ink/ink68.xml"/><Relationship Id="rId270" Type="http://schemas.openxmlformats.org/officeDocument/2006/relationships/image" Target="../media/image144.png"/><Relationship Id="rId326" Type="http://schemas.openxmlformats.org/officeDocument/2006/relationships/image" Target="../media/image172.png"/><Relationship Id="rId65" Type="http://schemas.openxmlformats.org/officeDocument/2006/relationships/customXml" Target="../ink/ink41.xml"/><Relationship Id="rId130" Type="http://schemas.openxmlformats.org/officeDocument/2006/relationships/image" Target="../media/image74.png"/><Relationship Id="rId368" Type="http://schemas.openxmlformats.org/officeDocument/2006/relationships/image" Target="../media/image193.png"/><Relationship Id="rId172" Type="http://schemas.openxmlformats.org/officeDocument/2006/relationships/image" Target="../media/image95.png"/><Relationship Id="rId228" Type="http://schemas.openxmlformats.org/officeDocument/2006/relationships/image" Target="../media/image123.png"/><Relationship Id="rId435" Type="http://schemas.openxmlformats.org/officeDocument/2006/relationships/customXml" Target="../ink/ink226.xml"/><Relationship Id="rId477" Type="http://schemas.openxmlformats.org/officeDocument/2006/relationships/customXml" Target="../ink/ink247.xml"/><Relationship Id="rId281" Type="http://schemas.openxmlformats.org/officeDocument/2006/relationships/customXml" Target="../ink/ink149.xml"/><Relationship Id="rId337" Type="http://schemas.openxmlformats.org/officeDocument/2006/relationships/customXml" Target="../ink/ink177.xml"/><Relationship Id="rId502" Type="http://schemas.openxmlformats.org/officeDocument/2006/relationships/image" Target="../media/image260.png"/><Relationship Id="rId34" Type="http://schemas.openxmlformats.org/officeDocument/2006/relationships/image" Target="../media/image26.png"/><Relationship Id="rId76" Type="http://schemas.openxmlformats.org/officeDocument/2006/relationships/image" Target="../media/image47.png"/><Relationship Id="rId141" Type="http://schemas.openxmlformats.org/officeDocument/2006/relationships/customXml" Target="../ink/ink79.xml"/><Relationship Id="rId379" Type="http://schemas.openxmlformats.org/officeDocument/2006/relationships/customXml" Target="../ink/ink198.xml"/><Relationship Id="rId7" Type="http://schemas.openxmlformats.org/officeDocument/2006/relationships/customXml" Target="../ink/ink12.xml"/><Relationship Id="rId183" Type="http://schemas.openxmlformats.org/officeDocument/2006/relationships/customXml" Target="../ink/ink100.xml"/><Relationship Id="rId239" Type="http://schemas.openxmlformats.org/officeDocument/2006/relationships/customXml" Target="../ink/ink128.xml"/><Relationship Id="rId390" Type="http://schemas.openxmlformats.org/officeDocument/2006/relationships/image" Target="../media/image204.png"/><Relationship Id="rId404" Type="http://schemas.openxmlformats.org/officeDocument/2006/relationships/image" Target="../media/image211.png"/><Relationship Id="rId446" Type="http://schemas.openxmlformats.org/officeDocument/2006/relationships/image" Target="../media/image232.png"/><Relationship Id="rId250" Type="http://schemas.openxmlformats.org/officeDocument/2006/relationships/image" Target="../media/image134.png"/><Relationship Id="rId292" Type="http://schemas.openxmlformats.org/officeDocument/2006/relationships/image" Target="../media/image155.png"/><Relationship Id="rId306" Type="http://schemas.openxmlformats.org/officeDocument/2006/relationships/image" Target="../media/image162.png"/><Relationship Id="rId488" Type="http://schemas.openxmlformats.org/officeDocument/2006/relationships/image" Target="../media/image253.png"/><Relationship Id="rId45" Type="http://schemas.openxmlformats.org/officeDocument/2006/relationships/customXml" Target="../ink/ink31.xml"/><Relationship Id="rId87" Type="http://schemas.openxmlformats.org/officeDocument/2006/relationships/customXml" Target="../ink/ink52.xml"/><Relationship Id="rId110" Type="http://schemas.openxmlformats.org/officeDocument/2006/relationships/image" Target="../media/image64.png"/><Relationship Id="rId348" Type="http://schemas.openxmlformats.org/officeDocument/2006/relationships/image" Target="../media/image183.png"/><Relationship Id="rId513" Type="http://schemas.openxmlformats.org/officeDocument/2006/relationships/customXml" Target="../ink/ink265.xml"/><Relationship Id="rId152" Type="http://schemas.openxmlformats.org/officeDocument/2006/relationships/image" Target="../media/image85.png"/><Relationship Id="rId194" Type="http://schemas.openxmlformats.org/officeDocument/2006/relationships/image" Target="../media/image106.png"/><Relationship Id="rId208" Type="http://schemas.openxmlformats.org/officeDocument/2006/relationships/image" Target="../media/image113.png"/><Relationship Id="rId415" Type="http://schemas.openxmlformats.org/officeDocument/2006/relationships/customXml" Target="../ink/ink216.xml"/><Relationship Id="rId457" Type="http://schemas.openxmlformats.org/officeDocument/2006/relationships/customXml" Target="../ink/ink237.xml"/><Relationship Id="rId240" Type="http://schemas.openxmlformats.org/officeDocument/2006/relationships/image" Target="../media/image129.png"/><Relationship Id="rId261" Type="http://schemas.openxmlformats.org/officeDocument/2006/relationships/customXml" Target="../ink/ink139.xml"/><Relationship Id="rId478" Type="http://schemas.openxmlformats.org/officeDocument/2006/relationships/image" Target="../media/image248.png"/><Relationship Id="rId499" Type="http://schemas.openxmlformats.org/officeDocument/2006/relationships/customXml" Target="../ink/ink258.xml"/><Relationship Id="rId14" Type="http://schemas.openxmlformats.org/officeDocument/2006/relationships/image" Target="../media/image16.png"/><Relationship Id="rId35" Type="http://schemas.openxmlformats.org/officeDocument/2006/relationships/customXml" Target="../ink/ink26.xml"/><Relationship Id="rId56" Type="http://schemas.openxmlformats.org/officeDocument/2006/relationships/image" Target="../media/image37.png"/><Relationship Id="rId77" Type="http://schemas.openxmlformats.org/officeDocument/2006/relationships/customXml" Target="../ink/ink47.xml"/><Relationship Id="rId100" Type="http://schemas.openxmlformats.org/officeDocument/2006/relationships/image" Target="../media/image59.png"/><Relationship Id="rId282" Type="http://schemas.openxmlformats.org/officeDocument/2006/relationships/image" Target="../media/image150.png"/><Relationship Id="rId317" Type="http://schemas.openxmlformats.org/officeDocument/2006/relationships/customXml" Target="../ink/ink167.xml"/><Relationship Id="rId338" Type="http://schemas.openxmlformats.org/officeDocument/2006/relationships/image" Target="../media/image178.png"/><Relationship Id="rId359" Type="http://schemas.openxmlformats.org/officeDocument/2006/relationships/customXml" Target="../ink/ink188.xml"/><Relationship Id="rId503" Type="http://schemas.openxmlformats.org/officeDocument/2006/relationships/customXml" Target="../ink/ink260.xml"/><Relationship Id="rId8" Type="http://schemas.openxmlformats.org/officeDocument/2006/relationships/image" Target="../media/image13.png"/><Relationship Id="rId98" Type="http://schemas.openxmlformats.org/officeDocument/2006/relationships/image" Target="../media/image58.png"/><Relationship Id="rId121" Type="http://schemas.openxmlformats.org/officeDocument/2006/relationships/customXml" Target="../ink/ink69.xml"/><Relationship Id="rId142" Type="http://schemas.openxmlformats.org/officeDocument/2006/relationships/image" Target="../media/image80.png"/><Relationship Id="rId163" Type="http://schemas.openxmlformats.org/officeDocument/2006/relationships/customXml" Target="../ink/ink90.xml"/><Relationship Id="rId184" Type="http://schemas.openxmlformats.org/officeDocument/2006/relationships/image" Target="../media/image101.png"/><Relationship Id="rId219" Type="http://schemas.openxmlformats.org/officeDocument/2006/relationships/customXml" Target="../ink/ink118.xml"/><Relationship Id="rId370" Type="http://schemas.openxmlformats.org/officeDocument/2006/relationships/image" Target="../media/image194.png"/><Relationship Id="rId391" Type="http://schemas.openxmlformats.org/officeDocument/2006/relationships/customXml" Target="../ink/ink204.xml"/><Relationship Id="rId405" Type="http://schemas.openxmlformats.org/officeDocument/2006/relationships/customXml" Target="../ink/ink211.xml"/><Relationship Id="rId426" Type="http://schemas.openxmlformats.org/officeDocument/2006/relationships/image" Target="../media/image222.png"/><Relationship Id="rId447" Type="http://schemas.openxmlformats.org/officeDocument/2006/relationships/customXml" Target="../ink/ink232.xml"/><Relationship Id="rId230" Type="http://schemas.openxmlformats.org/officeDocument/2006/relationships/image" Target="../media/image124.png"/><Relationship Id="rId251" Type="http://schemas.openxmlformats.org/officeDocument/2006/relationships/customXml" Target="../ink/ink134.xml"/><Relationship Id="rId468" Type="http://schemas.openxmlformats.org/officeDocument/2006/relationships/image" Target="../media/image243.png"/><Relationship Id="rId489" Type="http://schemas.openxmlformats.org/officeDocument/2006/relationships/customXml" Target="../ink/ink253.xml"/><Relationship Id="rId25" Type="http://schemas.openxmlformats.org/officeDocument/2006/relationships/customXml" Target="../ink/ink21.xml"/><Relationship Id="rId46" Type="http://schemas.openxmlformats.org/officeDocument/2006/relationships/image" Target="../media/image32.png"/><Relationship Id="rId67" Type="http://schemas.openxmlformats.org/officeDocument/2006/relationships/customXml" Target="../ink/ink42.xml"/><Relationship Id="rId272" Type="http://schemas.openxmlformats.org/officeDocument/2006/relationships/image" Target="../media/image145.png"/><Relationship Id="rId293" Type="http://schemas.openxmlformats.org/officeDocument/2006/relationships/customXml" Target="../ink/ink155.xml"/><Relationship Id="rId307" Type="http://schemas.openxmlformats.org/officeDocument/2006/relationships/customXml" Target="../ink/ink162.xml"/><Relationship Id="rId328" Type="http://schemas.openxmlformats.org/officeDocument/2006/relationships/image" Target="../media/image173.png"/><Relationship Id="rId349" Type="http://schemas.openxmlformats.org/officeDocument/2006/relationships/customXml" Target="../ink/ink183.xml"/><Relationship Id="rId514" Type="http://schemas.openxmlformats.org/officeDocument/2006/relationships/image" Target="../media/image266.png"/><Relationship Id="rId88" Type="http://schemas.openxmlformats.org/officeDocument/2006/relationships/image" Target="../media/image53.png"/><Relationship Id="rId111" Type="http://schemas.openxmlformats.org/officeDocument/2006/relationships/customXml" Target="../ink/ink64.xml"/><Relationship Id="rId132" Type="http://schemas.openxmlformats.org/officeDocument/2006/relationships/image" Target="../media/image75.png"/><Relationship Id="rId153" Type="http://schemas.openxmlformats.org/officeDocument/2006/relationships/customXml" Target="../ink/ink85.xml"/><Relationship Id="rId174" Type="http://schemas.openxmlformats.org/officeDocument/2006/relationships/image" Target="../media/image96.png"/><Relationship Id="rId195" Type="http://schemas.openxmlformats.org/officeDocument/2006/relationships/customXml" Target="../ink/ink106.xml"/><Relationship Id="rId209" Type="http://schemas.openxmlformats.org/officeDocument/2006/relationships/customXml" Target="../ink/ink113.xml"/><Relationship Id="rId360" Type="http://schemas.openxmlformats.org/officeDocument/2006/relationships/image" Target="../media/image189.png"/><Relationship Id="rId381" Type="http://schemas.openxmlformats.org/officeDocument/2006/relationships/customXml" Target="../ink/ink199.xml"/><Relationship Id="rId416" Type="http://schemas.openxmlformats.org/officeDocument/2006/relationships/image" Target="../media/image217.png"/><Relationship Id="rId220" Type="http://schemas.openxmlformats.org/officeDocument/2006/relationships/image" Target="../media/image119.png"/><Relationship Id="rId241" Type="http://schemas.openxmlformats.org/officeDocument/2006/relationships/customXml" Target="../ink/ink129.xml"/><Relationship Id="rId437" Type="http://schemas.openxmlformats.org/officeDocument/2006/relationships/customXml" Target="../ink/ink227.xml"/><Relationship Id="rId458" Type="http://schemas.openxmlformats.org/officeDocument/2006/relationships/image" Target="../media/image238.png"/><Relationship Id="rId479" Type="http://schemas.openxmlformats.org/officeDocument/2006/relationships/customXml" Target="../ink/ink248.xml"/><Relationship Id="rId15" Type="http://schemas.openxmlformats.org/officeDocument/2006/relationships/customXml" Target="../ink/ink16.xml"/><Relationship Id="rId36" Type="http://schemas.openxmlformats.org/officeDocument/2006/relationships/image" Target="../media/image27.png"/><Relationship Id="rId57" Type="http://schemas.openxmlformats.org/officeDocument/2006/relationships/customXml" Target="../ink/ink37.xml"/><Relationship Id="rId262" Type="http://schemas.openxmlformats.org/officeDocument/2006/relationships/image" Target="../media/image140.png"/><Relationship Id="rId283" Type="http://schemas.openxmlformats.org/officeDocument/2006/relationships/customXml" Target="../ink/ink150.xml"/><Relationship Id="rId318" Type="http://schemas.openxmlformats.org/officeDocument/2006/relationships/image" Target="../media/image168.png"/><Relationship Id="rId339" Type="http://schemas.openxmlformats.org/officeDocument/2006/relationships/customXml" Target="../ink/ink178.xml"/><Relationship Id="rId490" Type="http://schemas.openxmlformats.org/officeDocument/2006/relationships/image" Target="../media/image254.png"/><Relationship Id="rId504" Type="http://schemas.openxmlformats.org/officeDocument/2006/relationships/image" Target="../media/image261.png"/><Relationship Id="rId78" Type="http://schemas.openxmlformats.org/officeDocument/2006/relationships/image" Target="../media/image48.png"/><Relationship Id="rId99" Type="http://schemas.openxmlformats.org/officeDocument/2006/relationships/customXml" Target="../ink/ink58.xml"/><Relationship Id="rId101" Type="http://schemas.openxmlformats.org/officeDocument/2006/relationships/customXml" Target="../ink/ink59.xml"/><Relationship Id="rId122" Type="http://schemas.openxmlformats.org/officeDocument/2006/relationships/image" Target="../media/image70.png"/><Relationship Id="rId143" Type="http://schemas.openxmlformats.org/officeDocument/2006/relationships/customXml" Target="../ink/ink80.xml"/><Relationship Id="rId164" Type="http://schemas.openxmlformats.org/officeDocument/2006/relationships/image" Target="../media/image91.png"/><Relationship Id="rId185" Type="http://schemas.openxmlformats.org/officeDocument/2006/relationships/customXml" Target="../ink/ink101.xml"/><Relationship Id="rId350" Type="http://schemas.openxmlformats.org/officeDocument/2006/relationships/image" Target="../media/image184.png"/><Relationship Id="rId371" Type="http://schemas.openxmlformats.org/officeDocument/2006/relationships/customXml" Target="../ink/ink194.xml"/><Relationship Id="rId406" Type="http://schemas.openxmlformats.org/officeDocument/2006/relationships/image" Target="../media/image212.png"/><Relationship Id="rId9" Type="http://schemas.openxmlformats.org/officeDocument/2006/relationships/customXml" Target="../ink/ink13.xml"/><Relationship Id="rId210" Type="http://schemas.openxmlformats.org/officeDocument/2006/relationships/image" Target="../media/image114.png"/><Relationship Id="rId392" Type="http://schemas.openxmlformats.org/officeDocument/2006/relationships/image" Target="../media/image205.png"/><Relationship Id="rId427" Type="http://schemas.openxmlformats.org/officeDocument/2006/relationships/customXml" Target="../ink/ink222.xml"/><Relationship Id="rId448" Type="http://schemas.openxmlformats.org/officeDocument/2006/relationships/image" Target="../media/image233.png"/><Relationship Id="rId469" Type="http://schemas.openxmlformats.org/officeDocument/2006/relationships/customXml" Target="../ink/ink243.xml"/><Relationship Id="rId26" Type="http://schemas.openxmlformats.org/officeDocument/2006/relationships/image" Target="../media/image22.png"/><Relationship Id="rId231" Type="http://schemas.openxmlformats.org/officeDocument/2006/relationships/customXml" Target="../ink/ink124.xml"/><Relationship Id="rId252" Type="http://schemas.openxmlformats.org/officeDocument/2006/relationships/image" Target="../media/image135.png"/><Relationship Id="rId273" Type="http://schemas.openxmlformats.org/officeDocument/2006/relationships/customXml" Target="../ink/ink145.xml"/><Relationship Id="rId294" Type="http://schemas.openxmlformats.org/officeDocument/2006/relationships/image" Target="../media/image156.png"/><Relationship Id="rId308" Type="http://schemas.openxmlformats.org/officeDocument/2006/relationships/image" Target="../media/image163.png"/><Relationship Id="rId329" Type="http://schemas.openxmlformats.org/officeDocument/2006/relationships/customXml" Target="../ink/ink173.xml"/><Relationship Id="rId480" Type="http://schemas.openxmlformats.org/officeDocument/2006/relationships/image" Target="../media/image249.png"/><Relationship Id="rId47" Type="http://schemas.openxmlformats.org/officeDocument/2006/relationships/customXml" Target="../ink/ink32.xml"/><Relationship Id="rId68" Type="http://schemas.openxmlformats.org/officeDocument/2006/relationships/image" Target="../media/image43.png"/><Relationship Id="rId89" Type="http://schemas.openxmlformats.org/officeDocument/2006/relationships/customXml" Target="../ink/ink53.xml"/><Relationship Id="rId112" Type="http://schemas.openxmlformats.org/officeDocument/2006/relationships/image" Target="../media/image65.png"/><Relationship Id="rId133" Type="http://schemas.openxmlformats.org/officeDocument/2006/relationships/customXml" Target="../ink/ink75.xml"/><Relationship Id="rId154" Type="http://schemas.openxmlformats.org/officeDocument/2006/relationships/image" Target="../media/image86.png"/><Relationship Id="rId175" Type="http://schemas.openxmlformats.org/officeDocument/2006/relationships/customXml" Target="../ink/ink96.xml"/><Relationship Id="rId340" Type="http://schemas.openxmlformats.org/officeDocument/2006/relationships/image" Target="../media/image179.png"/><Relationship Id="rId361" Type="http://schemas.openxmlformats.org/officeDocument/2006/relationships/customXml" Target="../ink/ink189.xml"/><Relationship Id="rId196" Type="http://schemas.openxmlformats.org/officeDocument/2006/relationships/image" Target="../media/image107.png"/><Relationship Id="rId200" Type="http://schemas.openxmlformats.org/officeDocument/2006/relationships/image" Target="../media/image109.png"/><Relationship Id="rId382" Type="http://schemas.openxmlformats.org/officeDocument/2006/relationships/image" Target="../media/image200.png"/><Relationship Id="rId417" Type="http://schemas.openxmlformats.org/officeDocument/2006/relationships/customXml" Target="../ink/ink217.xml"/><Relationship Id="rId438" Type="http://schemas.openxmlformats.org/officeDocument/2006/relationships/image" Target="../media/image228.png"/><Relationship Id="rId459" Type="http://schemas.openxmlformats.org/officeDocument/2006/relationships/customXml" Target="../ink/ink238.xml"/><Relationship Id="rId16" Type="http://schemas.openxmlformats.org/officeDocument/2006/relationships/image" Target="../media/image17.png"/><Relationship Id="rId221" Type="http://schemas.openxmlformats.org/officeDocument/2006/relationships/customXml" Target="../ink/ink119.xml"/><Relationship Id="rId242" Type="http://schemas.openxmlformats.org/officeDocument/2006/relationships/image" Target="../media/image130.png"/><Relationship Id="rId263" Type="http://schemas.openxmlformats.org/officeDocument/2006/relationships/customXml" Target="../ink/ink140.xml"/><Relationship Id="rId284" Type="http://schemas.openxmlformats.org/officeDocument/2006/relationships/image" Target="../media/image151.png"/><Relationship Id="rId319" Type="http://schemas.openxmlformats.org/officeDocument/2006/relationships/customXml" Target="../ink/ink168.xml"/><Relationship Id="rId470" Type="http://schemas.openxmlformats.org/officeDocument/2006/relationships/image" Target="../media/image244.png"/><Relationship Id="rId491" Type="http://schemas.openxmlformats.org/officeDocument/2006/relationships/customXml" Target="../ink/ink254.xml"/><Relationship Id="rId505" Type="http://schemas.openxmlformats.org/officeDocument/2006/relationships/customXml" Target="../ink/ink261.xml"/><Relationship Id="rId37" Type="http://schemas.openxmlformats.org/officeDocument/2006/relationships/customXml" Target="../ink/ink27.xml"/><Relationship Id="rId58" Type="http://schemas.openxmlformats.org/officeDocument/2006/relationships/image" Target="../media/image38.png"/><Relationship Id="rId79" Type="http://schemas.openxmlformats.org/officeDocument/2006/relationships/customXml" Target="../ink/ink48.xml"/><Relationship Id="rId102" Type="http://schemas.openxmlformats.org/officeDocument/2006/relationships/image" Target="../media/image60.png"/><Relationship Id="rId123" Type="http://schemas.openxmlformats.org/officeDocument/2006/relationships/customXml" Target="../ink/ink70.xml"/><Relationship Id="rId144" Type="http://schemas.openxmlformats.org/officeDocument/2006/relationships/image" Target="../media/image81.png"/><Relationship Id="rId330" Type="http://schemas.openxmlformats.org/officeDocument/2006/relationships/image" Target="../media/image174.png"/><Relationship Id="rId90" Type="http://schemas.openxmlformats.org/officeDocument/2006/relationships/image" Target="../media/image54.png"/><Relationship Id="rId165" Type="http://schemas.openxmlformats.org/officeDocument/2006/relationships/customXml" Target="../ink/ink91.xml"/><Relationship Id="rId186" Type="http://schemas.openxmlformats.org/officeDocument/2006/relationships/image" Target="../media/image102.png"/><Relationship Id="rId351" Type="http://schemas.openxmlformats.org/officeDocument/2006/relationships/customXml" Target="../ink/ink184.xml"/><Relationship Id="rId372" Type="http://schemas.openxmlformats.org/officeDocument/2006/relationships/image" Target="../media/image195.png"/><Relationship Id="rId393" Type="http://schemas.openxmlformats.org/officeDocument/2006/relationships/customXml" Target="../ink/ink205.xml"/><Relationship Id="rId407" Type="http://schemas.openxmlformats.org/officeDocument/2006/relationships/customXml" Target="../ink/ink212.xml"/><Relationship Id="rId428" Type="http://schemas.openxmlformats.org/officeDocument/2006/relationships/image" Target="../media/image223.png"/><Relationship Id="rId449" Type="http://schemas.openxmlformats.org/officeDocument/2006/relationships/customXml" Target="../ink/ink233.xml"/><Relationship Id="rId211" Type="http://schemas.openxmlformats.org/officeDocument/2006/relationships/customXml" Target="../ink/ink114.xml"/><Relationship Id="rId232" Type="http://schemas.openxmlformats.org/officeDocument/2006/relationships/image" Target="../media/image125.png"/><Relationship Id="rId253" Type="http://schemas.openxmlformats.org/officeDocument/2006/relationships/customXml" Target="../ink/ink135.xml"/><Relationship Id="rId274" Type="http://schemas.openxmlformats.org/officeDocument/2006/relationships/image" Target="../media/image146.png"/><Relationship Id="rId295" Type="http://schemas.openxmlformats.org/officeDocument/2006/relationships/customXml" Target="../ink/ink156.xml"/><Relationship Id="rId309" Type="http://schemas.openxmlformats.org/officeDocument/2006/relationships/customXml" Target="../ink/ink163.xml"/><Relationship Id="rId460" Type="http://schemas.openxmlformats.org/officeDocument/2006/relationships/image" Target="../media/image239.png"/><Relationship Id="rId481" Type="http://schemas.openxmlformats.org/officeDocument/2006/relationships/customXml" Target="../ink/ink249.xml"/><Relationship Id="rId27" Type="http://schemas.openxmlformats.org/officeDocument/2006/relationships/customXml" Target="../ink/ink22.xml"/><Relationship Id="rId48" Type="http://schemas.openxmlformats.org/officeDocument/2006/relationships/image" Target="../media/image33.png"/><Relationship Id="rId69" Type="http://schemas.openxmlformats.org/officeDocument/2006/relationships/customXml" Target="../ink/ink43.xml"/><Relationship Id="rId113" Type="http://schemas.openxmlformats.org/officeDocument/2006/relationships/customXml" Target="../ink/ink65.xml"/><Relationship Id="rId134" Type="http://schemas.openxmlformats.org/officeDocument/2006/relationships/image" Target="../media/image76.png"/><Relationship Id="rId320" Type="http://schemas.openxmlformats.org/officeDocument/2006/relationships/image" Target="../media/image169.png"/><Relationship Id="rId80" Type="http://schemas.openxmlformats.org/officeDocument/2006/relationships/image" Target="../media/image49.png"/><Relationship Id="rId155" Type="http://schemas.openxmlformats.org/officeDocument/2006/relationships/customXml" Target="../ink/ink86.xml"/><Relationship Id="rId176" Type="http://schemas.openxmlformats.org/officeDocument/2006/relationships/image" Target="../media/image97.png"/><Relationship Id="rId197" Type="http://schemas.openxmlformats.org/officeDocument/2006/relationships/customXml" Target="../ink/ink107.xml"/><Relationship Id="rId341" Type="http://schemas.openxmlformats.org/officeDocument/2006/relationships/customXml" Target="../ink/ink179.xml"/><Relationship Id="rId362" Type="http://schemas.openxmlformats.org/officeDocument/2006/relationships/image" Target="../media/image190.png"/><Relationship Id="rId383" Type="http://schemas.openxmlformats.org/officeDocument/2006/relationships/customXml" Target="../ink/ink200.xml"/><Relationship Id="rId418" Type="http://schemas.openxmlformats.org/officeDocument/2006/relationships/image" Target="../media/image218.png"/><Relationship Id="rId439" Type="http://schemas.openxmlformats.org/officeDocument/2006/relationships/customXml" Target="../ink/ink228.xml"/><Relationship Id="rId201" Type="http://schemas.openxmlformats.org/officeDocument/2006/relationships/customXml" Target="../ink/ink109.xml"/><Relationship Id="rId222" Type="http://schemas.openxmlformats.org/officeDocument/2006/relationships/image" Target="../media/image120.png"/><Relationship Id="rId243" Type="http://schemas.openxmlformats.org/officeDocument/2006/relationships/customXml" Target="../ink/ink130.xml"/><Relationship Id="rId264" Type="http://schemas.openxmlformats.org/officeDocument/2006/relationships/image" Target="../media/image141.png"/><Relationship Id="rId285" Type="http://schemas.openxmlformats.org/officeDocument/2006/relationships/customXml" Target="../ink/ink151.xml"/><Relationship Id="rId450" Type="http://schemas.openxmlformats.org/officeDocument/2006/relationships/image" Target="../media/image234.png"/><Relationship Id="rId471" Type="http://schemas.openxmlformats.org/officeDocument/2006/relationships/customXml" Target="../ink/ink244.xml"/><Relationship Id="rId506" Type="http://schemas.openxmlformats.org/officeDocument/2006/relationships/image" Target="../media/image262.png"/><Relationship Id="rId17" Type="http://schemas.openxmlformats.org/officeDocument/2006/relationships/customXml" Target="../ink/ink17.xml"/><Relationship Id="rId38" Type="http://schemas.openxmlformats.org/officeDocument/2006/relationships/image" Target="../media/image28.png"/><Relationship Id="rId59" Type="http://schemas.openxmlformats.org/officeDocument/2006/relationships/customXml" Target="../ink/ink38.xml"/><Relationship Id="rId103" Type="http://schemas.openxmlformats.org/officeDocument/2006/relationships/customXml" Target="../ink/ink60.xml"/><Relationship Id="rId124" Type="http://schemas.openxmlformats.org/officeDocument/2006/relationships/image" Target="../media/image71.png"/><Relationship Id="rId310" Type="http://schemas.openxmlformats.org/officeDocument/2006/relationships/image" Target="../media/image164.png"/><Relationship Id="rId492" Type="http://schemas.openxmlformats.org/officeDocument/2006/relationships/image" Target="../media/image255.png"/><Relationship Id="rId70" Type="http://schemas.openxmlformats.org/officeDocument/2006/relationships/image" Target="../media/image44.png"/><Relationship Id="rId91" Type="http://schemas.openxmlformats.org/officeDocument/2006/relationships/customXml" Target="../ink/ink54.xml"/><Relationship Id="rId145" Type="http://schemas.openxmlformats.org/officeDocument/2006/relationships/customXml" Target="../ink/ink81.xml"/><Relationship Id="rId166" Type="http://schemas.openxmlformats.org/officeDocument/2006/relationships/image" Target="../media/image92.png"/><Relationship Id="rId187" Type="http://schemas.openxmlformats.org/officeDocument/2006/relationships/customXml" Target="../ink/ink102.xml"/><Relationship Id="rId331" Type="http://schemas.openxmlformats.org/officeDocument/2006/relationships/customXml" Target="../ink/ink174.xml"/><Relationship Id="rId352" Type="http://schemas.openxmlformats.org/officeDocument/2006/relationships/image" Target="../media/image185.png"/><Relationship Id="rId373" Type="http://schemas.openxmlformats.org/officeDocument/2006/relationships/customXml" Target="../ink/ink195.xml"/><Relationship Id="rId394" Type="http://schemas.openxmlformats.org/officeDocument/2006/relationships/image" Target="../media/image206.png"/><Relationship Id="rId408" Type="http://schemas.openxmlformats.org/officeDocument/2006/relationships/image" Target="../media/image213.png"/><Relationship Id="rId429" Type="http://schemas.openxmlformats.org/officeDocument/2006/relationships/customXml" Target="../ink/ink223.xml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115.png"/><Relationship Id="rId233" Type="http://schemas.openxmlformats.org/officeDocument/2006/relationships/customXml" Target="../ink/ink125.xml"/><Relationship Id="rId254" Type="http://schemas.openxmlformats.org/officeDocument/2006/relationships/image" Target="../media/image136.png"/><Relationship Id="rId440" Type="http://schemas.openxmlformats.org/officeDocument/2006/relationships/image" Target="../media/image229.png"/><Relationship Id="rId28" Type="http://schemas.openxmlformats.org/officeDocument/2006/relationships/image" Target="../media/image23.png"/><Relationship Id="rId49" Type="http://schemas.openxmlformats.org/officeDocument/2006/relationships/customXml" Target="../ink/ink33.xml"/><Relationship Id="rId114" Type="http://schemas.openxmlformats.org/officeDocument/2006/relationships/image" Target="../media/image66.png"/><Relationship Id="rId275" Type="http://schemas.openxmlformats.org/officeDocument/2006/relationships/customXml" Target="../ink/ink146.xml"/><Relationship Id="rId296" Type="http://schemas.openxmlformats.org/officeDocument/2006/relationships/image" Target="../media/image157.png"/><Relationship Id="rId300" Type="http://schemas.openxmlformats.org/officeDocument/2006/relationships/image" Target="../media/image159.png"/><Relationship Id="rId461" Type="http://schemas.openxmlformats.org/officeDocument/2006/relationships/customXml" Target="../ink/ink239.xml"/><Relationship Id="rId482" Type="http://schemas.openxmlformats.org/officeDocument/2006/relationships/image" Target="../media/image250.png"/><Relationship Id="rId60" Type="http://schemas.openxmlformats.org/officeDocument/2006/relationships/image" Target="../media/image39.png"/><Relationship Id="rId81" Type="http://schemas.openxmlformats.org/officeDocument/2006/relationships/customXml" Target="../ink/ink49.xml"/><Relationship Id="rId135" Type="http://schemas.openxmlformats.org/officeDocument/2006/relationships/customXml" Target="../ink/ink76.xml"/><Relationship Id="rId156" Type="http://schemas.openxmlformats.org/officeDocument/2006/relationships/image" Target="../media/image87.png"/><Relationship Id="rId177" Type="http://schemas.openxmlformats.org/officeDocument/2006/relationships/customXml" Target="../ink/ink97.xml"/><Relationship Id="rId198" Type="http://schemas.openxmlformats.org/officeDocument/2006/relationships/image" Target="../media/image108.png"/><Relationship Id="rId321" Type="http://schemas.openxmlformats.org/officeDocument/2006/relationships/customXml" Target="../ink/ink169.xml"/><Relationship Id="rId342" Type="http://schemas.openxmlformats.org/officeDocument/2006/relationships/image" Target="../media/image180.png"/><Relationship Id="rId363" Type="http://schemas.openxmlformats.org/officeDocument/2006/relationships/customXml" Target="../ink/ink190.xml"/><Relationship Id="rId384" Type="http://schemas.openxmlformats.org/officeDocument/2006/relationships/image" Target="../media/image201.png"/><Relationship Id="rId419" Type="http://schemas.openxmlformats.org/officeDocument/2006/relationships/customXml" Target="../ink/ink218.xml"/><Relationship Id="rId202" Type="http://schemas.openxmlformats.org/officeDocument/2006/relationships/image" Target="../media/image110.png"/><Relationship Id="rId223" Type="http://schemas.openxmlformats.org/officeDocument/2006/relationships/customXml" Target="../ink/ink120.xml"/><Relationship Id="rId244" Type="http://schemas.openxmlformats.org/officeDocument/2006/relationships/image" Target="../media/image131.png"/><Relationship Id="rId430" Type="http://schemas.openxmlformats.org/officeDocument/2006/relationships/image" Target="../media/image224.png"/><Relationship Id="rId18" Type="http://schemas.openxmlformats.org/officeDocument/2006/relationships/image" Target="../media/image18.png"/><Relationship Id="rId39" Type="http://schemas.openxmlformats.org/officeDocument/2006/relationships/customXml" Target="../ink/ink28.xml"/><Relationship Id="rId265" Type="http://schemas.openxmlformats.org/officeDocument/2006/relationships/customXml" Target="../ink/ink141.xml"/><Relationship Id="rId286" Type="http://schemas.openxmlformats.org/officeDocument/2006/relationships/image" Target="../media/image152.png"/><Relationship Id="rId451" Type="http://schemas.openxmlformats.org/officeDocument/2006/relationships/customXml" Target="../ink/ink234.xml"/><Relationship Id="rId472" Type="http://schemas.openxmlformats.org/officeDocument/2006/relationships/image" Target="../media/image245.png"/><Relationship Id="rId493" Type="http://schemas.openxmlformats.org/officeDocument/2006/relationships/customXml" Target="../ink/ink255.xml"/><Relationship Id="rId507" Type="http://schemas.openxmlformats.org/officeDocument/2006/relationships/customXml" Target="../ink/ink262.xml"/><Relationship Id="rId50" Type="http://schemas.openxmlformats.org/officeDocument/2006/relationships/image" Target="../media/image34.png"/><Relationship Id="rId104" Type="http://schemas.openxmlformats.org/officeDocument/2006/relationships/image" Target="../media/image61.png"/><Relationship Id="rId125" Type="http://schemas.openxmlformats.org/officeDocument/2006/relationships/customXml" Target="../ink/ink71.xml"/><Relationship Id="rId146" Type="http://schemas.openxmlformats.org/officeDocument/2006/relationships/image" Target="../media/image82.png"/><Relationship Id="rId167" Type="http://schemas.openxmlformats.org/officeDocument/2006/relationships/customXml" Target="../ink/ink92.xml"/><Relationship Id="rId188" Type="http://schemas.openxmlformats.org/officeDocument/2006/relationships/image" Target="../media/image103.png"/><Relationship Id="rId311" Type="http://schemas.openxmlformats.org/officeDocument/2006/relationships/customXml" Target="../ink/ink164.xml"/><Relationship Id="rId332" Type="http://schemas.openxmlformats.org/officeDocument/2006/relationships/image" Target="../media/image175.png"/><Relationship Id="rId353" Type="http://schemas.openxmlformats.org/officeDocument/2006/relationships/customXml" Target="../ink/ink185.xml"/><Relationship Id="rId374" Type="http://schemas.openxmlformats.org/officeDocument/2006/relationships/image" Target="../media/image196.png"/><Relationship Id="rId395" Type="http://schemas.openxmlformats.org/officeDocument/2006/relationships/customXml" Target="../ink/ink206.xml"/><Relationship Id="rId409" Type="http://schemas.openxmlformats.org/officeDocument/2006/relationships/customXml" Target="../ink/ink213.xml"/><Relationship Id="rId71" Type="http://schemas.openxmlformats.org/officeDocument/2006/relationships/customXml" Target="../ink/ink44.xml"/><Relationship Id="rId92" Type="http://schemas.openxmlformats.org/officeDocument/2006/relationships/image" Target="../media/image55.png"/><Relationship Id="rId213" Type="http://schemas.openxmlformats.org/officeDocument/2006/relationships/customXml" Target="../ink/ink115.xml"/><Relationship Id="rId234" Type="http://schemas.openxmlformats.org/officeDocument/2006/relationships/image" Target="../media/image126.png"/><Relationship Id="rId420" Type="http://schemas.openxmlformats.org/officeDocument/2006/relationships/image" Target="../media/image219.png"/><Relationship Id="rId2" Type="http://schemas.openxmlformats.org/officeDocument/2006/relationships/image" Target="../media/image10.png"/><Relationship Id="rId29" Type="http://schemas.openxmlformats.org/officeDocument/2006/relationships/customXml" Target="../ink/ink23.xml"/><Relationship Id="rId255" Type="http://schemas.openxmlformats.org/officeDocument/2006/relationships/customXml" Target="../ink/ink136.xml"/><Relationship Id="rId276" Type="http://schemas.openxmlformats.org/officeDocument/2006/relationships/image" Target="../media/image147.png"/><Relationship Id="rId297" Type="http://schemas.openxmlformats.org/officeDocument/2006/relationships/customXml" Target="../ink/ink157.xml"/><Relationship Id="rId441" Type="http://schemas.openxmlformats.org/officeDocument/2006/relationships/customXml" Target="../ink/ink229.xml"/><Relationship Id="rId462" Type="http://schemas.openxmlformats.org/officeDocument/2006/relationships/image" Target="../media/image240.png"/><Relationship Id="rId483" Type="http://schemas.openxmlformats.org/officeDocument/2006/relationships/customXml" Target="../ink/ink250.xml"/><Relationship Id="rId40" Type="http://schemas.openxmlformats.org/officeDocument/2006/relationships/image" Target="../media/image29.png"/><Relationship Id="rId115" Type="http://schemas.openxmlformats.org/officeDocument/2006/relationships/customXml" Target="../ink/ink66.xml"/><Relationship Id="rId136" Type="http://schemas.openxmlformats.org/officeDocument/2006/relationships/image" Target="../media/image77.png"/><Relationship Id="rId157" Type="http://schemas.openxmlformats.org/officeDocument/2006/relationships/customXml" Target="../ink/ink87.xml"/><Relationship Id="rId178" Type="http://schemas.openxmlformats.org/officeDocument/2006/relationships/image" Target="../media/image98.png"/><Relationship Id="rId301" Type="http://schemas.openxmlformats.org/officeDocument/2006/relationships/customXml" Target="../ink/ink159.xml"/><Relationship Id="rId322" Type="http://schemas.openxmlformats.org/officeDocument/2006/relationships/image" Target="../media/image170.png"/><Relationship Id="rId343" Type="http://schemas.openxmlformats.org/officeDocument/2006/relationships/customXml" Target="../ink/ink180.xml"/><Relationship Id="rId364" Type="http://schemas.openxmlformats.org/officeDocument/2006/relationships/image" Target="../media/image191.png"/><Relationship Id="rId61" Type="http://schemas.openxmlformats.org/officeDocument/2006/relationships/customXml" Target="../ink/ink39.xml"/><Relationship Id="rId82" Type="http://schemas.openxmlformats.org/officeDocument/2006/relationships/image" Target="../media/image50.png"/><Relationship Id="rId199" Type="http://schemas.openxmlformats.org/officeDocument/2006/relationships/customXml" Target="../ink/ink108.xml"/><Relationship Id="rId203" Type="http://schemas.openxmlformats.org/officeDocument/2006/relationships/customXml" Target="../ink/ink110.xml"/><Relationship Id="rId385" Type="http://schemas.openxmlformats.org/officeDocument/2006/relationships/customXml" Target="../ink/ink201.xml"/><Relationship Id="rId19" Type="http://schemas.openxmlformats.org/officeDocument/2006/relationships/customXml" Target="../ink/ink18.xml"/><Relationship Id="rId224" Type="http://schemas.openxmlformats.org/officeDocument/2006/relationships/image" Target="../media/image121.png"/><Relationship Id="rId245" Type="http://schemas.openxmlformats.org/officeDocument/2006/relationships/customXml" Target="../ink/ink131.xml"/><Relationship Id="rId266" Type="http://schemas.openxmlformats.org/officeDocument/2006/relationships/image" Target="../media/image142.png"/><Relationship Id="rId287" Type="http://schemas.openxmlformats.org/officeDocument/2006/relationships/customXml" Target="../ink/ink152.xml"/><Relationship Id="rId410" Type="http://schemas.openxmlformats.org/officeDocument/2006/relationships/image" Target="../media/image214.png"/><Relationship Id="rId431" Type="http://schemas.openxmlformats.org/officeDocument/2006/relationships/customXml" Target="../ink/ink224.xml"/><Relationship Id="rId452" Type="http://schemas.openxmlformats.org/officeDocument/2006/relationships/image" Target="../media/image235.png"/><Relationship Id="rId473" Type="http://schemas.openxmlformats.org/officeDocument/2006/relationships/customXml" Target="../ink/ink245.xml"/><Relationship Id="rId494" Type="http://schemas.openxmlformats.org/officeDocument/2006/relationships/image" Target="../media/image256.png"/><Relationship Id="rId508" Type="http://schemas.openxmlformats.org/officeDocument/2006/relationships/image" Target="../media/image263.png"/><Relationship Id="rId30" Type="http://schemas.openxmlformats.org/officeDocument/2006/relationships/image" Target="../media/image24.png"/><Relationship Id="rId105" Type="http://schemas.openxmlformats.org/officeDocument/2006/relationships/customXml" Target="../ink/ink61.xml"/><Relationship Id="rId126" Type="http://schemas.openxmlformats.org/officeDocument/2006/relationships/image" Target="../media/image72.png"/><Relationship Id="rId147" Type="http://schemas.openxmlformats.org/officeDocument/2006/relationships/customXml" Target="../ink/ink82.xml"/><Relationship Id="rId168" Type="http://schemas.openxmlformats.org/officeDocument/2006/relationships/image" Target="../media/image93.png"/><Relationship Id="rId312" Type="http://schemas.openxmlformats.org/officeDocument/2006/relationships/image" Target="../media/image165.png"/><Relationship Id="rId333" Type="http://schemas.openxmlformats.org/officeDocument/2006/relationships/customXml" Target="../ink/ink175.xml"/><Relationship Id="rId354" Type="http://schemas.openxmlformats.org/officeDocument/2006/relationships/image" Target="../media/image186.png"/><Relationship Id="rId51" Type="http://schemas.openxmlformats.org/officeDocument/2006/relationships/customXml" Target="../ink/ink34.xml"/><Relationship Id="rId72" Type="http://schemas.openxmlformats.org/officeDocument/2006/relationships/image" Target="../media/image45.png"/><Relationship Id="rId93" Type="http://schemas.openxmlformats.org/officeDocument/2006/relationships/customXml" Target="../ink/ink55.xml"/><Relationship Id="rId189" Type="http://schemas.openxmlformats.org/officeDocument/2006/relationships/customXml" Target="../ink/ink103.xml"/><Relationship Id="rId375" Type="http://schemas.openxmlformats.org/officeDocument/2006/relationships/customXml" Target="../ink/ink196.xml"/><Relationship Id="rId396" Type="http://schemas.openxmlformats.org/officeDocument/2006/relationships/image" Target="../media/image207.png"/><Relationship Id="rId3" Type="http://schemas.openxmlformats.org/officeDocument/2006/relationships/customXml" Target="../ink/ink10.xml"/><Relationship Id="rId214" Type="http://schemas.openxmlformats.org/officeDocument/2006/relationships/image" Target="../media/image116.png"/><Relationship Id="rId235" Type="http://schemas.openxmlformats.org/officeDocument/2006/relationships/customXml" Target="../ink/ink126.xml"/><Relationship Id="rId256" Type="http://schemas.openxmlformats.org/officeDocument/2006/relationships/image" Target="../media/image137.png"/><Relationship Id="rId277" Type="http://schemas.openxmlformats.org/officeDocument/2006/relationships/customXml" Target="../ink/ink147.xml"/><Relationship Id="rId298" Type="http://schemas.openxmlformats.org/officeDocument/2006/relationships/image" Target="../media/image158.png"/><Relationship Id="rId400" Type="http://schemas.openxmlformats.org/officeDocument/2006/relationships/image" Target="../media/image209.png"/><Relationship Id="rId421" Type="http://schemas.openxmlformats.org/officeDocument/2006/relationships/customXml" Target="../ink/ink219.xml"/><Relationship Id="rId442" Type="http://schemas.openxmlformats.org/officeDocument/2006/relationships/image" Target="../media/image230.png"/><Relationship Id="rId463" Type="http://schemas.openxmlformats.org/officeDocument/2006/relationships/customXml" Target="../ink/ink240.xml"/><Relationship Id="rId484" Type="http://schemas.openxmlformats.org/officeDocument/2006/relationships/image" Target="../media/image251.png"/><Relationship Id="rId116" Type="http://schemas.openxmlformats.org/officeDocument/2006/relationships/image" Target="../media/image67.png"/><Relationship Id="rId137" Type="http://schemas.openxmlformats.org/officeDocument/2006/relationships/customXml" Target="../ink/ink77.xml"/><Relationship Id="rId158" Type="http://schemas.openxmlformats.org/officeDocument/2006/relationships/image" Target="../media/image88.png"/><Relationship Id="rId302" Type="http://schemas.openxmlformats.org/officeDocument/2006/relationships/image" Target="../media/image160.png"/><Relationship Id="rId323" Type="http://schemas.openxmlformats.org/officeDocument/2006/relationships/customXml" Target="../ink/ink170.xml"/><Relationship Id="rId344" Type="http://schemas.openxmlformats.org/officeDocument/2006/relationships/image" Target="../media/image181.png"/><Relationship Id="rId20" Type="http://schemas.openxmlformats.org/officeDocument/2006/relationships/image" Target="../media/image19.png"/><Relationship Id="rId41" Type="http://schemas.openxmlformats.org/officeDocument/2006/relationships/customXml" Target="../ink/ink29.xml"/><Relationship Id="rId62" Type="http://schemas.openxmlformats.org/officeDocument/2006/relationships/image" Target="../media/image40.png"/><Relationship Id="rId83" Type="http://schemas.openxmlformats.org/officeDocument/2006/relationships/customXml" Target="../ink/ink50.xml"/><Relationship Id="rId179" Type="http://schemas.openxmlformats.org/officeDocument/2006/relationships/customXml" Target="../ink/ink98.xml"/><Relationship Id="rId365" Type="http://schemas.openxmlformats.org/officeDocument/2006/relationships/customXml" Target="../ink/ink191.xml"/><Relationship Id="rId386" Type="http://schemas.openxmlformats.org/officeDocument/2006/relationships/image" Target="../media/image202.png"/><Relationship Id="rId190" Type="http://schemas.openxmlformats.org/officeDocument/2006/relationships/image" Target="../media/image104.png"/><Relationship Id="rId204" Type="http://schemas.openxmlformats.org/officeDocument/2006/relationships/image" Target="../media/image111.png"/><Relationship Id="rId225" Type="http://schemas.openxmlformats.org/officeDocument/2006/relationships/customXml" Target="../ink/ink121.xml"/><Relationship Id="rId246" Type="http://schemas.openxmlformats.org/officeDocument/2006/relationships/image" Target="../media/image132.png"/><Relationship Id="rId267" Type="http://schemas.openxmlformats.org/officeDocument/2006/relationships/customXml" Target="../ink/ink142.xml"/><Relationship Id="rId288" Type="http://schemas.openxmlformats.org/officeDocument/2006/relationships/image" Target="../media/image153.png"/><Relationship Id="rId411" Type="http://schemas.openxmlformats.org/officeDocument/2006/relationships/customXml" Target="../ink/ink214.xml"/><Relationship Id="rId432" Type="http://schemas.openxmlformats.org/officeDocument/2006/relationships/image" Target="../media/image225.png"/><Relationship Id="rId453" Type="http://schemas.openxmlformats.org/officeDocument/2006/relationships/customXml" Target="../ink/ink235.xml"/><Relationship Id="rId474" Type="http://schemas.openxmlformats.org/officeDocument/2006/relationships/image" Target="../media/image246.png"/><Relationship Id="rId509" Type="http://schemas.openxmlformats.org/officeDocument/2006/relationships/customXml" Target="../ink/ink263.xml"/><Relationship Id="rId106" Type="http://schemas.openxmlformats.org/officeDocument/2006/relationships/image" Target="../media/image62.png"/><Relationship Id="rId127" Type="http://schemas.openxmlformats.org/officeDocument/2006/relationships/customXml" Target="../ink/ink72.xml"/><Relationship Id="rId313" Type="http://schemas.openxmlformats.org/officeDocument/2006/relationships/customXml" Target="../ink/ink165.xml"/><Relationship Id="rId495" Type="http://schemas.openxmlformats.org/officeDocument/2006/relationships/customXml" Target="../ink/ink256.xml"/><Relationship Id="rId10" Type="http://schemas.openxmlformats.org/officeDocument/2006/relationships/image" Target="../media/image14.png"/><Relationship Id="rId31" Type="http://schemas.openxmlformats.org/officeDocument/2006/relationships/customXml" Target="../ink/ink24.xml"/><Relationship Id="rId52" Type="http://schemas.openxmlformats.org/officeDocument/2006/relationships/image" Target="../media/image35.png"/><Relationship Id="rId73" Type="http://schemas.openxmlformats.org/officeDocument/2006/relationships/customXml" Target="../ink/ink45.xml"/><Relationship Id="rId94" Type="http://schemas.openxmlformats.org/officeDocument/2006/relationships/image" Target="../media/image56.png"/><Relationship Id="rId148" Type="http://schemas.openxmlformats.org/officeDocument/2006/relationships/image" Target="../media/image83.png"/><Relationship Id="rId169" Type="http://schemas.openxmlformats.org/officeDocument/2006/relationships/customXml" Target="../ink/ink93.xml"/><Relationship Id="rId334" Type="http://schemas.openxmlformats.org/officeDocument/2006/relationships/image" Target="../media/image176.png"/><Relationship Id="rId355" Type="http://schemas.openxmlformats.org/officeDocument/2006/relationships/customXml" Target="../ink/ink186.xml"/><Relationship Id="rId376" Type="http://schemas.openxmlformats.org/officeDocument/2006/relationships/image" Target="../media/image197.png"/><Relationship Id="rId397" Type="http://schemas.openxmlformats.org/officeDocument/2006/relationships/customXml" Target="../ink/ink207.xml"/><Relationship Id="rId4" Type="http://schemas.openxmlformats.org/officeDocument/2006/relationships/image" Target="../media/image11.png"/><Relationship Id="rId180" Type="http://schemas.openxmlformats.org/officeDocument/2006/relationships/image" Target="../media/image99.png"/><Relationship Id="rId215" Type="http://schemas.openxmlformats.org/officeDocument/2006/relationships/customXml" Target="../ink/ink116.xml"/><Relationship Id="rId236" Type="http://schemas.openxmlformats.org/officeDocument/2006/relationships/image" Target="../media/image127.png"/><Relationship Id="rId257" Type="http://schemas.openxmlformats.org/officeDocument/2006/relationships/customXml" Target="../ink/ink137.xml"/><Relationship Id="rId278" Type="http://schemas.openxmlformats.org/officeDocument/2006/relationships/image" Target="../media/image148.png"/><Relationship Id="rId401" Type="http://schemas.openxmlformats.org/officeDocument/2006/relationships/customXml" Target="../ink/ink209.xml"/><Relationship Id="rId422" Type="http://schemas.openxmlformats.org/officeDocument/2006/relationships/image" Target="../media/image220.png"/><Relationship Id="rId443" Type="http://schemas.openxmlformats.org/officeDocument/2006/relationships/customXml" Target="../ink/ink230.xml"/><Relationship Id="rId464" Type="http://schemas.openxmlformats.org/officeDocument/2006/relationships/image" Target="../media/image241.png"/><Relationship Id="rId303" Type="http://schemas.openxmlformats.org/officeDocument/2006/relationships/customXml" Target="../ink/ink160.xml"/><Relationship Id="rId485" Type="http://schemas.openxmlformats.org/officeDocument/2006/relationships/customXml" Target="../ink/ink251.xml"/><Relationship Id="rId42" Type="http://schemas.openxmlformats.org/officeDocument/2006/relationships/image" Target="../media/image30.png"/><Relationship Id="rId84" Type="http://schemas.openxmlformats.org/officeDocument/2006/relationships/image" Target="../media/image51.png"/><Relationship Id="rId138" Type="http://schemas.openxmlformats.org/officeDocument/2006/relationships/image" Target="../media/image78.png"/><Relationship Id="rId345" Type="http://schemas.openxmlformats.org/officeDocument/2006/relationships/customXml" Target="../ink/ink181.xml"/><Relationship Id="rId387" Type="http://schemas.openxmlformats.org/officeDocument/2006/relationships/customXml" Target="../ink/ink202.xml"/><Relationship Id="rId510" Type="http://schemas.openxmlformats.org/officeDocument/2006/relationships/image" Target="../media/image264.png"/><Relationship Id="rId191" Type="http://schemas.openxmlformats.org/officeDocument/2006/relationships/customXml" Target="../ink/ink104.xml"/><Relationship Id="rId205" Type="http://schemas.openxmlformats.org/officeDocument/2006/relationships/customXml" Target="../ink/ink111.xml"/><Relationship Id="rId247" Type="http://schemas.openxmlformats.org/officeDocument/2006/relationships/customXml" Target="../ink/ink132.xml"/><Relationship Id="rId412" Type="http://schemas.openxmlformats.org/officeDocument/2006/relationships/image" Target="../media/image215.png"/><Relationship Id="rId107" Type="http://schemas.openxmlformats.org/officeDocument/2006/relationships/customXml" Target="../ink/ink62.xml"/><Relationship Id="rId289" Type="http://schemas.openxmlformats.org/officeDocument/2006/relationships/customXml" Target="../ink/ink153.xml"/><Relationship Id="rId454" Type="http://schemas.openxmlformats.org/officeDocument/2006/relationships/image" Target="../media/image236.png"/><Relationship Id="rId496" Type="http://schemas.openxmlformats.org/officeDocument/2006/relationships/image" Target="../media/image257.png"/><Relationship Id="rId11" Type="http://schemas.openxmlformats.org/officeDocument/2006/relationships/customXml" Target="../ink/ink14.xml"/><Relationship Id="rId53" Type="http://schemas.openxmlformats.org/officeDocument/2006/relationships/customXml" Target="../ink/ink35.xml"/><Relationship Id="rId149" Type="http://schemas.openxmlformats.org/officeDocument/2006/relationships/customXml" Target="../ink/ink83.xml"/><Relationship Id="rId314" Type="http://schemas.openxmlformats.org/officeDocument/2006/relationships/image" Target="../media/image166.png"/><Relationship Id="rId356" Type="http://schemas.openxmlformats.org/officeDocument/2006/relationships/image" Target="../media/image187.png"/><Relationship Id="rId398" Type="http://schemas.openxmlformats.org/officeDocument/2006/relationships/image" Target="../media/image208.png"/><Relationship Id="rId95" Type="http://schemas.openxmlformats.org/officeDocument/2006/relationships/customXml" Target="../ink/ink56.xml"/><Relationship Id="rId160" Type="http://schemas.openxmlformats.org/officeDocument/2006/relationships/image" Target="../media/image89.png"/><Relationship Id="rId216" Type="http://schemas.openxmlformats.org/officeDocument/2006/relationships/image" Target="../media/image117.png"/><Relationship Id="rId423" Type="http://schemas.openxmlformats.org/officeDocument/2006/relationships/customXml" Target="../ink/ink220.xml"/><Relationship Id="rId258" Type="http://schemas.openxmlformats.org/officeDocument/2006/relationships/image" Target="../media/image138.png"/><Relationship Id="rId465" Type="http://schemas.openxmlformats.org/officeDocument/2006/relationships/customXml" Target="../ink/ink241.xml"/><Relationship Id="rId22" Type="http://schemas.openxmlformats.org/officeDocument/2006/relationships/image" Target="../media/image20.png"/><Relationship Id="rId64" Type="http://schemas.openxmlformats.org/officeDocument/2006/relationships/image" Target="../media/image41.png"/><Relationship Id="rId118" Type="http://schemas.openxmlformats.org/officeDocument/2006/relationships/image" Target="../media/image68.png"/><Relationship Id="rId325" Type="http://schemas.openxmlformats.org/officeDocument/2006/relationships/customXml" Target="../ink/ink171.xml"/><Relationship Id="rId367" Type="http://schemas.openxmlformats.org/officeDocument/2006/relationships/customXml" Target="../ink/ink192.xml"/><Relationship Id="rId171" Type="http://schemas.openxmlformats.org/officeDocument/2006/relationships/customXml" Target="../ink/ink94.xml"/><Relationship Id="rId227" Type="http://schemas.openxmlformats.org/officeDocument/2006/relationships/customXml" Target="../ink/ink122.xml"/><Relationship Id="rId269" Type="http://schemas.openxmlformats.org/officeDocument/2006/relationships/customXml" Target="../ink/ink143.xml"/><Relationship Id="rId434" Type="http://schemas.openxmlformats.org/officeDocument/2006/relationships/image" Target="../media/image226.png"/><Relationship Id="rId476" Type="http://schemas.openxmlformats.org/officeDocument/2006/relationships/image" Target="../media/image247.png"/><Relationship Id="rId33" Type="http://schemas.openxmlformats.org/officeDocument/2006/relationships/customXml" Target="../ink/ink25.xml"/><Relationship Id="rId129" Type="http://schemas.openxmlformats.org/officeDocument/2006/relationships/customXml" Target="../ink/ink73.xml"/><Relationship Id="rId280" Type="http://schemas.openxmlformats.org/officeDocument/2006/relationships/image" Target="../media/image149.png"/><Relationship Id="rId336" Type="http://schemas.openxmlformats.org/officeDocument/2006/relationships/image" Target="../media/image177.png"/><Relationship Id="rId501" Type="http://schemas.openxmlformats.org/officeDocument/2006/relationships/customXml" Target="../ink/ink259.xml"/><Relationship Id="rId75" Type="http://schemas.openxmlformats.org/officeDocument/2006/relationships/customXml" Target="../ink/ink46.xml"/><Relationship Id="rId140" Type="http://schemas.openxmlformats.org/officeDocument/2006/relationships/image" Target="../media/image79.png"/><Relationship Id="rId182" Type="http://schemas.openxmlformats.org/officeDocument/2006/relationships/image" Target="../media/image100.png"/><Relationship Id="rId378" Type="http://schemas.openxmlformats.org/officeDocument/2006/relationships/image" Target="../media/image198.png"/><Relationship Id="rId403" Type="http://schemas.openxmlformats.org/officeDocument/2006/relationships/customXml" Target="../ink/ink210.xml"/><Relationship Id="rId6" Type="http://schemas.openxmlformats.org/officeDocument/2006/relationships/image" Target="../media/image12.png"/><Relationship Id="rId238" Type="http://schemas.openxmlformats.org/officeDocument/2006/relationships/image" Target="../media/image128.png"/><Relationship Id="rId445" Type="http://schemas.openxmlformats.org/officeDocument/2006/relationships/customXml" Target="../ink/ink231.xml"/><Relationship Id="rId487" Type="http://schemas.openxmlformats.org/officeDocument/2006/relationships/customXml" Target="../ink/ink252.xml"/><Relationship Id="rId291" Type="http://schemas.openxmlformats.org/officeDocument/2006/relationships/customXml" Target="../ink/ink154.xml"/><Relationship Id="rId305" Type="http://schemas.openxmlformats.org/officeDocument/2006/relationships/customXml" Target="../ink/ink161.xml"/><Relationship Id="rId347" Type="http://schemas.openxmlformats.org/officeDocument/2006/relationships/customXml" Target="../ink/ink182.xml"/><Relationship Id="rId512" Type="http://schemas.openxmlformats.org/officeDocument/2006/relationships/image" Target="../media/image265.png"/><Relationship Id="rId44" Type="http://schemas.openxmlformats.org/officeDocument/2006/relationships/image" Target="../media/image31.png"/><Relationship Id="rId86" Type="http://schemas.openxmlformats.org/officeDocument/2006/relationships/image" Target="../media/image52.png"/><Relationship Id="rId151" Type="http://schemas.openxmlformats.org/officeDocument/2006/relationships/customXml" Target="../ink/ink84.xml"/><Relationship Id="rId389" Type="http://schemas.openxmlformats.org/officeDocument/2006/relationships/customXml" Target="../ink/ink203.xml"/><Relationship Id="rId193" Type="http://schemas.openxmlformats.org/officeDocument/2006/relationships/customXml" Target="../ink/ink105.xml"/><Relationship Id="rId207" Type="http://schemas.openxmlformats.org/officeDocument/2006/relationships/customXml" Target="../ink/ink112.xml"/><Relationship Id="rId249" Type="http://schemas.openxmlformats.org/officeDocument/2006/relationships/customXml" Target="../ink/ink133.xml"/><Relationship Id="rId414" Type="http://schemas.openxmlformats.org/officeDocument/2006/relationships/image" Target="../media/image216.png"/><Relationship Id="rId456" Type="http://schemas.openxmlformats.org/officeDocument/2006/relationships/image" Target="../media/image237.png"/><Relationship Id="rId498" Type="http://schemas.openxmlformats.org/officeDocument/2006/relationships/image" Target="../media/image258.png"/><Relationship Id="rId13" Type="http://schemas.openxmlformats.org/officeDocument/2006/relationships/customXml" Target="../ink/ink15.xml"/><Relationship Id="rId109" Type="http://schemas.openxmlformats.org/officeDocument/2006/relationships/customXml" Target="../ink/ink63.xml"/><Relationship Id="rId260" Type="http://schemas.openxmlformats.org/officeDocument/2006/relationships/image" Target="../media/image139.png"/><Relationship Id="rId316" Type="http://schemas.openxmlformats.org/officeDocument/2006/relationships/image" Target="../media/image167.png"/><Relationship Id="rId55" Type="http://schemas.openxmlformats.org/officeDocument/2006/relationships/customXml" Target="../ink/ink36.xml"/><Relationship Id="rId97" Type="http://schemas.openxmlformats.org/officeDocument/2006/relationships/customXml" Target="../ink/ink57.xml"/><Relationship Id="rId120" Type="http://schemas.openxmlformats.org/officeDocument/2006/relationships/image" Target="../media/image69.png"/><Relationship Id="rId358" Type="http://schemas.openxmlformats.org/officeDocument/2006/relationships/image" Target="../media/image188.png"/><Relationship Id="rId162" Type="http://schemas.openxmlformats.org/officeDocument/2006/relationships/image" Target="../media/image90.png"/><Relationship Id="rId218" Type="http://schemas.openxmlformats.org/officeDocument/2006/relationships/image" Target="../media/image118.png"/><Relationship Id="rId425" Type="http://schemas.openxmlformats.org/officeDocument/2006/relationships/customXml" Target="../ink/ink221.xml"/><Relationship Id="rId467" Type="http://schemas.openxmlformats.org/officeDocument/2006/relationships/customXml" Target="../ink/ink242.xml"/><Relationship Id="rId271" Type="http://schemas.openxmlformats.org/officeDocument/2006/relationships/customXml" Target="../ink/ink144.xml"/><Relationship Id="rId24" Type="http://schemas.openxmlformats.org/officeDocument/2006/relationships/image" Target="../media/image21.png"/><Relationship Id="rId66" Type="http://schemas.openxmlformats.org/officeDocument/2006/relationships/image" Target="../media/image42.png"/><Relationship Id="rId131" Type="http://schemas.openxmlformats.org/officeDocument/2006/relationships/customXml" Target="../ink/ink74.xml"/><Relationship Id="rId327" Type="http://schemas.openxmlformats.org/officeDocument/2006/relationships/customXml" Target="../ink/ink172.xml"/><Relationship Id="rId369" Type="http://schemas.openxmlformats.org/officeDocument/2006/relationships/customXml" Target="../ink/ink193.xml"/><Relationship Id="rId173" Type="http://schemas.openxmlformats.org/officeDocument/2006/relationships/customXml" Target="../ink/ink95.xml"/><Relationship Id="rId229" Type="http://schemas.openxmlformats.org/officeDocument/2006/relationships/customXml" Target="../ink/ink123.xml"/><Relationship Id="rId380" Type="http://schemas.openxmlformats.org/officeDocument/2006/relationships/image" Target="../media/image199.png"/><Relationship Id="rId436" Type="http://schemas.openxmlformats.org/officeDocument/2006/relationships/image" Target="../media/image22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266.xml"/><Relationship Id="rId2" Type="http://schemas.openxmlformats.org/officeDocument/2006/relationships/image" Target="../media/image2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9.png"/><Relationship Id="rId5" Type="http://schemas.openxmlformats.org/officeDocument/2006/relationships/customXml" Target="../ink/ink267.xml"/><Relationship Id="rId4" Type="http://schemas.openxmlformats.org/officeDocument/2006/relationships/image" Target="../media/image26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268.xml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2.png"/><Relationship Id="rId5" Type="http://schemas.openxmlformats.org/officeDocument/2006/relationships/customXml" Target="../ink/ink269.xml"/><Relationship Id="rId4" Type="http://schemas.openxmlformats.org/officeDocument/2006/relationships/image" Target="../media/image27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3.png"/><Relationship Id="rId2" Type="http://schemas.openxmlformats.org/officeDocument/2006/relationships/customXml" Target="../ink/ink27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4.png"/><Relationship Id="rId4" Type="http://schemas.openxmlformats.org/officeDocument/2006/relationships/customXml" Target="../ink/ink27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8.png"/><Relationship Id="rId3" Type="http://schemas.openxmlformats.org/officeDocument/2006/relationships/customXml" Target="../ink/ink272.xml"/><Relationship Id="rId7" Type="http://schemas.openxmlformats.org/officeDocument/2006/relationships/customXml" Target="../ink/ink274.xml"/><Relationship Id="rId2" Type="http://schemas.openxmlformats.org/officeDocument/2006/relationships/image" Target="../media/image2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7.png"/><Relationship Id="rId5" Type="http://schemas.openxmlformats.org/officeDocument/2006/relationships/customXml" Target="../ink/ink273.xml"/><Relationship Id="rId10" Type="http://schemas.openxmlformats.org/officeDocument/2006/relationships/image" Target="../media/image279.png"/><Relationship Id="rId4" Type="http://schemas.openxmlformats.org/officeDocument/2006/relationships/image" Target="../media/image276.png"/><Relationship Id="rId9" Type="http://schemas.openxmlformats.org/officeDocument/2006/relationships/customXml" Target="../ink/ink275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279.xml"/><Relationship Id="rId13" Type="http://schemas.openxmlformats.org/officeDocument/2006/relationships/image" Target="../media/image285.png"/><Relationship Id="rId18" Type="http://schemas.openxmlformats.org/officeDocument/2006/relationships/customXml" Target="../ink/ink284.xml"/><Relationship Id="rId3" Type="http://schemas.openxmlformats.org/officeDocument/2006/relationships/image" Target="../media/image280.png"/><Relationship Id="rId21" Type="http://schemas.openxmlformats.org/officeDocument/2006/relationships/image" Target="../media/image289.png"/><Relationship Id="rId7" Type="http://schemas.openxmlformats.org/officeDocument/2006/relationships/image" Target="../media/image282.png"/><Relationship Id="rId12" Type="http://schemas.openxmlformats.org/officeDocument/2006/relationships/customXml" Target="../ink/ink281.xml"/><Relationship Id="rId17" Type="http://schemas.openxmlformats.org/officeDocument/2006/relationships/image" Target="../media/image287.png"/><Relationship Id="rId25" Type="http://schemas.openxmlformats.org/officeDocument/2006/relationships/image" Target="../media/image291.png"/><Relationship Id="rId2" Type="http://schemas.openxmlformats.org/officeDocument/2006/relationships/customXml" Target="../ink/ink276.xml"/><Relationship Id="rId16" Type="http://schemas.openxmlformats.org/officeDocument/2006/relationships/customXml" Target="../ink/ink283.xml"/><Relationship Id="rId20" Type="http://schemas.openxmlformats.org/officeDocument/2006/relationships/customXml" Target="../ink/ink28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78.xml"/><Relationship Id="rId11" Type="http://schemas.openxmlformats.org/officeDocument/2006/relationships/image" Target="../media/image284.png"/><Relationship Id="rId24" Type="http://schemas.openxmlformats.org/officeDocument/2006/relationships/customXml" Target="../ink/ink287.xml"/><Relationship Id="rId5" Type="http://schemas.openxmlformats.org/officeDocument/2006/relationships/image" Target="../media/image281.png"/><Relationship Id="rId15" Type="http://schemas.openxmlformats.org/officeDocument/2006/relationships/image" Target="../media/image286.png"/><Relationship Id="rId23" Type="http://schemas.openxmlformats.org/officeDocument/2006/relationships/image" Target="../media/image290.png"/><Relationship Id="rId10" Type="http://schemas.openxmlformats.org/officeDocument/2006/relationships/customXml" Target="../ink/ink280.xml"/><Relationship Id="rId19" Type="http://schemas.openxmlformats.org/officeDocument/2006/relationships/image" Target="../media/image288.png"/><Relationship Id="rId4" Type="http://schemas.openxmlformats.org/officeDocument/2006/relationships/customXml" Target="../ink/ink277.xml"/><Relationship Id="rId9" Type="http://schemas.openxmlformats.org/officeDocument/2006/relationships/image" Target="../media/image283.png"/><Relationship Id="rId14" Type="http://schemas.openxmlformats.org/officeDocument/2006/relationships/customXml" Target="../ink/ink282.xml"/><Relationship Id="rId22" Type="http://schemas.openxmlformats.org/officeDocument/2006/relationships/customXml" Target="../ink/ink286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5.png"/><Relationship Id="rId13" Type="http://schemas.openxmlformats.org/officeDocument/2006/relationships/customXml" Target="../ink/ink293.xml"/><Relationship Id="rId18" Type="http://schemas.openxmlformats.org/officeDocument/2006/relationships/image" Target="../media/image300.png"/><Relationship Id="rId3" Type="http://schemas.openxmlformats.org/officeDocument/2006/relationships/customXml" Target="../ink/ink288.xml"/><Relationship Id="rId21" Type="http://schemas.openxmlformats.org/officeDocument/2006/relationships/customXml" Target="../ink/ink297.xml"/><Relationship Id="rId7" Type="http://schemas.openxmlformats.org/officeDocument/2006/relationships/customXml" Target="../ink/ink290.xml"/><Relationship Id="rId12" Type="http://schemas.openxmlformats.org/officeDocument/2006/relationships/image" Target="../media/image297.png"/><Relationship Id="rId17" Type="http://schemas.openxmlformats.org/officeDocument/2006/relationships/customXml" Target="../ink/ink295.xml"/><Relationship Id="rId2" Type="http://schemas.openxmlformats.org/officeDocument/2006/relationships/image" Target="../media/image292.png"/><Relationship Id="rId16" Type="http://schemas.openxmlformats.org/officeDocument/2006/relationships/image" Target="../media/image299.png"/><Relationship Id="rId20" Type="http://schemas.openxmlformats.org/officeDocument/2006/relationships/image" Target="../media/image30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4.png"/><Relationship Id="rId11" Type="http://schemas.openxmlformats.org/officeDocument/2006/relationships/customXml" Target="../ink/ink292.xml"/><Relationship Id="rId5" Type="http://schemas.openxmlformats.org/officeDocument/2006/relationships/customXml" Target="../ink/ink289.xml"/><Relationship Id="rId15" Type="http://schemas.openxmlformats.org/officeDocument/2006/relationships/customXml" Target="../ink/ink294.xml"/><Relationship Id="rId10" Type="http://schemas.openxmlformats.org/officeDocument/2006/relationships/image" Target="../media/image296.png"/><Relationship Id="rId19" Type="http://schemas.openxmlformats.org/officeDocument/2006/relationships/customXml" Target="../ink/ink296.xml"/><Relationship Id="rId4" Type="http://schemas.openxmlformats.org/officeDocument/2006/relationships/image" Target="../media/image293.png"/><Relationship Id="rId9" Type="http://schemas.openxmlformats.org/officeDocument/2006/relationships/customXml" Target="../ink/ink291.xml"/><Relationship Id="rId14" Type="http://schemas.openxmlformats.org/officeDocument/2006/relationships/image" Target="../media/image298.png"/><Relationship Id="rId22" Type="http://schemas.openxmlformats.org/officeDocument/2006/relationships/image" Target="../media/image30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6.png"/><Relationship Id="rId13" Type="http://schemas.openxmlformats.org/officeDocument/2006/relationships/customXml" Target="../ink/ink303.xml"/><Relationship Id="rId18" Type="http://schemas.openxmlformats.org/officeDocument/2006/relationships/image" Target="../media/image311.png"/><Relationship Id="rId26" Type="http://schemas.openxmlformats.org/officeDocument/2006/relationships/image" Target="../media/image315.png"/><Relationship Id="rId39" Type="http://schemas.openxmlformats.org/officeDocument/2006/relationships/customXml" Target="../ink/ink316.xml"/><Relationship Id="rId3" Type="http://schemas.openxmlformats.org/officeDocument/2006/relationships/customXml" Target="../ink/ink298.xml"/><Relationship Id="rId21" Type="http://schemas.openxmlformats.org/officeDocument/2006/relationships/customXml" Target="../ink/ink307.xml"/><Relationship Id="rId34" Type="http://schemas.openxmlformats.org/officeDocument/2006/relationships/image" Target="../media/image319.png"/><Relationship Id="rId42" Type="http://schemas.openxmlformats.org/officeDocument/2006/relationships/image" Target="../media/image323.png"/><Relationship Id="rId7" Type="http://schemas.openxmlformats.org/officeDocument/2006/relationships/customXml" Target="../ink/ink300.xml"/><Relationship Id="rId12" Type="http://schemas.openxmlformats.org/officeDocument/2006/relationships/image" Target="../media/image308.png"/><Relationship Id="rId17" Type="http://schemas.openxmlformats.org/officeDocument/2006/relationships/customXml" Target="../ink/ink305.xml"/><Relationship Id="rId25" Type="http://schemas.openxmlformats.org/officeDocument/2006/relationships/customXml" Target="../ink/ink309.xml"/><Relationship Id="rId33" Type="http://schemas.openxmlformats.org/officeDocument/2006/relationships/customXml" Target="../ink/ink313.xml"/><Relationship Id="rId38" Type="http://schemas.openxmlformats.org/officeDocument/2006/relationships/image" Target="../media/image321.png"/><Relationship Id="rId2" Type="http://schemas.openxmlformats.org/officeDocument/2006/relationships/image" Target="../media/image303.png"/><Relationship Id="rId16" Type="http://schemas.openxmlformats.org/officeDocument/2006/relationships/image" Target="../media/image310.png"/><Relationship Id="rId20" Type="http://schemas.openxmlformats.org/officeDocument/2006/relationships/image" Target="../media/image312.png"/><Relationship Id="rId29" Type="http://schemas.openxmlformats.org/officeDocument/2006/relationships/customXml" Target="../ink/ink311.xml"/><Relationship Id="rId41" Type="http://schemas.openxmlformats.org/officeDocument/2006/relationships/customXml" Target="../ink/ink3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5.png"/><Relationship Id="rId11" Type="http://schemas.openxmlformats.org/officeDocument/2006/relationships/customXml" Target="../ink/ink302.xml"/><Relationship Id="rId24" Type="http://schemas.openxmlformats.org/officeDocument/2006/relationships/image" Target="../media/image314.png"/><Relationship Id="rId32" Type="http://schemas.openxmlformats.org/officeDocument/2006/relationships/image" Target="../media/image318.png"/><Relationship Id="rId37" Type="http://schemas.openxmlformats.org/officeDocument/2006/relationships/customXml" Target="../ink/ink315.xml"/><Relationship Id="rId40" Type="http://schemas.openxmlformats.org/officeDocument/2006/relationships/image" Target="../media/image322.png"/><Relationship Id="rId5" Type="http://schemas.openxmlformats.org/officeDocument/2006/relationships/customXml" Target="../ink/ink299.xml"/><Relationship Id="rId15" Type="http://schemas.openxmlformats.org/officeDocument/2006/relationships/customXml" Target="../ink/ink304.xml"/><Relationship Id="rId23" Type="http://schemas.openxmlformats.org/officeDocument/2006/relationships/customXml" Target="../ink/ink308.xml"/><Relationship Id="rId28" Type="http://schemas.openxmlformats.org/officeDocument/2006/relationships/image" Target="../media/image316.png"/><Relationship Id="rId36" Type="http://schemas.openxmlformats.org/officeDocument/2006/relationships/image" Target="../media/image320.png"/><Relationship Id="rId10" Type="http://schemas.openxmlformats.org/officeDocument/2006/relationships/image" Target="../media/image307.png"/><Relationship Id="rId19" Type="http://schemas.openxmlformats.org/officeDocument/2006/relationships/customXml" Target="../ink/ink306.xml"/><Relationship Id="rId31" Type="http://schemas.openxmlformats.org/officeDocument/2006/relationships/customXml" Target="../ink/ink312.xml"/><Relationship Id="rId4" Type="http://schemas.openxmlformats.org/officeDocument/2006/relationships/image" Target="../media/image304.png"/><Relationship Id="rId9" Type="http://schemas.openxmlformats.org/officeDocument/2006/relationships/customXml" Target="../ink/ink301.xml"/><Relationship Id="rId14" Type="http://schemas.openxmlformats.org/officeDocument/2006/relationships/image" Target="../media/image309.png"/><Relationship Id="rId22" Type="http://schemas.openxmlformats.org/officeDocument/2006/relationships/image" Target="../media/image313.png"/><Relationship Id="rId27" Type="http://schemas.openxmlformats.org/officeDocument/2006/relationships/customXml" Target="../ink/ink310.xml"/><Relationship Id="rId30" Type="http://schemas.openxmlformats.org/officeDocument/2006/relationships/image" Target="../media/image317.png"/><Relationship Id="rId35" Type="http://schemas.openxmlformats.org/officeDocument/2006/relationships/customXml" Target="../ink/ink3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318.xml"/><Relationship Id="rId2" Type="http://schemas.openxmlformats.org/officeDocument/2006/relationships/image" Target="../media/image3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6.png"/><Relationship Id="rId5" Type="http://schemas.openxmlformats.org/officeDocument/2006/relationships/customXml" Target="../ink/ink319.xml"/><Relationship Id="rId4" Type="http://schemas.openxmlformats.org/officeDocument/2006/relationships/image" Target="../media/image3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20.xml"/><Relationship Id="rId2" Type="http://schemas.openxmlformats.org/officeDocument/2006/relationships/image" Target="../media/image3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9.png"/><Relationship Id="rId5" Type="http://schemas.openxmlformats.org/officeDocument/2006/relationships/customXml" Target="../ink/ink321.xml"/><Relationship Id="rId4" Type="http://schemas.openxmlformats.org/officeDocument/2006/relationships/image" Target="../media/image32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3.png"/><Relationship Id="rId13" Type="http://schemas.openxmlformats.org/officeDocument/2006/relationships/customXml" Target="../ink/ink327.xml"/><Relationship Id="rId18" Type="http://schemas.openxmlformats.org/officeDocument/2006/relationships/image" Target="../media/image338.png"/><Relationship Id="rId3" Type="http://schemas.openxmlformats.org/officeDocument/2006/relationships/customXml" Target="../ink/ink322.xml"/><Relationship Id="rId21" Type="http://schemas.openxmlformats.org/officeDocument/2006/relationships/customXml" Target="../ink/ink331.xml"/><Relationship Id="rId7" Type="http://schemas.openxmlformats.org/officeDocument/2006/relationships/customXml" Target="../ink/ink324.xml"/><Relationship Id="rId12" Type="http://schemas.openxmlformats.org/officeDocument/2006/relationships/image" Target="../media/image335.png"/><Relationship Id="rId17" Type="http://schemas.openxmlformats.org/officeDocument/2006/relationships/customXml" Target="../ink/ink329.xml"/><Relationship Id="rId2" Type="http://schemas.openxmlformats.org/officeDocument/2006/relationships/image" Target="../media/image330.png"/><Relationship Id="rId16" Type="http://schemas.openxmlformats.org/officeDocument/2006/relationships/image" Target="../media/image337.png"/><Relationship Id="rId20" Type="http://schemas.openxmlformats.org/officeDocument/2006/relationships/image" Target="../media/image3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2.png"/><Relationship Id="rId11" Type="http://schemas.openxmlformats.org/officeDocument/2006/relationships/customXml" Target="../ink/ink326.xml"/><Relationship Id="rId24" Type="http://schemas.openxmlformats.org/officeDocument/2006/relationships/image" Target="../media/image341.png"/><Relationship Id="rId5" Type="http://schemas.openxmlformats.org/officeDocument/2006/relationships/customXml" Target="../ink/ink323.xml"/><Relationship Id="rId15" Type="http://schemas.openxmlformats.org/officeDocument/2006/relationships/customXml" Target="../ink/ink328.xml"/><Relationship Id="rId23" Type="http://schemas.openxmlformats.org/officeDocument/2006/relationships/customXml" Target="../ink/ink332.xml"/><Relationship Id="rId10" Type="http://schemas.openxmlformats.org/officeDocument/2006/relationships/image" Target="../media/image334.png"/><Relationship Id="rId19" Type="http://schemas.openxmlformats.org/officeDocument/2006/relationships/customXml" Target="../ink/ink330.xml"/><Relationship Id="rId4" Type="http://schemas.openxmlformats.org/officeDocument/2006/relationships/image" Target="../media/image331.png"/><Relationship Id="rId9" Type="http://schemas.openxmlformats.org/officeDocument/2006/relationships/customXml" Target="../ink/ink325.xml"/><Relationship Id="rId14" Type="http://schemas.openxmlformats.org/officeDocument/2006/relationships/image" Target="../media/image336.png"/><Relationship Id="rId22" Type="http://schemas.openxmlformats.org/officeDocument/2006/relationships/image" Target="../media/image340.png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customXml" Target="../ink/ink338.xml"/><Relationship Id="rId18" Type="http://schemas.openxmlformats.org/officeDocument/2006/relationships/image" Target="../media/image350.png"/><Relationship Id="rId26" Type="http://schemas.openxmlformats.org/officeDocument/2006/relationships/image" Target="../media/image354.png"/><Relationship Id="rId39" Type="http://schemas.openxmlformats.org/officeDocument/2006/relationships/customXml" Target="../ink/ink351.xml"/><Relationship Id="rId21" Type="http://schemas.openxmlformats.org/officeDocument/2006/relationships/customXml" Target="../ink/ink342.xml"/><Relationship Id="rId34" Type="http://schemas.openxmlformats.org/officeDocument/2006/relationships/image" Target="../media/image358.png"/><Relationship Id="rId42" Type="http://schemas.openxmlformats.org/officeDocument/2006/relationships/image" Target="../media/image362.png"/><Relationship Id="rId47" Type="http://schemas.openxmlformats.org/officeDocument/2006/relationships/customXml" Target="../ink/ink355.xml"/><Relationship Id="rId50" Type="http://schemas.openxmlformats.org/officeDocument/2006/relationships/image" Target="../media/image366.png"/><Relationship Id="rId55" Type="http://schemas.openxmlformats.org/officeDocument/2006/relationships/customXml" Target="../ink/ink359.xml"/><Relationship Id="rId63" Type="http://schemas.openxmlformats.org/officeDocument/2006/relationships/customXml" Target="../ink/ink363.xml"/><Relationship Id="rId68" Type="http://schemas.openxmlformats.org/officeDocument/2006/relationships/image" Target="../media/image375.png"/><Relationship Id="rId76" Type="http://schemas.openxmlformats.org/officeDocument/2006/relationships/image" Target="../media/image379.png"/><Relationship Id="rId84" Type="http://schemas.openxmlformats.org/officeDocument/2006/relationships/image" Target="../media/image383.png"/><Relationship Id="rId89" Type="http://schemas.openxmlformats.org/officeDocument/2006/relationships/customXml" Target="../ink/ink376.xml"/><Relationship Id="rId7" Type="http://schemas.openxmlformats.org/officeDocument/2006/relationships/customXml" Target="../ink/ink335.xml"/><Relationship Id="rId71" Type="http://schemas.openxmlformats.org/officeDocument/2006/relationships/customXml" Target="../ink/ink367.xml"/><Relationship Id="rId2" Type="http://schemas.openxmlformats.org/officeDocument/2006/relationships/image" Target="../media/image342.png"/><Relationship Id="rId16" Type="http://schemas.openxmlformats.org/officeDocument/2006/relationships/image" Target="../media/image349.png"/><Relationship Id="rId29" Type="http://schemas.openxmlformats.org/officeDocument/2006/relationships/customXml" Target="../ink/ink346.xml"/><Relationship Id="rId11" Type="http://schemas.openxmlformats.org/officeDocument/2006/relationships/customXml" Target="../ink/ink337.xml"/><Relationship Id="rId24" Type="http://schemas.openxmlformats.org/officeDocument/2006/relationships/image" Target="../media/image353.png"/><Relationship Id="rId32" Type="http://schemas.openxmlformats.org/officeDocument/2006/relationships/image" Target="../media/image357.png"/><Relationship Id="rId37" Type="http://schemas.openxmlformats.org/officeDocument/2006/relationships/customXml" Target="../ink/ink350.xml"/><Relationship Id="rId40" Type="http://schemas.openxmlformats.org/officeDocument/2006/relationships/image" Target="../media/image361.png"/><Relationship Id="rId45" Type="http://schemas.openxmlformats.org/officeDocument/2006/relationships/customXml" Target="../ink/ink354.xml"/><Relationship Id="rId53" Type="http://schemas.openxmlformats.org/officeDocument/2006/relationships/customXml" Target="../ink/ink358.xml"/><Relationship Id="rId58" Type="http://schemas.openxmlformats.org/officeDocument/2006/relationships/image" Target="../media/image370.png"/><Relationship Id="rId66" Type="http://schemas.openxmlformats.org/officeDocument/2006/relationships/image" Target="../media/image374.png"/><Relationship Id="rId74" Type="http://schemas.openxmlformats.org/officeDocument/2006/relationships/image" Target="../media/image378.png"/><Relationship Id="rId79" Type="http://schemas.openxmlformats.org/officeDocument/2006/relationships/customXml" Target="../ink/ink371.xml"/><Relationship Id="rId87" Type="http://schemas.openxmlformats.org/officeDocument/2006/relationships/customXml" Target="../ink/ink375.xml"/><Relationship Id="rId5" Type="http://schemas.openxmlformats.org/officeDocument/2006/relationships/customXml" Target="../ink/ink334.xml"/><Relationship Id="rId61" Type="http://schemas.openxmlformats.org/officeDocument/2006/relationships/customXml" Target="../ink/ink362.xml"/><Relationship Id="rId82" Type="http://schemas.openxmlformats.org/officeDocument/2006/relationships/image" Target="../media/image382.png"/><Relationship Id="rId90" Type="http://schemas.openxmlformats.org/officeDocument/2006/relationships/image" Target="../media/image386.png"/><Relationship Id="rId19" Type="http://schemas.openxmlformats.org/officeDocument/2006/relationships/customXml" Target="../ink/ink341.xml"/><Relationship Id="rId4" Type="http://schemas.openxmlformats.org/officeDocument/2006/relationships/image" Target="../media/image343.png"/><Relationship Id="rId9" Type="http://schemas.openxmlformats.org/officeDocument/2006/relationships/customXml" Target="../ink/ink336.xml"/><Relationship Id="rId14" Type="http://schemas.openxmlformats.org/officeDocument/2006/relationships/image" Target="../media/image348.png"/><Relationship Id="rId22" Type="http://schemas.openxmlformats.org/officeDocument/2006/relationships/image" Target="../media/image352.png"/><Relationship Id="rId27" Type="http://schemas.openxmlformats.org/officeDocument/2006/relationships/customXml" Target="../ink/ink345.xml"/><Relationship Id="rId30" Type="http://schemas.openxmlformats.org/officeDocument/2006/relationships/image" Target="../media/image356.png"/><Relationship Id="rId35" Type="http://schemas.openxmlformats.org/officeDocument/2006/relationships/customXml" Target="../ink/ink349.xml"/><Relationship Id="rId43" Type="http://schemas.openxmlformats.org/officeDocument/2006/relationships/customXml" Target="../ink/ink353.xml"/><Relationship Id="rId48" Type="http://schemas.openxmlformats.org/officeDocument/2006/relationships/image" Target="../media/image365.png"/><Relationship Id="rId56" Type="http://schemas.openxmlformats.org/officeDocument/2006/relationships/image" Target="../media/image369.png"/><Relationship Id="rId64" Type="http://schemas.openxmlformats.org/officeDocument/2006/relationships/image" Target="../media/image373.png"/><Relationship Id="rId69" Type="http://schemas.openxmlformats.org/officeDocument/2006/relationships/customXml" Target="../ink/ink366.xml"/><Relationship Id="rId77" Type="http://schemas.openxmlformats.org/officeDocument/2006/relationships/customXml" Target="../ink/ink370.xml"/><Relationship Id="rId8" Type="http://schemas.openxmlformats.org/officeDocument/2006/relationships/image" Target="../media/image345.png"/><Relationship Id="rId51" Type="http://schemas.openxmlformats.org/officeDocument/2006/relationships/customXml" Target="../ink/ink357.xml"/><Relationship Id="rId72" Type="http://schemas.openxmlformats.org/officeDocument/2006/relationships/image" Target="../media/image377.png"/><Relationship Id="rId80" Type="http://schemas.openxmlformats.org/officeDocument/2006/relationships/image" Target="../media/image381.png"/><Relationship Id="rId85" Type="http://schemas.openxmlformats.org/officeDocument/2006/relationships/customXml" Target="../ink/ink374.xml"/><Relationship Id="rId3" Type="http://schemas.openxmlformats.org/officeDocument/2006/relationships/customXml" Target="../ink/ink333.xml"/><Relationship Id="rId12" Type="http://schemas.openxmlformats.org/officeDocument/2006/relationships/image" Target="../media/image347.png"/><Relationship Id="rId17" Type="http://schemas.openxmlformats.org/officeDocument/2006/relationships/customXml" Target="../ink/ink340.xml"/><Relationship Id="rId25" Type="http://schemas.openxmlformats.org/officeDocument/2006/relationships/customXml" Target="../ink/ink344.xml"/><Relationship Id="rId33" Type="http://schemas.openxmlformats.org/officeDocument/2006/relationships/customXml" Target="../ink/ink348.xml"/><Relationship Id="rId38" Type="http://schemas.openxmlformats.org/officeDocument/2006/relationships/image" Target="../media/image360.png"/><Relationship Id="rId46" Type="http://schemas.openxmlformats.org/officeDocument/2006/relationships/image" Target="../media/image364.png"/><Relationship Id="rId59" Type="http://schemas.openxmlformats.org/officeDocument/2006/relationships/customXml" Target="../ink/ink361.xml"/><Relationship Id="rId67" Type="http://schemas.openxmlformats.org/officeDocument/2006/relationships/customXml" Target="../ink/ink365.xml"/><Relationship Id="rId20" Type="http://schemas.openxmlformats.org/officeDocument/2006/relationships/image" Target="../media/image351.png"/><Relationship Id="rId41" Type="http://schemas.openxmlformats.org/officeDocument/2006/relationships/customXml" Target="../ink/ink352.xml"/><Relationship Id="rId54" Type="http://schemas.openxmlformats.org/officeDocument/2006/relationships/image" Target="../media/image368.png"/><Relationship Id="rId62" Type="http://schemas.openxmlformats.org/officeDocument/2006/relationships/image" Target="../media/image372.png"/><Relationship Id="rId70" Type="http://schemas.openxmlformats.org/officeDocument/2006/relationships/image" Target="../media/image376.png"/><Relationship Id="rId75" Type="http://schemas.openxmlformats.org/officeDocument/2006/relationships/customXml" Target="../ink/ink369.xml"/><Relationship Id="rId83" Type="http://schemas.openxmlformats.org/officeDocument/2006/relationships/customXml" Target="../ink/ink373.xml"/><Relationship Id="rId88" Type="http://schemas.openxmlformats.org/officeDocument/2006/relationships/image" Target="../media/image38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4.png"/><Relationship Id="rId15" Type="http://schemas.openxmlformats.org/officeDocument/2006/relationships/customXml" Target="../ink/ink339.xml"/><Relationship Id="rId23" Type="http://schemas.openxmlformats.org/officeDocument/2006/relationships/customXml" Target="../ink/ink343.xml"/><Relationship Id="rId28" Type="http://schemas.openxmlformats.org/officeDocument/2006/relationships/image" Target="../media/image355.png"/><Relationship Id="rId36" Type="http://schemas.openxmlformats.org/officeDocument/2006/relationships/image" Target="../media/image359.png"/><Relationship Id="rId49" Type="http://schemas.openxmlformats.org/officeDocument/2006/relationships/customXml" Target="../ink/ink356.xml"/><Relationship Id="rId57" Type="http://schemas.openxmlformats.org/officeDocument/2006/relationships/customXml" Target="../ink/ink360.xml"/><Relationship Id="rId10" Type="http://schemas.openxmlformats.org/officeDocument/2006/relationships/image" Target="../media/image346.png"/><Relationship Id="rId31" Type="http://schemas.openxmlformats.org/officeDocument/2006/relationships/customXml" Target="../ink/ink347.xml"/><Relationship Id="rId44" Type="http://schemas.openxmlformats.org/officeDocument/2006/relationships/image" Target="../media/image363.png"/><Relationship Id="rId52" Type="http://schemas.openxmlformats.org/officeDocument/2006/relationships/image" Target="../media/image367.png"/><Relationship Id="rId60" Type="http://schemas.openxmlformats.org/officeDocument/2006/relationships/image" Target="../media/image371.png"/><Relationship Id="rId65" Type="http://schemas.openxmlformats.org/officeDocument/2006/relationships/customXml" Target="../ink/ink364.xml"/><Relationship Id="rId73" Type="http://schemas.openxmlformats.org/officeDocument/2006/relationships/customXml" Target="../ink/ink368.xml"/><Relationship Id="rId78" Type="http://schemas.openxmlformats.org/officeDocument/2006/relationships/image" Target="../media/image380.png"/><Relationship Id="rId81" Type="http://schemas.openxmlformats.org/officeDocument/2006/relationships/customXml" Target="../ink/ink372.xml"/><Relationship Id="rId86" Type="http://schemas.openxmlformats.org/officeDocument/2006/relationships/image" Target="../media/image38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8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9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050"/>
          <p:cNvSpPr>
            <a:spLocks noGrp="1" noChangeArrowheads="1"/>
          </p:cNvSpPr>
          <p:nvPr>
            <p:ph type="ctrTitle"/>
          </p:nvPr>
        </p:nvSpPr>
        <p:spPr>
          <a:xfrm>
            <a:off x="785813" y="1046163"/>
            <a:ext cx="7764462" cy="101282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ko-KR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</a:t>
            </a:r>
            <a:r>
              <a:rPr lang="ko-KR" alt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장</a:t>
            </a:r>
            <a:r>
              <a:rPr lang="en-US" altLang="ko-KR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</a:t>
            </a:r>
            <a:r>
              <a:rPr lang="ko-KR" alt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파일 시스템 구현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7572375" y="6400800"/>
            <a:ext cx="1571625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80C007F-139C-401A-8A13-6A4EB556F099}" type="slidenum">
              <a:rPr kumimoji="0" lang="en-US" altLang="ko-KR" sz="1400" smtClean="0">
                <a:solidFill>
                  <a:srgbClr val="000000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</a:t>
            </a:fld>
            <a:endParaRPr kumimoji="0" lang="en-US" altLang="ko-KR" sz="1400">
              <a:solidFill>
                <a:srgbClr val="000000"/>
              </a:solidFill>
            </a:endParaRPr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5400" u="sng"/>
              <a:t>목  차</a:t>
            </a:r>
          </a:p>
        </p:txBody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4950" y="1643063"/>
            <a:ext cx="8707438" cy="4786312"/>
          </a:xfrm>
        </p:spPr>
        <p:txBody>
          <a:bodyPr>
            <a:noAutofit/>
          </a:bodyPr>
          <a:lstStyle/>
          <a:p>
            <a:pPr marL="971550" lvl="1" indent="-514350">
              <a:lnSpc>
                <a:spcPct val="120000"/>
              </a:lnSpc>
              <a:buSzPct val="100000"/>
              <a:buFont typeface="+mj-lt"/>
              <a:buAutoNum type="arabicPeriod"/>
              <a:defRPr/>
            </a:pPr>
            <a:r>
              <a:rPr lang="ko-KR" altLang="en-US" sz="3200" b="1" dirty="0">
                <a:solidFill>
                  <a:schemeClr val="accent2"/>
                </a:solidFill>
                <a:latin typeface="+mn-ea"/>
              </a:rPr>
              <a:t>파일 시스템 구조</a:t>
            </a:r>
            <a:endParaRPr lang="en-US" altLang="ko-KR" sz="3200" b="1" dirty="0">
              <a:solidFill>
                <a:schemeClr val="accent2"/>
              </a:solidFill>
              <a:latin typeface="+mn-ea"/>
            </a:endParaRPr>
          </a:p>
          <a:p>
            <a:pPr marL="971550" lvl="1" indent="-514350">
              <a:lnSpc>
                <a:spcPct val="120000"/>
              </a:lnSpc>
              <a:buSzPct val="100000"/>
              <a:buFont typeface="+mj-lt"/>
              <a:buAutoNum type="arabicPeriod"/>
              <a:defRPr/>
            </a:pPr>
            <a:r>
              <a:rPr lang="ko-KR" altLang="en-US" sz="3200" b="1" dirty="0">
                <a:solidFill>
                  <a:schemeClr val="accent2"/>
                </a:solidFill>
                <a:latin typeface="+mn-ea"/>
              </a:rPr>
              <a:t>파일 시스템 구현</a:t>
            </a:r>
            <a:endParaRPr lang="en-US" altLang="ko-KR" sz="3200" b="1" dirty="0">
              <a:solidFill>
                <a:schemeClr val="accent2"/>
              </a:solidFill>
              <a:latin typeface="+mn-ea"/>
            </a:endParaRPr>
          </a:p>
          <a:p>
            <a:pPr marL="971550" lvl="1" indent="-514350">
              <a:lnSpc>
                <a:spcPct val="120000"/>
              </a:lnSpc>
              <a:buSzPct val="100000"/>
              <a:buFont typeface="+mj-lt"/>
              <a:buAutoNum type="arabicPeriod"/>
              <a:defRPr/>
            </a:pPr>
            <a:r>
              <a:rPr lang="ko-KR" altLang="en-US" sz="3200" b="1" dirty="0">
                <a:solidFill>
                  <a:schemeClr val="accent2"/>
                </a:solidFill>
                <a:latin typeface="+mn-ea"/>
              </a:rPr>
              <a:t>디렉토리 구현 </a:t>
            </a:r>
            <a:r>
              <a:rPr lang="en-US" altLang="ko-KR" sz="3200" b="1" dirty="0">
                <a:solidFill>
                  <a:schemeClr val="accent2"/>
                </a:solidFill>
                <a:latin typeface="+mn-ea"/>
              </a:rPr>
              <a:t>(</a:t>
            </a:r>
            <a:r>
              <a:rPr lang="ko-KR" altLang="en-US" sz="3200" b="1" dirty="0">
                <a:solidFill>
                  <a:schemeClr val="accent2"/>
                </a:solidFill>
                <a:latin typeface="+mn-ea"/>
              </a:rPr>
              <a:t>생략</a:t>
            </a:r>
            <a:r>
              <a:rPr lang="en-US" altLang="ko-KR" sz="3200" b="1" dirty="0">
                <a:solidFill>
                  <a:schemeClr val="accent2"/>
                </a:solidFill>
                <a:latin typeface="+mn-ea"/>
              </a:rPr>
              <a:t>)</a:t>
            </a:r>
          </a:p>
          <a:p>
            <a:pPr marL="971550" lvl="1" indent="-514350">
              <a:lnSpc>
                <a:spcPct val="120000"/>
              </a:lnSpc>
              <a:buSzPct val="100000"/>
              <a:buFont typeface="+mj-lt"/>
              <a:buAutoNum type="arabicPeriod"/>
              <a:defRPr/>
            </a:pPr>
            <a:r>
              <a:rPr lang="ko-KR" altLang="en-US" sz="3200" b="1" dirty="0">
                <a:solidFill>
                  <a:schemeClr val="accent2"/>
                </a:solidFill>
                <a:latin typeface="+mn-ea"/>
              </a:rPr>
              <a:t>할당 방법</a:t>
            </a:r>
            <a:endParaRPr lang="en-US" altLang="ko-KR" sz="3200" b="1" dirty="0">
              <a:solidFill>
                <a:schemeClr val="accent2"/>
              </a:solidFill>
              <a:latin typeface="+mn-ea"/>
            </a:endParaRPr>
          </a:p>
          <a:p>
            <a:pPr marL="971550" lvl="1" indent="-514350">
              <a:lnSpc>
                <a:spcPct val="120000"/>
              </a:lnSpc>
              <a:buSzPct val="100000"/>
              <a:buFont typeface="+mj-lt"/>
              <a:buAutoNum type="arabicPeriod"/>
              <a:defRPr/>
            </a:pPr>
            <a:r>
              <a:rPr lang="ko-KR" altLang="en-US" sz="3200" b="1" dirty="0">
                <a:solidFill>
                  <a:schemeClr val="accent2"/>
                </a:solidFill>
                <a:latin typeface="+mn-ea"/>
              </a:rPr>
              <a:t>자유 공간의 관리</a:t>
            </a:r>
            <a:endParaRPr lang="en-US" altLang="ko-KR" sz="3200" b="1" dirty="0">
              <a:solidFill>
                <a:schemeClr val="accent2"/>
              </a:solidFill>
              <a:latin typeface="+mn-ea"/>
            </a:endParaRPr>
          </a:p>
          <a:p>
            <a:pPr marL="971550" lvl="1" indent="-514350">
              <a:lnSpc>
                <a:spcPct val="120000"/>
              </a:lnSpc>
              <a:buSzPct val="100000"/>
              <a:buFont typeface="+mj-lt"/>
              <a:buAutoNum type="arabicPeriod"/>
              <a:defRPr/>
            </a:pPr>
            <a:r>
              <a:rPr lang="ko-KR" altLang="en-US" sz="3200" b="1" dirty="0">
                <a:solidFill>
                  <a:schemeClr val="accent2"/>
                </a:solidFill>
                <a:latin typeface="+mn-ea"/>
              </a:rPr>
              <a:t>디바이스 파일 </a:t>
            </a:r>
            <a:r>
              <a:rPr lang="en-US" altLang="ko-KR" sz="3200" b="1" dirty="0">
                <a:solidFill>
                  <a:schemeClr val="accent2"/>
                </a:solidFill>
                <a:latin typeface="+mn-ea"/>
              </a:rPr>
              <a:t>(</a:t>
            </a:r>
            <a:r>
              <a:rPr lang="ko-KR" altLang="en-US" sz="3200" b="1" dirty="0">
                <a:solidFill>
                  <a:srgbClr val="FF0000"/>
                </a:solidFill>
                <a:latin typeface="+mn-ea"/>
              </a:rPr>
              <a:t>자체 추가</a:t>
            </a:r>
            <a:r>
              <a:rPr lang="en-US" altLang="ko-KR" sz="3200" b="1" dirty="0">
                <a:solidFill>
                  <a:schemeClr val="accent2"/>
                </a:solidFill>
                <a:latin typeface="+mn-ea"/>
              </a:rPr>
              <a:t>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1. </a:t>
            </a:r>
            <a:r>
              <a:rPr lang="ko-KR" altLang="en-US"/>
              <a:t>파일 시스템 구조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313" y="1643063"/>
            <a:ext cx="8715375" cy="4929187"/>
          </a:xfrm>
        </p:spPr>
        <p:txBody>
          <a:bodyPr/>
          <a:lstStyle/>
          <a:p>
            <a:r>
              <a:rPr lang="ko-KR" altLang="en-US" sz="2400"/>
              <a:t>파일 구조</a:t>
            </a:r>
            <a:r>
              <a:rPr lang="en-US" altLang="ko-KR" sz="2400"/>
              <a:t>: </a:t>
            </a:r>
            <a:r>
              <a:rPr lang="ko-KR" altLang="en-US" sz="2400"/>
              <a:t>논리적 저장 단위</a:t>
            </a:r>
            <a:r>
              <a:rPr lang="en-US" altLang="ko-KR" sz="2400"/>
              <a:t>, </a:t>
            </a:r>
            <a:r>
              <a:rPr lang="ko-KR" altLang="en-US" sz="2400"/>
              <a:t>관련 정보의 집합</a:t>
            </a:r>
          </a:p>
          <a:p>
            <a:r>
              <a:rPr lang="ko-KR" altLang="en-US" sz="2400"/>
              <a:t>파일 시스템</a:t>
            </a:r>
            <a:endParaRPr lang="en-US" altLang="ko-KR" sz="2400"/>
          </a:p>
          <a:p>
            <a:pPr lvl="1"/>
            <a:r>
              <a:rPr lang="ko-KR" altLang="en-US" sz="2000"/>
              <a:t>파일들의 내용 접근과 저장을 위한 기법 제공</a:t>
            </a:r>
            <a:endParaRPr lang="en-US" altLang="ko-KR" sz="2000"/>
          </a:p>
          <a:p>
            <a:pPr lvl="1"/>
            <a:r>
              <a:rPr lang="ko-KR" altLang="en-US" sz="2000"/>
              <a:t>많은 양의 자료를 영구적으로 보관하도록 보조 저장 장치에 설계</a:t>
            </a:r>
            <a:endParaRPr lang="en-US" altLang="ko-KR" sz="2000"/>
          </a:p>
          <a:p>
            <a:pPr lvl="1"/>
            <a:r>
              <a:rPr lang="ko-KR" altLang="en-US" sz="2000"/>
              <a:t>디스크 파일 시스템</a:t>
            </a:r>
            <a:r>
              <a:rPr lang="en-US" altLang="ko-KR" sz="2000"/>
              <a:t>: </a:t>
            </a:r>
            <a:r>
              <a:rPr lang="ko-KR" altLang="en-US" sz="2000"/>
              <a:t>파일 사용을 구조화</a:t>
            </a:r>
            <a:r>
              <a:rPr lang="en-US" altLang="ko-KR" sz="2000"/>
              <a:t>, </a:t>
            </a:r>
            <a:r>
              <a:rPr lang="ko-KR" altLang="en-US" sz="2000"/>
              <a:t>디스크 공간을 할당</a:t>
            </a:r>
            <a:r>
              <a:rPr lang="en-US" altLang="ko-KR" sz="2000"/>
              <a:t>, </a:t>
            </a:r>
            <a:r>
              <a:rPr lang="ko-KR" altLang="en-US" sz="2000"/>
              <a:t>반납된 공간을 재사용</a:t>
            </a:r>
            <a:r>
              <a:rPr lang="en-US" altLang="ko-KR" sz="2000"/>
              <a:t>, </a:t>
            </a:r>
            <a:r>
              <a:rPr lang="ko-KR" altLang="en-US" sz="2000"/>
              <a:t>자료의 위치 추적</a:t>
            </a:r>
            <a:r>
              <a:rPr lang="en-US" altLang="ko-KR" sz="2000"/>
              <a:t>, </a:t>
            </a:r>
            <a:r>
              <a:rPr lang="ko-KR" altLang="en-US" sz="2000"/>
              <a:t>운영체제와 연결하는 방법 제공</a:t>
            </a:r>
            <a:endParaRPr lang="en-US" altLang="ko-KR" sz="2000"/>
          </a:p>
          <a:p>
            <a:r>
              <a:rPr lang="ko-KR" altLang="en-US" sz="2400"/>
              <a:t>파일 시스템 종류</a:t>
            </a:r>
            <a:endParaRPr lang="en-US" altLang="ko-KR" sz="2400"/>
          </a:p>
          <a:p>
            <a:pPr lvl="1"/>
            <a:r>
              <a:rPr lang="en-US" altLang="ko-KR" sz="2000"/>
              <a:t>Linux: ext, ext2, ext3, ext4</a:t>
            </a:r>
          </a:p>
          <a:p>
            <a:pPr lvl="1"/>
            <a:r>
              <a:rPr lang="en-US" altLang="ko-KR" sz="2000"/>
              <a:t>Windows: FAT, FAT32, NTFS</a:t>
            </a:r>
          </a:p>
          <a:p>
            <a:pPr lvl="1"/>
            <a:r>
              <a:rPr lang="en-US" altLang="ko-KR" sz="2000"/>
              <a:t>Unix: UFS</a:t>
            </a:r>
          </a:p>
          <a:p>
            <a:pPr lvl="1"/>
            <a:r>
              <a:rPr lang="ko-KR" altLang="en-US" sz="2000"/>
              <a:t>플래쉬 메모리</a:t>
            </a:r>
            <a:r>
              <a:rPr lang="en-US" altLang="ko-KR" sz="2000"/>
              <a:t>: JFFS2</a:t>
            </a:r>
          </a:p>
          <a:p>
            <a:r>
              <a:rPr lang="ko-KR" altLang="en-US" sz="2400"/>
              <a:t>운영체제는 디스크 내에 하나 이상의 파일 시스템을 구성</a:t>
            </a:r>
            <a:endParaRPr lang="en-US" altLang="ko-KR" sz="2400"/>
          </a:p>
          <a:p>
            <a:pPr lvl="1"/>
            <a:endParaRPr lang="en-US" altLang="ko-KR" sz="2000"/>
          </a:p>
        </p:txBody>
      </p:sp>
      <p:sp>
        <p:nvSpPr>
          <p:cNvPr id="10244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2D0D15C-90CB-4842-8EEA-42F2040DDAEE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3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1F36815F-3BAF-BFFE-9FBD-6851420D94E0}"/>
                  </a:ext>
                </a:extLst>
              </p14:cNvPr>
              <p14:cNvContentPartPr/>
              <p14:nvPr/>
            </p14:nvContentPartPr>
            <p14:xfrm>
              <a:off x="612582" y="4099140"/>
              <a:ext cx="2494080" cy="89640"/>
            </p14:xfrm>
          </p:contentPart>
        </mc:Choice>
        <mc:Fallback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1F36815F-3BAF-BFFE-9FBD-6851420D94E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76942" y="4027140"/>
                <a:ext cx="2565720" cy="23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06E42963-C25F-FE02-37F2-E4D51D981499}"/>
                  </a:ext>
                </a:extLst>
              </p14:cNvPr>
              <p14:cNvContentPartPr/>
              <p14:nvPr/>
            </p14:nvContentPartPr>
            <p14:xfrm>
              <a:off x="991662" y="4581180"/>
              <a:ext cx="768600" cy="25560"/>
            </p14:xfrm>
          </p:contentPart>
        </mc:Choice>
        <mc:Fallback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06E42963-C25F-FE02-37F2-E4D51D98149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55662" y="4509180"/>
                <a:ext cx="840240" cy="16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2CF8472A-C7FE-D872-A91F-F1F02D6E825C}"/>
                  </a:ext>
                </a:extLst>
              </p14:cNvPr>
              <p14:cNvContentPartPr/>
              <p14:nvPr/>
            </p14:nvContentPartPr>
            <p14:xfrm>
              <a:off x="997782" y="4935060"/>
              <a:ext cx="1147320" cy="88200"/>
            </p14:xfrm>
          </p:contentPart>
        </mc:Choice>
        <mc:Fallback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2CF8472A-C7FE-D872-A91F-F1F02D6E825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61782" y="4863060"/>
                <a:ext cx="1218960" cy="23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8E69BAC2-B3ED-1BB3-E997-8C259D8F7464}"/>
                  </a:ext>
                </a:extLst>
              </p14:cNvPr>
              <p14:cNvContentPartPr/>
              <p14:nvPr/>
            </p14:nvContentPartPr>
            <p14:xfrm>
              <a:off x="1862862" y="4593420"/>
              <a:ext cx="2368080" cy="46080"/>
            </p14:xfrm>
          </p:contentPart>
        </mc:Choice>
        <mc:Fallback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8E69BAC2-B3ED-1BB3-E997-8C259D8F746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826862" y="4521780"/>
                <a:ext cx="2439720" cy="18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ED3ACC44-E385-B344-39F9-4DA9190B2724}"/>
                  </a:ext>
                </a:extLst>
              </p14:cNvPr>
              <p14:cNvContentPartPr/>
              <p14:nvPr/>
            </p14:nvContentPartPr>
            <p14:xfrm>
              <a:off x="2290902" y="4897980"/>
              <a:ext cx="2211840" cy="76320"/>
            </p14:xfrm>
          </p:contentPart>
        </mc:Choice>
        <mc:Fallback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ED3ACC44-E385-B344-39F9-4DA9190B272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255262" y="4826340"/>
                <a:ext cx="2283480" cy="21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B8ACE680-0FAF-D716-98F8-FFF2D21468B9}"/>
                  </a:ext>
                </a:extLst>
              </p14:cNvPr>
              <p14:cNvContentPartPr/>
              <p14:nvPr/>
            </p14:nvContentPartPr>
            <p14:xfrm>
              <a:off x="1001742" y="5287860"/>
              <a:ext cx="707760" cy="49680"/>
            </p14:xfrm>
          </p:contentPart>
        </mc:Choice>
        <mc:Fallback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B8ACE680-0FAF-D716-98F8-FFF2D21468B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65742" y="5215860"/>
                <a:ext cx="779400" cy="19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8" name="잉크 7">
                <a:extLst>
                  <a:ext uri="{FF2B5EF4-FFF2-40B4-BE49-F238E27FC236}">
                    <a16:creationId xmlns:a16="http://schemas.microsoft.com/office/drawing/2014/main" id="{FC92320F-9C4C-6C01-E641-5D61B0C65DDF}"/>
                  </a:ext>
                </a:extLst>
              </p14:cNvPr>
              <p14:cNvContentPartPr/>
              <p14:nvPr/>
            </p14:nvContentPartPr>
            <p14:xfrm>
              <a:off x="1784382" y="5311980"/>
              <a:ext cx="475920" cy="20880"/>
            </p14:xfrm>
          </p:contentPart>
        </mc:Choice>
        <mc:Fallback>
          <p:pic>
            <p:nvPicPr>
              <p:cNvPr id="8" name="잉크 7">
                <a:extLst>
                  <a:ext uri="{FF2B5EF4-FFF2-40B4-BE49-F238E27FC236}">
                    <a16:creationId xmlns:a16="http://schemas.microsoft.com/office/drawing/2014/main" id="{FC92320F-9C4C-6C01-E641-5D61B0C65DDF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748382" y="5239980"/>
                <a:ext cx="547560" cy="16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9" name="잉크 8">
                <a:extLst>
                  <a:ext uri="{FF2B5EF4-FFF2-40B4-BE49-F238E27FC236}">
                    <a16:creationId xmlns:a16="http://schemas.microsoft.com/office/drawing/2014/main" id="{288FD88E-B118-BDF2-B279-6D1251D2E236}"/>
                  </a:ext>
                </a:extLst>
              </p14:cNvPr>
              <p14:cNvContentPartPr/>
              <p14:nvPr/>
            </p14:nvContentPartPr>
            <p14:xfrm>
              <a:off x="1062942" y="5677740"/>
              <a:ext cx="1578600" cy="71640"/>
            </p14:xfrm>
          </p:contentPart>
        </mc:Choice>
        <mc:Fallback>
          <p:pic>
            <p:nvPicPr>
              <p:cNvPr id="9" name="잉크 8">
                <a:extLst>
                  <a:ext uri="{FF2B5EF4-FFF2-40B4-BE49-F238E27FC236}">
                    <a16:creationId xmlns:a16="http://schemas.microsoft.com/office/drawing/2014/main" id="{288FD88E-B118-BDF2-B279-6D1251D2E23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26942" y="5605740"/>
                <a:ext cx="1650240" cy="21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0" name="잉크 9">
                <a:extLst>
                  <a:ext uri="{FF2B5EF4-FFF2-40B4-BE49-F238E27FC236}">
                    <a16:creationId xmlns:a16="http://schemas.microsoft.com/office/drawing/2014/main" id="{8FE478F4-9BAC-241B-67CF-F267E555D5AA}"/>
                  </a:ext>
                </a:extLst>
              </p14:cNvPr>
              <p14:cNvContentPartPr/>
              <p14:nvPr/>
            </p14:nvContentPartPr>
            <p14:xfrm>
              <a:off x="2777982" y="5662620"/>
              <a:ext cx="843120" cy="43200"/>
            </p14:xfrm>
          </p:contentPart>
        </mc:Choice>
        <mc:Fallback>
          <p:pic>
            <p:nvPicPr>
              <p:cNvPr id="10" name="잉크 9">
                <a:extLst>
                  <a:ext uri="{FF2B5EF4-FFF2-40B4-BE49-F238E27FC236}">
                    <a16:creationId xmlns:a16="http://schemas.microsoft.com/office/drawing/2014/main" id="{8FE478F4-9BAC-241B-67CF-F267E555D5AA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742342" y="5590980"/>
                <a:ext cx="914760" cy="186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Unix</a:t>
            </a:r>
            <a:r>
              <a:rPr lang="ko-KR" altLang="en-US"/>
              <a:t> 파일 시스템 구조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85738" y="1484313"/>
            <a:ext cx="8715375" cy="5184775"/>
          </a:xfrm>
        </p:spPr>
        <p:txBody>
          <a:bodyPr/>
          <a:lstStyle/>
          <a:p>
            <a:pPr>
              <a:defRPr/>
            </a:pPr>
            <a:r>
              <a:rPr lang="ko-KR" altLang="en-US" sz="2000" b="1" dirty="0"/>
              <a:t>부트스트랩</a:t>
            </a:r>
            <a:endParaRPr lang="en-US" altLang="ko-KR" sz="2000" b="1" dirty="0"/>
          </a:p>
          <a:p>
            <a:pPr lvl="1">
              <a:defRPr/>
            </a:pPr>
            <a:r>
              <a:rPr lang="ko-KR" altLang="en-US" sz="1600" dirty="0"/>
              <a:t>부팅에 사용되는 </a:t>
            </a:r>
            <a:r>
              <a:rPr lang="ko-KR" altLang="en-US" sz="1600" dirty="0" err="1"/>
              <a:t>로더</a:t>
            </a:r>
            <a:r>
              <a:rPr lang="ko-KR" altLang="en-US" sz="1600" dirty="0"/>
              <a:t> 프로그램</a:t>
            </a:r>
            <a:endParaRPr lang="en-US" altLang="ko-KR" sz="1600" dirty="0"/>
          </a:p>
          <a:p>
            <a:pPr lvl="1">
              <a:defRPr/>
            </a:pPr>
            <a:r>
              <a:rPr lang="ko-KR" altLang="en-US" sz="1600" dirty="0"/>
              <a:t>시스템 </a:t>
            </a:r>
            <a:r>
              <a:rPr lang="ko-KR" altLang="en-US" sz="1600" dirty="0" err="1"/>
              <a:t>시작전</a:t>
            </a:r>
            <a:r>
              <a:rPr lang="ko-KR" altLang="en-US" sz="1600" dirty="0"/>
              <a:t> 파일시스템 로드 수행</a:t>
            </a:r>
            <a:endParaRPr lang="en-US" altLang="ko-KR" sz="1600" dirty="0"/>
          </a:p>
          <a:p>
            <a:pPr lvl="1">
              <a:defRPr/>
            </a:pPr>
            <a:endParaRPr lang="en-US" altLang="ko-KR" sz="1600" dirty="0"/>
          </a:p>
          <a:p>
            <a:pPr>
              <a:defRPr/>
            </a:pPr>
            <a:r>
              <a:rPr lang="ko-KR" altLang="en-US" sz="2000" b="1" dirty="0" err="1"/>
              <a:t>슈퍼블럭</a:t>
            </a:r>
            <a:endParaRPr lang="en-US" altLang="ko-KR" sz="2000" b="1" dirty="0"/>
          </a:p>
          <a:p>
            <a:pPr lvl="1">
              <a:defRPr/>
            </a:pPr>
            <a:r>
              <a:rPr lang="ko-KR" altLang="en-US" sz="1600" dirty="0"/>
              <a:t>파일 시스템 주요 정보 관리</a:t>
            </a:r>
            <a:endParaRPr lang="en-US" altLang="ko-KR" sz="1600" dirty="0"/>
          </a:p>
          <a:p>
            <a:pPr lvl="1">
              <a:defRPr/>
            </a:pPr>
            <a:r>
              <a:rPr lang="ko-KR" altLang="en-US" sz="1600" dirty="0"/>
              <a:t>블록 총수</a:t>
            </a:r>
            <a:r>
              <a:rPr lang="en-US" altLang="ko-KR" sz="1600" dirty="0"/>
              <a:t>, </a:t>
            </a:r>
            <a:r>
              <a:rPr lang="ko-KR" altLang="en-US" sz="1600" dirty="0"/>
              <a:t>자유 블록 수</a:t>
            </a:r>
            <a:r>
              <a:rPr lang="en-US" altLang="ko-KR" sz="1600" dirty="0"/>
              <a:t>, </a:t>
            </a:r>
          </a:p>
          <a:p>
            <a:pPr marL="571500" lvl="1" indent="0">
              <a:buFont typeface="Wingdings" panose="05000000000000000000" pitchFamily="2" charset="2"/>
              <a:buNone/>
              <a:defRPr/>
            </a:pPr>
            <a:r>
              <a:rPr lang="en-US" altLang="ko-KR" sz="1600" dirty="0"/>
              <a:t>     </a:t>
            </a:r>
            <a:r>
              <a:rPr lang="en-US" altLang="ko-KR" sz="1600" dirty="0" err="1"/>
              <a:t>i</a:t>
            </a:r>
            <a:r>
              <a:rPr lang="en-US" altLang="ko-KR" sz="1600" dirty="0"/>
              <a:t>-node </a:t>
            </a:r>
            <a:r>
              <a:rPr lang="ko-KR" altLang="en-US" sz="1600" dirty="0"/>
              <a:t>리스트의 크기</a:t>
            </a:r>
            <a:endParaRPr lang="en-US" altLang="ko-KR" sz="1600" dirty="0"/>
          </a:p>
          <a:p>
            <a:pPr marL="571500" lvl="1" indent="0">
              <a:buFont typeface="Wingdings" panose="05000000000000000000" pitchFamily="2" charset="2"/>
              <a:buNone/>
              <a:defRPr/>
            </a:pPr>
            <a:endParaRPr lang="en-US" altLang="ko-KR" sz="1600" dirty="0"/>
          </a:p>
          <a:p>
            <a:pPr>
              <a:defRPr/>
            </a:pPr>
            <a:r>
              <a:rPr lang="en-US" altLang="ko-KR" sz="2000" b="1" dirty="0" err="1"/>
              <a:t>i</a:t>
            </a:r>
            <a:r>
              <a:rPr lang="en-US" altLang="ko-KR" sz="2000" b="1" dirty="0"/>
              <a:t>-node: </a:t>
            </a:r>
            <a:r>
              <a:rPr lang="ko-KR" altLang="en-US" sz="2000" b="1" dirty="0"/>
              <a:t>파일 관리 단위</a:t>
            </a:r>
            <a:endParaRPr lang="en-US" altLang="ko-KR" sz="2000" b="1" dirty="0"/>
          </a:p>
          <a:p>
            <a:pPr lvl="1">
              <a:defRPr/>
            </a:pPr>
            <a:r>
              <a:rPr lang="ko-KR" altLang="en-US" sz="1600" dirty="0"/>
              <a:t>파일의 디스크 저장 위치 정보</a:t>
            </a:r>
            <a:endParaRPr lang="en-US" altLang="ko-KR" sz="1600" dirty="0"/>
          </a:p>
          <a:p>
            <a:pPr lvl="1">
              <a:defRPr/>
            </a:pPr>
            <a:r>
              <a:rPr lang="ko-KR" altLang="en-US" sz="1600" dirty="0"/>
              <a:t>파일의 소유자</a:t>
            </a:r>
            <a:r>
              <a:rPr lang="en-US" altLang="ko-KR" sz="1600" dirty="0"/>
              <a:t>, </a:t>
            </a:r>
            <a:r>
              <a:rPr lang="ko-KR" altLang="en-US" sz="1600" dirty="0"/>
              <a:t>접근허가</a:t>
            </a:r>
            <a:r>
              <a:rPr lang="en-US" altLang="ko-KR" sz="1600" dirty="0"/>
              <a:t>, </a:t>
            </a:r>
            <a:r>
              <a:rPr lang="ko-KR" altLang="en-US" sz="1600" dirty="0"/>
              <a:t>접근 시간 등</a:t>
            </a:r>
            <a:endParaRPr lang="en-US" altLang="ko-KR" sz="1600" dirty="0"/>
          </a:p>
          <a:p>
            <a:pPr lvl="1">
              <a:defRPr/>
            </a:pPr>
            <a:endParaRPr lang="en-US" altLang="ko-KR" sz="1600" dirty="0"/>
          </a:p>
          <a:p>
            <a:pPr>
              <a:defRPr/>
            </a:pPr>
            <a:r>
              <a:rPr lang="ko-KR" altLang="en-US" sz="2000" b="1" dirty="0"/>
              <a:t>데이터블록</a:t>
            </a:r>
            <a:endParaRPr lang="en-US" altLang="ko-KR" sz="2000" b="1" dirty="0"/>
          </a:p>
          <a:p>
            <a:pPr lvl="1">
              <a:defRPr/>
            </a:pPr>
            <a:r>
              <a:rPr lang="ko-KR" altLang="en-US" sz="1600" dirty="0"/>
              <a:t>파일의 실제 데이터를 저장</a:t>
            </a:r>
          </a:p>
        </p:txBody>
      </p:sp>
      <p:sp>
        <p:nvSpPr>
          <p:cNvPr id="11268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0596A38-7130-42DE-9A67-02A125B80078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4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pic>
        <p:nvPicPr>
          <p:cNvPr id="11269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6100" y="1844675"/>
            <a:ext cx="4600575" cy="302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42FE641C-87F1-5575-41FD-BFAFDBBB2C90}"/>
                  </a:ext>
                </a:extLst>
              </p14:cNvPr>
              <p14:cNvContentPartPr/>
              <p14:nvPr/>
            </p14:nvContentPartPr>
            <p14:xfrm>
              <a:off x="867822" y="229140"/>
              <a:ext cx="873360" cy="699480"/>
            </p14:xfrm>
          </p:contentPart>
        </mc:Choice>
        <mc:Fallback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42FE641C-87F1-5575-41FD-BFAFDBBB2C9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32182" y="157500"/>
                <a:ext cx="945000" cy="84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4394582E-7630-058A-A954-6682F767DE84}"/>
                  </a:ext>
                </a:extLst>
              </p14:cNvPr>
              <p14:cNvContentPartPr/>
              <p14:nvPr/>
            </p14:nvContentPartPr>
            <p14:xfrm>
              <a:off x="1655862" y="6018300"/>
              <a:ext cx="1866600" cy="68040"/>
            </p14:xfrm>
          </p:contentPart>
        </mc:Choice>
        <mc:Fallback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4394582E-7630-058A-A954-6682F767DE8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619862" y="5946300"/>
                <a:ext cx="1938240" cy="211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그룹 15">
            <a:extLst>
              <a:ext uri="{FF2B5EF4-FFF2-40B4-BE49-F238E27FC236}">
                <a16:creationId xmlns:a16="http://schemas.microsoft.com/office/drawing/2014/main" id="{457D29A3-F3D5-5741-E91E-3B3EC4B269F8}"/>
              </a:ext>
            </a:extLst>
          </p:cNvPr>
          <p:cNvGrpSpPr/>
          <p:nvPr/>
        </p:nvGrpSpPr>
        <p:grpSpPr>
          <a:xfrm>
            <a:off x="1798062" y="2798100"/>
            <a:ext cx="907200" cy="288000"/>
            <a:chOff x="1798062" y="2798100"/>
            <a:chExt cx="907200" cy="288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174AB097-7C9B-BF5E-F4BA-7974C87391E2}"/>
                    </a:ext>
                  </a:extLst>
                </p14:cNvPr>
                <p14:cNvContentPartPr/>
                <p14:nvPr/>
              </p14:nvContentPartPr>
              <p14:xfrm>
                <a:off x="1798062" y="2798100"/>
                <a:ext cx="99360" cy="97200"/>
              </p14:xfrm>
            </p:contentPart>
          </mc:Choice>
          <mc:Fallback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174AB097-7C9B-BF5E-F4BA-7974C87391E2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789062" y="2789460"/>
                  <a:ext cx="11700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A7DDD350-D5EB-0870-645B-E3B852F002F7}"/>
                    </a:ext>
                  </a:extLst>
                </p14:cNvPr>
                <p14:cNvContentPartPr/>
                <p14:nvPr/>
              </p14:nvContentPartPr>
              <p14:xfrm>
                <a:off x="1847382" y="2868660"/>
                <a:ext cx="17640" cy="87120"/>
              </p14:xfrm>
            </p:contentPart>
          </mc:Choice>
          <mc:Fallback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A7DDD350-D5EB-0870-645B-E3B852F002F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838382" y="2859660"/>
                  <a:ext cx="3528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3F79CFF0-E383-EB65-5EB5-40D02E2B93B1}"/>
                    </a:ext>
                  </a:extLst>
                </p14:cNvPr>
                <p14:cNvContentPartPr/>
                <p14:nvPr/>
              </p14:nvContentPartPr>
              <p14:xfrm>
                <a:off x="1825062" y="2922300"/>
                <a:ext cx="73800" cy="51120"/>
              </p14:xfrm>
            </p:contentPart>
          </mc:Choice>
          <mc:Fallback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3F79CFF0-E383-EB65-5EB5-40D02E2B93B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816422" y="2913300"/>
                  <a:ext cx="9144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B2BEF716-4750-C449-0B11-E3A187986253}"/>
                    </a:ext>
                  </a:extLst>
                </p14:cNvPr>
                <p14:cNvContentPartPr/>
                <p14:nvPr/>
              </p14:nvContentPartPr>
              <p14:xfrm>
                <a:off x="1873662" y="2842380"/>
                <a:ext cx="157320" cy="215280"/>
              </p14:xfrm>
            </p:contentPart>
          </mc:Choice>
          <mc:Fallback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B2BEF716-4750-C449-0B11-E3A187986253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864662" y="2833740"/>
                  <a:ext cx="17496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ECB69DC9-02EF-B9FD-B70B-FF32BCA9C090}"/>
                    </a:ext>
                  </a:extLst>
                </p14:cNvPr>
                <p14:cNvContentPartPr/>
                <p14:nvPr/>
              </p14:nvContentPartPr>
              <p14:xfrm>
                <a:off x="2083542" y="2806020"/>
                <a:ext cx="66600" cy="134280"/>
              </p14:xfrm>
            </p:contentPart>
          </mc:Choice>
          <mc:Fallback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ECB69DC9-02EF-B9FD-B70B-FF32BCA9C090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074902" y="2797020"/>
                  <a:ext cx="8424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07766811-6740-AC85-CCDE-197E1B0D7701}"/>
                    </a:ext>
                  </a:extLst>
                </p14:cNvPr>
                <p14:cNvContentPartPr/>
                <p14:nvPr/>
              </p14:nvContentPartPr>
              <p14:xfrm>
                <a:off x="2062302" y="2961540"/>
                <a:ext cx="104760" cy="82800"/>
              </p14:xfrm>
            </p:contentPart>
          </mc:Choice>
          <mc:Fallback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07766811-6740-AC85-CCDE-197E1B0D7701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053302" y="2952900"/>
                  <a:ext cx="12240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2D4B87F9-1B9A-8BDA-0A44-0F20FD83FD61}"/>
                    </a:ext>
                  </a:extLst>
                </p14:cNvPr>
                <p14:cNvContentPartPr/>
                <p14:nvPr/>
              </p14:nvContentPartPr>
              <p14:xfrm>
                <a:off x="2302422" y="2824020"/>
                <a:ext cx="89640" cy="141480"/>
              </p14:xfrm>
            </p:contentPart>
          </mc:Choice>
          <mc:Fallback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2D4B87F9-1B9A-8BDA-0A44-0F20FD83FD61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293782" y="2815020"/>
                  <a:ext cx="10728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A3304521-03A9-9FC9-88B8-7CBC05429B2D}"/>
                    </a:ext>
                  </a:extLst>
                </p14:cNvPr>
                <p14:cNvContentPartPr/>
                <p14:nvPr/>
              </p14:nvContentPartPr>
              <p14:xfrm>
                <a:off x="2353902" y="2855340"/>
                <a:ext cx="82080" cy="119880"/>
              </p14:xfrm>
            </p:contentPart>
          </mc:Choice>
          <mc:Fallback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A3304521-03A9-9FC9-88B8-7CBC05429B2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344902" y="2846700"/>
                  <a:ext cx="9972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2E2C1B17-016A-0A09-ECDC-34D23DFF461D}"/>
                    </a:ext>
                  </a:extLst>
                </p14:cNvPr>
                <p14:cNvContentPartPr/>
                <p14:nvPr/>
              </p14:nvContentPartPr>
              <p14:xfrm>
                <a:off x="2397462" y="2993220"/>
                <a:ext cx="77400" cy="7740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2E2C1B17-016A-0A09-ECDC-34D23DFF461D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388462" y="2984580"/>
                  <a:ext cx="9504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B0AA1886-6585-C25B-1853-F91A919451CD}"/>
                    </a:ext>
                  </a:extLst>
                </p14:cNvPr>
                <p14:cNvContentPartPr/>
                <p14:nvPr/>
              </p14:nvContentPartPr>
              <p14:xfrm>
                <a:off x="2483862" y="2864700"/>
                <a:ext cx="21960" cy="129960"/>
              </p14:xfrm>
            </p:contentPart>
          </mc:Choice>
          <mc:Fallback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B0AA1886-6585-C25B-1853-F91A919451CD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475222" y="2855700"/>
                  <a:ext cx="3960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508B0E86-CC0B-3427-4550-A1375E5AAB16}"/>
                    </a:ext>
                  </a:extLst>
                </p14:cNvPr>
                <p14:cNvContentPartPr/>
                <p14:nvPr/>
              </p14:nvContentPartPr>
              <p14:xfrm>
                <a:off x="2514462" y="2853180"/>
                <a:ext cx="190800" cy="232920"/>
              </p14:xfrm>
            </p:contentPart>
          </mc:Choice>
          <mc:Fallback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508B0E86-CC0B-3427-4550-A1375E5AAB16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505462" y="2844180"/>
                  <a:ext cx="208440" cy="250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11267" name="잉크 11266">
                <a:extLst>
                  <a:ext uri="{FF2B5EF4-FFF2-40B4-BE49-F238E27FC236}">
                    <a16:creationId xmlns:a16="http://schemas.microsoft.com/office/drawing/2014/main" id="{8FF75A84-F0A4-484C-1185-D419EEB29A29}"/>
                  </a:ext>
                </a:extLst>
              </p14:cNvPr>
              <p14:cNvContentPartPr/>
              <p14:nvPr/>
            </p14:nvContentPartPr>
            <p14:xfrm>
              <a:off x="995262" y="3570660"/>
              <a:ext cx="2207160" cy="39240"/>
            </p14:xfrm>
          </p:contentPart>
        </mc:Choice>
        <mc:Fallback>
          <p:pic>
            <p:nvPicPr>
              <p:cNvPr id="11267" name="잉크 11266">
                <a:extLst>
                  <a:ext uri="{FF2B5EF4-FFF2-40B4-BE49-F238E27FC236}">
                    <a16:creationId xmlns:a16="http://schemas.microsoft.com/office/drawing/2014/main" id="{8FF75A84-F0A4-484C-1185-D419EEB29A29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959262" y="3498660"/>
                <a:ext cx="2278800" cy="18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11270" name="잉크 11269">
                <a:extLst>
                  <a:ext uri="{FF2B5EF4-FFF2-40B4-BE49-F238E27FC236}">
                    <a16:creationId xmlns:a16="http://schemas.microsoft.com/office/drawing/2014/main" id="{B69C164D-7957-45C7-58D8-F1A0033CED5E}"/>
                  </a:ext>
                </a:extLst>
              </p14:cNvPr>
              <p14:cNvContentPartPr/>
              <p14:nvPr/>
            </p14:nvContentPartPr>
            <p14:xfrm>
              <a:off x="1107222" y="3840660"/>
              <a:ext cx="2136960" cy="72360"/>
            </p14:xfrm>
          </p:contentPart>
        </mc:Choice>
        <mc:Fallback>
          <p:pic>
            <p:nvPicPr>
              <p:cNvPr id="11270" name="잉크 11269">
                <a:extLst>
                  <a:ext uri="{FF2B5EF4-FFF2-40B4-BE49-F238E27FC236}">
                    <a16:creationId xmlns:a16="http://schemas.microsoft.com/office/drawing/2014/main" id="{B69C164D-7957-45C7-58D8-F1A0033CED5E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1071222" y="3768660"/>
                <a:ext cx="22086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11271" name="잉크 11270">
                <a:extLst>
                  <a:ext uri="{FF2B5EF4-FFF2-40B4-BE49-F238E27FC236}">
                    <a16:creationId xmlns:a16="http://schemas.microsoft.com/office/drawing/2014/main" id="{F87917C0-52D0-7A82-1B5C-D823A54E7E5F}"/>
                  </a:ext>
                </a:extLst>
              </p14:cNvPr>
              <p14:cNvContentPartPr/>
              <p14:nvPr/>
            </p14:nvContentPartPr>
            <p14:xfrm>
              <a:off x="1002462" y="5038740"/>
              <a:ext cx="3660120" cy="63000"/>
            </p14:xfrm>
          </p:contentPart>
        </mc:Choice>
        <mc:Fallback>
          <p:pic>
            <p:nvPicPr>
              <p:cNvPr id="11271" name="잉크 11270">
                <a:extLst>
                  <a:ext uri="{FF2B5EF4-FFF2-40B4-BE49-F238E27FC236}">
                    <a16:creationId xmlns:a16="http://schemas.microsoft.com/office/drawing/2014/main" id="{F87917C0-52D0-7A82-1B5C-D823A54E7E5F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966462" y="4966740"/>
                <a:ext cx="3731760" cy="206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1309" name="그룹 11308">
            <a:extLst>
              <a:ext uri="{FF2B5EF4-FFF2-40B4-BE49-F238E27FC236}">
                <a16:creationId xmlns:a16="http://schemas.microsoft.com/office/drawing/2014/main" id="{48E5F23F-0EBE-9C5D-8E25-C250177D5D92}"/>
              </a:ext>
            </a:extLst>
          </p:cNvPr>
          <p:cNvGrpSpPr/>
          <p:nvPr/>
        </p:nvGrpSpPr>
        <p:grpSpPr>
          <a:xfrm>
            <a:off x="5016822" y="2920860"/>
            <a:ext cx="833760" cy="755280"/>
            <a:chOff x="5016822" y="2920860"/>
            <a:chExt cx="833760" cy="755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11272" name="잉크 11271">
                  <a:extLst>
                    <a:ext uri="{FF2B5EF4-FFF2-40B4-BE49-F238E27FC236}">
                      <a16:creationId xmlns:a16="http://schemas.microsoft.com/office/drawing/2014/main" id="{94F335D7-D4D4-5A65-164C-013CC576BA27}"/>
                    </a:ext>
                  </a:extLst>
                </p14:cNvPr>
                <p14:cNvContentPartPr/>
                <p14:nvPr/>
              </p14:nvContentPartPr>
              <p14:xfrm>
                <a:off x="5279622" y="2997180"/>
                <a:ext cx="531360" cy="144360"/>
              </p14:xfrm>
            </p:contentPart>
          </mc:Choice>
          <mc:Fallback>
            <p:pic>
              <p:nvPicPr>
                <p:cNvPr id="11272" name="잉크 11271">
                  <a:extLst>
                    <a:ext uri="{FF2B5EF4-FFF2-40B4-BE49-F238E27FC236}">
                      <a16:creationId xmlns:a16="http://schemas.microsoft.com/office/drawing/2014/main" id="{94F335D7-D4D4-5A65-164C-013CC576BA27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5270622" y="2988540"/>
                  <a:ext cx="54900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11273" name="잉크 11272">
                  <a:extLst>
                    <a:ext uri="{FF2B5EF4-FFF2-40B4-BE49-F238E27FC236}">
                      <a16:creationId xmlns:a16="http://schemas.microsoft.com/office/drawing/2014/main" id="{BA7B82C7-35C1-4A71-7531-59343F306DB5}"/>
                    </a:ext>
                  </a:extLst>
                </p14:cNvPr>
                <p14:cNvContentPartPr/>
                <p14:nvPr/>
              </p14:nvContentPartPr>
              <p14:xfrm>
                <a:off x="5260182" y="3465540"/>
                <a:ext cx="590400" cy="144720"/>
              </p14:xfrm>
            </p:contentPart>
          </mc:Choice>
          <mc:Fallback>
            <p:pic>
              <p:nvPicPr>
                <p:cNvPr id="11273" name="잉크 11272">
                  <a:extLst>
                    <a:ext uri="{FF2B5EF4-FFF2-40B4-BE49-F238E27FC236}">
                      <a16:creationId xmlns:a16="http://schemas.microsoft.com/office/drawing/2014/main" id="{BA7B82C7-35C1-4A71-7531-59343F306DB5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5251542" y="3456900"/>
                  <a:ext cx="60804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11274" name="잉크 11273">
                  <a:extLst>
                    <a:ext uri="{FF2B5EF4-FFF2-40B4-BE49-F238E27FC236}">
                      <a16:creationId xmlns:a16="http://schemas.microsoft.com/office/drawing/2014/main" id="{4381ACFC-FE19-F710-6683-2EDEDE2B5650}"/>
                    </a:ext>
                  </a:extLst>
                </p14:cNvPr>
                <p14:cNvContentPartPr/>
                <p14:nvPr/>
              </p14:nvContentPartPr>
              <p14:xfrm>
                <a:off x="5016822" y="3113100"/>
                <a:ext cx="295200" cy="558000"/>
              </p14:xfrm>
            </p:contentPart>
          </mc:Choice>
          <mc:Fallback>
            <p:pic>
              <p:nvPicPr>
                <p:cNvPr id="11274" name="잉크 11273">
                  <a:extLst>
                    <a:ext uri="{FF2B5EF4-FFF2-40B4-BE49-F238E27FC236}">
                      <a16:creationId xmlns:a16="http://schemas.microsoft.com/office/drawing/2014/main" id="{4381ACFC-FE19-F710-6683-2EDEDE2B5650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5008182" y="3104460"/>
                  <a:ext cx="312840" cy="57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11276" name="잉크 11275">
                  <a:extLst>
                    <a:ext uri="{FF2B5EF4-FFF2-40B4-BE49-F238E27FC236}">
                      <a16:creationId xmlns:a16="http://schemas.microsoft.com/office/drawing/2014/main" id="{E87AAF03-697C-BBA9-3440-73EE5C8C5548}"/>
                    </a:ext>
                  </a:extLst>
                </p14:cNvPr>
                <p14:cNvContentPartPr/>
                <p14:nvPr/>
              </p14:nvContentPartPr>
              <p14:xfrm>
                <a:off x="5444502" y="2920860"/>
                <a:ext cx="116640" cy="236880"/>
              </p14:xfrm>
            </p:contentPart>
          </mc:Choice>
          <mc:Fallback>
            <p:pic>
              <p:nvPicPr>
                <p:cNvPr id="11276" name="잉크 11275">
                  <a:extLst>
                    <a:ext uri="{FF2B5EF4-FFF2-40B4-BE49-F238E27FC236}">
                      <a16:creationId xmlns:a16="http://schemas.microsoft.com/office/drawing/2014/main" id="{E87AAF03-697C-BBA9-3440-73EE5C8C5548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5435502" y="2911860"/>
                  <a:ext cx="13428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11277" name="잉크 11276">
                  <a:extLst>
                    <a:ext uri="{FF2B5EF4-FFF2-40B4-BE49-F238E27FC236}">
                      <a16:creationId xmlns:a16="http://schemas.microsoft.com/office/drawing/2014/main" id="{64E81D24-A6A7-36AE-9474-FBC98CFDC04A}"/>
                    </a:ext>
                  </a:extLst>
                </p14:cNvPr>
                <p14:cNvContentPartPr/>
                <p14:nvPr/>
              </p14:nvContentPartPr>
              <p14:xfrm>
                <a:off x="5454582" y="3068100"/>
                <a:ext cx="127440" cy="18720"/>
              </p14:xfrm>
            </p:contentPart>
          </mc:Choice>
          <mc:Fallback>
            <p:pic>
              <p:nvPicPr>
                <p:cNvPr id="11277" name="잉크 11276">
                  <a:extLst>
                    <a:ext uri="{FF2B5EF4-FFF2-40B4-BE49-F238E27FC236}">
                      <a16:creationId xmlns:a16="http://schemas.microsoft.com/office/drawing/2014/main" id="{64E81D24-A6A7-36AE-9474-FBC98CFDC04A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5445942" y="3059100"/>
                  <a:ext cx="14508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11282" name="잉크 11281">
                  <a:extLst>
                    <a:ext uri="{FF2B5EF4-FFF2-40B4-BE49-F238E27FC236}">
                      <a16:creationId xmlns:a16="http://schemas.microsoft.com/office/drawing/2014/main" id="{B7671355-F6B6-71B9-CA0B-5BC821FC57DB}"/>
                    </a:ext>
                  </a:extLst>
                </p14:cNvPr>
                <p14:cNvContentPartPr/>
                <p14:nvPr/>
              </p14:nvContentPartPr>
              <p14:xfrm>
                <a:off x="5463222" y="3448620"/>
                <a:ext cx="16920" cy="191880"/>
              </p14:xfrm>
            </p:contentPart>
          </mc:Choice>
          <mc:Fallback>
            <p:pic>
              <p:nvPicPr>
                <p:cNvPr id="11282" name="잉크 11281">
                  <a:extLst>
                    <a:ext uri="{FF2B5EF4-FFF2-40B4-BE49-F238E27FC236}">
                      <a16:creationId xmlns:a16="http://schemas.microsoft.com/office/drawing/2014/main" id="{B7671355-F6B6-71B9-CA0B-5BC821FC57DB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5454222" y="3439620"/>
                  <a:ext cx="3456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11283" name="잉크 11282">
                  <a:extLst>
                    <a:ext uri="{FF2B5EF4-FFF2-40B4-BE49-F238E27FC236}">
                      <a16:creationId xmlns:a16="http://schemas.microsoft.com/office/drawing/2014/main" id="{15F009D8-1920-DC3A-3596-11D01288D8EF}"/>
                    </a:ext>
                  </a:extLst>
                </p14:cNvPr>
                <p14:cNvContentPartPr/>
                <p14:nvPr/>
              </p14:nvContentPartPr>
              <p14:xfrm>
                <a:off x="5449902" y="3435300"/>
                <a:ext cx="94320" cy="240840"/>
              </p14:xfrm>
            </p:contentPart>
          </mc:Choice>
          <mc:Fallback>
            <p:pic>
              <p:nvPicPr>
                <p:cNvPr id="11283" name="잉크 11282">
                  <a:extLst>
                    <a:ext uri="{FF2B5EF4-FFF2-40B4-BE49-F238E27FC236}">
                      <a16:creationId xmlns:a16="http://schemas.microsoft.com/office/drawing/2014/main" id="{15F009D8-1920-DC3A-3596-11D01288D8EF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5440902" y="3426300"/>
                  <a:ext cx="111960" cy="25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308" name="그룹 11307">
            <a:extLst>
              <a:ext uri="{FF2B5EF4-FFF2-40B4-BE49-F238E27FC236}">
                <a16:creationId xmlns:a16="http://schemas.microsoft.com/office/drawing/2014/main" id="{B15E3201-1493-0B91-F6EB-2B729D019C0E}"/>
              </a:ext>
            </a:extLst>
          </p:cNvPr>
          <p:cNvGrpSpPr/>
          <p:nvPr/>
        </p:nvGrpSpPr>
        <p:grpSpPr>
          <a:xfrm>
            <a:off x="6796302" y="4432860"/>
            <a:ext cx="754200" cy="320760"/>
            <a:chOff x="6796302" y="4432860"/>
            <a:chExt cx="754200" cy="320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11279" name="잉크 11278">
                  <a:extLst>
                    <a:ext uri="{FF2B5EF4-FFF2-40B4-BE49-F238E27FC236}">
                      <a16:creationId xmlns:a16="http://schemas.microsoft.com/office/drawing/2014/main" id="{75FFCFB2-A625-8236-3F5A-C256F97481AE}"/>
                    </a:ext>
                  </a:extLst>
                </p14:cNvPr>
                <p14:cNvContentPartPr/>
                <p14:nvPr/>
              </p14:nvContentPartPr>
              <p14:xfrm>
                <a:off x="6800622" y="4432860"/>
                <a:ext cx="90360" cy="265680"/>
              </p14:xfrm>
            </p:contentPart>
          </mc:Choice>
          <mc:Fallback>
            <p:pic>
              <p:nvPicPr>
                <p:cNvPr id="11279" name="잉크 11278">
                  <a:extLst>
                    <a:ext uri="{FF2B5EF4-FFF2-40B4-BE49-F238E27FC236}">
                      <a16:creationId xmlns:a16="http://schemas.microsoft.com/office/drawing/2014/main" id="{75FFCFB2-A625-8236-3F5A-C256F97481AE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6791982" y="4423860"/>
                  <a:ext cx="10800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11280" name="잉크 11279">
                  <a:extLst>
                    <a:ext uri="{FF2B5EF4-FFF2-40B4-BE49-F238E27FC236}">
                      <a16:creationId xmlns:a16="http://schemas.microsoft.com/office/drawing/2014/main" id="{21132646-6041-C494-41F1-62704E059754}"/>
                    </a:ext>
                  </a:extLst>
                </p14:cNvPr>
                <p14:cNvContentPartPr/>
                <p14:nvPr/>
              </p14:nvContentPartPr>
              <p14:xfrm>
                <a:off x="6796302" y="4563540"/>
                <a:ext cx="91800" cy="33840"/>
              </p14:xfrm>
            </p:contentPart>
          </mc:Choice>
          <mc:Fallback>
            <p:pic>
              <p:nvPicPr>
                <p:cNvPr id="11280" name="잉크 11279">
                  <a:extLst>
                    <a:ext uri="{FF2B5EF4-FFF2-40B4-BE49-F238E27FC236}">
                      <a16:creationId xmlns:a16="http://schemas.microsoft.com/office/drawing/2014/main" id="{21132646-6041-C494-41F1-62704E059754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6787662" y="4554900"/>
                  <a:ext cx="10944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11284" name="잉크 11283">
                  <a:extLst>
                    <a:ext uri="{FF2B5EF4-FFF2-40B4-BE49-F238E27FC236}">
                      <a16:creationId xmlns:a16="http://schemas.microsoft.com/office/drawing/2014/main" id="{0CD33AB3-13C3-7DE2-6D6A-E7EBC05057CE}"/>
                    </a:ext>
                  </a:extLst>
                </p14:cNvPr>
                <p14:cNvContentPartPr/>
                <p14:nvPr/>
              </p14:nvContentPartPr>
              <p14:xfrm>
                <a:off x="6962982" y="4486860"/>
                <a:ext cx="41760" cy="149040"/>
              </p14:xfrm>
            </p:contentPart>
          </mc:Choice>
          <mc:Fallback>
            <p:pic>
              <p:nvPicPr>
                <p:cNvPr id="11284" name="잉크 11283">
                  <a:extLst>
                    <a:ext uri="{FF2B5EF4-FFF2-40B4-BE49-F238E27FC236}">
                      <a16:creationId xmlns:a16="http://schemas.microsoft.com/office/drawing/2014/main" id="{0CD33AB3-13C3-7DE2-6D6A-E7EBC05057CE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6953982" y="4477860"/>
                  <a:ext cx="5940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11285" name="잉크 11284">
                  <a:extLst>
                    <a:ext uri="{FF2B5EF4-FFF2-40B4-BE49-F238E27FC236}">
                      <a16:creationId xmlns:a16="http://schemas.microsoft.com/office/drawing/2014/main" id="{798E8FCE-C4F1-DF2D-E584-4A138F80F1C7}"/>
                    </a:ext>
                  </a:extLst>
                </p14:cNvPr>
                <p14:cNvContentPartPr/>
                <p14:nvPr/>
              </p14:nvContentPartPr>
              <p14:xfrm>
                <a:off x="6986382" y="4566060"/>
                <a:ext cx="59040" cy="41400"/>
              </p14:xfrm>
            </p:contentPart>
          </mc:Choice>
          <mc:Fallback>
            <p:pic>
              <p:nvPicPr>
                <p:cNvPr id="11285" name="잉크 11284">
                  <a:extLst>
                    <a:ext uri="{FF2B5EF4-FFF2-40B4-BE49-F238E27FC236}">
                      <a16:creationId xmlns:a16="http://schemas.microsoft.com/office/drawing/2014/main" id="{798E8FCE-C4F1-DF2D-E584-4A138F80F1C7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6977742" y="4557060"/>
                  <a:ext cx="7668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11286" name="잉크 11285">
                  <a:extLst>
                    <a:ext uri="{FF2B5EF4-FFF2-40B4-BE49-F238E27FC236}">
                      <a16:creationId xmlns:a16="http://schemas.microsoft.com/office/drawing/2014/main" id="{2537BB83-D75A-785D-5900-2A99FFFE9612}"/>
                    </a:ext>
                  </a:extLst>
                </p14:cNvPr>
                <p14:cNvContentPartPr/>
                <p14:nvPr/>
              </p14:nvContentPartPr>
              <p14:xfrm>
                <a:off x="7053702" y="4510980"/>
                <a:ext cx="29520" cy="92520"/>
              </p14:xfrm>
            </p:contentPart>
          </mc:Choice>
          <mc:Fallback>
            <p:pic>
              <p:nvPicPr>
                <p:cNvPr id="11286" name="잉크 11285">
                  <a:extLst>
                    <a:ext uri="{FF2B5EF4-FFF2-40B4-BE49-F238E27FC236}">
                      <a16:creationId xmlns:a16="http://schemas.microsoft.com/office/drawing/2014/main" id="{2537BB83-D75A-785D-5900-2A99FFFE9612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7044702" y="4501980"/>
                  <a:ext cx="4716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11287" name="잉크 11286">
                  <a:extLst>
                    <a:ext uri="{FF2B5EF4-FFF2-40B4-BE49-F238E27FC236}">
                      <a16:creationId xmlns:a16="http://schemas.microsoft.com/office/drawing/2014/main" id="{A3D47A4A-5772-AFC6-0D1E-A2B0891F916E}"/>
                    </a:ext>
                  </a:extLst>
                </p14:cNvPr>
                <p14:cNvContentPartPr/>
                <p14:nvPr/>
              </p14:nvContentPartPr>
              <p14:xfrm>
                <a:off x="6991782" y="4642740"/>
                <a:ext cx="96120" cy="83880"/>
              </p14:xfrm>
            </p:contentPart>
          </mc:Choice>
          <mc:Fallback>
            <p:pic>
              <p:nvPicPr>
                <p:cNvPr id="11287" name="잉크 11286">
                  <a:extLst>
                    <a:ext uri="{FF2B5EF4-FFF2-40B4-BE49-F238E27FC236}">
                      <a16:creationId xmlns:a16="http://schemas.microsoft.com/office/drawing/2014/main" id="{A3D47A4A-5772-AFC6-0D1E-A2B0891F916E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6982782" y="4634100"/>
                  <a:ext cx="11376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11288" name="잉크 11287">
                  <a:extLst>
                    <a:ext uri="{FF2B5EF4-FFF2-40B4-BE49-F238E27FC236}">
                      <a16:creationId xmlns:a16="http://schemas.microsoft.com/office/drawing/2014/main" id="{CC229E0A-4E07-7918-D271-57B1DA6A18C0}"/>
                    </a:ext>
                  </a:extLst>
                </p14:cNvPr>
                <p14:cNvContentPartPr/>
                <p14:nvPr/>
              </p14:nvContentPartPr>
              <p14:xfrm>
                <a:off x="7116342" y="4533660"/>
                <a:ext cx="83880" cy="115560"/>
              </p14:xfrm>
            </p:contentPart>
          </mc:Choice>
          <mc:Fallback>
            <p:pic>
              <p:nvPicPr>
                <p:cNvPr id="11288" name="잉크 11287">
                  <a:extLst>
                    <a:ext uri="{FF2B5EF4-FFF2-40B4-BE49-F238E27FC236}">
                      <a16:creationId xmlns:a16="http://schemas.microsoft.com/office/drawing/2014/main" id="{CC229E0A-4E07-7918-D271-57B1DA6A18C0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7107702" y="4525020"/>
                  <a:ext cx="10152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11289" name="잉크 11288">
                  <a:extLst>
                    <a:ext uri="{FF2B5EF4-FFF2-40B4-BE49-F238E27FC236}">
                      <a16:creationId xmlns:a16="http://schemas.microsoft.com/office/drawing/2014/main" id="{0FFEDD85-E8CA-D424-0631-5A712E41754B}"/>
                    </a:ext>
                  </a:extLst>
                </p14:cNvPr>
                <p14:cNvContentPartPr/>
                <p14:nvPr/>
              </p14:nvContentPartPr>
              <p14:xfrm>
                <a:off x="7187622" y="4542660"/>
                <a:ext cx="122760" cy="150480"/>
              </p14:xfrm>
            </p:contentPart>
          </mc:Choice>
          <mc:Fallback>
            <p:pic>
              <p:nvPicPr>
                <p:cNvPr id="11289" name="잉크 11288">
                  <a:extLst>
                    <a:ext uri="{FF2B5EF4-FFF2-40B4-BE49-F238E27FC236}">
                      <a16:creationId xmlns:a16="http://schemas.microsoft.com/office/drawing/2014/main" id="{0FFEDD85-E8CA-D424-0631-5A712E41754B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7178982" y="4534020"/>
                  <a:ext cx="14040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11290" name="잉크 11289">
                  <a:extLst>
                    <a:ext uri="{FF2B5EF4-FFF2-40B4-BE49-F238E27FC236}">
                      <a16:creationId xmlns:a16="http://schemas.microsoft.com/office/drawing/2014/main" id="{C27D17DF-9162-D4F2-D9BB-A544C8FD8305}"/>
                    </a:ext>
                  </a:extLst>
                </p14:cNvPr>
                <p14:cNvContentPartPr/>
                <p14:nvPr/>
              </p14:nvContentPartPr>
              <p14:xfrm>
                <a:off x="7413702" y="4478580"/>
                <a:ext cx="44640" cy="47880"/>
              </p14:xfrm>
            </p:contentPart>
          </mc:Choice>
          <mc:Fallback>
            <p:pic>
              <p:nvPicPr>
                <p:cNvPr id="11290" name="잉크 11289">
                  <a:extLst>
                    <a:ext uri="{FF2B5EF4-FFF2-40B4-BE49-F238E27FC236}">
                      <a16:creationId xmlns:a16="http://schemas.microsoft.com/office/drawing/2014/main" id="{C27D17DF-9162-D4F2-D9BB-A544C8FD8305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7404702" y="4469940"/>
                  <a:ext cx="6228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11291" name="잉크 11290">
                  <a:extLst>
                    <a:ext uri="{FF2B5EF4-FFF2-40B4-BE49-F238E27FC236}">
                      <a16:creationId xmlns:a16="http://schemas.microsoft.com/office/drawing/2014/main" id="{E1A6D400-00CF-5E6C-D768-06BBA0E2DF48}"/>
                    </a:ext>
                  </a:extLst>
                </p14:cNvPr>
                <p14:cNvContentPartPr/>
                <p14:nvPr/>
              </p14:nvContentPartPr>
              <p14:xfrm>
                <a:off x="7404342" y="4529700"/>
                <a:ext cx="123840" cy="70200"/>
              </p14:xfrm>
            </p:contentPart>
          </mc:Choice>
          <mc:Fallback>
            <p:pic>
              <p:nvPicPr>
                <p:cNvPr id="11291" name="잉크 11290">
                  <a:extLst>
                    <a:ext uri="{FF2B5EF4-FFF2-40B4-BE49-F238E27FC236}">
                      <a16:creationId xmlns:a16="http://schemas.microsoft.com/office/drawing/2014/main" id="{E1A6D400-00CF-5E6C-D768-06BBA0E2DF48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7395342" y="4521060"/>
                  <a:ext cx="14148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11292" name="잉크 11291">
                  <a:extLst>
                    <a:ext uri="{FF2B5EF4-FFF2-40B4-BE49-F238E27FC236}">
                      <a16:creationId xmlns:a16="http://schemas.microsoft.com/office/drawing/2014/main" id="{6D459B1C-7388-975C-7901-DE0B72EC20A8}"/>
                    </a:ext>
                  </a:extLst>
                </p14:cNvPr>
                <p14:cNvContentPartPr/>
                <p14:nvPr/>
              </p14:nvContentPartPr>
              <p14:xfrm>
                <a:off x="7398582" y="4633380"/>
                <a:ext cx="151920" cy="120240"/>
              </p14:xfrm>
            </p:contentPart>
          </mc:Choice>
          <mc:Fallback>
            <p:pic>
              <p:nvPicPr>
                <p:cNvPr id="11292" name="잉크 11291">
                  <a:extLst>
                    <a:ext uri="{FF2B5EF4-FFF2-40B4-BE49-F238E27FC236}">
                      <a16:creationId xmlns:a16="http://schemas.microsoft.com/office/drawing/2014/main" id="{6D459B1C-7388-975C-7901-DE0B72EC20A8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7389942" y="4624380"/>
                  <a:ext cx="169560" cy="13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307" name="그룹 11306">
            <a:extLst>
              <a:ext uri="{FF2B5EF4-FFF2-40B4-BE49-F238E27FC236}">
                <a16:creationId xmlns:a16="http://schemas.microsoft.com/office/drawing/2014/main" id="{20165EEF-9073-4BC4-5754-668B2A5AC819}"/>
              </a:ext>
            </a:extLst>
          </p:cNvPr>
          <p:cNvGrpSpPr/>
          <p:nvPr/>
        </p:nvGrpSpPr>
        <p:grpSpPr>
          <a:xfrm>
            <a:off x="7728702" y="4509180"/>
            <a:ext cx="1161720" cy="208440"/>
            <a:chOff x="7728702" y="4509180"/>
            <a:chExt cx="1161720" cy="208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11293" name="잉크 11292">
                  <a:extLst>
                    <a:ext uri="{FF2B5EF4-FFF2-40B4-BE49-F238E27FC236}">
                      <a16:creationId xmlns:a16="http://schemas.microsoft.com/office/drawing/2014/main" id="{69765623-83D3-D3A7-C028-831E51F5369E}"/>
                    </a:ext>
                  </a:extLst>
                </p14:cNvPr>
                <p14:cNvContentPartPr/>
                <p14:nvPr/>
              </p14:nvContentPartPr>
              <p14:xfrm>
                <a:off x="7732302" y="4531860"/>
                <a:ext cx="14040" cy="183960"/>
              </p14:xfrm>
            </p:contentPart>
          </mc:Choice>
          <mc:Fallback>
            <p:pic>
              <p:nvPicPr>
                <p:cNvPr id="11293" name="잉크 11292">
                  <a:extLst>
                    <a:ext uri="{FF2B5EF4-FFF2-40B4-BE49-F238E27FC236}">
                      <a16:creationId xmlns:a16="http://schemas.microsoft.com/office/drawing/2014/main" id="{69765623-83D3-D3A7-C028-831E51F5369E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7723662" y="4523220"/>
                  <a:ext cx="3168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11294" name="잉크 11293">
                  <a:extLst>
                    <a:ext uri="{FF2B5EF4-FFF2-40B4-BE49-F238E27FC236}">
                      <a16:creationId xmlns:a16="http://schemas.microsoft.com/office/drawing/2014/main" id="{C57F8126-329C-8EAC-C0F7-7689EBECF5FC}"/>
                    </a:ext>
                  </a:extLst>
                </p14:cNvPr>
                <p14:cNvContentPartPr/>
                <p14:nvPr/>
              </p14:nvContentPartPr>
              <p14:xfrm>
                <a:off x="7728702" y="4517460"/>
                <a:ext cx="100800" cy="196920"/>
              </p14:xfrm>
            </p:contentPart>
          </mc:Choice>
          <mc:Fallback>
            <p:pic>
              <p:nvPicPr>
                <p:cNvPr id="11294" name="잉크 11293">
                  <a:extLst>
                    <a:ext uri="{FF2B5EF4-FFF2-40B4-BE49-F238E27FC236}">
                      <a16:creationId xmlns:a16="http://schemas.microsoft.com/office/drawing/2014/main" id="{C57F8126-329C-8EAC-C0F7-7689EBECF5FC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7720062" y="4508460"/>
                  <a:ext cx="11844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11295" name="잉크 11294">
                  <a:extLst>
                    <a:ext uri="{FF2B5EF4-FFF2-40B4-BE49-F238E27FC236}">
                      <a16:creationId xmlns:a16="http://schemas.microsoft.com/office/drawing/2014/main" id="{5D750BE5-91D5-EB55-5F5D-DDAA15484A19}"/>
                    </a:ext>
                  </a:extLst>
                </p14:cNvPr>
                <p14:cNvContentPartPr/>
                <p14:nvPr/>
              </p14:nvContentPartPr>
              <p14:xfrm>
                <a:off x="7869102" y="4563180"/>
                <a:ext cx="56520" cy="94680"/>
              </p14:xfrm>
            </p:contentPart>
          </mc:Choice>
          <mc:Fallback>
            <p:pic>
              <p:nvPicPr>
                <p:cNvPr id="11295" name="잉크 11294">
                  <a:extLst>
                    <a:ext uri="{FF2B5EF4-FFF2-40B4-BE49-F238E27FC236}">
                      <a16:creationId xmlns:a16="http://schemas.microsoft.com/office/drawing/2014/main" id="{5D750BE5-91D5-EB55-5F5D-DDAA15484A19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7860462" y="4554180"/>
                  <a:ext cx="7416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11296" name="잉크 11295">
                  <a:extLst>
                    <a:ext uri="{FF2B5EF4-FFF2-40B4-BE49-F238E27FC236}">
                      <a16:creationId xmlns:a16="http://schemas.microsoft.com/office/drawing/2014/main" id="{C15EA888-772A-61D6-3C60-FBD5B593BFED}"/>
                    </a:ext>
                  </a:extLst>
                </p14:cNvPr>
                <p14:cNvContentPartPr/>
                <p14:nvPr/>
              </p14:nvContentPartPr>
              <p14:xfrm>
                <a:off x="7928862" y="4560660"/>
                <a:ext cx="67680" cy="113400"/>
              </p14:xfrm>
            </p:contentPart>
          </mc:Choice>
          <mc:Fallback>
            <p:pic>
              <p:nvPicPr>
                <p:cNvPr id="11296" name="잉크 11295">
                  <a:extLst>
                    <a:ext uri="{FF2B5EF4-FFF2-40B4-BE49-F238E27FC236}">
                      <a16:creationId xmlns:a16="http://schemas.microsoft.com/office/drawing/2014/main" id="{C15EA888-772A-61D6-3C60-FBD5B593BFED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7920222" y="4551660"/>
                  <a:ext cx="8532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11297" name="잉크 11296">
                  <a:extLst>
                    <a:ext uri="{FF2B5EF4-FFF2-40B4-BE49-F238E27FC236}">
                      <a16:creationId xmlns:a16="http://schemas.microsoft.com/office/drawing/2014/main" id="{6B045C51-B175-A84E-53F1-81C922256901}"/>
                    </a:ext>
                  </a:extLst>
                </p14:cNvPr>
                <p14:cNvContentPartPr/>
                <p14:nvPr/>
              </p14:nvContentPartPr>
              <p14:xfrm>
                <a:off x="8044422" y="4559940"/>
                <a:ext cx="79200" cy="104040"/>
              </p14:xfrm>
            </p:contentPart>
          </mc:Choice>
          <mc:Fallback>
            <p:pic>
              <p:nvPicPr>
                <p:cNvPr id="11297" name="잉크 11296">
                  <a:extLst>
                    <a:ext uri="{FF2B5EF4-FFF2-40B4-BE49-F238E27FC236}">
                      <a16:creationId xmlns:a16="http://schemas.microsoft.com/office/drawing/2014/main" id="{6B045C51-B175-A84E-53F1-81C922256901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8035782" y="4550940"/>
                  <a:ext cx="9684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11298" name="잉크 11297">
                  <a:extLst>
                    <a:ext uri="{FF2B5EF4-FFF2-40B4-BE49-F238E27FC236}">
                      <a16:creationId xmlns:a16="http://schemas.microsoft.com/office/drawing/2014/main" id="{AF95CD09-B2C2-1AED-02DF-D5A2E04658B8}"/>
                    </a:ext>
                  </a:extLst>
                </p14:cNvPr>
                <p14:cNvContentPartPr/>
                <p14:nvPr/>
              </p14:nvContentPartPr>
              <p14:xfrm>
                <a:off x="8113902" y="4531500"/>
                <a:ext cx="81360" cy="102240"/>
              </p14:xfrm>
            </p:contentPart>
          </mc:Choice>
          <mc:Fallback>
            <p:pic>
              <p:nvPicPr>
                <p:cNvPr id="11298" name="잉크 11297">
                  <a:extLst>
                    <a:ext uri="{FF2B5EF4-FFF2-40B4-BE49-F238E27FC236}">
                      <a16:creationId xmlns:a16="http://schemas.microsoft.com/office/drawing/2014/main" id="{AF95CD09-B2C2-1AED-02DF-D5A2E04658B8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105262" y="4522860"/>
                  <a:ext cx="9900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11299" name="잉크 11298">
                  <a:extLst>
                    <a:ext uri="{FF2B5EF4-FFF2-40B4-BE49-F238E27FC236}">
                      <a16:creationId xmlns:a16="http://schemas.microsoft.com/office/drawing/2014/main" id="{58904C34-483B-D475-38D0-A375ECAC779D}"/>
                    </a:ext>
                  </a:extLst>
                </p14:cNvPr>
                <p14:cNvContentPartPr/>
                <p14:nvPr/>
              </p14:nvContentPartPr>
              <p14:xfrm>
                <a:off x="8233422" y="4532220"/>
                <a:ext cx="20520" cy="163080"/>
              </p14:xfrm>
            </p:contentPart>
          </mc:Choice>
          <mc:Fallback>
            <p:pic>
              <p:nvPicPr>
                <p:cNvPr id="11299" name="잉크 11298">
                  <a:extLst>
                    <a:ext uri="{FF2B5EF4-FFF2-40B4-BE49-F238E27FC236}">
                      <a16:creationId xmlns:a16="http://schemas.microsoft.com/office/drawing/2014/main" id="{58904C34-483B-D475-38D0-A375ECAC779D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8224422" y="4523580"/>
                  <a:ext cx="3816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11300" name="잉크 11299">
                  <a:extLst>
                    <a:ext uri="{FF2B5EF4-FFF2-40B4-BE49-F238E27FC236}">
                      <a16:creationId xmlns:a16="http://schemas.microsoft.com/office/drawing/2014/main" id="{8A65514A-83A8-054C-0C5D-F6B1278883D1}"/>
                    </a:ext>
                  </a:extLst>
                </p14:cNvPr>
                <p14:cNvContentPartPr/>
                <p14:nvPr/>
              </p14:nvContentPartPr>
              <p14:xfrm>
                <a:off x="8354382" y="4513860"/>
                <a:ext cx="88200" cy="106920"/>
              </p14:xfrm>
            </p:contentPart>
          </mc:Choice>
          <mc:Fallback>
            <p:pic>
              <p:nvPicPr>
                <p:cNvPr id="11300" name="잉크 11299">
                  <a:extLst>
                    <a:ext uri="{FF2B5EF4-FFF2-40B4-BE49-F238E27FC236}">
                      <a16:creationId xmlns:a16="http://schemas.microsoft.com/office/drawing/2014/main" id="{8A65514A-83A8-054C-0C5D-F6B1278883D1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8345382" y="4504860"/>
                  <a:ext cx="10584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11301" name="잉크 11300">
                  <a:extLst>
                    <a:ext uri="{FF2B5EF4-FFF2-40B4-BE49-F238E27FC236}">
                      <a16:creationId xmlns:a16="http://schemas.microsoft.com/office/drawing/2014/main" id="{FCA09557-C83F-7548-6F45-A2C4C7246BA2}"/>
                    </a:ext>
                  </a:extLst>
                </p14:cNvPr>
                <p14:cNvContentPartPr/>
                <p14:nvPr/>
              </p14:nvContentPartPr>
              <p14:xfrm>
                <a:off x="8450862" y="4516740"/>
                <a:ext cx="57960" cy="71640"/>
              </p14:xfrm>
            </p:contentPart>
          </mc:Choice>
          <mc:Fallback>
            <p:pic>
              <p:nvPicPr>
                <p:cNvPr id="11301" name="잉크 11300">
                  <a:extLst>
                    <a:ext uri="{FF2B5EF4-FFF2-40B4-BE49-F238E27FC236}">
                      <a16:creationId xmlns:a16="http://schemas.microsoft.com/office/drawing/2014/main" id="{FCA09557-C83F-7548-6F45-A2C4C7246BA2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8441862" y="4507740"/>
                  <a:ext cx="7560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11302" name="잉크 11301">
                  <a:extLst>
                    <a:ext uri="{FF2B5EF4-FFF2-40B4-BE49-F238E27FC236}">
                      <a16:creationId xmlns:a16="http://schemas.microsoft.com/office/drawing/2014/main" id="{02D47A5C-D5D8-7C3F-9E7C-B31B40BD4F2D}"/>
                    </a:ext>
                  </a:extLst>
                </p14:cNvPr>
                <p14:cNvContentPartPr/>
                <p14:nvPr/>
              </p14:nvContentPartPr>
              <p14:xfrm>
                <a:off x="8385702" y="4660380"/>
                <a:ext cx="100800" cy="57240"/>
              </p14:xfrm>
            </p:contentPart>
          </mc:Choice>
          <mc:Fallback>
            <p:pic>
              <p:nvPicPr>
                <p:cNvPr id="11302" name="잉크 11301">
                  <a:extLst>
                    <a:ext uri="{FF2B5EF4-FFF2-40B4-BE49-F238E27FC236}">
                      <a16:creationId xmlns:a16="http://schemas.microsoft.com/office/drawing/2014/main" id="{02D47A5C-D5D8-7C3F-9E7C-B31B40BD4F2D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8377062" y="4651380"/>
                  <a:ext cx="11844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11303" name="잉크 11302">
                  <a:extLst>
                    <a:ext uri="{FF2B5EF4-FFF2-40B4-BE49-F238E27FC236}">
                      <a16:creationId xmlns:a16="http://schemas.microsoft.com/office/drawing/2014/main" id="{03DE7DCC-F1D9-287F-2BF0-5538DAD566FC}"/>
                    </a:ext>
                  </a:extLst>
                </p14:cNvPr>
                <p14:cNvContentPartPr/>
                <p14:nvPr/>
              </p14:nvContentPartPr>
              <p14:xfrm>
                <a:off x="8530782" y="4540140"/>
                <a:ext cx="102960" cy="134640"/>
              </p14:xfrm>
            </p:contentPart>
          </mc:Choice>
          <mc:Fallback>
            <p:pic>
              <p:nvPicPr>
                <p:cNvPr id="11303" name="잉크 11302">
                  <a:extLst>
                    <a:ext uri="{FF2B5EF4-FFF2-40B4-BE49-F238E27FC236}">
                      <a16:creationId xmlns:a16="http://schemas.microsoft.com/office/drawing/2014/main" id="{03DE7DCC-F1D9-287F-2BF0-5538DAD566FC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8521782" y="4531500"/>
                  <a:ext cx="12060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11304" name="잉크 11303">
                  <a:extLst>
                    <a:ext uri="{FF2B5EF4-FFF2-40B4-BE49-F238E27FC236}">
                      <a16:creationId xmlns:a16="http://schemas.microsoft.com/office/drawing/2014/main" id="{9C6E3AB5-C96C-7590-BAEE-7F29A09D5965}"/>
                    </a:ext>
                  </a:extLst>
                </p14:cNvPr>
                <p14:cNvContentPartPr/>
                <p14:nvPr/>
              </p14:nvContentPartPr>
              <p14:xfrm>
                <a:off x="8612862" y="4555980"/>
                <a:ext cx="101520" cy="155160"/>
              </p14:xfrm>
            </p:contentPart>
          </mc:Choice>
          <mc:Fallback>
            <p:pic>
              <p:nvPicPr>
                <p:cNvPr id="11304" name="잉크 11303">
                  <a:extLst>
                    <a:ext uri="{FF2B5EF4-FFF2-40B4-BE49-F238E27FC236}">
                      <a16:creationId xmlns:a16="http://schemas.microsoft.com/office/drawing/2014/main" id="{9C6E3AB5-C96C-7590-BAEE-7F29A09D5965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8604222" y="4546980"/>
                  <a:ext cx="11916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11305" name="잉크 11304">
                  <a:extLst>
                    <a:ext uri="{FF2B5EF4-FFF2-40B4-BE49-F238E27FC236}">
                      <a16:creationId xmlns:a16="http://schemas.microsoft.com/office/drawing/2014/main" id="{E7464E28-2FD9-9F1E-9412-C423FFC8CEAE}"/>
                    </a:ext>
                  </a:extLst>
                </p14:cNvPr>
                <p14:cNvContentPartPr/>
                <p14:nvPr/>
              </p14:nvContentPartPr>
              <p14:xfrm>
                <a:off x="8762982" y="4543020"/>
                <a:ext cx="127440" cy="131040"/>
              </p14:xfrm>
            </p:contentPart>
          </mc:Choice>
          <mc:Fallback>
            <p:pic>
              <p:nvPicPr>
                <p:cNvPr id="11305" name="잉크 11304">
                  <a:extLst>
                    <a:ext uri="{FF2B5EF4-FFF2-40B4-BE49-F238E27FC236}">
                      <a16:creationId xmlns:a16="http://schemas.microsoft.com/office/drawing/2014/main" id="{E7464E28-2FD9-9F1E-9412-C423FFC8CEAE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8753982" y="4534020"/>
                  <a:ext cx="14508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11306" name="잉크 11305">
                  <a:extLst>
                    <a:ext uri="{FF2B5EF4-FFF2-40B4-BE49-F238E27FC236}">
                      <a16:creationId xmlns:a16="http://schemas.microsoft.com/office/drawing/2014/main" id="{25AA5CAB-BE27-00F5-A8D3-A6C568DA20B6}"/>
                    </a:ext>
                  </a:extLst>
                </p14:cNvPr>
                <p14:cNvContentPartPr/>
                <p14:nvPr/>
              </p14:nvContentPartPr>
              <p14:xfrm>
                <a:off x="8756502" y="4509180"/>
                <a:ext cx="116280" cy="196200"/>
              </p14:xfrm>
            </p:contentPart>
          </mc:Choice>
          <mc:Fallback>
            <p:pic>
              <p:nvPicPr>
                <p:cNvPr id="11306" name="잉크 11305">
                  <a:extLst>
                    <a:ext uri="{FF2B5EF4-FFF2-40B4-BE49-F238E27FC236}">
                      <a16:creationId xmlns:a16="http://schemas.microsoft.com/office/drawing/2014/main" id="{25AA5CAB-BE27-00F5-A8D3-A6C568DA20B6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8747502" y="4500180"/>
                  <a:ext cx="133920" cy="21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319" name="그룹 11318">
            <a:extLst>
              <a:ext uri="{FF2B5EF4-FFF2-40B4-BE49-F238E27FC236}">
                <a16:creationId xmlns:a16="http://schemas.microsoft.com/office/drawing/2014/main" id="{E3B43AE6-A8FC-3F8A-F1F2-3D4CEFF7604C}"/>
              </a:ext>
            </a:extLst>
          </p:cNvPr>
          <p:cNvGrpSpPr/>
          <p:nvPr/>
        </p:nvGrpSpPr>
        <p:grpSpPr>
          <a:xfrm>
            <a:off x="6827982" y="4898700"/>
            <a:ext cx="397080" cy="240480"/>
            <a:chOff x="6827982" y="4898700"/>
            <a:chExt cx="397080" cy="240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11310" name="잉크 11309">
                  <a:extLst>
                    <a:ext uri="{FF2B5EF4-FFF2-40B4-BE49-F238E27FC236}">
                      <a16:creationId xmlns:a16="http://schemas.microsoft.com/office/drawing/2014/main" id="{BAA99E14-1042-6079-C149-4453325088D0}"/>
                    </a:ext>
                  </a:extLst>
                </p14:cNvPr>
                <p14:cNvContentPartPr/>
                <p14:nvPr/>
              </p14:nvContentPartPr>
              <p14:xfrm>
                <a:off x="6827982" y="4898700"/>
                <a:ext cx="50400" cy="235800"/>
              </p14:xfrm>
            </p:contentPart>
          </mc:Choice>
          <mc:Fallback>
            <p:pic>
              <p:nvPicPr>
                <p:cNvPr id="11310" name="잉크 11309">
                  <a:extLst>
                    <a:ext uri="{FF2B5EF4-FFF2-40B4-BE49-F238E27FC236}">
                      <a16:creationId xmlns:a16="http://schemas.microsoft.com/office/drawing/2014/main" id="{BAA99E14-1042-6079-C149-4453325088D0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6819342" y="4890060"/>
                  <a:ext cx="6804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11311" name="잉크 11310">
                  <a:extLst>
                    <a:ext uri="{FF2B5EF4-FFF2-40B4-BE49-F238E27FC236}">
                      <a16:creationId xmlns:a16="http://schemas.microsoft.com/office/drawing/2014/main" id="{1C529570-5C9B-B1AF-24D3-89CAB699EDD1}"/>
                    </a:ext>
                  </a:extLst>
                </p14:cNvPr>
                <p14:cNvContentPartPr/>
                <p14:nvPr/>
              </p14:nvContentPartPr>
              <p14:xfrm>
                <a:off x="6892422" y="4924620"/>
                <a:ext cx="55440" cy="203760"/>
              </p14:xfrm>
            </p:contentPart>
          </mc:Choice>
          <mc:Fallback>
            <p:pic>
              <p:nvPicPr>
                <p:cNvPr id="11311" name="잉크 11310">
                  <a:extLst>
                    <a:ext uri="{FF2B5EF4-FFF2-40B4-BE49-F238E27FC236}">
                      <a16:creationId xmlns:a16="http://schemas.microsoft.com/office/drawing/2014/main" id="{1C529570-5C9B-B1AF-24D3-89CAB699EDD1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6883422" y="4915620"/>
                  <a:ext cx="7308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11312" name="잉크 11311">
                  <a:extLst>
                    <a:ext uri="{FF2B5EF4-FFF2-40B4-BE49-F238E27FC236}">
                      <a16:creationId xmlns:a16="http://schemas.microsoft.com/office/drawing/2014/main" id="{EBCA7FCB-986B-1C5B-479F-AEF7999480A5}"/>
                    </a:ext>
                  </a:extLst>
                </p14:cNvPr>
                <p14:cNvContentPartPr/>
                <p14:nvPr/>
              </p14:nvContentPartPr>
              <p14:xfrm>
                <a:off x="6851022" y="5003820"/>
                <a:ext cx="75240" cy="33120"/>
              </p14:xfrm>
            </p:contentPart>
          </mc:Choice>
          <mc:Fallback>
            <p:pic>
              <p:nvPicPr>
                <p:cNvPr id="11312" name="잉크 11311">
                  <a:extLst>
                    <a:ext uri="{FF2B5EF4-FFF2-40B4-BE49-F238E27FC236}">
                      <a16:creationId xmlns:a16="http://schemas.microsoft.com/office/drawing/2014/main" id="{EBCA7FCB-986B-1C5B-479F-AEF7999480A5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6842022" y="4995180"/>
                  <a:ext cx="9288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11313" name="잉크 11312">
                  <a:extLst>
                    <a:ext uri="{FF2B5EF4-FFF2-40B4-BE49-F238E27FC236}">
                      <a16:creationId xmlns:a16="http://schemas.microsoft.com/office/drawing/2014/main" id="{923385C2-4569-9A91-9EAD-A388393920F8}"/>
                    </a:ext>
                  </a:extLst>
                </p14:cNvPr>
                <p14:cNvContentPartPr/>
                <p14:nvPr/>
              </p14:nvContentPartPr>
              <p14:xfrm>
                <a:off x="7013022" y="4966020"/>
                <a:ext cx="16560" cy="88920"/>
              </p14:xfrm>
            </p:contentPart>
          </mc:Choice>
          <mc:Fallback>
            <p:pic>
              <p:nvPicPr>
                <p:cNvPr id="11313" name="잉크 11312">
                  <a:extLst>
                    <a:ext uri="{FF2B5EF4-FFF2-40B4-BE49-F238E27FC236}">
                      <a16:creationId xmlns:a16="http://schemas.microsoft.com/office/drawing/2014/main" id="{923385C2-4569-9A91-9EAD-A388393920F8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7004382" y="4957020"/>
                  <a:ext cx="3420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11314" name="잉크 11313">
                  <a:extLst>
                    <a:ext uri="{FF2B5EF4-FFF2-40B4-BE49-F238E27FC236}">
                      <a16:creationId xmlns:a16="http://schemas.microsoft.com/office/drawing/2014/main" id="{97C40BCF-7678-209B-03E3-6DE6334BCC90}"/>
                    </a:ext>
                  </a:extLst>
                </p14:cNvPr>
                <p14:cNvContentPartPr/>
                <p14:nvPr/>
              </p14:nvContentPartPr>
              <p14:xfrm>
                <a:off x="7011582" y="4968180"/>
                <a:ext cx="201600" cy="99720"/>
              </p14:xfrm>
            </p:contentPart>
          </mc:Choice>
          <mc:Fallback>
            <p:pic>
              <p:nvPicPr>
                <p:cNvPr id="11314" name="잉크 11313">
                  <a:extLst>
                    <a:ext uri="{FF2B5EF4-FFF2-40B4-BE49-F238E27FC236}">
                      <a16:creationId xmlns:a16="http://schemas.microsoft.com/office/drawing/2014/main" id="{97C40BCF-7678-209B-03E3-6DE6334BCC90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7002942" y="4959540"/>
                  <a:ext cx="21924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11315" name="잉크 11314">
                  <a:extLst>
                    <a:ext uri="{FF2B5EF4-FFF2-40B4-BE49-F238E27FC236}">
                      <a16:creationId xmlns:a16="http://schemas.microsoft.com/office/drawing/2014/main" id="{6E5AAC5C-A776-DB0E-4023-928791A2043A}"/>
                    </a:ext>
                  </a:extLst>
                </p14:cNvPr>
                <p14:cNvContentPartPr/>
                <p14:nvPr/>
              </p14:nvContentPartPr>
              <p14:xfrm>
                <a:off x="7094022" y="5085540"/>
                <a:ext cx="131040" cy="53640"/>
              </p14:xfrm>
            </p:contentPart>
          </mc:Choice>
          <mc:Fallback>
            <p:pic>
              <p:nvPicPr>
                <p:cNvPr id="11315" name="잉크 11314">
                  <a:extLst>
                    <a:ext uri="{FF2B5EF4-FFF2-40B4-BE49-F238E27FC236}">
                      <a16:creationId xmlns:a16="http://schemas.microsoft.com/office/drawing/2014/main" id="{6E5AAC5C-A776-DB0E-4023-928791A2043A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7085022" y="5076540"/>
                  <a:ext cx="148680" cy="7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331" name="그룹 11330">
            <a:extLst>
              <a:ext uri="{FF2B5EF4-FFF2-40B4-BE49-F238E27FC236}">
                <a16:creationId xmlns:a16="http://schemas.microsoft.com/office/drawing/2014/main" id="{1EF04ACF-7A00-5369-1194-8FF9940EFBB2}"/>
              </a:ext>
            </a:extLst>
          </p:cNvPr>
          <p:cNvGrpSpPr/>
          <p:nvPr/>
        </p:nvGrpSpPr>
        <p:grpSpPr>
          <a:xfrm>
            <a:off x="7373742" y="4921740"/>
            <a:ext cx="714600" cy="248400"/>
            <a:chOff x="7373742" y="4921740"/>
            <a:chExt cx="714600" cy="248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11320" name="잉크 11319">
                  <a:extLst>
                    <a:ext uri="{FF2B5EF4-FFF2-40B4-BE49-F238E27FC236}">
                      <a16:creationId xmlns:a16="http://schemas.microsoft.com/office/drawing/2014/main" id="{93F12CC1-B6E0-209E-9B5B-D20F6B8641A4}"/>
                    </a:ext>
                  </a:extLst>
                </p14:cNvPr>
                <p14:cNvContentPartPr/>
                <p14:nvPr/>
              </p14:nvContentPartPr>
              <p14:xfrm>
                <a:off x="7373742" y="4921740"/>
                <a:ext cx="99360" cy="162000"/>
              </p14:xfrm>
            </p:contentPart>
          </mc:Choice>
          <mc:Fallback>
            <p:pic>
              <p:nvPicPr>
                <p:cNvPr id="11320" name="잉크 11319">
                  <a:extLst>
                    <a:ext uri="{FF2B5EF4-FFF2-40B4-BE49-F238E27FC236}">
                      <a16:creationId xmlns:a16="http://schemas.microsoft.com/office/drawing/2014/main" id="{93F12CC1-B6E0-209E-9B5B-D20F6B8641A4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7365102" y="4912740"/>
                  <a:ext cx="11700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11321" name="잉크 11320">
                  <a:extLst>
                    <a:ext uri="{FF2B5EF4-FFF2-40B4-BE49-F238E27FC236}">
                      <a16:creationId xmlns:a16="http://schemas.microsoft.com/office/drawing/2014/main" id="{E14BB1AA-6555-1E57-C532-FD25F46E4A4B}"/>
                    </a:ext>
                  </a:extLst>
                </p14:cNvPr>
                <p14:cNvContentPartPr/>
                <p14:nvPr/>
              </p14:nvContentPartPr>
              <p14:xfrm>
                <a:off x="7477782" y="4943700"/>
                <a:ext cx="56880" cy="140400"/>
              </p14:xfrm>
            </p:contentPart>
          </mc:Choice>
          <mc:Fallback>
            <p:pic>
              <p:nvPicPr>
                <p:cNvPr id="11321" name="잉크 11320">
                  <a:extLst>
                    <a:ext uri="{FF2B5EF4-FFF2-40B4-BE49-F238E27FC236}">
                      <a16:creationId xmlns:a16="http://schemas.microsoft.com/office/drawing/2014/main" id="{E14BB1AA-6555-1E57-C532-FD25F46E4A4B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7469142" y="4934700"/>
                  <a:ext cx="7452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11322" name="잉크 11321">
                  <a:extLst>
                    <a:ext uri="{FF2B5EF4-FFF2-40B4-BE49-F238E27FC236}">
                      <a16:creationId xmlns:a16="http://schemas.microsoft.com/office/drawing/2014/main" id="{ABAE7DC3-26FF-0913-E53B-3D215ECDDCFA}"/>
                    </a:ext>
                  </a:extLst>
                </p14:cNvPr>
                <p14:cNvContentPartPr/>
                <p14:nvPr/>
              </p14:nvContentPartPr>
              <p14:xfrm>
                <a:off x="7402182" y="5077980"/>
                <a:ext cx="109440" cy="92160"/>
              </p14:xfrm>
            </p:contentPart>
          </mc:Choice>
          <mc:Fallback>
            <p:pic>
              <p:nvPicPr>
                <p:cNvPr id="11322" name="잉크 11321">
                  <a:extLst>
                    <a:ext uri="{FF2B5EF4-FFF2-40B4-BE49-F238E27FC236}">
                      <a16:creationId xmlns:a16="http://schemas.microsoft.com/office/drawing/2014/main" id="{ABAE7DC3-26FF-0913-E53B-3D215ECDDCFA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7393182" y="5069340"/>
                  <a:ext cx="12708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11323" name="잉크 11322">
                  <a:extLst>
                    <a:ext uri="{FF2B5EF4-FFF2-40B4-BE49-F238E27FC236}">
                      <a16:creationId xmlns:a16="http://schemas.microsoft.com/office/drawing/2014/main" id="{FBB6F258-C46D-E498-156F-D790F04C64D0}"/>
                    </a:ext>
                  </a:extLst>
                </p14:cNvPr>
                <p14:cNvContentPartPr/>
                <p14:nvPr/>
              </p14:nvContentPartPr>
              <p14:xfrm>
                <a:off x="7545822" y="4991580"/>
                <a:ext cx="97920" cy="119880"/>
              </p14:xfrm>
            </p:contentPart>
          </mc:Choice>
          <mc:Fallback>
            <p:pic>
              <p:nvPicPr>
                <p:cNvPr id="11323" name="잉크 11322">
                  <a:extLst>
                    <a:ext uri="{FF2B5EF4-FFF2-40B4-BE49-F238E27FC236}">
                      <a16:creationId xmlns:a16="http://schemas.microsoft.com/office/drawing/2014/main" id="{FBB6F258-C46D-E498-156F-D790F04C64D0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7537182" y="4982580"/>
                  <a:ext cx="11556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11324" name="잉크 11323">
                  <a:extLst>
                    <a:ext uri="{FF2B5EF4-FFF2-40B4-BE49-F238E27FC236}">
                      <a16:creationId xmlns:a16="http://schemas.microsoft.com/office/drawing/2014/main" id="{0F179E01-1D4B-8813-16D1-9C7315B7CAB2}"/>
                    </a:ext>
                  </a:extLst>
                </p14:cNvPr>
                <p14:cNvContentPartPr/>
                <p14:nvPr/>
              </p14:nvContentPartPr>
              <p14:xfrm>
                <a:off x="7627902" y="5033340"/>
                <a:ext cx="56160" cy="96480"/>
              </p14:xfrm>
            </p:contentPart>
          </mc:Choice>
          <mc:Fallback>
            <p:pic>
              <p:nvPicPr>
                <p:cNvPr id="11324" name="잉크 11323">
                  <a:extLst>
                    <a:ext uri="{FF2B5EF4-FFF2-40B4-BE49-F238E27FC236}">
                      <a16:creationId xmlns:a16="http://schemas.microsoft.com/office/drawing/2014/main" id="{0F179E01-1D4B-8813-16D1-9C7315B7CAB2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7619262" y="5024340"/>
                  <a:ext cx="7380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11325" name="잉크 11324">
                  <a:extLst>
                    <a:ext uri="{FF2B5EF4-FFF2-40B4-BE49-F238E27FC236}">
                      <a16:creationId xmlns:a16="http://schemas.microsoft.com/office/drawing/2014/main" id="{6BD52163-54A2-DC4C-CC41-069F32075649}"/>
                    </a:ext>
                  </a:extLst>
                </p14:cNvPr>
                <p14:cNvContentPartPr/>
                <p14:nvPr/>
              </p14:nvContentPartPr>
              <p14:xfrm>
                <a:off x="7711062" y="4983300"/>
                <a:ext cx="86400" cy="162000"/>
              </p14:xfrm>
            </p:contentPart>
          </mc:Choice>
          <mc:Fallback>
            <p:pic>
              <p:nvPicPr>
                <p:cNvPr id="11325" name="잉크 11324">
                  <a:extLst>
                    <a:ext uri="{FF2B5EF4-FFF2-40B4-BE49-F238E27FC236}">
                      <a16:creationId xmlns:a16="http://schemas.microsoft.com/office/drawing/2014/main" id="{6BD52163-54A2-DC4C-CC41-069F32075649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7702062" y="4974660"/>
                  <a:ext cx="10404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11326" name="잉크 11325">
                  <a:extLst>
                    <a:ext uri="{FF2B5EF4-FFF2-40B4-BE49-F238E27FC236}">
                      <a16:creationId xmlns:a16="http://schemas.microsoft.com/office/drawing/2014/main" id="{DB87AF6F-8734-6B9B-6746-5DD30B07AAEA}"/>
                    </a:ext>
                  </a:extLst>
                </p14:cNvPr>
                <p14:cNvContentPartPr/>
                <p14:nvPr/>
              </p14:nvContentPartPr>
              <p14:xfrm>
                <a:off x="7733742" y="5022180"/>
                <a:ext cx="100440" cy="125280"/>
              </p14:xfrm>
            </p:contentPart>
          </mc:Choice>
          <mc:Fallback>
            <p:pic>
              <p:nvPicPr>
                <p:cNvPr id="11326" name="잉크 11325">
                  <a:extLst>
                    <a:ext uri="{FF2B5EF4-FFF2-40B4-BE49-F238E27FC236}">
                      <a16:creationId xmlns:a16="http://schemas.microsoft.com/office/drawing/2014/main" id="{DB87AF6F-8734-6B9B-6746-5DD30B07AAEA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7725102" y="5013180"/>
                  <a:ext cx="11808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11327" name="잉크 11326">
                  <a:extLst>
                    <a:ext uri="{FF2B5EF4-FFF2-40B4-BE49-F238E27FC236}">
                      <a16:creationId xmlns:a16="http://schemas.microsoft.com/office/drawing/2014/main" id="{C46B29E5-720F-5584-C5AC-39587F3340C8}"/>
                    </a:ext>
                  </a:extLst>
                </p14:cNvPr>
                <p14:cNvContentPartPr/>
                <p14:nvPr/>
              </p14:nvContentPartPr>
              <p14:xfrm>
                <a:off x="7856142" y="4997700"/>
                <a:ext cx="75240" cy="123840"/>
              </p14:xfrm>
            </p:contentPart>
          </mc:Choice>
          <mc:Fallback>
            <p:pic>
              <p:nvPicPr>
                <p:cNvPr id="11327" name="잉크 11326">
                  <a:extLst>
                    <a:ext uri="{FF2B5EF4-FFF2-40B4-BE49-F238E27FC236}">
                      <a16:creationId xmlns:a16="http://schemas.microsoft.com/office/drawing/2014/main" id="{C46B29E5-720F-5584-C5AC-39587F3340C8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7847142" y="4989060"/>
                  <a:ext cx="9288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11328" name="잉크 11327">
                  <a:extLst>
                    <a:ext uri="{FF2B5EF4-FFF2-40B4-BE49-F238E27FC236}">
                      <a16:creationId xmlns:a16="http://schemas.microsoft.com/office/drawing/2014/main" id="{1F79AFDE-BB98-1330-D11F-2A6EE040C245}"/>
                    </a:ext>
                  </a:extLst>
                </p14:cNvPr>
                <p14:cNvContentPartPr/>
                <p14:nvPr/>
              </p14:nvContentPartPr>
              <p14:xfrm>
                <a:off x="7936062" y="4983300"/>
                <a:ext cx="112320" cy="95040"/>
              </p14:xfrm>
            </p:contentPart>
          </mc:Choice>
          <mc:Fallback>
            <p:pic>
              <p:nvPicPr>
                <p:cNvPr id="11328" name="잉크 11327">
                  <a:extLst>
                    <a:ext uri="{FF2B5EF4-FFF2-40B4-BE49-F238E27FC236}">
                      <a16:creationId xmlns:a16="http://schemas.microsoft.com/office/drawing/2014/main" id="{1F79AFDE-BB98-1330-D11F-2A6EE040C245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7927062" y="4974660"/>
                  <a:ext cx="12996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11329" name="잉크 11328">
                  <a:extLst>
                    <a:ext uri="{FF2B5EF4-FFF2-40B4-BE49-F238E27FC236}">
                      <a16:creationId xmlns:a16="http://schemas.microsoft.com/office/drawing/2014/main" id="{8EC953F1-BF8C-F6CF-C0BF-BF34D1BF1757}"/>
                    </a:ext>
                  </a:extLst>
                </p14:cNvPr>
                <p14:cNvContentPartPr/>
                <p14:nvPr/>
              </p14:nvContentPartPr>
              <p14:xfrm>
                <a:off x="7973862" y="5011740"/>
                <a:ext cx="102600" cy="29880"/>
              </p14:xfrm>
            </p:contentPart>
          </mc:Choice>
          <mc:Fallback>
            <p:pic>
              <p:nvPicPr>
                <p:cNvPr id="11329" name="잉크 11328">
                  <a:extLst>
                    <a:ext uri="{FF2B5EF4-FFF2-40B4-BE49-F238E27FC236}">
                      <a16:creationId xmlns:a16="http://schemas.microsoft.com/office/drawing/2014/main" id="{8EC953F1-BF8C-F6CF-C0BF-BF34D1BF1757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7964862" y="5003100"/>
                  <a:ext cx="12024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11330" name="잉크 11329">
                  <a:extLst>
                    <a:ext uri="{FF2B5EF4-FFF2-40B4-BE49-F238E27FC236}">
                      <a16:creationId xmlns:a16="http://schemas.microsoft.com/office/drawing/2014/main" id="{97ABC746-689B-28A5-E2D7-EEE937C747B6}"/>
                    </a:ext>
                  </a:extLst>
                </p14:cNvPr>
                <p14:cNvContentPartPr/>
                <p14:nvPr/>
              </p14:nvContentPartPr>
              <p14:xfrm>
                <a:off x="8053062" y="4923540"/>
                <a:ext cx="35280" cy="221760"/>
              </p14:xfrm>
            </p:contentPart>
          </mc:Choice>
          <mc:Fallback>
            <p:pic>
              <p:nvPicPr>
                <p:cNvPr id="11330" name="잉크 11329">
                  <a:extLst>
                    <a:ext uri="{FF2B5EF4-FFF2-40B4-BE49-F238E27FC236}">
                      <a16:creationId xmlns:a16="http://schemas.microsoft.com/office/drawing/2014/main" id="{97ABC746-689B-28A5-E2D7-EEE937C747B6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8044422" y="4914900"/>
                  <a:ext cx="52920" cy="23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363" name="그룹 11362">
            <a:extLst>
              <a:ext uri="{FF2B5EF4-FFF2-40B4-BE49-F238E27FC236}">
                <a16:creationId xmlns:a16="http://schemas.microsoft.com/office/drawing/2014/main" id="{445C5AD2-4A91-B103-9FB0-13DB7E217563}"/>
              </a:ext>
            </a:extLst>
          </p:cNvPr>
          <p:cNvGrpSpPr/>
          <p:nvPr/>
        </p:nvGrpSpPr>
        <p:grpSpPr>
          <a:xfrm>
            <a:off x="6866142" y="5297580"/>
            <a:ext cx="2235960" cy="275040"/>
            <a:chOff x="6866142" y="5297580"/>
            <a:chExt cx="2235960" cy="275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11332" name="잉크 11331">
                  <a:extLst>
                    <a:ext uri="{FF2B5EF4-FFF2-40B4-BE49-F238E27FC236}">
                      <a16:creationId xmlns:a16="http://schemas.microsoft.com/office/drawing/2014/main" id="{C32822B8-4E12-A323-4DA1-86D205EE6ACA}"/>
                    </a:ext>
                  </a:extLst>
                </p14:cNvPr>
                <p14:cNvContentPartPr/>
                <p14:nvPr/>
              </p14:nvContentPartPr>
              <p14:xfrm>
                <a:off x="6866142" y="5323860"/>
                <a:ext cx="21240" cy="213120"/>
              </p14:xfrm>
            </p:contentPart>
          </mc:Choice>
          <mc:Fallback>
            <p:pic>
              <p:nvPicPr>
                <p:cNvPr id="11332" name="잉크 11331">
                  <a:extLst>
                    <a:ext uri="{FF2B5EF4-FFF2-40B4-BE49-F238E27FC236}">
                      <a16:creationId xmlns:a16="http://schemas.microsoft.com/office/drawing/2014/main" id="{C32822B8-4E12-A323-4DA1-86D205EE6ACA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6857502" y="5315220"/>
                  <a:ext cx="3888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11333" name="잉크 11332">
                  <a:extLst>
                    <a:ext uri="{FF2B5EF4-FFF2-40B4-BE49-F238E27FC236}">
                      <a16:creationId xmlns:a16="http://schemas.microsoft.com/office/drawing/2014/main" id="{0FED31A5-209E-A6EB-A2CE-0AB2A76202E1}"/>
                    </a:ext>
                  </a:extLst>
                </p14:cNvPr>
                <p14:cNvContentPartPr/>
                <p14:nvPr/>
              </p14:nvContentPartPr>
              <p14:xfrm>
                <a:off x="6898182" y="5339340"/>
                <a:ext cx="87480" cy="184320"/>
              </p14:xfrm>
            </p:contentPart>
          </mc:Choice>
          <mc:Fallback>
            <p:pic>
              <p:nvPicPr>
                <p:cNvPr id="11333" name="잉크 11332">
                  <a:extLst>
                    <a:ext uri="{FF2B5EF4-FFF2-40B4-BE49-F238E27FC236}">
                      <a16:creationId xmlns:a16="http://schemas.microsoft.com/office/drawing/2014/main" id="{0FED31A5-209E-A6EB-A2CE-0AB2A76202E1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6889182" y="5330340"/>
                  <a:ext cx="10512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11334" name="잉크 11333">
                  <a:extLst>
                    <a:ext uri="{FF2B5EF4-FFF2-40B4-BE49-F238E27FC236}">
                      <a16:creationId xmlns:a16="http://schemas.microsoft.com/office/drawing/2014/main" id="{18470877-FE42-7B42-9A7F-317806581492}"/>
                    </a:ext>
                  </a:extLst>
                </p14:cNvPr>
                <p14:cNvContentPartPr/>
                <p14:nvPr/>
              </p14:nvContentPartPr>
              <p14:xfrm>
                <a:off x="7065222" y="5349780"/>
                <a:ext cx="99720" cy="83160"/>
              </p14:xfrm>
            </p:contentPart>
          </mc:Choice>
          <mc:Fallback>
            <p:pic>
              <p:nvPicPr>
                <p:cNvPr id="11334" name="잉크 11333">
                  <a:extLst>
                    <a:ext uri="{FF2B5EF4-FFF2-40B4-BE49-F238E27FC236}">
                      <a16:creationId xmlns:a16="http://schemas.microsoft.com/office/drawing/2014/main" id="{18470877-FE42-7B42-9A7F-317806581492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7056582" y="5341140"/>
                  <a:ext cx="11736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11335" name="잉크 11334">
                  <a:extLst>
                    <a:ext uri="{FF2B5EF4-FFF2-40B4-BE49-F238E27FC236}">
                      <a16:creationId xmlns:a16="http://schemas.microsoft.com/office/drawing/2014/main" id="{1F39DD9D-B7AD-0544-3F3B-1CE4C854CA77}"/>
                    </a:ext>
                  </a:extLst>
                </p14:cNvPr>
                <p14:cNvContentPartPr/>
                <p14:nvPr/>
              </p14:nvContentPartPr>
              <p14:xfrm>
                <a:off x="7059102" y="5449860"/>
                <a:ext cx="151920" cy="77040"/>
              </p14:xfrm>
            </p:contentPart>
          </mc:Choice>
          <mc:Fallback>
            <p:pic>
              <p:nvPicPr>
                <p:cNvPr id="11335" name="잉크 11334">
                  <a:extLst>
                    <a:ext uri="{FF2B5EF4-FFF2-40B4-BE49-F238E27FC236}">
                      <a16:creationId xmlns:a16="http://schemas.microsoft.com/office/drawing/2014/main" id="{1F39DD9D-B7AD-0544-3F3B-1CE4C854CA77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7050102" y="5440860"/>
                  <a:ext cx="16956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11336" name="잉크 11335">
                  <a:extLst>
                    <a:ext uri="{FF2B5EF4-FFF2-40B4-BE49-F238E27FC236}">
                      <a16:creationId xmlns:a16="http://schemas.microsoft.com/office/drawing/2014/main" id="{F98413C2-6A87-7318-C029-DE6AA9AE1F63}"/>
                    </a:ext>
                  </a:extLst>
                </p14:cNvPr>
                <p14:cNvContentPartPr/>
                <p14:nvPr/>
              </p14:nvContentPartPr>
              <p14:xfrm>
                <a:off x="7325142" y="5359140"/>
                <a:ext cx="111960" cy="126360"/>
              </p14:xfrm>
            </p:contentPart>
          </mc:Choice>
          <mc:Fallback>
            <p:pic>
              <p:nvPicPr>
                <p:cNvPr id="11336" name="잉크 11335">
                  <a:extLst>
                    <a:ext uri="{FF2B5EF4-FFF2-40B4-BE49-F238E27FC236}">
                      <a16:creationId xmlns:a16="http://schemas.microsoft.com/office/drawing/2014/main" id="{F98413C2-6A87-7318-C029-DE6AA9AE1F63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7316142" y="5350140"/>
                  <a:ext cx="12960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11337" name="잉크 11336">
                  <a:extLst>
                    <a:ext uri="{FF2B5EF4-FFF2-40B4-BE49-F238E27FC236}">
                      <a16:creationId xmlns:a16="http://schemas.microsoft.com/office/drawing/2014/main" id="{7F8A13D2-C165-9B64-0560-7FBC03BD210E}"/>
                    </a:ext>
                  </a:extLst>
                </p14:cNvPr>
                <p14:cNvContentPartPr/>
                <p14:nvPr/>
              </p14:nvContentPartPr>
              <p14:xfrm>
                <a:off x="7442862" y="5376780"/>
                <a:ext cx="67680" cy="104040"/>
              </p14:xfrm>
            </p:contentPart>
          </mc:Choice>
          <mc:Fallback>
            <p:pic>
              <p:nvPicPr>
                <p:cNvPr id="11337" name="잉크 11336">
                  <a:extLst>
                    <a:ext uri="{FF2B5EF4-FFF2-40B4-BE49-F238E27FC236}">
                      <a16:creationId xmlns:a16="http://schemas.microsoft.com/office/drawing/2014/main" id="{7F8A13D2-C165-9B64-0560-7FBC03BD210E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7434222" y="5368140"/>
                  <a:ext cx="8532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11338" name="잉크 11337">
                  <a:extLst>
                    <a:ext uri="{FF2B5EF4-FFF2-40B4-BE49-F238E27FC236}">
                      <a16:creationId xmlns:a16="http://schemas.microsoft.com/office/drawing/2014/main" id="{AFDCF0BC-ED38-EAD7-502C-30E034568E41}"/>
                    </a:ext>
                  </a:extLst>
                </p14:cNvPr>
                <p14:cNvContentPartPr/>
                <p14:nvPr/>
              </p14:nvContentPartPr>
              <p14:xfrm>
                <a:off x="7504062" y="5332140"/>
                <a:ext cx="103680" cy="65880"/>
              </p14:xfrm>
            </p:contentPart>
          </mc:Choice>
          <mc:Fallback>
            <p:pic>
              <p:nvPicPr>
                <p:cNvPr id="11338" name="잉크 11337">
                  <a:extLst>
                    <a:ext uri="{FF2B5EF4-FFF2-40B4-BE49-F238E27FC236}">
                      <a16:creationId xmlns:a16="http://schemas.microsoft.com/office/drawing/2014/main" id="{AFDCF0BC-ED38-EAD7-502C-30E034568E41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7495062" y="5323140"/>
                  <a:ext cx="12132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1339" name="잉크 11338">
                  <a:extLst>
                    <a:ext uri="{FF2B5EF4-FFF2-40B4-BE49-F238E27FC236}">
                      <a16:creationId xmlns:a16="http://schemas.microsoft.com/office/drawing/2014/main" id="{D7FDF40C-14FE-A894-F4E6-BCC0D2AA8424}"/>
                    </a:ext>
                  </a:extLst>
                </p14:cNvPr>
                <p14:cNvContentPartPr/>
                <p14:nvPr/>
              </p14:nvContentPartPr>
              <p14:xfrm>
                <a:off x="7526382" y="5448060"/>
                <a:ext cx="142200" cy="124560"/>
              </p14:xfrm>
            </p:contentPart>
          </mc:Choice>
          <mc:Fallback>
            <p:pic>
              <p:nvPicPr>
                <p:cNvPr id="11339" name="잉크 11338">
                  <a:extLst>
                    <a:ext uri="{FF2B5EF4-FFF2-40B4-BE49-F238E27FC236}">
                      <a16:creationId xmlns:a16="http://schemas.microsoft.com/office/drawing/2014/main" id="{D7FDF40C-14FE-A894-F4E6-BCC0D2AA8424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7517382" y="5439060"/>
                  <a:ext cx="15984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1340" name="잉크 11339">
                  <a:extLst>
                    <a:ext uri="{FF2B5EF4-FFF2-40B4-BE49-F238E27FC236}">
                      <a16:creationId xmlns:a16="http://schemas.microsoft.com/office/drawing/2014/main" id="{D36CD39C-F979-D9FF-A5E1-F108A479149A}"/>
                    </a:ext>
                  </a:extLst>
                </p14:cNvPr>
                <p14:cNvContentPartPr/>
                <p14:nvPr/>
              </p14:nvContentPartPr>
              <p14:xfrm>
                <a:off x="7774422" y="5364540"/>
                <a:ext cx="101520" cy="29160"/>
              </p14:xfrm>
            </p:contentPart>
          </mc:Choice>
          <mc:Fallback>
            <p:pic>
              <p:nvPicPr>
                <p:cNvPr id="11340" name="잉크 11339">
                  <a:extLst>
                    <a:ext uri="{FF2B5EF4-FFF2-40B4-BE49-F238E27FC236}">
                      <a16:creationId xmlns:a16="http://schemas.microsoft.com/office/drawing/2014/main" id="{D36CD39C-F979-D9FF-A5E1-F108A479149A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7765782" y="5355900"/>
                  <a:ext cx="11916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1341" name="잉크 11340">
                  <a:extLst>
                    <a:ext uri="{FF2B5EF4-FFF2-40B4-BE49-F238E27FC236}">
                      <a16:creationId xmlns:a16="http://schemas.microsoft.com/office/drawing/2014/main" id="{0B7E8BC4-7D88-7009-DB26-C768F5852CC2}"/>
                    </a:ext>
                  </a:extLst>
                </p14:cNvPr>
                <p14:cNvContentPartPr/>
                <p14:nvPr/>
              </p14:nvContentPartPr>
              <p14:xfrm>
                <a:off x="7807542" y="5392980"/>
                <a:ext cx="27360" cy="88920"/>
              </p14:xfrm>
            </p:contentPart>
          </mc:Choice>
          <mc:Fallback>
            <p:pic>
              <p:nvPicPr>
                <p:cNvPr id="11341" name="잉크 11340">
                  <a:extLst>
                    <a:ext uri="{FF2B5EF4-FFF2-40B4-BE49-F238E27FC236}">
                      <a16:creationId xmlns:a16="http://schemas.microsoft.com/office/drawing/2014/main" id="{0B7E8BC4-7D88-7009-DB26-C768F5852CC2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7798902" y="5383980"/>
                  <a:ext cx="4500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1342" name="잉크 11341">
                  <a:extLst>
                    <a:ext uri="{FF2B5EF4-FFF2-40B4-BE49-F238E27FC236}">
                      <a16:creationId xmlns:a16="http://schemas.microsoft.com/office/drawing/2014/main" id="{9B36A896-C1EE-8C2F-3E48-E66A379EC32D}"/>
                    </a:ext>
                  </a:extLst>
                </p14:cNvPr>
                <p14:cNvContentPartPr/>
                <p14:nvPr/>
              </p14:nvContentPartPr>
              <p14:xfrm>
                <a:off x="7781982" y="5395140"/>
                <a:ext cx="186480" cy="115560"/>
              </p14:xfrm>
            </p:contentPart>
          </mc:Choice>
          <mc:Fallback>
            <p:pic>
              <p:nvPicPr>
                <p:cNvPr id="11342" name="잉크 11341">
                  <a:extLst>
                    <a:ext uri="{FF2B5EF4-FFF2-40B4-BE49-F238E27FC236}">
                      <a16:creationId xmlns:a16="http://schemas.microsoft.com/office/drawing/2014/main" id="{9B36A896-C1EE-8C2F-3E48-E66A379EC32D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7772982" y="5386500"/>
                  <a:ext cx="20412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1343" name="잉크 11342">
                  <a:extLst>
                    <a:ext uri="{FF2B5EF4-FFF2-40B4-BE49-F238E27FC236}">
                      <a16:creationId xmlns:a16="http://schemas.microsoft.com/office/drawing/2014/main" id="{DCB03043-20C4-B431-498B-FD3E410BAE9E}"/>
                    </a:ext>
                  </a:extLst>
                </p14:cNvPr>
                <p14:cNvContentPartPr/>
                <p14:nvPr/>
              </p14:nvContentPartPr>
              <p14:xfrm>
                <a:off x="7952982" y="5340060"/>
                <a:ext cx="111960" cy="92160"/>
              </p14:xfrm>
            </p:contentPart>
          </mc:Choice>
          <mc:Fallback>
            <p:pic>
              <p:nvPicPr>
                <p:cNvPr id="11343" name="잉크 11342">
                  <a:extLst>
                    <a:ext uri="{FF2B5EF4-FFF2-40B4-BE49-F238E27FC236}">
                      <a16:creationId xmlns:a16="http://schemas.microsoft.com/office/drawing/2014/main" id="{DCB03043-20C4-B431-498B-FD3E410BAE9E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7943982" y="5331060"/>
                  <a:ext cx="12960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1344" name="잉크 11343">
                  <a:extLst>
                    <a:ext uri="{FF2B5EF4-FFF2-40B4-BE49-F238E27FC236}">
                      <a16:creationId xmlns:a16="http://schemas.microsoft.com/office/drawing/2014/main" id="{5BD5D897-2ED6-5624-99FB-8CB2DC76AF87}"/>
                    </a:ext>
                  </a:extLst>
                </p14:cNvPr>
                <p14:cNvContentPartPr/>
                <p14:nvPr/>
              </p14:nvContentPartPr>
              <p14:xfrm>
                <a:off x="8052702" y="5322780"/>
                <a:ext cx="57240" cy="105120"/>
              </p14:xfrm>
            </p:contentPart>
          </mc:Choice>
          <mc:Fallback>
            <p:pic>
              <p:nvPicPr>
                <p:cNvPr id="11344" name="잉크 11343">
                  <a:extLst>
                    <a:ext uri="{FF2B5EF4-FFF2-40B4-BE49-F238E27FC236}">
                      <a16:creationId xmlns:a16="http://schemas.microsoft.com/office/drawing/2014/main" id="{5BD5D897-2ED6-5624-99FB-8CB2DC76AF87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8043702" y="5313780"/>
                  <a:ext cx="7488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1345" name="잉크 11344">
                  <a:extLst>
                    <a:ext uri="{FF2B5EF4-FFF2-40B4-BE49-F238E27FC236}">
                      <a16:creationId xmlns:a16="http://schemas.microsoft.com/office/drawing/2014/main" id="{EF374D5B-DBB3-7C92-3990-15405B18D6DF}"/>
                    </a:ext>
                  </a:extLst>
                </p14:cNvPr>
                <p14:cNvContentPartPr/>
                <p14:nvPr/>
              </p14:nvContentPartPr>
              <p14:xfrm>
                <a:off x="8024622" y="5443020"/>
                <a:ext cx="127080" cy="73080"/>
              </p14:xfrm>
            </p:contentPart>
          </mc:Choice>
          <mc:Fallback>
            <p:pic>
              <p:nvPicPr>
                <p:cNvPr id="11345" name="잉크 11344">
                  <a:extLst>
                    <a:ext uri="{FF2B5EF4-FFF2-40B4-BE49-F238E27FC236}">
                      <a16:creationId xmlns:a16="http://schemas.microsoft.com/office/drawing/2014/main" id="{EF374D5B-DBB3-7C92-3990-15405B18D6DF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8015622" y="5434380"/>
                  <a:ext cx="14472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1346" name="잉크 11345">
                  <a:extLst>
                    <a:ext uri="{FF2B5EF4-FFF2-40B4-BE49-F238E27FC236}">
                      <a16:creationId xmlns:a16="http://schemas.microsoft.com/office/drawing/2014/main" id="{84C454F4-26C5-EFED-90C1-77388C79D115}"/>
                    </a:ext>
                  </a:extLst>
                </p14:cNvPr>
                <p14:cNvContentPartPr/>
                <p14:nvPr/>
              </p14:nvContentPartPr>
              <p14:xfrm>
                <a:off x="8148102" y="5326020"/>
                <a:ext cx="67320" cy="53280"/>
              </p14:xfrm>
            </p:contentPart>
          </mc:Choice>
          <mc:Fallback>
            <p:pic>
              <p:nvPicPr>
                <p:cNvPr id="11346" name="잉크 11345">
                  <a:extLst>
                    <a:ext uri="{FF2B5EF4-FFF2-40B4-BE49-F238E27FC236}">
                      <a16:creationId xmlns:a16="http://schemas.microsoft.com/office/drawing/2014/main" id="{84C454F4-26C5-EFED-90C1-77388C79D115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8139462" y="5317020"/>
                  <a:ext cx="8496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1347" name="잉크 11346">
                  <a:extLst>
                    <a:ext uri="{FF2B5EF4-FFF2-40B4-BE49-F238E27FC236}">
                      <a16:creationId xmlns:a16="http://schemas.microsoft.com/office/drawing/2014/main" id="{141BB6C9-A502-BB63-18AA-0EFA71EC61D0}"/>
                    </a:ext>
                  </a:extLst>
                </p14:cNvPr>
                <p14:cNvContentPartPr/>
                <p14:nvPr/>
              </p14:nvContentPartPr>
              <p14:xfrm>
                <a:off x="8121462" y="5391180"/>
                <a:ext cx="129240" cy="10800"/>
              </p14:xfrm>
            </p:contentPart>
          </mc:Choice>
          <mc:Fallback>
            <p:pic>
              <p:nvPicPr>
                <p:cNvPr id="11347" name="잉크 11346">
                  <a:extLst>
                    <a:ext uri="{FF2B5EF4-FFF2-40B4-BE49-F238E27FC236}">
                      <a16:creationId xmlns:a16="http://schemas.microsoft.com/office/drawing/2014/main" id="{141BB6C9-A502-BB63-18AA-0EFA71EC61D0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8112822" y="5382180"/>
                  <a:ext cx="14688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1348" name="잉크 11347">
                  <a:extLst>
                    <a:ext uri="{FF2B5EF4-FFF2-40B4-BE49-F238E27FC236}">
                      <a16:creationId xmlns:a16="http://schemas.microsoft.com/office/drawing/2014/main" id="{97678644-E1A0-E584-5BDE-BF785D4CE188}"/>
                    </a:ext>
                  </a:extLst>
                </p14:cNvPr>
                <p14:cNvContentPartPr/>
                <p14:nvPr/>
              </p14:nvContentPartPr>
              <p14:xfrm>
                <a:off x="8172222" y="5434020"/>
                <a:ext cx="142200" cy="92520"/>
              </p14:xfrm>
            </p:contentPart>
          </mc:Choice>
          <mc:Fallback>
            <p:pic>
              <p:nvPicPr>
                <p:cNvPr id="11348" name="잉크 11347">
                  <a:extLst>
                    <a:ext uri="{FF2B5EF4-FFF2-40B4-BE49-F238E27FC236}">
                      <a16:creationId xmlns:a16="http://schemas.microsoft.com/office/drawing/2014/main" id="{97678644-E1A0-E584-5BDE-BF785D4CE188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8163222" y="5425020"/>
                  <a:ext cx="15984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1350" name="잉크 11349">
                  <a:extLst>
                    <a:ext uri="{FF2B5EF4-FFF2-40B4-BE49-F238E27FC236}">
                      <a16:creationId xmlns:a16="http://schemas.microsoft.com/office/drawing/2014/main" id="{9FDE2D81-923B-F277-CBC4-BC4947125B0C}"/>
                    </a:ext>
                  </a:extLst>
                </p14:cNvPr>
                <p14:cNvContentPartPr/>
                <p14:nvPr/>
              </p14:nvContentPartPr>
              <p14:xfrm>
                <a:off x="8388942" y="5315220"/>
                <a:ext cx="74880" cy="110880"/>
              </p14:xfrm>
            </p:contentPart>
          </mc:Choice>
          <mc:Fallback>
            <p:pic>
              <p:nvPicPr>
                <p:cNvPr id="11350" name="잉크 11349">
                  <a:extLst>
                    <a:ext uri="{FF2B5EF4-FFF2-40B4-BE49-F238E27FC236}">
                      <a16:creationId xmlns:a16="http://schemas.microsoft.com/office/drawing/2014/main" id="{9FDE2D81-923B-F277-CBC4-BC4947125B0C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8379942" y="5306220"/>
                  <a:ext cx="9252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1351" name="잉크 11350">
                  <a:extLst>
                    <a:ext uri="{FF2B5EF4-FFF2-40B4-BE49-F238E27FC236}">
                      <a16:creationId xmlns:a16="http://schemas.microsoft.com/office/drawing/2014/main" id="{6CE57D75-839C-4D11-672A-CA1CE82A1B88}"/>
                    </a:ext>
                  </a:extLst>
                </p14:cNvPr>
                <p14:cNvContentPartPr/>
                <p14:nvPr/>
              </p14:nvContentPartPr>
              <p14:xfrm>
                <a:off x="8423862" y="5315580"/>
                <a:ext cx="114840" cy="105840"/>
              </p14:xfrm>
            </p:contentPart>
          </mc:Choice>
          <mc:Fallback>
            <p:pic>
              <p:nvPicPr>
                <p:cNvPr id="11351" name="잉크 11350">
                  <a:extLst>
                    <a:ext uri="{FF2B5EF4-FFF2-40B4-BE49-F238E27FC236}">
                      <a16:creationId xmlns:a16="http://schemas.microsoft.com/office/drawing/2014/main" id="{6CE57D75-839C-4D11-672A-CA1CE82A1B88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8414862" y="5306580"/>
                  <a:ext cx="13248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1352" name="잉크 11351">
                  <a:extLst>
                    <a:ext uri="{FF2B5EF4-FFF2-40B4-BE49-F238E27FC236}">
                      <a16:creationId xmlns:a16="http://schemas.microsoft.com/office/drawing/2014/main" id="{B794CCAD-FDC1-E904-339B-F37A90F11BCC}"/>
                    </a:ext>
                  </a:extLst>
                </p14:cNvPr>
                <p14:cNvContentPartPr/>
                <p14:nvPr/>
              </p14:nvContentPartPr>
              <p14:xfrm>
                <a:off x="8431782" y="5420340"/>
                <a:ext cx="126000" cy="32400"/>
              </p14:xfrm>
            </p:contentPart>
          </mc:Choice>
          <mc:Fallback>
            <p:pic>
              <p:nvPicPr>
                <p:cNvPr id="11352" name="잉크 11351">
                  <a:extLst>
                    <a:ext uri="{FF2B5EF4-FFF2-40B4-BE49-F238E27FC236}">
                      <a16:creationId xmlns:a16="http://schemas.microsoft.com/office/drawing/2014/main" id="{B794CCAD-FDC1-E904-339B-F37A90F11BCC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8423142" y="5411700"/>
                  <a:ext cx="14364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1353" name="잉크 11352">
                  <a:extLst>
                    <a:ext uri="{FF2B5EF4-FFF2-40B4-BE49-F238E27FC236}">
                      <a16:creationId xmlns:a16="http://schemas.microsoft.com/office/drawing/2014/main" id="{773511B3-2FA2-F722-24E4-F0B9B4887251}"/>
                    </a:ext>
                  </a:extLst>
                </p14:cNvPr>
                <p14:cNvContentPartPr/>
                <p14:nvPr/>
              </p14:nvContentPartPr>
              <p14:xfrm>
                <a:off x="8465982" y="5432940"/>
                <a:ext cx="80280" cy="108360"/>
              </p14:xfrm>
            </p:contentPart>
          </mc:Choice>
          <mc:Fallback>
            <p:pic>
              <p:nvPicPr>
                <p:cNvPr id="11353" name="잉크 11352">
                  <a:extLst>
                    <a:ext uri="{FF2B5EF4-FFF2-40B4-BE49-F238E27FC236}">
                      <a16:creationId xmlns:a16="http://schemas.microsoft.com/office/drawing/2014/main" id="{773511B3-2FA2-F722-24E4-F0B9B4887251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8456982" y="5424300"/>
                  <a:ext cx="9792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1354" name="잉크 11353">
                  <a:extLst>
                    <a:ext uri="{FF2B5EF4-FFF2-40B4-BE49-F238E27FC236}">
                      <a16:creationId xmlns:a16="http://schemas.microsoft.com/office/drawing/2014/main" id="{B1E3CC82-94C4-AC1A-6AE1-C9C5131FBE5C}"/>
                    </a:ext>
                  </a:extLst>
                </p14:cNvPr>
                <p14:cNvContentPartPr/>
                <p14:nvPr/>
              </p14:nvContentPartPr>
              <p14:xfrm>
                <a:off x="8442942" y="5492700"/>
                <a:ext cx="147960" cy="51840"/>
              </p14:xfrm>
            </p:contentPart>
          </mc:Choice>
          <mc:Fallback>
            <p:pic>
              <p:nvPicPr>
                <p:cNvPr id="11354" name="잉크 11353">
                  <a:extLst>
                    <a:ext uri="{FF2B5EF4-FFF2-40B4-BE49-F238E27FC236}">
                      <a16:creationId xmlns:a16="http://schemas.microsoft.com/office/drawing/2014/main" id="{B1E3CC82-94C4-AC1A-6AE1-C9C5131FBE5C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8434302" y="5484060"/>
                  <a:ext cx="16560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1355" name="잉크 11354">
                  <a:extLst>
                    <a:ext uri="{FF2B5EF4-FFF2-40B4-BE49-F238E27FC236}">
                      <a16:creationId xmlns:a16="http://schemas.microsoft.com/office/drawing/2014/main" id="{B48A8583-124C-9A09-ACFC-5A0AABB331A5}"/>
                    </a:ext>
                  </a:extLst>
                </p14:cNvPr>
                <p14:cNvContentPartPr/>
                <p14:nvPr/>
              </p14:nvContentPartPr>
              <p14:xfrm>
                <a:off x="8579382" y="5333580"/>
                <a:ext cx="135360" cy="99000"/>
              </p14:xfrm>
            </p:contentPart>
          </mc:Choice>
          <mc:Fallback>
            <p:pic>
              <p:nvPicPr>
                <p:cNvPr id="11355" name="잉크 11354">
                  <a:extLst>
                    <a:ext uri="{FF2B5EF4-FFF2-40B4-BE49-F238E27FC236}">
                      <a16:creationId xmlns:a16="http://schemas.microsoft.com/office/drawing/2014/main" id="{B48A8583-124C-9A09-ACFC-5A0AABB331A5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8570742" y="5324940"/>
                  <a:ext cx="15300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1356" name="잉크 11355">
                  <a:extLst>
                    <a:ext uri="{FF2B5EF4-FFF2-40B4-BE49-F238E27FC236}">
                      <a16:creationId xmlns:a16="http://schemas.microsoft.com/office/drawing/2014/main" id="{1F2E057E-7C15-F9B7-9383-3ABA8CE3EC23}"/>
                    </a:ext>
                  </a:extLst>
                </p14:cNvPr>
                <p14:cNvContentPartPr/>
                <p14:nvPr/>
              </p14:nvContentPartPr>
              <p14:xfrm>
                <a:off x="8707542" y="5297580"/>
                <a:ext cx="28080" cy="183960"/>
              </p14:xfrm>
            </p:contentPart>
          </mc:Choice>
          <mc:Fallback>
            <p:pic>
              <p:nvPicPr>
                <p:cNvPr id="11356" name="잉크 11355">
                  <a:extLst>
                    <a:ext uri="{FF2B5EF4-FFF2-40B4-BE49-F238E27FC236}">
                      <a16:creationId xmlns:a16="http://schemas.microsoft.com/office/drawing/2014/main" id="{1F2E057E-7C15-F9B7-9383-3ABA8CE3EC23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8698542" y="5288940"/>
                  <a:ext cx="4572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1357" name="잉크 11356">
                  <a:extLst>
                    <a:ext uri="{FF2B5EF4-FFF2-40B4-BE49-F238E27FC236}">
                      <a16:creationId xmlns:a16="http://schemas.microsoft.com/office/drawing/2014/main" id="{16710DC5-DEA4-3B6A-E69F-741B46342318}"/>
                    </a:ext>
                  </a:extLst>
                </p14:cNvPr>
                <p14:cNvContentPartPr/>
                <p14:nvPr/>
              </p14:nvContentPartPr>
              <p14:xfrm>
                <a:off x="8760462" y="5340780"/>
                <a:ext cx="106200" cy="81720"/>
              </p14:xfrm>
            </p:contentPart>
          </mc:Choice>
          <mc:Fallback>
            <p:pic>
              <p:nvPicPr>
                <p:cNvPr id="11357" name="잉크 11356">
                  <a:extLst>
                    <a:ext uri="{FF2B5EF4-FFF2-40B4-BE49-F238E27FC236}">
                      <a16:creationId xmlns:a16="http://schemas.microsoft.com/office/drawing/2014/main" id="{16710DC5-DEA4-3B6A-E69F-741B46342318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8751462" y="5331780"/>
                  <a:ext cx="12384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1358" name="잉크 11357">
                  <a:extLst>
                    <a:ext uri="{FF2B5EF4-FFF2-40B4-BE49-F238E27FC236}">
                      <a16:creationId xmlns:a16="http://schemas.microsoft.com/office/drawing/2014/main" id="{8290A84D-DAFC-4778-0120-943FA78BF6FE}"/>
                    </a:ext>
                  </a:extLst>
                </p14:cNvPr>
                <p14:cNvContentPartPr/>
                <p14:nvPr/>
              </p14:nvContentPartPr>
              <p14:xfrm>
                <a:off x="8739942" y="5432220"/>
                <a:ext cx="136440" cy="15480"/>
              </p14:xfrm>
            </p:contentPart>
          </mc:Choice>
          <mc:Fallback>
            <p:pic>
              <p:nvPicPr>
                <p:cNvPr id="11358" name="잉크 11357">
                  <a:extLst>
                    <a:ext uri="{FF2B5EF4-FFF2-40B4-BE49-F238E27FC236}">
                      <a16:creationId xmlns:a16="http://schemas.microsoft.com/office/drawing/2014/main" id="{8290A84D-DAFC-4778-0120-943FA78BF6FE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8730942" y="5423580"/>
                  <a:ext cx="15408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1359" name="잉크 11358">
                  <a:extLst>
                    <a:ext uri="{FF2B5EF4-FFF2-40B4-BE49-F238E27FC236}">
                      <a16:creationId xmlns:a16="http://schemas.microsoft.com/office/drawing/2014/main" id="{7F85E81B-E4F1-0353-59C0-823C018632A2}"/>
                    </a:ext>
                  </a:extLst>
                </p14:cNvPr>
                <p14:cNvContentPartPr/>
                <p14:nvPr/>
              </p14:nvContentPartPr>
              <p14:xfrm>
                <a:off x="8777742" y="5464260"/>
                <a:ext cx="118080" cy="56880"/>
              </p14:xfrm>
            </p:contentPart>
          </mc:Choice>
          <mc:Fallback>
            <p:pic>
              <p:nvPicPr>
                <p:cNvPr id="11359" name="잉크 11358">
                  <a:extLst>
                    <a:ext uri="{FF2B5EF4-FFF2-40B4-BE49-F238E27FC236}">
                      <a16:creationId xmlns:a16="http://schemas.microsoft.com/office/drawing/2014/main" id="{7F85E81B-E4F1-0353-59C0-823C018632A2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8769102" y="5455260"/>
                  <a:ext cx="13572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1360" name="잉크 11359">
                  <a:extLst>
                    <a:ext uri="{FF2B5EF4-FFF2-40B4-BE49-F238E27FC236}">
                      <a16:creationId xmlns:a16="http://schemas.microsoft.com/office/drawing/2014/main" id="{AA10B9C3-064A-8873-5C35-BCC3EF073080}"/>
                    </a:ext>
                  </a:extLst>
                </p14:cNvPr>
                <p14:cNvContentPartPr/>
                <p14:nvPr/>
              </p14:nvContentPartPr>
              <p14:xfrm>
                <a:off x="8890422" y="5353380"/>
                <a:ext cx="119160" cy="90000"/>
              </p14:xfrm>
            </p:contentPart>
          </mc:Choice>
          <mc:Fallback>
            <p:pic>
              <p:nvPicPr>
                <p:cNvPr id="11360" name="잉크 11359">
                  <a:extLst>
                    <a:ext uri="{FF2B5EF4-FFF2-40B4-BE49-F238E27FC236}">
                      <a16:creationId xmlns:a16="http://schemas.microsoft.com/office/drawing/2014/main" id="{AA10B9C3-064A-8873-5C35-BCC3EF073080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8881422" y="5344740"/>
                  <a:ext cx="13680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1361" name="잉크 11360">
                  <a:extLst>
                    <a:ext uri="{FF2B5EF4-FFF2-40B4-BE49-F238E27FC236}">
                      <a16:creationId xmlns:a16="http://schemas.microsoft.com/office/drawing/2014/main" id="{F01BB30F-1DEE-E62E-B120-BCDCC6336A6E}"/>
                    </a:ext>
                  </a:extLst>
                </p14:cNvPr>
                <p14:cNvContentPartPr/>
                <p14:nvPr/>
              </p14:nvContentPartPr>
              <p14:xfrm>
                <a:off x="9013182" y="5299740"/>
                <a:ext cx="27720" cy="241560"/>
              </p14:xfrm>
            </p:contentPart>
          </mc:Choice>
          <mc:Fallback>
            <p:pic>
              <p:nvPicPr>
                <p:cNvPr id="11361" name="잉크 11360">
                  <a:extLst>
                    <a:ext uri="{FF2B5EF4-FFF2-40B4-BE49-F238E27FC236}">
                      <a16:creationId xmlns:a16="http://schemas.microsoft.com/office/drawing/2014/main" id="{F01BB30F-1DEE-E62E-B120-BCDCC6336A6E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9004182" y="5291100"/>
                  <a:ext cx="4536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1362" name="잉크 11361">
                  <a:extLst>
                    <a:ext uri="{FF2B5EF4-FFF2-40B4-BE49-F238E27FC236}">
                      <a16:creationId xmlns:a16="http://schemas.microsoft.com/office/drawing/2014/main" id="{2E74CC64-BDEF-E376-092C-D46F5A5F3638}"/>
                    </a:ext>
                  </a:extLst>
                </p14:cNvPr>
                <p14:cNvContentPartPr/>
                <p14:nvPr/>
              </p14:nvContentPartPr>
              <p14:xfrm>
                <a:off x="9027582" y="5395500"/>
                <a:ext cx="74520" cy="77040"/>
              </p14:xfrm>
            </p:contentPart>
          </mc:Choice>
          <mc:Fallback>
            <p:pic>
              <p:nvPicPr>
                <p:cNvPr id="11362" name="잉크 11361">
                  <a:extLst>
                    <a:ext uri="{FF2B5EF4-FFF2-40B4-BE49-F238E27FC236}">
                      <a16:creationId xmlns:a16="http://schemas.microsoft.com/office/drawing/2014/main" id="{2E74CC64-BDEF-E376-092C-D46F5A5F3638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9018942" y="5386860"/>
                  <a:ext cx="92160" cy="94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384" name="그룹 11383">
            <a:extLst>
              <a:ext uri="{FF2B5EF4-FFF2-40B4-BE49-F238E27FC236}">
                <a16:creationId xmlns:a16="http://schemas.microsoft.com/office/drawing/2014/main" id="{2C4EC5DB-6933-CC7C-8F17-3463BAD07FFD}"/>
              </a:ext>
            </a:extLst>
          </p:cNvPr>
          <p:cNvGrpSpPr/>
          <p:nvPr/>
        </p:nvGrpSpPr>
        <p:grpSpPr>
          <a:xfrm>
            <a:off x="6816102" y="5742540"/>
            <a:ext cx="1648800" cy="266760"/>
            <a:chOff x="6816102" y="5742540"/>
            <a:chExt cx="1648800" cy="266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1364" name="잉크 11363">
                  <a:extLst>
                    <a:ext uri="{FF2B5EF4-FFF2-40B4-BE49-F238E27FC236}">
                      <a16:creationId xmlns:a16="http://schemas.microsoft.com/office/drawing/2014/main" id="{0BF8072E-7C86-E394-572D-A9943F0D4BEF}"/>
                    </a:ext>
                  </a:extLst>
                </p14:cNvPr>
                <p14:cNvContentPartPr/>
                <p14:nvPr/>
              </p14:nvContentPartPr>
              <p14:xfrm>
                <a:off x="6826902" y="5783580"/>
                <a:ext cx="24480" cy="225720"/>
              </p14:xfrm>
            </p:contentPart>
          </mc:Choice>
          <mc:Fallback>
            <p:pic>
              <p:nvPicPr>
                <p:cNvPr id="11364" name="잉크 11363">
                  <a:extLst>
                    <a:ext uri="{FF2B5EF4-FFF2-40B4-BE49-F238E27FC236}">
                      <a16:creationId xmlns:a16="http://schemas.microsoft.com/office/drawing/2014/main" id="{0BF8072E-7C86-E394-572D-A9943F0D4BEF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6817902" y="5774940"/>
                  <a:ext cx="4212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1365" name="잉크 11364">
                  <a:extLst>
                    <a:ext uri="{FF2B5EF4-FFF2-40B4-BE49-F238E27FC236}">
                      <a16:creationId xmlns:a16="http://schemas.microsoft.com/office/drawing/2014/main" id="{59C14D9B-06EF-A66C-E9FC-C1296E196834}"/>
                    </a:ext>
                  </a:extLst>
                </p14:cNvPr>
                <p14:cNvContentPartPr/>
                <p14:nvPr/>
              </p14:nvContentPartPr>
              <p14:xfrm>
                <a:off x="6816102" y="5772060"/>
                <a:ext cx="95760" cy="168840"/>
              </p14:xfrm>
            </p:contentPart>
          </mc:Choice>
          <mc:Fallback>
            <p:pic>
              <p:nvPicPr>
                <p:cNvPr id="11365" name="잉크 11364">
                  <a:extLst>
                    <a:ext uri="{FF2B5EF4-FFF2-40B4-BE49-F238E27FC236}">
                      <a16:creationId xmlns:a16="http://schemas.microsoft.com/office/drawing/2014/main" id="{59C14D9B-06EF-A66C-E9FC-C1296E196834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6807462" y="5763060"/>
                  <a:ext cx="11340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1366" name="잉크 11365">
                  <a:extLst>
                    <a:ext uri="{FF2B5EF4-FFF2-40B4-BE49-F238E27FC236}">
                      <a16:creationId xmlns:a16="http://schemas.microsoft.com/office/drawing/2014/main" id="{0BDE67C6-6543-EE31-9838-77A2018CFA15}"/>
                    </a:ext>
                  </a:extLst>
                </p14:cNvPr>
                <p14:cNvContentPartPr/>
                <p14:nvPr/>
              </p14:nvContentPartPr>
              <p14:xfrm>
                <a:off x="6935982" y="5791860"/>
                <a:ext cx="89280" cy="146160"/>
              </p14:xfrm>
            </p:contentPart>
          </mc:Choice>
          <mc:Fallback>
            <p:pic>
              <p:nvPicPr>
                <p:cNvPr id="11366" name="잉크 11365">
                  <a:extLst>
                    <a:ext uri="{FF2B5EF4-FFF2-40B4-BE49-F238E27FC236}">
                      <a16:creationId xmlns:a16="http://schemas.microsoft.com/office/drawing/2014/main" id="{0BDE67C6-6543-EE31-9838-77A2018CFA15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6927342" y="5782860"/>
                  <a:ext cx="10692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1367" name="잉크 11366">
                  <a:extLst>
                    <a:ext uri="{FF2B5EF4-FFF2-40B4-BE49-F238E27FC236}">
                      <a16:creationId xmlns:a16="http://schemas.microsoft.com/office/drawing/2014/main" id="{8FCB6B96-2E7D-4CF0-E91E-CFBF92D9F6A8}"/>
                    </a:ext>
                  </a:extLst>
                </p14:cNvPr>
                <p14:cNvContentPartPr/>
                <p14:nvPr/>
              </p14:nvContentPartPr>
              <p14:xfrm>
                <a:off x="7068102" y="5799060"/>
                <a:ext cx="19440" cy="118080"/>
              </p14:xfrm>
            </p:contentPart>
          </mc:Choice>
          <mc:Fallback>
            <p:pic>
              <p:nvPicPr>
                <p:cNvPr id="11367" name="잉크 11366">
                  <a:extLst>
                    <a:ext uri="{FF2B5EF4-FFF2-40B4-BE49-F238E27FC236}">
                      <a16:creationId xmlns:a16="http://schemas.microsoft.com/office/drawing/2014/main" id="{8FCB6B96-2E7D-4CF0-E91E-CFBF92D9F6A8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7059462" y="5790420"/>
                  <a:ext cx="3708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1368" name="잉크 11367">
                  <a:extLst>
                    <a:ext uri="{FF2B5EF4-FFF2-40B4-BE49-F238E27FC236}">
                      <a16:creationId xmlns:a16="http://schemas.microsoft.com/office/drawing/2014/main" id="{2903267D-2D57-4106-9BCB-9A3CE9B03651}"/>
                    </a:ext>
                  </a:extLst>
                </p14:cNvPr>
                <p14:cNvContentPartPr/>
                <p14:nvPr/>
              </p14:nvContentPartPr>
              <p14:xfrm>
                <a:off x="7078542" y="5781420"/>
                <a:ext cx="264960" cy="107280"/>
              </p14:xfrm>
            </p:contentPart>
          </mc:Choice>
          <mc:Fallback>
            <p:pic>
              <p:nvPicPr>
                <p:cNvPr id="11368" name="잉크 11367">
                  <a:extLst>
                    <a:ext uri="{FF2B5EF4-FFF2-40B4-BE49-F238E27FC236}">
                      <a16:creationId xmlns:a16="http://schemas.microsoft.com/office/drawing/2014/main" id="{2903267D-2D57-4106-9BCB-9A3CE9B03651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7069902" y="5772420"/>
                  <a:ext cx="28260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1369" name="잉크 11368">
                  <a:extLst>
                    <a:ext uri="{FF2B5EF4-FFF2-40B4-BE49-F238E27FC236}">
                      <a16:creationId xmlns:a16="http://schemas.microsoft.com/office/drawing/2014/main" id="{2DBB4BB7-73EC-FC9D-DE8A-C01D2B6BAADB}"/>
                    </a:ext>
                  </a:extLst>
                </p14:cNvPr>
                <p14:cNvContentPartPr/>
                <p14:nvPr/>
              </p14:nvContentPartPr>
              <p14:xfrm>
                <a:off x="7248462" y="5902020"/>
                <a:ext cx="138240" cy="24120"/>
              </p14:xfrm>
            </p:contentPart>
          </mc:Choice>
          <mc:Fallback>
            <p:pic>
              <p:nvPicPr>
                <p:cNvPr id="11369" name="잉크 11368">
                  <a:extLst>
                    <a:ext uri="{FF2B5EF4-FFF2-40B4-BE49-F238E27FC236}">
                      <a16:creationId xmlns:a16="http://schemas.microsoft.com/office/drawing/2014/main" id="{2DBB4BB7-73EC-FC9D-DE8A-C01D2B6BAADB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7239822" y="5893020"/>
                  <a:ext cx="15588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1370" name="잉크 11369">
                  <a:extLst>
                    <a:ext uri="{FF2B5EF4-FFF2-40B4-BE49-F238E27FC236}">
                      <a16:creationId xmlns:a16="http://schemas.microsoft.com/office/drawing/2014/main" id="{9151E3E4-2B1B-D86D-3B11-CE6CF067AFD5}"/>
                    </a:ext>
                  </a:extLst>
                </p14:cNvPr>
                <p14:cNvContentPartPr/>
                <p14:nvPr/>
              </p14:nvContentPartPr>
              <p14:xfrm>
                <a:off x="7376622" y="5831460"/>
                <a:ext cx="117720" cy="101520"/>
              </p14:xfrm>
            </p:contentPart>
          </mc:Choice>
          <mc:Fallback>
            <p:pic>
              <p:nvPicPr>
                <p:cNvPr id="11370" name="잉크 11369">
                  <a:extLst>
                    <a:ext uri="{FF2B5EF4-FFF2-40B4-BE49-F238E27FC236}">
                      <a16:creationId xmlns:a16="http://schemas.microsoft.com/office/drawing/2014/main" id="{9151E3E4-2B1B-D86D-3B11-CE6CF067AFD5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7367982" y="5822460"/>
                  <a:ext cx="13536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1371" name="잉크 11370">
                  <a:extLst>
                    <a:ext uri="{FF2B5EF4-FFF2-40B4-BE49-F238E27FC236}">
                      <a16:creationId xmlns:a16="http://schemas.microsoft.com/office/drawing/2014/main" id="{7511D5FF-694F-8E39-4C31-1FDC37BD82F3}"/>
                    </a:ext>
                  </a:extLst>
                </p14:cNvPr>
                <p14:cNvContentPartPr/>
                <p14:nvPr/>
              </p14:nvContentPartPr>
              <p14:xfrm>
                <a:off x="7502262" y="5805540"/>
                <a:ext cx="10440" cy="116280"/>
              </p14:xfrm>
            </p:contentPart>
          </mc:Choice>
          <mc:Fallback>
            <p:pic>
              <p:nvPicPr>
                <p:cNvPr id="11371" name="잉크 11370">
                  <a:extLst>
                    <a:ext uri="{FF2B5EF4-FFF2-40B4-BE49-F238E27FC236}">
                      <a16:creationId xmlns:a16="http://schemas.microsoft.com/office/drawing/2014/main" id="{7511D5FF-694F-8E39-4C31-1FDC37BD82F3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7493622" y="5796540"/>
                  <a:ext cx="2808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1372" name="잉크 11371">
                  <a:extLst>
                    <a:ext uri="{FF2B5EF4-FFF2-40B4-BE49-F238E27FC236}">
                      <a16:creationId xmlns:a16="http://schemas.microsoft.com/office/drawing/2014/main" id="{D531BEBF-CEBE-EA47-936D-4C3470005184}"/>
                    </a:ext>
                  </a:extLst>
                </p14:cNvPr>
                <p14:cNvContentPartPr/>
                <p14:nvPr/>
              </p14:nvContentPartPr>
              <p14:xfrm>
                <a:off x="7493982" y="5797260"/>
                <a:ext cx="103680" cy="144000"/>
              </p14:xfrm>
            </p:contentPart>
          </mc:Choice>
          <mc:Fallback>
            <p:pic>
              <p:nvPicPr>
                <p:cNvPr id="11372" name="잉크 11371">
                  <a:extLst>
                    <a:ext uri="{FF2B5EF4-FFF2-40B4-BE49-F238E27FC236}">
                      <a16:creationId xmlns:a16="http://schemas.microsoft.com/office/drawing/2014/main" id="{D531BEBF-CEBE-EA47-936D-4C3470005184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7485342" y="5788620"/>
                  <a:ext cx="12132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1373" name="잉크 11372">
                  <a:extLst>
                    <a:ext uri="{FF2B5EF4-FFF2-40B4-BE49-F238E27FC236}">
                      <a16:creationId xmlns:a16="http://schemas.microsoft.com/office/drawing/2014/main" id="{7887FAF0-BD75-8462-1E68-C26D43E08940}"/>
                    </a:ext>
                  </a:extLst>
                </p14:cNvPr>
                <p14:cNvContentPartPr/>
                <p14:nvPr/>
              </p14:nvContentPartPr>
              <p14:xfrm>
                <a:off x="7615302" y="5784300"/>
                <a:ext cx="149400" cy="172440"/>
              </p14:xfrm>
            </p:contentPart>
          </mc:Choice>
          <mc:Fallback>
            <p:pic>
              <p:nvPicPr>
                <p:cNvPr id="11373" name="잉크 11372">
                  <a:extLst>
                    <a:ext uri="{FF2B5EF4-FFF2-40B4-BE49-F238E27FC236}">
                      <a16:creationId xmlns:a16="http://schemas.microsoft.com/office/drawing/2014/main" id="{7887FAF0-BD75-8462-1E68-C26D43E08940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7606302" y="5775300"/>
                  <a:ext cx="16704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1374" name="잉크 11373">
                  <a:extLst>
                    <a:ext uri="{FF2B5EF4-FFF2-40B4-BE49-F238E27FC236}">
                      <a16:creationId xmlns:a16="http://schemas.microsoft.com/office/drawing/2014/main" id="{840249B3-6A55-EBC2-AFCE-3379FCBCCE12}"/>
                    </a:ext>
                  </a:extLst>
                </p14:cNvPr>
                <p14:cNvContentPartPr/>
                <p14:nvPr/>
              </p14:nvContentPartPr>
              <p14:xfrm>
                <a:off x="7764342" y="5795100"/>
                <a:ext cx="69480" cy="64800"/>
              </p14:xfrm>
            </p:contentPart>
          </mc:Choice>
          <mc:Fallback>
            <p:pic>
              <p:nvPicPr>
                <p:cNvPr id="11374" name="잉크 11373">
                  <a:extLst>
                    <a:ext uri="{FF2B5EF4-FFF2-40B4-BE49-F238E27FC236}">
                      <a16:creationId xmlns:a16="http://schemas.microsoft.com/office/drawing/2014/main" id="{840249B3-6A55-EBC2-AFCE-3379FCBCCE12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7755342" y="5786460"/>
                  <a:ext cx="8712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1375" name="잉크 11374">
                  <a:extLst>
                    <a:ext uri="{FF2B5EF4-FFF2-40B4-BE49-F238E27FC236}">
                      <a16:creationId xmlns:a16="http://schemas.microsoft.com/office/drawing/2014/main" id="{98EFBA96-55BF-571F-7169-0061C8F89B1C}"/>
                    </a:ext>
                  </a:extLst>
                </p14:cNvPr>
                <p14:cNvContentPartPr/>
                <p14:nvPr/>
              </p14:nvContentPartPr>
              <p14:xfrm>
                <a:off x="7889982" y="5760540"/>
                <a:ext cx="5040" cy="102240"/>
              </p14:xfrm>
            </p:contentPart>
          </mc:Choice>
          <mc:Fallback>
            <p:pic>
              <p:nvPicPr>
                <p:cNvPr id="11375" name="잉크 11374">
                  <a:extLst>
                    <a:ext uri="{FF2B5EF4-FFF2-40B4-BE49-F238E27FC236}">
                      <a16:creationId xmlns:a16="http://schemas.microsoft.com/office/drawing/2014/main" id="{98EFBA96-55BF-571F-7169-0061C8F89B1C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7880982" y="5751900"/>
                  <a:ext cx="2268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1376" name="잉크 11375">
                  <a:extLst>
                    <a:ext uri="{FF2B5EF4-FFF2-40B4-BE49-F238E27FC236}">
                      <a16:creationId xmlns:a16="http://schemas.microsoft.com/office/drawing/2014/main" id="{5C20D31C-EE8B-10E7-C0A5-19261FBD22CF}"/>
                    </a:ext>
                  </a:extLst>
                </p14:cNvPr>
                <p14:cNvContentPartPr/>
                <p14:nvPr/>
              </p14:nvContentPartPr>
              <p14:xfrm>
                <a:off x="7828422" y="5886900"/>
                <a:ext cx="143280" cy="102240"/>
              </p14:xfrm>
            </p:contentPart>
          </mc:Choice>
          <mc:Fallback>
            <p:pic>
              <p:nvPicPr>
                <p:cNvPr id="11376" name="잉크 11375">
                  <a:extLst>
                    <a:ext uri="{FF2B5EF4-FFF2-40B4-BE49-F238E27FC236}">
                      <a16:creationId xmlns:a16="http://schemas.microsoft.com/office/drawing/2014/main" id="{5C20D31C-EE8B-10E7-C0A5-19261FBD22CF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7819782" y="5877900"/>
                  <a:ext cx="16092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1377" name="잉크 11376">
                  <a:extLst>
                    <a:ext uri="{FF2B5EF4-FFF2-40B4-BE49-F238E27FC236}">
                      <a16:creationId xmlns:a16="http://schemas.microsoft.com/office/drawing/2014/main" id="{3B84CBF5-B900-1AB6-ECE3-07274944F30D}"/>
                    </a:ext>
                  </a:extLst>
                </p14:cNvPr>
                <p14:cNvContentPartPr/>
                <p14:nvPr/>
              </p14:nvContentPartPr>
              <p14:xfrm>
                <a:off x="8042622" y="5778180"/>
                <a:ext cx="81360" cy="130320"/>
              </p14:xfrm>
            </p:contentPart>
          </mc:Choice>
          <mc:Fallback>
            <p:pic>
              <p:nvPicPr>
                <p:cNvPr id="11377" name="잉크 11376">
                  <a:extLst>
                    <a:ext uri="{FF2B5EF4-FFF2-40B4-BE49-F238E27FC236}">
                      <a16:creationId xmlns:a16="http://schemas.microsoft.com/office/drawing/2014/main" id="{3B84CBF5-B900-1AB6-ECE3-07274944F30D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8033982" y="5769540"/>
                  <a:ext cx="9900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1378" name="잉크 11377">
                  <a:extLst>
                    <a:ext uri="{FF2B5EF4-FFF2-40B4-BE49-F238E27FC236}">
                      <a16:creationId xmlns:a16="http://schemas.microsoft.com/office/drawing/2014/main" id="{B33F6041-0DB5-32DC-504C-0F89F8D0927D}"/>
                    </a:ext>
                  </a:extLst>
                </p14:cNvPr>
                <p14:cNvContentPartPr/>
                <p14:nvPr/>
              </p14:nvContentPartPr>
              <p14:xfrm>
                <a:off x="8122542" y="5796540"/>
                <a:ext cx="92880" cy="48240"/>
              </p14:xfrm>
            </p:contentPart>
          </mc:Choice>
          <mc:Fallback>
            <p:pic>
              <p:nvPicPr>
                <p:cNvPr id="11378" name="잉크 11377">
                  <a:extLst>
                    <a:ext uri="{FF2B5EF4-FFF2-40B4-BE49-F238E27FC236}">
                      <a16:creationId xmlns:a16="http://schemas.microsoft.com/office/drawing/2014/main" id="{B33F6041-0DB5-32DC-504C-0F89F8D0927D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8113902" y="5787540"/>
                  <a:ext cx="11052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1379" name="잉크 11378">
                  <a:extLst>
                    <a:ext uri="{FF2B5EF4-FFF2-40B4-BE49-F238E27FC236}">
                      <a16:creationId xmlns:a16="http://schemas.microsoft.com/office/drawing/2014/main" id="{EEC2A3CE-5CAB-A5F8-BAAE-E46CF9C2FDA1}"/>
                    </a:ext>
                  </a:extLst>
                </p14:cNvPr>
                <p14:cNvContentPartPr/>
                <p14:nvPr/>
              </p14:nvContentPartPr>
              <p14:xfrm>
                <a:off x="8202102" y="5742540"/>
                <a:ext cx="14040" cy="149400"/>
              </p14:xfrm>
            </p:contentPart>
          </mc:Choice>
          <mc:Fallback>
            <p:pic>
              <p:nvPicPr>
                <p:cNvPr id="11379" name="잉크 11378">
                  <a:extLst>
                    <a:ext uri="{FF2B5EF4-FFF2-40B4-BE49-F238E27FC236}">
                      <a16:creationId xmlns:a16="http://schemas.microsoft.com/office/drawing/2014/main" id="{EEC2A3CE-5CAB-A5F8-BAAE-E46CF9C2FDA1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8193102" y="5733900"/>
                  <a:ext cx="3168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1380" name="잉크 11379">
                  <a:extLst>
                    <a:ext uri="{FF2B5EF4-FFF2-40B4-BE49-F238E27FC236}">
                      <a16:creationId xmlns:a16="http://schemas.microsoft.com/office/drawing/2014/main" id="{3529851F-1E06-4947-7BE0-0B688A867496}"/>
                    </a:ext>
                  </a:extLst>
                </p14:cNvPr>
                <p14:cNvContentPartPr/>
                <p14:nvPr/>
              </p14:nvContentPartPr>
              <p14:xfrm>
                <a:off x="8175822" y="5895540"/>
                <a:ext cx="66960" cy="88920"/>
              </p14:xfrm>
            </p:contentPart>
          </mc:Choice>
          <mc:Fallback>
            <p:pic>
              <p:nvPicPr>
                <p:cNvPr id="11380" name="잉크 11379">
                  <a:extLst>
                    <a:ext uri="{FF2B5EF4-FFF2-40B4-BE49-F238E27FC236}">
                      <a16:creationId xmlns:a16="http://schemas.microsoft.com/office/drawing/2014/main" id="{3529851F-1E06-4947-7BE0-0B688A867496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8167182" y="5886540"/>
                  <a:ext cx="8460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1381" name="잉크 11380">
                  <a:extLst>
                    <a:ext uri="{FF2B5EF4-FFF2-40B4-BE49-F238E27FC236}">
                      <a16:creationId xmlns:a16="http://schemas.microsoft.com/office/drawing/2014/main" id="{22F4C150-2A43-C5BE-6900-99A4411C2171}"/>
                    </a:ext>
                  </a:extLst>
                </p14:cNvPr>
                <p14:cNvContentPartPr/>
                <p14:nvPr/>
              </p14:nvContentPartPr>
              <p14:xfrm>
                <a:off x="8266902" y="5767020"/>
                <a:ext cx="64080" cy="63360"/>
              </p14:xfrm>
            </p:contentPart>
          </mc:Choice>
          <mc:Fallback>
            <p:pic>
              <p:nvPicPr>
                <p:cNvPr id="11381" name="잉크 11380">
                  <a:extLst>
                    <a:ext uri="{FF2B5EF4-FFF2-40B4-BE49-F238E27FC236}">
                      <a16:creationId xmlns:a16="http://schemas.microsoft.com/office/drawing/2014/main" id="{22F4C150-2A43-C5BE-6900-99A4411C2171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8257902" y="5758380"/>
                  <a:ext cx="8172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1382" name="잉크 11381">
                  <a:extLst>
                    <a:ext uri="{FF2B5EF4-FFF2-40B4-BE49-F238E27FC236}">
                      <a16:creationId xmlns:a16="http://schemas.microsoft.com/office/drawing/2014/main" id="{E10A6206-D7C4-F261-94B3-6CC19413BEEC}"/>
                    </a:ext>
                  </a:extLst>
                </p14:cNvPr>
                <p14:cNvContentPartPr/>
                <p14:nvPr/>
              </p14:nvContentPartPr>
              <p14:xfrm>
                <a:off x="8248902" y="5834700"/>
                <a:ext cx="158040" cy="126720"/>
              </p14:xfrm>
            </p:contentPart>
          </mc:Choice>
          <mc:Fallback>
            <p:pic>
              <p:nvPicPr>
                <p:cNvPr id="11382" name="잉크 11381">
                  <a:extLst>
                    <a:ext uri="{FF2B5EF4-FFF2-40B4-BE49-F238E27FC236}">
                      <a16:creationId xmlns:a16="http://schemas.microsoft.com/office/drawing/2014/main" id="{E10A6206-D7C4-F261-94B3-6CC19413BEEC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8239902" y="5826060"/>
                  <a:ext cx="17568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1383" name="잉크 11382">
                  <a:extLst>
                    <a:ext uri="{FF2B5EF4-FFF2-40B4-BE49-F238E27FC236}">
                      <a16:creationId xmlns:a16="http://schemas.microsoft.com/office/drawing/2014/main" id="{1BD35EFA-5B17-8316-28D2-F0C85BCD91F3}"/>
                    </a:ext>
                  </a:extLst>
                </p14:cNvPr>
                <p14:cNvContentPartPr/>
                <p14:nvPr/>
              </p14:nvContentPartPr>
              <p14:xfrm>
                <a:off x="8434662" y="5919660"/>
                <a:ext cx="30240" cy="72360"/>
              </p14:xfrm>
            </p:contentPart>
          </mc:Choice>
          <mc:Fallback>
            <p:pic>
              <p:nvPicPr>
                <p:cNvPr id="11383" name="잉크 11382">
                  <a:extLst>
                    <a:ext uri="{FF2B5EF4-FFF2-40B4-BE49-F238E27FC236}">
                      <a16:creationId xmlns:a16="http://schemas.microsoft.com/office/drawing/2014/main" id="{1BD35EFA-5B17-8316-28D2-F0C85BCD91F3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8426022" y="5911020"/>
                  <a:ext cx="47880" cy="90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3">
            <p14:nvContentPartPr>
              <p14:cNvPr id="11385" name="잉크 11384">
                <a:extLst>
                  <a:ext uri="{FF2B5EF4-FFF2-40B4-BE49-F238E27FC236}">
                    <a16:creationId xmlns:a16="http://schemas.microsoft.com/office/drawing/2014/main" id="{016CBA9B-5BC1-DD72-84F0-5AC4902119DB}"/>
                  </a:ext>
                </a:extLst>
              </p14:cNvPr>
              <p14:cNvContentPartPr/>
              <p14:nvPr/>
            </p14:nvContentPartPr>
            <p14:xfrm>
              <a:off x="6832662" y="6172740"/>
              <a:ext cx="84960" cy="18360"/>
            </p14:xfrm>
          </p:contentPart>
        </mc:Choice>
        <mc:Fallback>
          <p:pic>
            <p:nvPicPr>
              <p:cNvPr id="11385" name="잉크 11384">
                <a:extLst>
                  <a:ext uri="{FF2B5EF4-FFF2-40B4-BE49-F238E27FC236}">
                    <a16:creationId xmlns:a16="http://schemas.microsoft.com/office/drawing/2014/main" id="{016CBA9B-5BC1-DD72-84F0-5AC4902119DB}"/>
                  </a:ext>
                </a:extLst>
              </p:cNvPr>
              <p:cNvPicPr/>
              <p:nvPr/>
            </p:nvPicPr>
            <p:blipFill>
              <a:blip r:embed="rId234"/>
              <a:stretch>
                <a:fillRect/>
              </a:stretch>
            </p:blipFill>
            <p:spPr>
              <a:xfrm>
                <a:off x="6823662" y="6163740"/>
                <a:ext cx="1026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5">
            <p14:nvContentPartPr>
              <p14:cNvPr id="11386" name="잉크 11385">
                <a:extLst>
                  <a:ext uri="{FF2B5EF4-FFF2-40B4-BE49-F238E27FC236}">
                    <a16:creationId xmlns:a16="http://schemas.microsoft.com/office/drawing/2014/main" id="{A2F8BF6E-0400-4B5F-B782-033470385A7D}"/>
                  </a:ext>
                </a:extLst>
              </p14:cNvPr>
              <p14:cNvContentPartPr/>
              <p14:nvPr/>
            </p14:nvContentPartPr>
            <p14:xfrm>
              <a:off x="6847062" y="6196860"/>
              <a:ext cx="105840" cy="105840"/>
            </p14:xfrm>
          </p:contentPart>
        </mc:Choice>
        <mc:Fallback>
          <p:pic>
            <p:nvPicPr>
              <p:cNvPr id="11386" name="잉크 11385">
                <a:extLst>
                  <a:ext uri="{FF2B5EF4-FFF2-40B4-BE49-F238E27FC236}">
                    <a16:creationId xmlns:a16="http://schemas.microsoft.com/office/drawing/2014/main" id="{A2F8BF6E-0400-4B5F-B782-033470385A7D}"/>
                  </a:ext>
                </a:extLst>
              </p:cNvPr>
              <p:cNvPicPr/>
              <p:nvPr/>
            </p:nvPicPr>
            <p:blipFill>
              <a:blip r:embed="rId236"/>
              <a:stretch>
                <a:fillRect/>
              </a:stretch>
            </p:blipFill>
            <p:spPr>
              <a:xfrm>
                <a:off x="6838422" y="6187860"/>
                <a:ext cx="123480" cy="12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7">
            <p14:nvContentPartPr>
              <p14:cNvPr id="11387" name="잉크 11386">
                <a:extLst>
                  <a:ext uri="{FF2B5EF4-FFF2-40B4-BE49-F238E27FC236}">
                    <a16:creationId xmlns:a16="http://schemas.microsoft.com/office/drawing/2014/main" id="{24BAB1D1-BA99-153F-5E36-7BC7B0872BC2}"/>
                  </a:ext>
                </a:extLst>
              </p14:cNvPr>
              <p14:cNvContentPartPr/>
              <p14:nvPr/>
            </p14:nvContentPartPr>
            <p14:xfrm>
              <a:off x="6956862" y="6186420"/>
              <a:ext cx="14760" cy="156600"/>
            </p14:xfrm>
          </p:contentPart>
        </mc:Choice>
        <mc:Fallback>
          <p:pic>
            <p:nvPicPr>
              <p:cNvPr id="11387" name="잉크 11386">
                <a:extLst>
                  <a:ext uri="{FF2B5EF4-FFF2-40B4-BE49-F238E27FC236}">
                    <a16:creationId xmlns:a16="http://schemas.microsoft.com/office/drawing/2014/main" id="{24BAB1D1-BA99-153F-5E36-7BC7B0872BC2}"/>
                  </a:ext>
                </a:extLst>
              </p:cNvPr>
              <p:cNvPicPr/>
              <p:nvPr/>
            </p:nvPicPr>
            <p:blipFill>
              <a:blip r:embed="rId238"/>
              <a:stretch>
                <a:fillRect/>
              </a:stretch>
            </p:blipFill>
            <p:spPr>
              <a:xfrm>
                <a:off x="6947862" y="6177780"/>
                <a:ext cx="32400" cy="17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9">
            <p14:nvContentPartPr>
              <p14:cNvPr id="11388" name="잉크 11387">
                <a:extLst>
                  <a:ext uri="{FF2B5EF4-FFF2-40B4-BE49-F238E27FC236}">
                    <a16:creationId xmlns:a16="http://schemas.microsoft.com/office/drawing/2014/main" id="{0465B188-E14D-AA54-B819-36082536AA4F}"/>
                  </a:ext>
                </a:extLst>
              </p14:cNvPr>
              <p14:cNvContentPartPr/>
              <p14:nvPr/>
            </p14:nvContentPartPr>
            <p14:xfrm>
              <a:off x="6989982" y="6182460"/>
              <a:ext cx="117000" cy="86760"/>
            </p14:xfrm>
          </p:contentPart>
        </mc:Choice>
        <mc:Fallback>
          <p:pic>
            <p:nvPicPr>
              <p:cNvPr id="11388" name="잉크 11387">
                <a:extLst>
                  <a:ext uri="{FF2B5EF4-FFF2-40B4-BE49-F238E27FC236}">
                    <a16:creationId xmlns:a16="http://schemas.microsoft.com/office/drawing/2014/main" id="{0465B188-E14D-AA54-B819-36082536AA4F}"/>
                  </a:ext>
                </a:extLst>
              </p:cNvPr>
              <p:cNvPicPr/>
              <p:nvPr/>
            </p:nvPicPr>
            <p:blipFill>
              <a:blip r:embed="rId240"/>
              <a:stretch>
                <a:fillRect/>
              </a:stretch>
            </p:blipFill>
            <p:spPr>
              <a:xfrm>
                <a:off x="6981342" y="6173460"/>
                <a:ext cx="134640" cy="10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1">
            <p14:nvContentPartPr>
              <p14:cNvPr id="11389" name="잉크 11388">
                <a:extLst>
                  <a:ext uri="{FF2B5EF4-FFF2-40B4-BE49-F238E27FC236}">
                    <a16:creationId xmlns:a16="http://schemas.microsoft.com/office/drawing/2014/main" id="{9A594F8D-8B36-40C7-B99C-C42703C1AEBE}"/>
                  </a:ext>
                </a:extLst>
              </p14:cNvPr>
              <p14:cNvContentPartPr/>
              <p14:nvPr/>
            </p14:nvContentPartPr>
            <p14:xfrm>
              <a:off x="7121022" y="6159420"/>
              <a:ext cx="17640" cy="181800"/>
            </p14:xfrm>
          </p:contentPart>
        </mc:Choice>
        <mc:Fallback>
          <p:pic>
            <p:nvPicPr>
              <p:cNvPr id="11389" name="잉크 11388">
                <a:extLst>
                  <a:ext uri="{FF2B5EF4-FFF2-40B4-BE49-F238E27FC236}">
                    <a16:creationId xmlns:a16="http://schemas.microsoft.com/office/drawing/2014/main" id="{9A594F8D-8B36-40C7-B99C-C42703C1AEBE}"/>
                  </a:ext>
                </a:extLst>
              </p:cNvPr>
              <p:cNvPicPr/>
              <p:nvPr/>
            </p:nvPicPr>
            <p:blipFill>
              <a:blip r:embed="rId242"/>
              <a:stretch>
                <a:fillRect/>
              </a:stretch>
            </p:blipFill>
            <p:spPr>
              <a:xfrm>
                <a:off x="7112382" y="6150780"/>
                <a:ext cx="35280" cy="19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3">
            <p14:nvContentPartPr>
              <p14:cNvPr id="11390" name="잉크 11389">
                <a:extLst>
                  <a:ext uri="{FF2B5EF4-FFF2-40B4-BE49-F238E27FC236}">
                    <a16:creationId xmlns:a16="http://schemas.microsoft.com/office/drawing/2014/main" id="{1E7D7669-AB9B-FA96-B0D7-21383F614E0C}"/>
                  </a:ext>
                </a:extLst>
              </p14:cNvPr>
              <p14:cNvContentPartPr/>
              <p14:nvPr/>
            </p14:nvContentPartPr>
            <p14:xfrm>
              <a:off x="7166022" y="6181020"/>
              <a:ext cx="117720" cy="129600"/>
            </p14:xfrm>
          </p:contentPart>
        </mc:Choice>
        <mc:Fallback>
          <p:pic>
            <p:nvPicPr>
              <p:cNvPr id="11390" name="잉크 11389">
                <a:extLst>
                  <a:ext uri="{FF2B5EF4-FFF2-40B4-BE49-F238E27FC236}">
                    <a16:creationId xmlns:a16="http://schemas.microsoft.com/office/drawing/2014/main" id="{1E7D7669-AB9B-FA96-B0D7-21383F614E0C}"/>
                  </a:ext>
                </a:extLst>
              </p:cNvPr>
              <p:cNvPicPr/>
              <p:nvPr/>
            </p:nvPicPr>
            <p:blipFill>
              <a:blip r:embed="rId244"/>
              <a:stretch>
                <a:fillRect/>
              </a:stretch>
            </p:blipFill>
            <p:spPr>
              <a:xfrm>
                <a:off x="7157022" y="6172020"/>
                <a:ext cx="135360" cy="14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5">
            <p14:nvContentPartPr>
              <p14:cNvPr id="11391" name="잉크 11390">
                <a:extLst>
                  <a:ext uri="{FF2B5EF4-FFF2-40B4-BE49-F238E27FC236}">
                    <a16:creationId xmlns:a16="http://schemas.microsoft.com/office/drawing/2014/main" id="{BE96BE4F-09C3-789A-B192-2720A4107E0A}"/>
                  </a:ext>
                </a:extLst>
              </p14:cNvPr>
              <p14:cNvContentPartPr/>
              <p14:nvPr/>
            </p14:nvContentPartPr>
            <p14:xfrm>
              <a:off x="7195182" y="6191460"/>
              <a:ext cx="147960" cy="68040"/>
            </p14:xfrm>
          </p:contentPart>
        </mc:Choice>
        <mc:Fallback>
          <p:pic>
            <p:nvPicPr>
              <p:cNvPr id="11391" name="잉크 11390">
                <a:extLst>
                  <a:ext uri="{FF2B5EF4-FFF2-40B4-BE49-F238E27FC236}">
                    <a16:creationId xmlns:a16="http://schemas.microsoft.com/office/drawing/2014/main" id="{BE96BE4F-09C3-789A-B192-2720A4107E0A}"/>
                  </a:ext>
                </a:extLst>
              </p:cNvPr>
              <p:cNvPicPr/>
              <p:nvPr/>
            </p:nvPicPr>
            <p:blipFill>
              <a:blip r:embed="rId246"/>
              <a:stretch>
                <a:fillRect/>
              </a:stretch>
            </p:blipFill>
            <p:spPr>
              <a:xfrm>
                <a:off x="7186542" y="6182820"/>
                <a:ext cx="165600" cy="8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7">
            <p14:nvContentPartPr>
              <p14:cNvPr id="11392" name="잉크 11391">
                <a:extLst>
                  <a:ext uri="{FF2B5EF4-FFF2-40B4-BE49-F238E27FC236}">
                    <a16:creationId xmlns:a16="http://schemas.microsoft.com/office/drawing/2014/main" id="{E287D605-9B57-3945-3D63-B366B72783C6}"/>
                  </a:ext>
                </a:extLst>
              </p14:cNvPr>
              <p14:cNvContentPartPr/>
              <p14:nvPr/>
            </p14:nvContentPartPr>
            <p14:xfrm>
              <a:off x="7334502" y="6168420"/>
              <a:ext cx="16200" cy="120600"/>
            </p14:xfrm>
          </p:contentPart>
        </mc:Choice>
        <mc:Fallback>
          <p:pic>
            <p:nvPicPr>
              <p:cNvPr id="11392" name="잉크 11391">
                <a:extLst>
                  <a:ext uri="{FF2B5EF4-FFF2-40B4-BE49-F238E27FC236}">
                    <a16:creationId xmlns:a16="http://schemas.microsoft.com/office/drawing/2014/main" id="{E287D605-9B57-3945-3D63-B366B72783C6}"/>
                  </a:ext>
                </a:extLst>
              </p:cNvPr>
              <p:cNvPicPr/>
              <p:nvPr/>
            </p:nvPicPr>
            <p:blipFill>
              <a:blip r:embed="rId248"/>
              <a:stretch>
                <a:fillRect/>
              </a:stretch>
            </p:blipFill>
            <p:spPr>
              <a:xfrm>
                <a:off x="7325862" y="6159420"/>
                <a:ext cx="33840" cy="13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9">
            <p14:nvContentPartPr>
              <p14:cNvPr id="11393" name="잉크 11392">
                <a:extLst>
                  <a:ext uri="{FF2B5EF4-FFF2-40B4-BE49-F238E27FC236}">
                    <a16:creationId xmlns:a16="http://schemas.microsoft.com/office/drawing/2014/main" id="{DAA07BDD-1D07-65B3-07FE-44EEE1552179}"/>
                  </a:ext>
                </a:extLst>
              </p14:cNvPr>
              <p14:cNvContentPartPr/>
              <p14:nvPr/>
            </p14:nvContentPartPr>
            <p14:xfrm>
              <a:off x="7284822" y="6301620"/>
              <a:ext cx="133200" cy="75240"/>
            </p14:xfrm>
          </p:contentPart>
        </mc:Choice>
        <mc:Fallback>
          <p:pic>
            <p:nvPicPr>
              <p:cNvPr id="11393" name="잉크 11392">
                <a:extLst>
                  <a:ext uri="{FF2B5EF4-FFF2-40B4-BE49-F238E27FC236}">
                    <a16:creationId xmlns:a16="http://schemas.microsoft.com/office/drawing/2014/main" id="{DAA07BDD-1D07-65B3-07FE-44EEE1552179}"/>
                  </a:ext>
                </a:extLst>
              </p:cNvPr>
              <p:cNvPicPr/>
              <p:nvPr/>
            </p:nvPicPr>
            <p:blipFill>
              <a:blip r:embed="rId250"/>
              <a:stretch>
                <a:fillRect/>
              </a:stretch>
            </p:blipFill>
            <p:spPr>
              <a:xfrm>
                <a:off x="7276182" y="6292980"/>
                <a:ext cx="150840" cy="9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1">
            <p14:nvContentPartPr>
              <p14:cNvPr id="11394" name="잉크 11393">
                <a:extLst>
                  <a:ext uri="{FF2B5EF4-FFF2-40B4-BE49-F238E27FC236}">
                    <a16:creationId xmlns:a16="http://schemas.microsoft.com/office/drawing/2014/main" id="{C356F246-46E8-3261-176D-6082FF6CB95D}"/>
                  </a:ext>
                </a:extLst>
              </p14:cNvPr>
              <p14:cNvContentPartPr/>
              <p14:nvPr/>
            </p14:nvContentPartPr>
            <p14:xfrm>
              <a:off x="7482102" y="6144660"/>
              <a:ext cx="128520" cy="118800"/>
            </p14:xfrm>
          </p:contentPart>
        </mc:Choice>
        <mc:Fallback>
          <p:pic>
            <p:nvPicPr>
              <p:cNvPr id="11394" name="잉크 11393">
                <a:extLst>
                  <a:ext uri="{FF2B5EF4-FFF2-40B4-BE49-F238E27FC236}">
                    <a16:creationId xmlns:a16="http://schemas.microsoft.com/office/drawing/2014/main" id="{C356F246-46E8-3261-176D-6082FF6CB95D}"/>
                  </a:ext>
                </a:extLst>
              </p:cNvPr>
              <p:cNvPicPr/>
              <p:nvPr/>
            </p:nvPicPr>
            <p:blipFill>
              <a:blip r:embed="rId252"/>
              <a:stretch>
                <a:fillRect/>
              </a:stretch>
            </p:blipFill>
            <p:spPr>
              <a:xfrm>
                <a:off x="7473102" y="6135660"/>
                <a:ext cx="146160" cy="13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3">
            <p14:nvContentPartPr>
              <p14:cNvPr id="11395" name="잉크 11394">
                <a:extLst>
                  <a:ext uri="{FF2B5EF4-FFF2-40B4-BE49-F238E27FC236}">
                    <a16:creationId xmlns:a16="http://schemas.microsoft.com/office/drawing/2014/main" id="{A2B2CAA2-7DB5-5EA1-F85D-7719CEF97F74}"/>
                  </a:ext>
                </a:extLst>
              </p14:cNvPr>
              <p14:cNvContentPartPr/>
              <p14:nvPr/>
            </p14:nvContentPartPr>
            <p14:xfrm>
              <a:off x="7591182" y="6193260"/>
              <a:ext cx="5400" cy="55440"/>
            </p14:xfrm>
          </p:contentPart>
        </mc:Choice>
        <mc:Fallback>
          <p:pic>
            <p:nvPicPr>
              <p:cNvPr id="11395" name="잉크 11394">
                <a:extLst>
                  <a:ext uri="{FF2B5EF4-FFF2-40B4-BE49-F238E27FC236}">
                    <a16:creationId xmlns:a16="http://schemas.microsoft.com/office/drawing/2014/main" id="{A2B2CAA2-7DB5-5EA1-F85D-7719CEF97F74}"/>
                  </a:ext>
                </a:extLst>
              </p:cNvPr>
              <p:cNvPicPr/>
              <p:nvPr/>
            </p:nvPicPr>
            <p:blipFill>
              <a:blip r:embed="rId254"/>
              <a:stretch>
                <a:fillRect/>
              </a:stretch>
            </p:blipFill>
            <p:spPr>
              <a:xfrm>
                <a:off x="7582182" y="6184620"/>
                <a:ext cx="23040" cy="7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5">
            <p14:nvContentPartPr>
              <p14:cNvPr id="11396" name="잉크 11395">
                <a:extLst>
                  <a:ext uri="{FF2B5EF4-FFF2-40B4-BE49-F238E27FC236}">
                    <a16:creationId xmlns:a16="http://schemas.microsoft.com/office/drawing/2014/main" id="{45BAAEA6-1BFA-149B-6784-5E667C59958F}"/>
                  </a:ext>
                </a:extLst>
              </p14:cNvPr>
              <p14:cNvContentPartPr/>
              <p14:nvPr/>
            </p14:nvContentPartPr>
            <p14:xfrm>
              <a:off x="7526022" y="6250140"/>
              <a:ext cx="142920" cy="93960"/>
            </p14:xfrm>
          </p:contentPart>
        </mc:Choice>
        <mc:Fallback>
          <p:pic>
            <p:nvPicPr>
              <p:cNvPr id="11396" name="잉크 11395">
                <a:extLst>
                  <a:ext uri="{FF2B5EF4-FFF2-40B4-BE49-F238E27FC236}">
                    <a16:creationId xmlns:a16="http://schemas.microsoft.com/office/drawing/2014/main" id="{45BAAEA6-1BFA-149B-6784-5E667C59958F}"/>
                  </a:ext>
                </a:extLst>
              </p:cNvPr>
              <p:cNvPicPr/>
              <p:nvPr/>
            </p:nvPicPr>
            <p:blipFill>
              <a:blip r:embed="rId256"/>
              <a:stretch>
                <a:fillRect/>
              </a:stretch>
            </p:blipFill>
            <p:spPr>
              <a:xfrm>
                <a:off x="7517382" y="6241500"/>
                <a:ext cx="160560" cy="11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7">
            <p14:nvContentPartPr>
              <p14:cNvPr id="11397" name="잉크 11396">
                <a:extLst>
                  <a:ext uri="{FF2B5EF4-FFF2-40B4-BE49-F238E27FC236}">
                    <a16:creationId xmlns:a16="http://schemas.microsoft.com/office/drawing/2014/main" id="{0ECB9CEA-EA71-3198-B001-28CC77216A65}"/>
                  </a:ext>
                </a:extLst>
              </p14:cNvPr>
              <p14:cNvContentPartPr/>
              <p14:nvPr/>
            </p14:nvContentPartPr>
            <p14:xfrm>
              <a:off x="7625022" y="6181380"/>
              <a:ext cx="154800" cy="104400"/>
            </p14:xfrm>
          </p:contentPart>
        </mc:Choice>
        <mc:Fallback>
          <p:pic>
            <p:nvPicPr>
              <p:cNvPr id="11397" name="잉크 11396">
                <a:extLst>
                  <a:ext uri="{FF2B5EF4-FFF2-40B4-BE49-F238E27FC236}">
                    <a16:creationId xmlns:a16="http://schemas.microsoft.com/office/drawing/2014/main" id="{0ECB9CEA-EA71-3198-B001-28CC77216A65}"/>
                  </a:ext>
                </a:extLst>
              </p:cNvPr>
              <p:cNvPicPr/>
              <p:nvPr/>
            </p:nvPicPr>
            <p:blipFill>
              <a:blip r:embed="rId258"/>
              <a:stretch>
                <a:fillRect/>
              </a:stretch>
            </p:blipFill>
            <p:spPr>
              <a:xfrm>
                <a:off x="7616382" y="6172380"/>
                <a:ext cx="172440" cy="12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9">
            <p14:nvContentPartPr>
              <p14:cNvPr id="11398" name="잉크 11397">
                <a:extLst>
                  <a:ext uri="{FF2B5EF4-FFF2-40B4-BE49-F238E27FC236}">
                    <a16:creationId xmlns:a16="http://schemas.microsoft.com/office/drawing/2014/main" id="{9CA7E0A1-7A0C-F7B1-D05D-B3C09A4CA219}"/>
                  </a:ext>
                </a:extLst>
              </p14:cNvPr>
              <p14:cNvContentPartPr/>
              <p14:nvPr/>
            </p14:nvContentPartPr>
            <p14:xfrm>
              <a:off x="7810062" y="6177420"/>
              <a:ext cx="7200" cy="93600"/>
            </p14:xfrm>
          </p:contentPart>
        </mc:Choice>
        <mc:Fallback>
          <p:pic>
            <p:nvPicPr>
              <p:cNvPr id="11398" name="잉크 11397">
                <a:extLst>
                  <a:ext uri="{FF2B5EF4-FFF2-40B4-BE49-F238E27FC236}">
                    <a16:creationId xmlns:a16="http://schemas.microsoft.com/office/drawing/2014/main" id="{9CA7E0A1-7A0C-F7B1-D05D-B3C09A4CA219}"/>
                  </a:ext>
                </a:extLst>
              </p:cNvPr>
              <p:cNvPicPr/>
              <p:nvPr/>
            </p:nvPicPr>
            <p:blipFill>
              <a:blip r:embed="rId260"/>
              <a:stretch>
                <a:fillRect/>
              </a:stretch>
            </p:blipFill>
            <p:spPr>
              <a:xfrm>
                <a:off x="7801062" y="6168780"/>
                <a:ext cx="24840" cy="11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1">
            <p14:nvContentPartPr>
              <p14:cNvPr id="11399" name="잉크 11398">
                <a:extLst>
                  <a:ext uri="{FF2B5EF4-FFF2-40B4-BE49-F238E27FC236}">
                    <a16:creationId xmlns:a16="http://schemas.microsoft.com/office/drawing/2014/main" id="{F27AE0EF-8D0B-8160-E28A-06397EAA9040}"/>
                  </a:ext>
                </a:extLst>
              </p14:cNvPr>
              <p14:cNvContentPartPr/>
              <p14:nvPr/>
            </p14:nvContentPartPr>
            <p14:xfrm>
              <a:off x="7712862" y="6295140"/>
              <a:ext cx="129240" cy="33840"/>
            </p14:xfrm>
          </p:contentPart>
        </mc:Choice>
        <mc:Fallback>
          <p:pic>
            <p:nvPicPr>
              <p:cNvPr id="11399" name="잉크 11398">
                <a:extLst>
                  <a:ext uri="{FF2B5EF4-FFF2-40B4-BE49-F238E27FC236}">
                    <a16:creationId xmlns:a16="http://schemas.microsoft.com/office/drawing/2014/main" id="{F27AE0EF-8D0B-8160-E28A-06397EAA9040}"/>
                  </a:ext>
                </a:extLst>
              </p:cNvPr>
              <p:cNvPicPr/>
              <p:nvPr/>
            </p:nvPicPr>
            <p:blipFill>
              <a:blip r:embed="rId262"/>
              <a:stretch>
                <a:fillRect/>
              </a:stretch>
            </p:blipFill>
            <p:spPr>
              <a:xfrm>
                <a:off x="7703862" y="6286140"/>
                <a:ext cx="146880" cy="5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3">
            <p14:nvContentPartPr>
              <p14:cNvPr id="11400" name="잉크 11399">
                <a:extLst>
                  <a:ext uri="{FF2B5EF4-FFF2-40B4-BE49-F238E27FC236}">
                    <a16:creationId xmlns:a16="http://schemas.microsoft.com/office/drawing/2014/main" id="{926C0CD5-2291-ED4B-6ABC-FEAFC8F9CA0B}"/>
                  </a:ext>
                </a:extLst>
              </p14:cNvPr>
              <p14:cNvContentPartPr/>
              <p14:nvPr/>
            </p14:nvContentPartPr>
            <p14:xfrm>
              <a:off x="7841742" y="6156540"/>
              <a:ext cx="130320" cy="118800"/>
            </p14:xfrm>
          </p:contentPart>
        </mc:Choice>
        <mc:Fallback>
          <p:pic>
            <p:nvPicPr>
              <p:cNvPr id="11400" name="잉크 11399">
                <a:extLst>
                  <a:ext uri="{FF2B5EF4-FFF2-40B4-BE49-F238E27FC236}">
                    <a16:creationId xmlns:a16="http://schemas.microsoft.com/office/drawing/2014/main" id="{926C0CD5-2291-ED4B-6ABC-FEAFC8F9CA0B}"/>
                  </a:ext>
                </a:extLst>
              </p:cNvPr>
              <p:cNvPicPr/>
              <p:nvPr/>
            </p:nvPicPr>
            <p:blipFill>
              <a:blip r:embed="rId264"/>
              <a:stretch>
                <a:fillRect/>
              </a:stretch>
            </p:blipFill>
            <p:spPr>
              <a:xfrm>
                <a:off x="7832742" y="6147900"/>
                <a:ext cx="147960" cy="13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5">
            <p14:nvContentPartPr>
              <p14:cNvPr id="11401" name="잉크 11400">
                <a:extLst>
                  <a:ext uri="{FF2B5EF4-FFF2-40B4-BE49-F238E27FC236}">
                    <a16:creationId xmlns:a16="http://schemas.microsoft.com/office/drawing/2014/main" id="{FF2E201E-4640-7383-5697-F55B36B653D3}"/>
                  </a:ext>
                </a:extLst>
              </p14:cNvPr>
              <p14:cNvContentPartPr/>
              <p14:nvPr/>
            </p14:nvContentPartPr>
            <p14:xfrm>
              <a:off x="7867662" y="6272460"/>
              <a:ext cx="135360" cy="75240"/>
            </p14:xfrm>
          </p:contentPart>
        </mc:Choice>
        <mc:Fallback>
          <p:pic>
            <p:nvPicPr>
              <p:cNvPr id="11401" name="잉크 11400">
                <a:extLst>
                  <a:ext uri="{FF2B5EF4-FFF2-40B4-BE49-F238E27FC236}">
                    <a16:creationId xmlns:a16="http://schemas.microsoft.com/office/drawing/2014/main" id="{FF2E201E-4640-7383-5697-F55B36B653D3}"/>
                  </a:ext>
                </a:extLst>
              </p:cNvPr>
              <p:cNvPicPr/>
              <p:nvPr/>
            </p:nvPicPr>
            <p:blipFill>
              <a:blip r:embed="rId266"/>
              <a:stretch>
                <a:fillRect/>
              </a:stretch>
            </p:blipFill>
            <p:spPr>
              <a:xfrm>
                <a:off x="7858662" y="6263820"/>
                <a:ext cx="153000" cy="9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7">
            <p14:nvContentPartPr>
              <p14:cNvPr id="11402" name="잉크 11401">
                <a:extLst>
                  <a:ext uri="{FF2B5EF4-FFF2-40B4-BE49-F238E27FC236}">
                    <a16:creationId xmlns:a16="http://schemas.microsoft.com/office/drawing/2014/main" id="{2EA9AC70-D2E7-9909-0D48-3EFDC33B377E}"/>
                  </a:ext>
                </a:extLst>
              </p14:cNvPr>
              <p14:cNvContentPartPr/>
              <p14:nvPr/>
            </p14:nvContentPartPr>
            <p14:xfrm>
              <a:off x="8087262" y="6210540"/>
              <a:ext cx="86040" cy="136080"/>
            </p14:xfrm>
          </p:contentPart>
        </mc:Choice>
        <mc:Fallback>
          <p:pic>
            <p:nvPicPr>
              <p:cNvPr id="11402" name="잉크 11401">
                <a:extLst>
                  <a:ext uri="{FF2B5EF4-FFF2-40B4-BE49-F238E27FC236}">
                    <a16:creationId xmlns:a16="http://schemas.microsoft.com/office/drawing/2014/main" id="{2EA9AC70-D2E7-9909-0D48-3EFDC33B377E}"/>
                  </a:ext>
                </a:extLst>
              </p:cNvPr>
              <p:cNvPicPr/>
              <p:nvPr/>
            </p:nvPicPr>
            <p:blipFill>
              <a:blip r:embed="rId268"/>
              <a:stretch>
                <a:fillRect/>
              </a:stretch>
            </p:blipFill>
            <p:spPr>
              <a:xfrm>
                <a:off x="8078262" y="6201900"/>
                <a:ext cx="103680" cy="15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9">
            <p14:nvContentPartPr>
              <p14:cNvPr id="11403" name="잉크 11402">
                <a:extLst>
                  <a:ext uri="{FF2B5EF4-FFF2-40B4-BE49-F238E27FC236}">
                    <a16:creationId xmlns:a16="http://schemas.microsoft.com/office/drawing/2014/main" id="{4D9E6514-DE57-717D-7D45-2BB3C52800E8}"/>
                  </a:ext>
                </a:extLst>
              </p14:cNvPr>
              <p14:cNvContentPartPr/>
              <p14:nvPr/>
            </p14:nvContentPartPr>
            <p14:xfrm>
              <a:off x="8203542" y="6181380"/>
              <a:ext cx="53640" cy="131400"/>
            </p14:xfrm>
          </p:contentPart>
        </mc:Choice>
        <mc:Fallback>
          <p:pic>
            <p:nvPicPr>
              <p:cNvPr id="11403" name="잉크 11402">
                <a:extLst>
                  <a:ext uri="{FF2B5EF4-FFF2-40B4-BE49-F238E27FC236}">
                    <a16:creationId xmlns:a16="http://schemas.microsoft.com/office/drawing/2014/main" id="{4D9E6514-DE57-717D-7D45-2BB3C52800E8}"/>
                  </a:ext>
                </a:extLst>
              </p:cNvPr>
              <p:cNvPicPr/>
              <p:nvPr/>
            </p:nvPicPr>
            <p:blipFill>
              <a:blip r:embed="rId270"/>
              <a:stretch>
                <a:fillRect/>
              </a:stretch>
            </p:blipFill>
            <p:spPr>
              <a:xfrm>
                <a:off x="8194902" y="6172380"/>
                <a:ext cx="71280" cy="14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1">
            <p14:nvContentPartPr>
              <p14:cNvPr id="11404" name="잉크 11403">
                <a:extLst>
                  <a:ext uri="{FF2B5EF4-FFF2-40B4-BE49-F238E27FC236}">
                    <a16:creationId xmlns:a16="http://schemas.microsoft.com/office/drawing/2014/main" id="{27B88AF3-095B-272E-6CC6-1AB70AADBE99}"/>
                  </a:ext>
                </a:extLst>
              </p14:cNvPr>
              <p14:cNvContentPartPr/>
              <p14:nvPr/>
            </p14:nvContentPartPr>
            <p14:xfrm>
              <a:off x="8267982" y="6169140"/>
              <a:ext cx="138240" cy="117720"/>
            </p14:xfrm>
          </p:contentPart>
        </mc:Choice>
        <mc:Fallback>
          <p:pic>
            <p:nvPicPr>
              <p:cNvPr id="11404" name="잉크 11403">
                <a:extLst>
                  <a:ext uri="{FF2B5EF4-FFF2-40B4-BE49-F238E27FC236}">
                    <a16:creationId xmlns:a16="http://schemas.microsoft.com/office/drawing/2014/main" id="{27B88AF3-095B-272E-6CC6-1AB70AADBE99}"/>
                  </a:ext>
                </a:extLst>
              </p:cNvPr>
              <p:cNvPicPr/>
              <p:nvPr/>
            </p:nvPicPr>
            <p:blipFill>
              <a:blip r:embed="rId272"/>
              <a:stretch>
                <a:fillRect/>
              </a:stretch>
            </p:blipFill>
            <p:spPr>
              <a:xfrm>
                <a:off x="8259342" y="6160500"/>
                <a:ext cx="155880" cy="13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3">
            <p14:nvContentPartPr>
              <p14:cNvPr id="11405" name="잉크 11404">
                <a:extLst>
                  <a:ext uri="{FF2B5EF4-FFF2-40B4-BE49-F238E27FC236}">
                    <a16:creationId xmlns:a16="http://schemas.microsoft.com/office/drawing/2014/main" id="{B571CE04-F80D-1F30-3209-72EBF72A5BC4}"/>
                  </a:ext>
                </a:extLst>
              </p14:cNvPr>
              <p14:cNvContentPartPr/>
              <p14:nvPr/>
            </p14:nvContentPartPr>
            <p14:xfrm>
              <a:off x="8318382" y="6318180"/>
              <a:ext cx="92880" cy="79200"/>
            </p14:xfrm>
          </p:contentPart>
        </mc:Choice>
        <mc:Fallback>
          <p:pic>
            <p:nvPicPr>
              <p:cNvPr id="11405" name="잉크 11404">
                <a:extLst>
                  <a:ext uri="{FF2B5EF4-FFF2-40B4-BE49-F238E27FC236}">
                    <a16:creationId xmlns:a16="http://schemas.microsoft.com/office/drawing/2014/main" id="{B571CE04-F80D-1F30-3209-72EBF72A5BC4}"/>
                  </a:ext>
                </a:extLst>
              </p:cNvPr>
              <p:cNvPicPr/>
              <p:nvPr/>
            </p:nvPicPr>
            <p:blipFill>
              <a:blip r:embed="rId274"/>
              <a:stretch>
                <a:fillRect/>
              </a:stretch>
            </p:blipFill>
            <p:spPr>
              <a:xfrm>
                <a:off x="8309742" y="6309180"/>
                <a:ext cx="110520" cy="9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5">
            <p14:nvContentPartPr>
              <p14:cNvPr id="11406" name="잉크 11405">
                <a:extLst>
                  <a:ext uri="{FF2B5EF4-FFF2-40B4-BE49-F238E27FC236}">
                    <a16:creationId xmlns:a16="http://schemas.microsoft.com/office/drawing/2014/main" id="{A24E1C53-1CCE-F058-E885-8039D9CEFD63}"/>
                  </a:ext>
                </a:extLst>
              </p14:cNvPr>
              <p14:cNvContentPartPr/>
              <p14:nvPr/>
            </p14:nvContentPartPr>
            <p14:xfrm>
              <a:off x="1830462" y="876420"/>
              <a:ext cx="1080" cy="3240"/>
            </p14:xfrm>
          </p:contentPart>
        </mc:Choice>
        <mc:Fallback>
          <p:pic>
            <p:nvPicPr>
              <p:cNvPr id="11406" name="잉크 11405">
                <a:extLst>
                  <a:ext uri="{FF2B5EF4-FFF2-40B4-BE49-F238E27FC236}">
                    <a16:creationId xmlns:a16="http://schemas.microsoft.com/office/drawing/2014/main" id="{A24E1C53-1CCE-F058-E885-8039D9CEFD63}"/>
                  </a:ext>
                </a:extLst>
              </p:cNvPr>
              <p:cNvPicPr/>
              <p:nvPr/>
            </p:nvPicPr>
            <p:blipFill>
              <a:blip r:embed="rId276"/>
              <a:stretch>
                <a:fillRect/>
              </a:stretch>
            </p:blipFill>
            <p:spPr>
              <a:xfrm>
                <a:off x="1794462" y="804420"/>
                <a:ext cx="72720" cy="14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7">
            <p14:nvContentPartPr>
              <p14:cNvPr id="11407" name="잉크 11406">
                <a:extLst>
                  <a:ext uri="{FF2B5EF4-FFF2-40B4-BE49-F238E27FC236}">
                    <a16:creationId xmlns:a16="http://schemas.microsoft.com/office/drawing/2014/main" id="{AECF6062-307B-2B08-A10F-01664284441C}"/>
                  </a:ext>
                </a:extLst>
              </p14:cNvPr>
              <p14:cNvContentPartPr/>
              <p14:nvPr/>
            </p14:nvContentPartPr>
            <p14:xfrm>
              <a:off x="1716702" y="761220"/>
              <a:ext cx="5767920" cy="142200"/>
            </p14:xfrm>
          </p:contentPart>
        </mc:Choice>
        <mc:Fallback>
          <p:pic>
            <p:nvPicPr>
              <p:cNvPr id="11407" name="잉크 11406">
                <a:extLst>
                  <a:ext uri="{FF2B5EF4-FFF2-40B4-BE49-F238E27FC236}">
                    <a16:creationId xmlns:a16="http://schemas.microsoft.com/office/drawing/2014/main" id="{AECF6062-307B-2B08-A10F-01664284441C}"/>
                  </a:ext>
                </a:extLst>
              </p:cNvPr>
              <p:cNvPicPr/>
              <p:nvPr/>
            </p:nvPicPr>
            <p:blipFill>
              <a:blip r:embed="rId278"/>
              <a:stretch>
                <a:fillRect/>
              </a:stretch>
            </p:blipFill>
            <p:spPr>
              <a:xfrm>
                <a:off x="1680702" y="689580"/>
                <a:ext cx="5839560" cy="285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1425" name="그룹 11424">
            <a:extLst>
              <a:ext uri="{FF2B5EF4-FFF2-40B4-BE49-F238E27FC236}">
                <a16:creationId xmlns:a16="http://schemas.microsoft.com/office/drawing/2014/main" id="{EF9CABAD-D061-B792-7CFD-2A4879778255}"/>
              </a:ext>
            </a:extLst>
          </p:cNvPr>
          <p:cNvGrpSpPr/>
          <p:nvPr/>
        </p:nvGrpSpPr>
        <p:grpSpPr>
          <a:xfrm>
            <a:off x="3346422" y="5229540"/>
            <a:ext cx="1267920" cy="578160"/>
            <a:chOff x="3346422" y="5229540"/>
            <a:chExt cx="1267920" cy="57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1408" name="잉크 11407">
                  <a:extLst>
                    <a:ext uri="{FF2B5EF4-FFF2-40B4-BE49-F238E27FC236}">
                      <a16:creationId xmlns:a16="http://schemas.microsoft.com/office/drawing/2014/main" id="{34EEAC4D-90D6-60FE-6DF0-1C39A5211A32}"/>
                    </a:ext>
                  </a:extLst>
                </p14:cNvPr>
                <p14:cNvContentPartPr/>
                <p14:nvPr/>
              </p14:nvContentPartPr>
              <p14:xfrm>
                <a:off x="3583662" y="5314140"/>
                <a:ext cx="91080" cy="222840"/>
              </p14:xfrm>
            </p:contentPart>
          </mc:Choice>
          <mc:Fallback>
            <p:pic>
              <p:nvPicPr>
                <p:cNvPr id="11408" name="잉크 11407">
                  <a:extLst>
                    <a:ext uri="{FF2B5EF4-FFF2-40B4-BE49-F238E27FC236}">
                      <a16:creationId xmlns:a16="http://schemas.microsoft.com/office/drawing/2014/main" id="{34EEAC4D-90D6-60FE-6DF0-1C39A5211A32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3574662" y="5305500"/>
                  <a:ext cx="10872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11409" name="잉크 11408">
                  <a:extLst>
                    <a:ext uri="{FF2B5EF4-FFF2-40B4-BE49-F238E27FC236}">
                      <a16:creationId xmlns:a16="http://schemas.microsoft.com/office/drawing/2014/main" id="{EA50C1BC-65A1-1A70-F99B-7F6DDCD534BD}"/>
                    </a:ext>
                  </a:extLst>
                </p14:cNvPr>
                <p14:cNvContentPartPr/>
                <p14:nvPr/>
              </p14:nvContentPartPr>
              <p14:xfrm>
                <a:off x="3600222" y="5443740"/>
                <a:ext cx="73800" cy="56880"/>
              </p14:xfrm>
            </p:contentPart>
          </mc:Choice>
          <mc:Fallback>
            <p:pic>
              <p:nvPicPr>
                <p:cNvPr id="11409" name="잉크 11408">
                  <a:extLst>
                    <a:ext uri="{FF2B5EF4-FFF2-40B4-BE49-F238E27FC236}">
                      <a16:creationId xmlns:a16="http://schemas.microsoft.com/office/drawing/2014/main" id="{EA50C1BC-65A1-1A70-F99B-7F6DDCD534BD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3591582" y="5434740"/>
                  <a:ext cx="9144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11410" name="잉크 11409">
                  <a:extLst>
                    <a:ext uri="{FF2B5EF4-FFF2-40B4-BE49-F238E27FC236}">
                      <a16:creationId xmlns:a16="http://schemas.microsoft.com/office/drawing/2014/main" id="{CA9AF842-A5A4-9BAB-6F49-3B50FB8F4A7E}"/>
                    </a:ext>
                  </a:extLst>
                </p14:cNvPr>
                <p14:cNvContentPartPr/>
                <p14:nvPr/>
              </p14:nvContentPartPr>
              <p14:xfrm>
                <a:off x="3689142" y="5404860"/>
                <a:ext cx="43560" cy="118800"/>
              </p14:xfrm>
            </p:contentPart>
          </mc:Choice>
          <mc:Fallback>
            <p:pic>
              <p:nvPicPr>
                <p:cNvPr id="11410" name="잉크 11409">
                  <a:extLst>
                    <a:ext uri="{FF2B5EF4-FFF2-40B4-BE49-F238E27FC236}">
                      <a16:creationId xmlns:a16="http://schemas.microsoft.com/office/drawing/2014/main" id="{CA9AF842-A5A4-9BAB-6F49-3B50FB8F4A7E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3680502" y="5396220"/>
                  <a:ext cx="6120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11411" name="잉크 11410">
                  <a:extLst>
                    <a:ext uri="{FF2B5EF4-FFF2-40B4-BE49-F238E27FC236}">
                      <a16:creationId xmlns:a16="http://schemas.microsoft.com/office/drawing/2014/main" id="{A77B92C5-2A6B-C0EA-B88C-2AF1937F75C8}"/>
                    </a:ext>
                  </a:extLst>
                </p14:cNvPr>
                <p14:cNvContentPartPr/>
                <p14:nvPr/>
              </p14:nvContentPartPr>
              <p14:xfrm>
                <a:off x="3623262" y="5541300"/>
                <a:ext cx="100800" cy="60480"/>
              </p14:xfrm>
            </p:contentPart>
          </mc:Choice>
          <mc:Fallback>
            <p:pic>
              <p:nvPicPr>
                <p:cNvPr id="11411" name="잉크 11410">
                  <a:extLst>
                    <a:ext uri="{FF2B5EF4-FFF2-40B4-BE49-F238E27FC236}">
                      <a16:creationId xmlns:a16="http://schemas.microsoft.com/office/drawing/2014/main" id="{A77B92C5-2A6B-C0EA-B88C-2AF1937F75C8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3614262" y="5532660"/>
                  <a:ext cx="11844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11412" name="잉크 11411">
                  <a:extLst>
                    <a:ext uri="{FF2B5EF4-FFF2-40B4-BE49-F238E27FC236}">
                      <a16:creationId xmlns:a16="http://schemas.microsoft.com/office/drawing/2014/main" id="{20ADB784-EE2D-0E0F-FD3A-CE636FA81B0C}"/>
                    </a:ext>
                  </a:extLst>
                </p14:cNvPr>
                <p14:cNvContentPartPr/>
                <p14:nvPr/>
              </p14:nvContentPartPr>
              <p14:xfrm>
                <a:off x="3774102" y="5365260"/>
                <a:ext cx="129600" cy="118800"/>
              </p14:xfrm>
            </p:contentPart>
          </mc:Choice>
          <mc:Fallback>
            <p:pic>
              <p:nvPicPr>
                <p:cNvPr id="11412" name="잉크 11411">
                  <a:extLst>
                    <a:ext uri="{FF2B5EF4-FFF2-40B4-BE49-F238E27FC236}">
                      <a16:creationId xmlns:a16="http://schemas.microsoft.com/office/drawing/2014/main" id="{20ADB784-EE2D-0E0F-FD3A-CE636FA81B0C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3765462" y="5356620"/>
                  <a:ext cx="14724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11413" name="잉크 11412">
                  <a:extLst>
                    <a:ext uri="{FF2B5EF4-FFF2-40B4-BE49-F238E27FC236}">
                      <a16:creationId xmlns:a16="http://schemas.microsoft.com/office/drawing/2014/main" id="{68F2A6FE-3EC4-C9D3-1109-BDD4788A3A1B}"/>
                    </a:ext>
                  </a:extLst>
                </p14:cNvPr>
                <p14:cNvContentPartPr/>
                <p14:nvPr/>
              </p14:nvContentPartPr>
              <p14:xfrm>
                <a:off x="3829542" y="5469300"/>
                <a:ext cx="115920" cy="77760"/>
              </p14:xfrm>
            </p:contentPart>
          </mc:Choice>
          <mc:Fallback>
            <p:pic>
              <p:nvPicPr>
                <p:cNvPr id="11413" name="잉크 11412">
                  <a:extLst>
                    <a:ext uri="{FF2B5EF4-FFF2-40B4-BE49-F238E27FC236}">
                      <a16:creationId xmlns:a16="http://schemas.microsoft.com/office/drawing/2014/main" id="{68F2A6FE-3EC4-C9D3-1109-BDD4788A3A1B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3820902" y="5460660"/>
                  <a:ext cx="13356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11414" name="잉크 11413">
                  <a:extLst>
                    <a:ext uri="{FF2B5EF4-FFF2-40B4-BE49-F238E27FC236}">
                      <a16:creationId xmlns:a16="http://schemas.microsoft.com/office/drawing/2014/main" id="{D1541B6C-44DE-AC94-C9A8-76DC4F0D0752}"/>
                    </a:ext>
                  </a:extLst>
                </p14:cNvPr>
                <p14:cNvContentPartPr/>
                <p14:nvPr/>
              </p14:nvContentPartPr>
              <p14:xfrm>
                <a:off x="4062822" y="5339700"/>
                <a:ext cx="19800" cy="46080"/>
              </p14:xfrm>
            </p:contentPart>
          </mc:Choice>
          <mc:Fallback>
            <p:pic>
              <p:nvPicPr>
                <p:cNvPr id="11414" name="잉크 11413">
                  <a:extLst>
                    <a:ext uri="{FF2B5EF4-FFF2-40B4-BE49-F238E27FC236}">
                      <a16:creationId xmlns:a16="http://schemas.microsoft.com/office/drawing/2014/main" id="{D1541B6C-44DE-AC94-C9A8-76DC4F0D0752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4054182" y="5330700"/>
                  <a:ext cx="3744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11415" name="잉크 11414">
                  <a:extLst>
                    <a:ext uri="{FF2B5EF4-FFF2-40B4-BE49-F238E27FC236}">
                      <a16:creationId xmlns:a16="http://schemas.microsoft.com/office/drawing/2014/main" id="{D41348F6-09E7-51A5-7C54-5A46CA3FC931}"/>
                    </a:ext>
                  </a:extLst>
                </p14:cNvPr>
                <p14:cNvContentPartPr/>
                <p14:nvPr/>
              </p14:nvContentPartPr>
              <p14:xfrm>
                <a:off x="4003782" y="5359860"/>
                <a:ext cx="99360" cy="125640"/>
              </p14:xfrm>
            </p:contentPart>
          </mc:Choice>
          <mc:Fallback>
            <p:pic>
              <p:nvPicPr>
                <p:cNvPr id="11415" name="잉크 11414">
                  <a:extLst>
                    <a:ext uri="{FF2B5EF4-FFF2-40B4-BE49-F238E27FC236}">
                      <a16:creationId xmlns:a16="http://schemas.microsoft.com/office/drawing/2014/main" id="{D41348F6-09E7-51A5-7C54-5A46CA3FC931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3994782" y="5351220"/>
                  <a:ext cx="11700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11416" name="잉크 11415">
                  <a:extLst>
                    <a:ext uri="{FF2B5EF4-FFF2-40B4-BE49-F238E27FC236}">
                      <a16:creationId xmlns:a16="http://schemas.microsoft.com/office/drawing/2014/main" id="{ABC7FBC2-5DDC-E4E6-EB8A-497817C79956}"/>
                    </a:ext>
                  </a:extLst>
                </p14:cNvPr>
                <p14:cNvContentPartPr/>
                <p14:nvPr/>
              </p14:nvContentPartPr>
              <p14:xfrm>
                <a:off x="4127262" y="5341140"/>
                <a:ext cx="72360" cy="114120"/>
              </p14:xfrm>
            </p:contentPart>
          </mc:Choice>
          <mc:Fallback>
            <p:pic>
              <p:nvPicPr>
                <p:cNvPr id="11416" name="잉크 11415">
                  <a:extLst>
                    <a:ext uri="{FF2B5EF4-FFF2-40B4-BE49-F238E27FC236}">
                      <a16:creationId xmlns:a16="http://schemas.microsoft.com/office/drawing/2014/main" id="{ABC7FBC2-5DDC-E4E6-EB8A-497817C79956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4118262" y="5332500"/>
                  <a:ext cx="9000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11417" name="잉크 11416">
                  <a:extLst>
                    <a:ext uri="{FF2B5EF4-FFF2-40B4-BE49-F238E27FC236}">
                      <a16:creationId xmlns:a16="http://schemas.microsoft.com/office/drawing/2014/main" id="{9AD51B75-4BCC-32AD-0759-622993E8A1D4}"/>
                    </a:ext>
                  </a:extLst>
                </p14:cNvPr>
                <p14:cNvContentPartPr/>
                <p14:nvPr/>
              </p14:nvContentPartPr>
              <p14:xfrm>
                <a:off x="4107102" y="5464620"/>
                <a:ext cx="106560" cy="97560"/>
              </p14:xfrm>
            </p:contentPart>
          </mc:Choice>
          <mc:Fallback>
            <p:pic>
              <p:nvPicPr>
                <p:cNvPr id="11417" name="잉크 11416">
                  <a:extLst>
                    <a:ext uri="{FF2B5EF4-FFF2-40B4-BE49-F238E27FC236}">
                      <a16:creationId xmlns:a16="http://schemas.microsoft.com/office/drawing/2014/main" id="{9AD51B75-4BCC-32AD-0759-622993E8A1D4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4098102" y="5455980"/>
                  <a:ext cx="12420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11418" name="잉크 11417">
                  <a:extLst>
                    <a:ext uri="{FF2B5EF4-FFF2-40B4-BE49-F238E27FC236}">
                      <a16:creationId xmlns:a16="http://schemas.microsoft.com/office/drawing/2014/main" id="{21C250B1-7779-B96D-0255-1B7D78097DC7}"/>
                    </a:ext>
                  </a:extLst>
                </p14:cNvPr>
                <p14:cNvContentPartPr/>
                <p14:nvPr/>
              </p14:nvContentPartPr>
              <p14:xfrm>
                <a:off x="4228782" y="5363100"/>
                <a:ext cx="91080" cy="96120"/>
              </p14:xfrm>
            </p:contentPart>
          </mc:Choice>
          <mc:Fallback>
            <p:pic>
              <p:nvPicPr>
                <p:cNvPr id="11418" name="잉크 11417">
                  <a:extLst>
                    <a:ext uri="{FF2B5EF4-FFF2-40B4-BE49-F238E27FC236}">
                      <a16:creationId xmlns:a16="http://schemas.microsoft.com/office/drawing/2014/main" id="{21C250B1-7779-B96D-0255-1B7D78097DC7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4220142" y="5354100"/>
                  <a:ext cx="10872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11419" name="잉크 11418">
                  <a:extLst>
                    <a:ext uri="{FF2B5EF4-FFF2-40B4-BE49-F238E27FC236}">
                      <a16:creationId xmlns:a16="http://schemas.microsoft.com/office/drawing/2014/main" id="{E2E76AA9-7900-E3C0-C775-030AA09B4229}"/>
                    </a:ext>
                  </a:extLst>
                </p14:cNvPr>
                <p14:cNvContentPartPr/>
                <p14:nvPr/>
              </p14:nvContentPartPr>
              <p14:xfrm>
                <a:off x="4332822" y="5366340"/>
                <a:ext cx="81000" cy="88920"/>
              </p14:xfrm>
            </p:contentPart>
          </mc:Choice>
          <mc:Fallback>
            <p:pic>
              <p:nvPicPr>
                <p:cNvPr id="11419" name="잉크 11418">
                  <a:extLst>
                    <a:ext uri="{FF2B5EF4-FFF2-40B4-BE49-F238E27FC236}">
                      <a16:creationId xmlns:a16="http://schemas.microsoft.com/office/drawing/2014/main" id="{E2E76AA9-7900-E3C0-C775-030AA09B4229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4324182" y="5357700"/>
                  <a:ext cx="9864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11420" name="잉크 11419">
                  <a:extLst>
                    <a:ext uri="{FF2B5EF4-FFF2-40B4-BE49-F238E27FC236}">
                      <a16:creationId xmlns:a16="http://schemas.microsoft.com/office/drawing/2014/main" id="{B036BA87-351E-04A4-126E-BDB96FE76C00}"/>
                    </a:ext>
                  </a:extLst>
                </p14:cNvPr>
                <p14:cNvContentPartPr/>
                <p14:nvPr/>
              </p14:nvContentPartPr>
              <p14:xfrm>
                <a:off x="4314462" y="5455980"/>
                <a:ext cx="91440" cy="66240"/>
              </p14:xfrm>
            </p:contentPart>
          </mc:Choice>
          <mc:Fallback>
            <p:pic>
              <p:nvPicPr>
                <p:cNvPr id="11420" name="잉크 11419">
                  <a:extLst>
                    <a:ext uri="{FF2B5EF4-FFF2-40B4-BE49-F238E27FC236}">
                      <a16:creationId xmlns:a16="http://schemas.microsoft.com/office/drawing/2014/main" id="{B036BA87-351E-04A4-126E-BDB96FE76C00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4305822" y="5447340"/>
                  <a:ext cx="10908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11422" name="잉크 11421">
                  <a:extLst>
                    <a:ext uri="{FF2B5EF4-FFF2-40B4-BE49-F238E27FC236}">
                      <a16:creationId xmlns:a16="http://schemas.microsoft.com/office/drawing/2014/main" id="{063C6D51-E481-9B26-4DA7-DB75C01DD720}"/>
                    </a:ext>
                  </a:extLst>
                </p14:cNvPr>
                <p14:cNvContentPartPr/>
                <p14:nvPr/>
              </p14:nvContentPartPr>
              <p14:xfrm>
                <a:off x="3431742" y="5229540"/>
                <a:ext cx="85680" cy="147600"/>
              </p14:xfrm>
            </p:contentPart>
          </mc:Choice>
          <mc:Fallback>
            <p:pic>
              <p:nvPicPr>
                <p:cNvPr id="11422" name="잉크 11421">
                  <a:extLst>
                    <a:ext uri="{FF2B5EF4-FFF2-40B4-BE49-F238E27FC236}">
                      <a16:creationId xmlns:a16="http://schemas.microsoft.com/office/drawing/2014/main" id="{063C6D51-E481-9B26-4DA7-DB75C01DD720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3423102" y="5220900"/>
                  <a:ext cx="10332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11424" name="잉크 11423">
                  <a:extLst>
                    <a:ext uri="{FF2B5EF4-FFF2-40B4-BE49-F238E27FC236}">
                      <a16:creationId xmlns:a16="http://schemas.microsoft.com/office/drawing/2014/main" id="{C8E57210-A2D0-2CE7-BFC6-C61CA6631824}"/>
                    </a:ext>
                  </a:extLst>
                </p14:cNvPr>
                <p14:cNvContentPartPr/>
                <p14:nvPr/>
              </p14:nvContentPartPr>
              <p14:xfrm>
                <a:off x="3346422" y="5290740"/>
                <a:ext cx="1267920" cy="516960"/>
              </p14:xfrm>
            </p:contentPart>
          </mc:Choice>
          <mc:Fallback>
            <p:pic>
              <p:nvPicPr>
                <p:cNvPr id="11424" name="잉크 11423">
                  <a:extLst>
                    <a:ext uri="{FF2B5EF4-FFF2-40B4-BE49-F238E27FC236}">
                      <a16:creationId xmlns:a16="http://schemas.microsoft.com/office/drawing/2014/main" id="{C8E57210-A2D0-2CE7-BFC6-C61CA6631824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3337782" y="5282100"/>
                  <a:ext cx="1285560" cy="53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27" name="그룹 11426">
            <a:extLst>
              <a:ext uri="{FF2B5EF4-FFF2-40B4-BE49-F238E27FC236}">
                <a16:creationId xmlns:a16="http://schemas.microsoft.com/office/drawing/2014/main" id="{D1D6B0B2-5F9F-BFBA-F22C-04A000087C5E}"/>
              </a:ext>
            </a:extLst>
          </p:cNvPr>
          <p:cNvGrpSpPr/>
          <p:nvPr/>
        </p:nvGrpSpPr>
        <p:grpSpPr>
          <a:xfrm>
            <a:off x="2076702" y="1403460"/>
            <a:ext cx="1850040" cy="529920"/>
            <a:chOff x="2076702" y="1403460"/>
            <a:chExt cx="1850040" cy="529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D1046038-67A6-0B3A-CFAA-ED3A6D28A155}"/>
                    </a:ext>
                  </a:extLst>
                </p14:cNvPr>
                <p14:cNvContentPartPr/>
                <p14:nvPr/>
              </p14:nvContentPartPr>
              <p14:xfrm>
                <a:off x="2076702" y="1579500"/>
                <a:ext cx="104760" cy="207360"/>
              </p14:xfrm>
            </p:contentPart>
          </mc:Choice>
          <mc:Fallback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D1046038-67A6-0B3A-CFAA-ED3A6D28A155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2067702" y="1570860"/>
                  <a:ext cx="12240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B637F250-56FB-37A1-4588-8B9A84EFF38F}"/>
                    </a:ext>
                  </a:extLst>
                </p14:cNvPr>
                <p14:cNvContentPartPr/>
                <p14:nvPr/>
              </p14:nvContentPartPr>
              <p14:xfrm>
                <a:off x="2207742" y="1610100"/>
                <a:ext cx="47880" cy="231840"/>
              </p14:xfrm>
            </p:contentPart>
          </mc:Choice>
          <mc:Fallback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B637F250-56FB-37A1-4588-8B9A84EFF38F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2199102" y="1601460"/>
                  <a:ext cx="6552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5C57DEB7-E25E-E93C-A336-4B12714F7875}"/>
                    </a:ext>
                  </a:extLst>
                </p14:cNvPr>
                <p14:cNvContentPartPr/>
                <p14:nvPr/>
              </p14:nvContentPartPr>
              <p14:xfrm>
                <a:off x="2199102" y="1568700"/>
                <a:ext cx="73440" cy="207720"/>
              </p14:xfrm>
            </p:contentPart>
          </mc:Choice>
          <mc:Fallback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5C57DEB7-E25E-E93C-A336-4B12714F7875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2190462" y="1559700"/>
                  <a:ext cx="9108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7FAF91B6-E41E-A8C1-A228-731DF983C5AF}"/>
                    </a:ext>
                  </a:extLst>
                </p14:cNvPr>
                <p14:cNvContentPartPr/>
                <p14:nvPr/>
              </p14:nvContentPartPr>
              <p14:xfrm>
                <a:off x="2292342" y="1635300"/>
                <a:ext cx="177840" cy="204120"/>
              </p14:xfrm>
            </p:contentPart>
          </mc:Choice>
          <mc:Fallback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7FAF91B6-E41E-A8C1-A228-731DF983C5AF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2283702" y="1626300"/>
                  <a:ext cx="19548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CDCBFEAE-B274-D98F-6F6B-A1192C6CEA49}"/>
                    </a:ext>
                  </a:extLst>
                </p14:cNvPr>
                <p14:cNvContentPartPr/>
                <p14:nvPr/>
              </p14:nvContentPartPr>
              <p14:xfrm>
                <a:off x="2500782" y="1643580"/>
                <a:ext cx="145440" cy="165240"/>
              </p14:xfrm>
            </p:contentPart>
          </mc:Choice>
          <mc:Fallback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CDCBFEAE-B274-D98F-6F6B-A1192C6CEA49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2491782" y="1634580"/>
                  <a:ext cx="16308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5D686ED2-A31B-8ECC-051E-574CF5F29F64}"/>
                    </a:ext>
                  </a:extLst>
                </p14:cNvPr>
                <p14:cNvContentPartPr/>
                <p14:nvPr/>
              </p14:nvContentPartPr>
              <p14:xfrm>
                <a:off x="2640462" y="1662300"/>
                <a:ext cx="86400" cy="157320"/>
              </p14:xfrm>
            </p:contentPart>
          </mc:Choice>
          <mc:Fallback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5D686ED2-A31B-8ECC-051E-574CF5F29F64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2631822" y="1653660"/>
                  <a:ext cx="10404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633F9F0F-3F87-6E88-4DB2-6C764E3D8884}"/>
                    </a:ext>
                  </a:extLst>
                </p14:cNvPr>
                <p14:cNvContentPartPr/>
                <p14:nvPr/>
              </p14:nvContentPartPr>
              <p14:xfrm>
                <a:off x="2779062" y="1621620"/>
                <a:ext cx="128160" cy="163080"/>
              </p14:xfrm>
            </p:contentPart>
          </mc:Choice>
          <mc:Fallback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633F9F0F-3F87-6E88-4DB2-6C764E3D8884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2770062" y="1612620"/>
                  <a:ext cx="14580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5E069299-8C1D-9A9D-A2FA-BC1260FE4900}"/>
                    </a:ext>
                  </a:extLst>
                </p14:cNvPr>
                <p14:cNvContentPartPr/>
                <p14:nvPr/>
              </p14:nvContentPartPr>
              <p14:xfrm>
                <a:off x="2835582" y="1671660"/>
                <a:ext cx="160560" cy="162360"/>
              </p14:xfrm>
            </p:contentPart>
          </mc:Choice>
          <mc:Fallback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5E069299-8C1D-9A9D-A2FA-BC1260FE4900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2826942" y="1662660"/>
                  <a:ext cx="17820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CED7CECC-8252-3F57-7487-230BDCFAF9CB}"/>
                    </a:ext>
                  </a:extLst>
                </p14:cNvPr>
                <p14:cNvContentPartPr/>
                <p14:nvPr/>
              </p14:nvContentPartPr>
              <p14:xfrm>
                <a:off x="2987502" y="1599300"/>
                <a:ext cx="149760" cy="171360"/>
              </p14:xfrm>
            </p:contentPart>
          </mc:Choice>
          <mc:Fallback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CED7CECC-8252-3F57-7487-230BDCFAF9CB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2978862" y="1590300"/>
                  <a:ext cx="16740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4AE87FA0-0F7E-3067-E264-B72B7B7DEF65}"/>
                    </a:ext>
                  </a:extLst>
                </p14:cNvPr>
                <p14:cNvContentPartPr/>
                <p14:nvPr/>
              </p14:nvContentPartPr>
              <p14:xfrm>
                <a:off x="3173262" y="1543860"/>
                <a:ext cx="32760" cy="145080"/>
              </p14:xfrm>
            </p:contentPart>
          </mc:Choice>
          <mc:Fallback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4AE87FA0-0F7E-3067-E264-B72B7B7DEF65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3164622" y="1535220"/>
                  <a:ext cx="5040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FEE3D6AB-BBF0-5331-996E-72D8725FEBE5}"/>
                    </a:ext>
                  </a:extLst>
                </p14:cNvPr>
                <p14:cNvContentPartPr/>
                <p14:nvPr/>
              </p14:nvContentPartPr>
              <p14:xfrm>
                <a:off x="3139422" y="1694700"/>
                <a:ext cx="180720" cy="97920"/>
              </p14:xfrm>
            </p:contentPart>
          </mc:Choice>
          <mc:Fallback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FEE3D6AB-BBF0-5331-996E-72D8725FEBE5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3130422" y="1686060"/>
                  <a:ext cx="19836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79A4A0DC-EEBB-DF0C-6AD7-6A1E330D997C}"/>
                    </a:ext>
                  </a:extLst>
                </p14:cNvPr>
                <p14:cNvContentPartPr/>
                <p14:nvPr/>
              </p14:nvContentPartPr>
              <p14:xfrm>
                <a:off x="3362622" y="1585620"/>
                <a:ext cx="181080" cy="207360"/>
              </p14:xfrm>
            </p:contentPart>
          </mc:Choice>
          <mc:Fallback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79A4A0DC-EEBB-DF0C-6AD7-6A1E330D997C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3353982" y="1576620"/>
                  <a:ext cx="19872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F7EEF398-1FB2-1092-97C5-BED90DA9D7D8}"/>
                    </a:ext>
                  </a:extLst>
                </p14:cNvPr>
                <p14:cNvContentPartPr/>
                <p14:nvPr/>
              </p14:nvContentPartPr>
              <p14:xfrm>
                <a:off x="3477822" y="1715940"/>
                <a:ext cx="111960" cy="91080"/>
              </p14:xfrm>
            </p:contentPart>
          </mc:Choice>
          <mc:Fallback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F7EEF398-1FB2-1092-97C5-BED90DA9D7D8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3469182" y="1706940"/>
                  <a:ext cx="12960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F0571A3E-1AE7-1153-01B9-B17A97733CB6}"/>
                    </a:ext>
                  </a:extLst>
                </p14:cNvPr>
                <p14:cNvContentPartPr/>
                <p14:nvPr/>
              </p14:nvContentPartPr>
              <p14:xfrm>
                <a:off x="3560622" y="1597500"/>
                <a:ext cx="120240" cy="134280"/>
              </p14:xfrm>
            </p:contentPart>
          </mc:Choice>
          <mc:Fallback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F0571A3E-1AE7-1153-01B9-B17A97733CB6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3551622" y="1588860"/>
                  <a:ext cx="13788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30B1D4B4-B5C4-A0AD-C99F-5C89B79187E8}"/>
                    </a:ext>
                  </a:extLst>
                </p14:cNvPr>
                <p14:cNvContentPartPr/>
                <p14:nvPr/>
              </p14:nvContentPartPr>
              <p14:xfrm>
                <a:off x="3627942" y="1552500"/>
                <a:ext cx="94680" cy="123480"/>
              </p14:xfrm>
            </p:contentPart>
          </mc:Choice>
          <mc:Fallback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30B1D4B4-B5C4-A0AD-C99F-5C89B79187E8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3618942" y="1543860"/>
                  <a:ext cx="11232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11264" name="잉크 11263">
                  <a:extLst>
                    <a:ext uri="{FF2B5EF4-FFF2-40B4-BE49-F238E27FC236}">
                      <a16:creationId xmlns:a16="http://schemas.microsoft.com/office/drawing/2014/main" id="{3AFD5599-DA0C-6E17-27B8-1CA48784EE17}"/>
                    </a:ext>
                  </a:extLst>
                </p14:cNvPr>
                <p14:cNvContentPartPr/>
                <p14:nvPr/>
              </p14:nvContentPartPr>
              <p14:xfrm>
                <a:off x="3677262" y="1671660"/>
                <a:ext cx="152640" cy="88560"/>
              </p14:xfrm>
            </p:contentPart>
          </mc:Choice>
          <mc:Fallback>
            <p:pic>
              <p:nvPicPr>
                <p:cNvPr id="11264" name="잉크 11263">
                  <a:extLst>
                    <a:ext uri="{FF2B5EF4-FFF2-40B4-BE49-F238E27FC236}">
                      <a16:creationId xmlns:a16="http://schemas.microsoft.com/office/drawing/2014/main" id="{3AFD5599-DA0C-6E17-27B8-1CA48784EE17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3668262" y="1663020"/>
                  <a:ext cx="17028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11426" name="잉크 11425">
                  <a:extLst>
                    <a:ext uri="{FF2B5EF4-FFF2-40B4-BE49-F238E27FC236}">
                      <a16:creationId xmlns:a16="http://schemas.microsoft.com/office/drawing/2014/main" id="{8DE3C306-E5F3-0350-EB50-24CEF0EF83B1}"/>
                    </a:ext>
                  </a:extLst>
                </p14:cNvPr>
                <p14:cNvContentPartPr/>
                <p14:nvPr/>
              </p14:nvContentPartPr>
              <p14:xfrm>
                <a:off x="3276222" y="1403460"/>
                <a:ext cx="650520" cy="529920"/>
              </p14:xfrm>
            </p:contentPart>
          </mc:Choice>
          <mc:Fallback>
            <p:pic>
              <p:nvPicPr>
                <p:cNvPr id="11426" name="잉크 11425">
                  <a:extLst>
                    <a:ext uri="{FF2B5EF4-FFF2-40B4-BE49-F238E27FC236}">
                      <a16:creationId xmlns:a16="http://schemas.microsoft.com/office/drawing/2014/main" id="{8DE3C306-E5F3-0350-EB50-24CEF0EF83B1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3267222" y="1394820"/>
                  <a:ext cx="668160" cy="54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36" name="그룹 11435">
            <a:extLst>
              <a:ext uri="{FF2B5EF4-FFF2-40B4-BE49-F238E27FC236}">
                <a16:creationId xmlns:a16="http://schemas.microsoft.com/office/drawing/2014/main" id="{726DB1CB-FD75-91BB-6B92-7B845FE10036}"/>
              </a:ext>
            </a:extLst>
          </p:cNvPr>
          <p:cNvGrpSpPr/>
          <p:nvPr/>
        </p:nvGrpSpPr>
        <p:grpSpPr>
          <a:xfrm>
            <a:off x="2763222" y="2765340"/>
            <a:ext cx="641520" cy="369360"/>
            <a:chOff x="2763222" y="2765340"/>
            <a:chExt cx="641520" cy="369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11428" name="잉크 11427">
                  <a:extLst>
                    <a:ext uri="{FF2B5EF4-FFF2-40B4-BE49-F238E27FC236}">
                      <a16:creationId xmlns:a16="http://schemas.microsoft.com/office/drawing/2014/main" id="{31F356B8-02C6-2637-7F46-FF6FF1BAE2FD}"/>
                    </a:ext>
                  </a:extLst>
                </p14:cNvPr>
                <p14:cNvContentPartPr/>
                <p14:nvPr/>
              </p14:nvContentPartPr>
              <p14:xfrm>
                <a:off x="2873742" y="2767860"/>
                <a:ext cx="133200" cy="149400"/>
              </p14:xfrm>
            </p:contentPart>
          </mc:Choice>
          <mc:Fallback>
            <p:pic>
              <p:nvPicPr>
                <p:cNvPr id="11428" name="잉크 11427">
                  <a:extLst>
                    <a:ext uri="{FF2B5EF4-FFF2-40B4-BE49-F238E27FC236}">
                      <a16:creationId xmlns:a16="http://schemas.microsoft.com/office/drawing/2014/main" id="{31F356B8-02C6-2637-7F46-FF6FF1BAE2FD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2865102" y="2759220"/>
                  <a:ext cx="15084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11429" name="잉크 11428">
                  <a:extLst>
                    <a:ext uri="{FF2B5EF4-FFF2-40B4-BE49-F238E27FC236}">
                      <a16:creationId xmlns:a16="http://schemas.microsoft.com/office/drawing/2014/main" id="{63ACC365-7271-AD29-E33F-472A33E66C2F}"/>
                    </a:ext>
                  </a:extLst>
                </p14:cNvPr>
                <p14:cNvContentPartPr/>
                <p14:nvPr/>
              </p14:nvContentPartPr>
              <p14:xfrm>
                <a:off x="2981742" y="2815020"/>
                <a:ext cx="65520" cy="100440"/>
              </p14:xfrm>
            </p:contentPart>
          </mc:Choice>
          <mc:Fallback>
            <p:pic>
              <p:nvPicPr>
                <p:cNvPr id="11429" name="잉크 11428">
                  <a:extLst>
                    <a:ext uri="{FF2B5EF4-FFF2-40B4-BE49-F238E27FC236}">
                      <a16:creationId xmlns:a16="http://schemas.microsoft.com/office/drawing/2014/main" id="{63ACC365-7271-AD29-E33F-472A33E66C2F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2972742" y="2806380"/>
                  <a:ext cx="8316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11430" name="잉크 11429">
                  <a:extLst>
                    <a:ext uri="{FF2B5EF4-FFF2-40B4-BE49-F238E27FC236}">
                      <a16:creationId xmlns:a16="http://schemas.microsoft.com/office/drawing/2014/main" id="{0ED2E6FC-012C-DDF1-52B9-B0BD88D41625}"/>
                    </a:ext>
                  </a:extLst>
                </p14:cNvPr>
                <p14:cNvContentPartPr/>
                <p14:nvPr/>
              </p14:nvContentPartPr>
              <p14:xfrm>
                <a:off x="2971662" y="2785500"/>
                <a:ext cx="159120" cy="219600"/>
              </p14:xfrm>
            </p:contentPart>
          </mc:Choice>
          <mc:Fallback>
            <p:pic>
              <p:nvPicPr>
                <p:cNvPr id="11430" name="잉크 11429">
                  <a:extLst>
                    <a:ext uri="{FF2B5EF4-FFF2-40B4-BE49-F238E27FC236}">
                      <a16:creationId xmlns:a16="http://schemas.microsoft.com/office/drawing/2014/main" id="{0ED2E6FC-012C-DDF1-52B9-B0BD88D41625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2963022" y="2776860"/>
                  <a:ext cx="17676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11431" name="잉크 11430">
                  <a:extLst>
                    <a:ext uri="{FF2B5EF4-FFF2-40B4-BE49-F238E27FC236}">
                      <a16:creationId xmlns:a16="http://schemas.microsoft.com/office/drawing/2014/main" id="{0708BE84-0123-9AD5-6129-41C241C69B3A}"/>
                    </a:ext>
                  </a:extLst>
                </p14:cNvPr>
                <p14:cNvContentPartPr/>
                <p14:nvPr/>
              </p14:nvContentPartPr>
              <p14:xfrm>
                <a:off x="3082542" y="2866500"/>
                <a:ext cx="105480" cy="106200"/>
              </p14:xfrm>
            </p:contentPart>
          </mc:Choice>
          <mc:Fallback>
            <p:pic>
              <p:nvPicPr>
                <p:cNvPr id="11431" name="잉크 11430">
                  <a:extLst>
                    <a:ext uri="{FF2B5EF4-FFF2-40B4-BE49-F238E27FC236}">
                      <a16:creationId xmlns:a16="http://schemas.microsoft.com/office/drawing/2014/main" id="{0708BE84-0123-9AD5-6129-41C241C69B3A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3073902" y="2857860"/>
                  <a:ext cx="12312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11432" name="잉크 11431">
                  <a:extLst>
                    <a:ext uri="{FF2B5EF4-FFF2-40B4-BE49-F238E27FC236}">
                      <a16:creationId xmlns:a16="http://schemas.microsoft.com/office/drawing/2014/main" id="{151A8FBA-7AB6-4B7E-8E17-E3450363ED75}"/>
                    </a:ext>
                  </a:extLst>
                </p14:cNvPr>
                <p14:cNvContentPartPr/>
                <p14:nvPr/>
              </p14:nvContentPartPr>
              <p14:xfrm>
                <a:off x="3176862" y="2881980"/>
                <a:ext cx="72720" cy="96480"/>
              </p14:xfrm>
            </p:contentPart>
          </mc:Choice>
          <mc:Fallback>
            <p:pic>
              <p:nvPicPr>
                <p:cNvPr id="11432" name="잉크 11431">
                  <a:extLst>
                    <a:ext uri="{FF2B5EF4-FFF2-40B4-BE49-F238E27FC236}">
                      <a16:creationId xmlns:a16="http://schemas.microsoft.com/office/drawing/2014/main" id="{151A8FBA-7AB6-4B7E-8E17-E3450363ED75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3167862" y="2873340"/>
                  <a:ext cx="9036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11433" name="잉크 11432">
                  <a:extLst>
                    <a:ext uri="{FF2B5EF4-FFF2-40B4-BE49-F238E27FC236}">
                      <a16:creationId xmlns:a16="http://schemas.microsoft.com/office/drawing/2014/main" id="{C7A6C37F-9924-FB2A-648C-747C2E71E93F}"/>
                    </a:ext>
                  </a:extLst>
                </p14:cNvPr>
                <p14:cNvContentPartPr/>
                <p14:nvPr/>
              </p14:nvContentPartPr>
              <p14:xfrm>
                <a:off x="3281622" y="2831580"/>
                <a:ext cx="30960" cy="158400"/>
              </p14:xfrm>
            </p:contentPart>
          </mc:Choice>
          <mc:Fallback>
            <p:pic>
              <p:nvPicPr>
                <p:cNvPr id="11433" name="잉크 11432">
                  <a:extLst>
                    <a:ext uri="{FF2B5EF4-FFF2-40B4-BE49-F238E27FC236}">
                      <a16:creationId xmlns:a16="http://schemas.microsoft.com/office/drawing/2014/main" id="{C7A6C37F-9924-FB2A-648C-747C2E71E93F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3272622" y="2822580"/>
                  <a:ext cx="4860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11434" name="잉크 11433">
                  <a:extLst>
                    <a:ext uri="{FF2B5EF4-FFF2-40B4-BE49-F238E27FC236}">
                      <a16:creationId xmlns:a16="http://schemas.microsoft.com/office/drawing/2014/main" id="{4C0795FB-26FB-1A41-0EE2-187FC9ECBA18}"/>
                    </a:ext>
                  </a:extLst>
                </p14:cNvPr>
                <p14:cNvContentPartPr/>
                <p14:nvPr/>
              </p14:nvContentPartPr>
              <p14:xfrm>
                <a:off x="2763222" y="2802060"/>
                <a:ext cx="145440" cy="332640"/>
              </p14:xfrm>
            </p:contentPart>
          </mc:Choice>
          <mc:Fallback>
            <p:pic>
              <p:nvPicPr>
                <p:cNvPr id="11434" name="잉크 11433">
                  <a:extLst>
                    <a:ext uri="{FF2B5EF4-FFF2-40B4-BE49-F238E27FC236}">
                      <a16:creationId xmlns:a16="http://schemas.microsoft.com/office/drawing/2014/main" id="{4C0795FB-26FB-1A41-0EE2-187FC9ECBA18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2754222" y="2793420"/>
                  <a:ext cx="16308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11435" name="잉크 11434">
                  <a:extLst>
                    <a:ext uri="{FF2B5EF4-FFF2-40B4-BE49-F238E27FC236}">
                      <a16:creationId xmlns:a16="http://schemas.microsoft.com/office/drawing/2014/main" id="{8A856357-F55D-E75B-1413-E5BDBF633132}"/>
                    </a:ext>
                  </a:extLst>
                </p14:cNvPr>
                <p14:cNvContentPartPr/>
                <p14:nvPr/>
              </p14:nvContentPartPr>
              <p14:xfrm>
                <a:off x="3291702" y="2765340"/>
                <a:ext cx="113040" cy="287280"/>
              </p14:xfrm>
            </p:contentPart>
          </mc:Choice>
          <mc:Fallback>
            <p:pic>
              <p:nvPicPr>
                <p:cNvPr id="11435" name="잉크 11434">
                  <a:extLst>
                    <a:ext uri="{FF2B5EF4-FFF2-40B4-BE49-F238E27FC236}">
                      <a16:creationId xmlns:a16="http://schemas.microsoft.com/office/drawing/2014/main" id="{8A856357-F55D-E75B-1413-E5BDBF633132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3282702" y="2756700"/>
                  <a:ext cx="130680" cy="30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47" name="그룹 11446">
            <a:extLst>
              <a:ext uri="{FF2B5EF4-FFF2-40B4-BE49-F238E27FC236}">
                <a16:creationId xmlns:a16="http://schemas.microsoft.com/office/drawing/2014/main" id="{55A90914-BB94-95D1-D413-934C1B6BFAB3}"/>
              </a:ext>
            </a:extLst>
          </p:cNvPr>
          <p:cNvGrpSpPr/>
          <p:nvPr/>
        </p:nvGrpSpPr>
        <p:grpSpPr>
          <a:xfrm>
            <a:off x="3321222" y="4314780"/>
            <a:ext cx="1014480" cy="334800"/>
            <a:chOff x="3321222" y="4314780"/>
            <a:chExt cx="1014480" cy="334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11437" name="잉크 11436">
                  <a:extLst>
                    <a:ext uri="{FF2B5EF4-FFF2-40B4-BE49-F238E27FC236}">
                      <a16:creationId xmlns:a16="http://schemas.microsoft.com/office/drawing/2014/main" id="{D5520FD9-71E9-9B12-F298-799A24652B03}"/>
                    </a:ext>
                  </a:extLst>
                </p14:cNvPr>
                <p14:cNvContentPartPr/>
                <p14:nvPr/>
              </p14:nvContentPartPr>
              <p14:xfrm>
                <a:off x="3321222" y="4367700"/>
                <a:ext cx="107640" cy="267120"/>
              </p14:xfrm>
            </p:contentPart>
          </mc:Choice>
          <mc:Fallback>
            <p:pic>
              <p:nvPicPr>
                <p:cNvPr id="11437" name="잉크 11436">
                  <a:extLst>
                    <a:ext uri="{FF2B5EF4-FFF2-40B4-BE49-F238E27FC236}">
                      <a16:creationId xmlns:a16="http://schemas.microsoft.com/office/drawing/2014/main" id="{D5520FD9-71E9-9B12-F298-799A24652B03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3312222" y="4358700"/>
                  <a:ext cx="12528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11438" name="잉크 11437">
                  <a:extLst>
                    <a:ext uri="{FF2B5EF4-FFF2-40B4-BE49-F238E27FC236}">
                      <a16:creationId xmlns:a16="http://schemas.microsoft.com/office/drawing/2014/main" id="{B4532110-BE0C-1DDE-B3FF-0B92BA9DC7C6}"/>
                    </a:ext>
                  </a:extLst>
                </p14:cNvPr>
                <p14:cNvContentPartPr/>
                <p14:nvPr/>
              </p14:nvContentPartPr>
              <p14:xfrm>
                <a:off x="3440382" y="4330260"/>
                <a:ext cx="9360" cy="139320"/>
              </p14:xfrm>
            </p:contentPart>
          </mc:Choice>
          <mc:Fallback>
            <p:pic>
              <p:nvPicPr>
                <p:cNvPr id="11438" name="잉크 11437">
                  <a:extLst>
                    <a:ext uri="{FF2B5EF4-FFF2-40B4-BE49-F238E27FC236}">
                      <a16:creationId xmlns:a16="http://schemas.microsoft.com/office/drawing/2014/main" id="{B4532110-BE0C-1DDE-B3FF-0B92BA9DC7C6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3431742" y="4321620"/>
                  <a:ext cx="2700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11439" name="잉크 11438">
                  <a:extLst>
                    <a:ext uri="{FF2B5EF4-FFF2-40B4-BE49-F238E27FC236}">
                      <a16:creationId xmlns:a16="http://schemas.microsoft.com/office/drawing/2014/main" id="{E3891A24-AF3E-0361-3F45-6FB41FD6FB09}"/>
                    </a:ext>
                  </a:extLst>
                </p14:cNvPr>
                <p14:cNvContentPartPr/>
                <p14:nvPr/>
              </p14:nvContentPartPr>
              <p14:xfrm>
                <a:off x="3393222" y="4431060"/>
                <a:ext cx="136800" cy="159840"/>
              </p14:xfrm>
            </p:contentPart>
          </mc:Choice>
          <mc:Fallback>
            <p:pic>
              <p:nvPicPr>
                <p:cNvPr id="11439" name="잉크 11438">
                  <a:extLst>
                    <a:ext uri="{FF2B5EF4-FFF2-40B4-BE49-F238E27FC236}">
                      <a16:creationId xmlns:a16="http://schemas.microsoft.com/office/drawing/2014/main" id="{E3891A24-AF3E-0361-3F45-6FB41FD6FB09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3384582" y="4422060"/>
                  <a:ext cx="15444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11440" name="잉크 11439">
                  <a:extLst>
                    <a:ext uri="{FF2B5EF4-FFF2-40B4-BE49-F238E27FC236}">
                      <a16:creationId xmlns:a16="http://schemas.microsoft.com/office/drawing/2014/main" id="{F1DB43BD-9F9B-FDD0-BEAC-9CFF3B799CD2}"/>
                    </a:ext>
                  </a:extLst>
                </p14:cNvPr>
                <p14:cNvContentPartPr/>
                <p14:nvPr/>
              </p14:nvContentPartPr>
              <p14:xfrm>
                <a:off x="3503742" y="4374180"/>
                <a:ext cx="330480" cy="183600"/>
              </p14:xfrm>
            </p:contentPart>
          </mc:Choice>
          <mc:Fallback>
            <p:pic>
              <p:nvPicPr>
                <p:cNvPr id="11440" name="잉크 11439">
                  <a:extLst>
                    <a:ext uri="{FF2B5EF4-FFF2-40B4-BE49-F238E27FC236}">
                      <a16:creationId xmlns:a16="http://schemas.microsoft.com/office/drawing/2014/main" id="{F1DB43BD-9F9B-FDD0-BEAC-9CFF3B799CD2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3494742" y="4365540"/>
                  <a:ext cx="34812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11441" name="잉크 11440">
                  <a:extLst>
                    <a:ext uri="{FF2B5EF4-FFF2-40B4-BE49-F238E27FC236}">
                      <a16:creationId xmlns:a16="http://schemas.microsoft.com/office/drawing/2014/main" id="{E98E1F11-6A09-6D7B-025C-AC968A9CA727}"/>
                    </a:ext>
                  </a:extLst>
                </p14:cNvPr>
                <p14:cNvContentPartPr/>
                <p14:nvPr/>
              </p14:nvContentPartPr>
              <p14:xfrm>
                <a:off x="3765102" y="4377060"/>
                <a:ext cx="150840" cy="166680"/>
              </p14:xfrm>
            </p:contentPart>
          </mc:Choice>
          <mc:Fallback>
            <p:pic>
              <p:nvPicPr>
                <p:cNvPr id="11441" name="잉크 11440">
                  <a:extLst>
                    <a:ext uri="{FF2B5EF4-FFF2-40B4-BE49-F238E27FC236}">
                      <a16:creationId xmlns:a16="http://schemas.microsoft.com/office/drawing/2014/main" id="{E98E1F11-6A09-6D7B-025C-AC968A9CA727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3756462" y="4368420"/>
                  <a:ext cx="16848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11442" name="잉크 11441">
                  <a:extLst>
                    <a:ext uri="{FF2B5EF4-FFF2-40B4-BE49-F238E27FC236}">
                      <a16:creationId xmlns:a16="http://schemas.microsoft.com/office/drawing/2014/main" id="{82E196F2-04D6-2209-6739-9266E0B408C3}"/>
                    </a:ext>
                  </a:extLst>
                </p14:cNvPr>
                <p14:cNvContentPartPr/>
                <p14:nvPr/>
              </p14:nvContentPartPr>
              <p14:xfrm>
                <a:off x="3975702" y="4351860"/>
                <a:ext cx="100440" cy="175320"/>
              </p14:xfrm>
            </p:contentPart>
          </mc:Choice>
          <mc:Fallback>
            <p:pic>
              <p:nvPicPr>
                <p:cNvPr id="11442" name="잉크 11441">
                  <a:extLst>
                    <a:ext uri="{FF2B5EF4-FFF2-40B4-BE49-F238E27FC236}">
                      <a16:creationId xmlns:a16="http://schemas.microsoft.com/office/drawing/2014/main" id="{82E196F2-04D6-2209-6739-9266E0B408C3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3967062" y="4343220"/>
                  <a:ext cx="11808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11443" name="잉크 11442">
                  <a:extLst>
                    <a:ext uri="{FF2B5EF4-FFF2-40B4-BE49-F238E27FC236}">
                      <a16:creationId xmlns:a16="http://schemas.microsoft.com/office/drawing/2014/main" id="{5D881102-CEF6-3939-EBD8-BAD87672B826}"/>
                    </a:ext>
                  </a:extLst>
                </p14:cNvPr>
                <p14:cNvContentPartPr/>
                <p14:nvPr/>
              </p14:nvContentPartPr>
              <p14:xfrm>
                <a:off x="3955542" y="4398660"/>
                <a:ext cx="137880" cy="182160"/>
              </p14:xfrm>
            </p:contentPart>
          </mc:Choice>
          <mc:Fallback>
            <p:pic>
              <p:nvPicPr>
                <p:cNvPr id="11443" name="잉크 11442">
                  <a:extLst>
                    <a:ext uri="{FF2B5EF4-FFF2-40B4-BE49-F238E27FC236}">
                      <a16:creationId xmlns:a16="http://schemas.microsoft.com/office/drawing/2014/main" id="{5D881102-CEF6-3939-EBD8-BAD87672B826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3946902" y="4390020"/>
                  <a:ext cx="15552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11444" name="잉크 11443">
                  <a:extLst>
                    <a:ext uri="{FF2B5EF4-FFF2-40B4-BE49-F238E27FC236}">
                      <a16:creationId xmlns:a16="http://schemas.microsoft.com/office/drawing/2014/main" id="{3E3946CB-6B39-CD3D-FD36-862BE7B8B153}"/>
                    </a:ext>
                  </a:extLst>
                </p14:cNvPr>
                <p14:cNvContentPartPr/>
                <p14:nvPr/>
              </p14:nvContentPartPr>
              <p14:xfrm>
                <a:off x="4094142" y="4400820"/>
                <a:ext cx="102600" cy="155160"/>
              </p14:xfrm>
            </p:contentPart>
          </mc:Choice>
          <mc:Fallback>
            <p:pic>
              <p:nvPicPr>
                <p:cNvPr id="11444" name="잉크 11443">
                  <a:extLst>
                    <a:ext uri="{FF2B5EF4-FFF2-40B4-BE49-F238E27FC236}">
                      <a16:creationId xmlns:a16="http://schemas.microsoft.com/office/drawing/2014/main" id="{3E3946CB-6B39-CD3D-FD36-862BE7B8B153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4085502" y="4391820"/>
                  <a:ext cx="12024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11445" name="잉크 11444">
                  <a:extLst>
                    <a:ext uri="{FF2B5EF4-FFF2-40B4-BE49-F238E27FC236}">
                      <a16:creationId xmlns:a16="http://schemas.microsoft.com/office/drawing/2014/main" id="{D2FE1377-E2D6-FF6B-9C43-721F170E4E8B}"/>
                    </a:ext>
                  </a:extLst>
                </p14:cNvPr>
                <p14:cNvContentPartPr/>
                <p14:nvPr/>
              </p14:nvContentPartPr>
              <p14:xfrm>
                <a:off x="4189182" y="4354020"/>
                <a:ext cx="43920" cy="115200"/>
              </p14:xfrm>
            </p:contentPart>
          </mc:Choice>
          <mc:Fallback>
            <p:pic>
              <p:nvPicPr>
                <p:cNvPr id="11445" name="잉크 11444">
                  <a:extLst>
                    <a:ext uri="{FF2B5EF4-FFF2-40B4-BE49-F238E27FC236}">
                      <a16:creationId xmlns:a16="http://schemas.microsoft.com/office/drawing/2014/main" id="{D2FE1377-E2D6-FF6B-9C43-721F170E4E8B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4180542" y="4345020"/>
                  <a:ext cx="6156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11446" name="잉크 11445">
                  <a:extLst>
                    <a:ext uri="{FF2B5EF4-FFF2-40B4-BE49-F238E27FC236}">
                      <a16:creationId xmlns:a16="http://schemas.microsoft.com/office/drawing/2014/main" id="{DCE6F2F3-7EAE-415C-8504-D3C35AB5015A}"/>
                    </a:ext>
                  </a:extLst>
                </p14:cNvPr>
                <p14:cNvContentPartPr/>
                <p14:nvPr/>
              </p14:nvContentPartPr>
              <p14:xfrm>
                <a:off x="4144542" y="4314780"/>
                <a:ext cx="191160" cy="334800"/>
              </p14:xfrm>
            </p:contentPart>
          </mc:Choice>
          <mc:Fallback>
            <p:pic>
              <p:nvPicPr>
                <p:cNvPr id="11446" name="잉크 11445">
                  <a:extLst>
                    <a:ext uri="{FF2B5EF4-FFF2-40B4-BE49-F238E27FC236}">
                      <a16:creationId xmlns:a16="http://schemas.microsoft.com/office/drawing/2014/main" id="{DCE6F2F3-7EAE-415C-8504-D3C35AB5015A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4135542" y="4305780"/>
                  <a:ext cx="208800" cy="352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79">
            <p14:nvContentPartPr>
              <p14:cNvPr id="11448" name="잉크 11447">
                <a:extLst>
                  <a:ext uri="{FF2B5EF4-FFF2-40B4-BE49-F238E27FC236}">
                    <a16:creationId xmlns:a16="http://schemas.microsoft.com/office/drawing/2014/main" id="{206DC674-BB9A-4C56-EA0C-929F55787B89}"/>
                  </a:ext>
                </a:extLst>
              </p14:cNvPr>
              <p14:cNvContentPartPr/>
              <p14:nvPr/>
            </p14:nvContentPartPr>
            <p14:xfrm>
              <a:off x="3301422" y="1591380"/>
              <a:ext cx="540360" cy="77040"/>
            </p14:xfrm>
          </p:contentPart>
        </mc:Choice>
        <mc:Fallback>
          <p:pic>
            <p:nvPicPr>
              <p:cNvPr id="11448" name="잉크 11447">
                <a:extLst>
                  <a:ext uri="{FF2B5EF4-FFF2-40B4-BE49-F238E27FC236}">
                    <a16:creationId xmlns:a16="http://schemas.microsoft.com/office/drawing/2014/main" id="{206DC674-BB9A-4C56-EA0C-929F55787B89}"/>
                  </a:ext>
                </a:extLst>
              </p:cNvPr>
              <p:cNvPicPr/>
              <p:nvPr/>
            </p:nvPicPr>
            <p:blipFill>
              <a:blip r:embed="rId380"/>
              <a:stretch>
                <a:fillRect/>
              </a:stretch>
            </p:blipFill>
            <p:spPr>
              <a:xfrm>
                <a:off x="3265782" y="1519380"/>
                <a:ext cx="612000" cy="22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1">
            <p14:nvContentPartPr>
              <p14:cNvPr id="11449" name="잉크 11448">
                <a:extLst>
                  <a:ext uri="{FF2B5EF4-FFF2-40B4-BE49-F238E27FC236}">
                    <a16:creationId xmlns:a16="http://schemas.microsoft.com/office/drawing/2014/main" id="{A2818560-A35E-4ED2-6BD0-4AF423974DB5}"/>
                  </a:ext>
                </a:extLst>
              </p14:cNvPr>
              <p14:cNvContentPartPr/>
              <p14:nvPr/>
            </p14:nvContentPartPr>
            <p14:xfrm>
              <a:off x="2837022" y="2930220"/>
              <a:ext cx="510480" cy="76680"/>
            </p14:xfrm>
          </p:contentPart>
        </mc:Choice>
        <mc:Fallback>
          <p:pic>
            <p:nvPicPr>
              <p:cNvPr id="11449" name="잉크 11448">
                <a:extLst>
                  <a:ext uri="{FF2B5EF4-FFF2-40B4-BE49-F238E27FC236}">
                    <a16:creationId xmlns:a16="http://schemas.microsoft.com/office/drawing/2014/main" id="{A2818560-A35E-4ED2-6BD0-4AF423974DB5}"/>
                  </a:ext>
                </a:extLst>
              </p:cNvPr>
              <p:cNvPicPr/>
              <p:nvPr/>
            </p:nvPicPr>
            <p:blipFill>
              <a:blip r:embed="rId382"/>
              <a:stretch>
                <a:fillRect/>
              </a:stretch>
            </p:blipFill>
            <p:spPr>
              <a:xfrm>
                <a:off x="2801382" y="2858220"/>
                <a:ext cx="582120" cy="22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3">
            <p14:nvContentPartPr>
              <p14:cNvPr id="11450" name="잉크 11449">
                <a:extLst>
                  <a:ext uri="{FF2B5EF4-FFF2-40B4-BE49-F238E27FC236}">
                    <a16:creationId xmlns:a16="http://schemas.microsoft.com/office/drawing/2014/main" id="{D14641D5-2831-3E09-1ED5-09FCD599BBBF}"/>
                  </a:ext>
                </a:extLst>
              </p14:cNvPr>
              <p14:cNvContentPartPr/>
              <p14:nvPr/>
            </p14:nvContentPartPr>
            <p14:xfrm>
              <a:off x="3318342" y="4447620"/>
              <a:ext cx="998640" cy="69840"/>
            </p14:xfrm>
          </p:contentPart>
        </mc:Choice>
        <mc:Fallback>
          <p:pic>
            <p:nvPicPr>
              <p:cNvPr id="11450" name="잉크 11449">
                <a:extLst>
                  <a:ext uri="{FF2B5EF4-FFF2-40B4-BE49-F238E27FC236}">
                    <a16:creationId xmlns:a16="http://schemas.microsoft.com/office/drawing/2014/main" id="{D14641D5-2831-3E09-1ED5-09FCD599BBBF}"/>
                  </a:ext>
                </a:extLst>
              </p:cNvPr>
              <p:cNvPicPr/>
              <p:nvPr/>
            </p:nvPicPr>
            <p:blipFill>
              <a:blip r:embed="rId384"/>
              <a:stretch>
                <a:fillRect/>
              </a:stretch>
            </p:blipFill>
            <p:spPr>
              <a:xfrm>
                <a:off x="3282342" y="4375620"/>
                <a:ext cx="1070280" cy="213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1453" name="그룹 11452">
            <a:extLst>
              <a:ext uri="{FF2B5EF4-FFF2-40B4-BE49-F238E27FC236}">
                <a16:creationId xmlns:a16="http://schemas.microsoft.com/office/drawing/2014/main" id="{362AF2BB-938C-7680-F760-4EE85B942B81}"/>
              </a:ext>
            </a:extLst>
          </p:cNvPr>
          <p:cNvGrpSpPr/>
          <p:nvPr/>
        </p:nvGrpSpPr>
        <p:grpSpPr>
          <a:xfrm>
            <a:off x="4605342" y="5058900"/>
            <a:ext cx="309240" cy="606960"/>
            <a:chOff x="4605342" y="5058900"/>
            <a:chExt cx="309240" cy="606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11451" name="잉크 11450">
                  <a:extLst>
                    <a:ext uri="{FF2B5EF4-FFF2-40B4-BE49-F238E27FC236}">
                      <a16:creationId xmlns:a16="http://schemas.microsoft.com/office/drawing/2014/main" id="{0A51B46B-80BD-4D8C-2B0E-C67D8975D621}"/>
                    </a:ext>
                  </a:extLst>
                </p14:cNvPr>
                <p14:cNvContentPartPr/>
                <p14:nvPr/>
              </p14:nvContentPartPr>
              <p14:xfrm>
                <a:off x="4605342" y="5058900"/>
                <a:ext cx="275040" cy="593280"/>
              </p14:xfrm>
            </p:contentPart>
          </mc:Choice>
          <mc:Fallback>
            <p:pic>
              <p:nvPicPr>
                <p:cNvPr id="11451" name="잉크 11450">
                  <a:extLst>
                    <a:ext uri="{FF2B5EF4-FFF2-40B4-BE49-F238E27FC236}">
                      <a16:creationId xmlns:a16="http://schemas.microsoft.com/office/drawing/2014/main" id="{0A51B46B-80BD-4D8C-2B0E-C67D8975D621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4596702" y="5050260"/>
                  <a:ext cx="292680" cy="61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7">
              <p14:nvContentPartPr>
                <p14:cNvPr id="11452" name="잉크 11451">
                  <a:extLst>
                    <a:ext uri="{FF2B5EF4-FFF2-40B4-BE49-F238E27FC236}">
                      <a16:creationId xmlns:a16="http://schemas.microsoft.com/office/drawing/2014/main" id="{FEAFC0AF-7BD2-9C3A-B607-5D32D6A760DB}"/>
                    </a:ext>
                  </a:extLst>
                </p14:cNvPr>
                <p14:cNvContentPartPr/>
                <p14:nvPr/>
              </p14:nvContentPartPr>
              <p14:xfrm>
                <a:off x="4813422" y="5582700"/>
                <a:ext cx="101160" cy="83160"/>
              </p14:xfrm>
            </p:contentPart>
          </mc:Choice>
          <mc:Fallback>
            <p:pic>
              <p:nvPicPr>
                <p:cNvPr id="11452" name="잉크 11451">
                  <a:extLst>
                    <a:ext uri="{FF2B5EF4-FFF2-40B4-BE49-F238E27FC236}">
                      <a16:creationId xmlns:a16="http://schemas.microsoft.com/office/drawing/2014/main" id="{FEAFC0AF-7BD2-9C3A-B607-5D32D6A760DB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4804422" y="5573700"/>
                  <a:ext cx="118800" cy="100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21" name="그룹 11520">
            <a:extLst>
              <a:ext uri="{FF2B5EF4-FFF2-40B4-BE49-F238E27FC236}">
                <a16:creationId xmlns:a16="http://schemas.microsoft.com/office/drawing/2014/main" id="{CBBFAC18-5B07-FF82-4AFE-6C7CB3B8DEAD}"/>
              </a:ext>
            </a:extLst>
          </p:cNvPr>
          <p:cNvGrpSpPr/>
          <p:nvPr/>
        </p:nvGrpSpPr>
        <p:grpSpPr>
          <a:xfrm>
            <a:off x="4504182" y="5777460"/>
            <a:ext cx="2046960" cy="1099080"/>
            <a:chOff x="4504182" y="5777460"/>
            <a:chExt cx="2046960" cy="1099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9">
              <p14:nvContentPartPr>
                <p14:cNvPr id="11454" name="잉크 11453">
                  <a:extLst>
                    <a:ext uri="{FF2B5EF4-FFF2-40B4-BE49-F238E27FC236}">
                      <a16:creationId xmlns:a16="http://schemas.microsoft.com/office/drawing/2014/main" id="{DF27528A-6AC7-7AF8-FA15-025F4DE311CC}"/>
                    </a:ext>
                  </a:extLst>
                </p14:cNvPr>
                <p14:cNvContentPartPr/>
                <p14:nvPr/>
              </p14:nvContentPartPr>
              <p14:xfrm>
                <a:off x="4540902" y="5777460"/>
                <a:ext cx="19440" cy="106920"/>
              </p14:xfrm>
            </p:contentPart>
          </mc:Choice>
          <mc:Fallback>
            <p:pic>
              <p:nvPicPr>
                <p:cNvPr id="11454" name="잉크 11453">
                  <a:extLst>
                    <a:ext uri="{FF2B5EF4-FFF2-40B4-BE49-F238E27FC236}">
                      <a16:creationId xmlns:a16="http://schemas.microsoft.com/office/drawing/2014/main" id="{DF27528A-6AC7-7AF8-FA15-025F4DE311CC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4532262" y="5768820"/>
                  <a:ext cx="3708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1">
              <p14:nvContentPartPr>
                <p14:cNvPr id="11455" name="잉크 11454">
                  <a:extLst>
                    <a:ext uri="{FF2B5EF4-FFF2-40B4-BE49-F238E27FC236}">
                      <a16:creationId xmlns:a16="http://schemas.microsoft.com/office/drawing/2014/main" id="{EF060579-801E-EA59-F6E1-C972E6981F9C}"/>
                    </a:ext>
                  </a:extLst>
                </p14:cNvPr>
                <p14:cNvContentPartPr/>
                <p14:nvPr/>
              </p14:nvContentPartPr>
              <p14:xfrm>
                <a:off x="4504182" y="5870340"/>
                <a:ext cx="210600" cy="195840"/>
              </p14:xfrm>
            </p:contentPart>
          </mc:Choice>
          <mc:Fallback>
            <p:pic>
              <p:nvPicPr>
                <p:cNvPr id="11455" name="잉크 11454">
                  <a:extLst>
                    <a:ext uri="{FF2B5EF4-FFF2-40B4-BE49-F238E27FC236}">
                      <a16:creationId xmlns:a16="http://schemas.microsoft.com/office/drawing/2014/main" id="{EF060579-801E-EA59-F6E1-C972E6981F9C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4495182" y="5861340"/>
                  <a:ext cx="22824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3">
              <p14:nvContentPartPr>
                <p14:cNvPr id="11456" name="잉크 11455">
                  <a:extLst>
                    <a:ext uri="{FF2B5EF4-FFF2-40B4-BE49-F238E27FC236}">
                      <a16:creationId xmlns:a16="http://schemas.microsoft.com/office/drawing/2014/main" id="{F4DDCFEC-3DF4-BBD0-554E-09E485C42270}"/>
                    </a:ext>
                  </a:extLst>
                </p14:cNvPr>
                <p14:cNvContentPartPr/>
                <p14:nvPr/>
              </p14:nvContentPartPr>
              <p14:xfrm>
                <a:off x="4730262" y="5872860"/>
                <a:ext cx="16200" cy="126360"/>
              </p14:xfrm>
            </p:contentPart>
          </mc:Choice>
          <mc:Fallback>
            <p:pic>
              <p:nvPicPr>
                <p:cNvPr id="11456" name="잉크 11455">
                  <a:extLst>
                    <a:ext uri="{FF2B5EF4-FFF2-40B4-BE49-F238E27FC236}">
                      <a16:creationId xmlns:a16="http://schemas.microsoft.com/office/drawing/2014/main" id="{F4DDCFEC-3DF4-BBD0-554E-09E485C42270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4721622" y="5864220"/>
                  <a:ext cx="3384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5">
              <p14:nvContentPartPr>
                <p14:cNvPr id="11457" name="잉크 11456">
                  <a:extLst>
                    <a:ext uri="{FF2B5EF4-FFF2-40B4-BE49-F238E27FC236}">
                      <a16:creationId xmlns:a16="http://schemas.microsoft.com/office/drawing/2014/main" id="{DEE6207F-C224-66D0-FDB5-CFB4D32CFD5A}"/>
                    </a:ext>
                  </a:extLst>
                </p14:cNvPr>
                <p14:cNvContentPartPr/>
                <p14:nvPr/>
              </p14:nvContentPartPr>
              <p14:xfrm>
                <a:off x="4707582" y="5939820"/>
                <a:ext cx="199800" cy="193680"/>
              </p14:xfrm>
            </p:contentPart>
          </mc:Choice>
          <mc:Fallback>
            <p:pic>
              <p:nvPicPr>
                <p:cNvPr id="11457" name="잉크 11456">
                  <a:extLst>
                    <a:ext uri="{FF2B5EF4-FFF2-40B4-BE49-F238E27FC236}">
                      <a16:creationId xmlns:a16="http://schemas.microsoft.com/office/drawing/2014/main" id="{DEE6207F-C224-66D0-FDB5-CFB4D32CFD5A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4698582" y="5931180"/>
                  <a:ext cx="21744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7">
              <p14:nvContentPartPr>
                <p14:cNvPr id="11458" name="잉크 11457">
                  <a:extLst>
                    <a:ext uri="{FF2B5EF4-FFF2-40B4-BE49-F238E27FC236}">
                      <a16:creationId xmlns:a16="http://schemas.microsoft.com/office/drawing/2014/main" id="{93D639BF-1E35-85C3-1B5B-6C5983FA5AA5}"/>
                    </a:ext>
                  </a:extLst>
                </p14:cNvPr>
                <p14:cNvContentPartPr/>
                <p14:nvPr/>
              </p14:nvContentPartPr>
              <p14:xfrm>
                <a:off x="4965702" y="5886900"/>
                <a:ext cx="26640" cy="155160"/>
              </p14:xfrm>
            </p:contentPart>
          </mc:Choice>
          <mc:Fallback>
            <p:pic>
              <p:nvPicPr>
                <p:cNvPr id="11458" name="잉크 11457">
                  <a:extLst>
                    <a:ext uri="{FF2B5EF4-FFF2-40B4-BE49-F238E27FC236}">
                      <a16:creationId xmlns:a16="http://schemas.microsoft.com/office/drawing/2014/main" id="{93D639BF-1E35-85C3-1B5B-6C5983FA5AA5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4956702" y="5878260"/>
                  <a:ext cx="4428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9">
              <p14:nvContentPartPr>
                <p14:cNvPr id="11459" name="잉크 11458">
                  <a:extLst>
                    <a:ext uri="{FF2B5EF4-FFF2-40B4-BE49-F238E27FC236}">
                      <a16:creationId xmlns:a16="http://schemas.microsoft.com/office/drawing/2014/main" id="{5A47783A-5E6A-2DE4-9688-E62A3D70489C}"/>
                    </a:ext>
                  </a:extLst>
                </p14:cNvPr>
                <p14:cNvContentPartPr/>
                <p14:nvPr/>
              </p14:nvContentPartPr>
              <p14:xfrm>
                <a:off x="5000982" y="5858820"/>
                <a:ext cx="134640" cy="178560"/>
              </p14:xfrm>
            </p:contentPart>
          </mc:Choice>
          <mc:Fallback>
            <p:pic>
              <p:nvPicPr>
                <p:cNvPr id="11459" name="잉크 11458">
                  <a:extLst>
                    <a:ext uri="{FF2B5EF4-FFF2-40B4-BE49-F238E27FC236}">
                      <a16:creationId xmlns:a16="http://schemas.microsoft.com/office/drawing/2014/main" id="{5A47783A-5E6A-2DE4-9688-E62A3D70489C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4992342" y="5850180"/>
                  <a:ext cx="15228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1">
              <p14:nvContentPartPr>
                <p14:cNvPr id="11460" name="잉크 11459">
                  <a:extLst>
                    <a:ext uri="{FF2B5EF4-FFF2-40B4-BE49-F238E27FC236}">
                      <a16:creationId xmlns:a16="http://schemas.microsoft.com/office/drawing/2014/main" id="{04414DB9-067A-A5A4-93F1-A4109A655EC3}"/>
                    </a:ext>
                  </a:extLst>
                </p14:cNvPr>
                <p14:cNvContentPartPr/>
                <p14:nvPr/>
              </p14:nvContentPartPr>
              <p14:xfrm>
                <a:off x="5064702" y="5864580"/>
                <a:ext cx="81720" cy="253440"/>
              </p14:xfrm>
            </p:contentPart>
          </mc:Choice>
          <mc:Fallback>
            <p:pic>
              <p:nvPicPr>
                <p:cNvPr id="11460" name="잉크 11459">
                  <a:extLst>
                    <a:ext uri="{FF2B5EF4-FFF2-40B4-BE49-F238E27FC236}">
                      <a16:creationId xmlns:a16="http://schemas.microsoft.com/office/drawing/2014/main" id="{04414DB9-067A-A5A4-93F1-A4109A655EC3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5055702" y="5855940"/>
                  <a:ext cx="9936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3">
              <p14:nvContentPartPr>
                <p14:cNvPr id="11461" name="잉크 11460">
                  <a:extLst>
                    <a:ext uri="{FF2B5EF4-FFF2-40B4-BE49-F238E27FC236}">
                      <a16:creationId xmlns:a16="http://schemas.microsoft.com/office/drawing/2014/main" id="{664F89F4-EFBC-F280-E80F-FE3B33375F97}"/>
                    </a:ext>
                  </a:extLst>
                </p14:cNvPr>
                <p14:cNvContentPartPr/>
                <p14:nvPr/>
              </p14:nvContentPartPr>
              <p14:xfrm>
                <a:off x="5125902" y="5909940"/>
                <a:ext cx="66240" cy="138240"/>
              </p14:xfrm>
            </p:contentPart>
          </mc:Choice>
          <mc:Fallback>
            <p:pic>
              <p:nvPicPr>
                <p:cNvPr id="11461" name="잉크 11460">
                  <a:extLst>
                    <a:ext uri="{FF2B5EF4-FFF2-40B4-BE49-F238E27FC236}">
                      <a16:creationId xmlns:a16="http://schemas.microsoft.com/office/drawing/2014/main" id="{664F89F4-EFBC-F280-E80F-FE3B33375F97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5116902" y="5900940"/>
                  <a:ext cx="8388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5">
              <p14:nvContentPartPr>
                <p14:cNvPr id="11462" name="잉크 11461">
                  <a:extLst>
                    <a:ext uri="{FF2B5EF4-FFF2-40B4-BE49-F238E27FC236}">
                      <a16:creationId xmlns:a16="http://schemas.microsoft.com/office/drawing/2014/main" id="{34ED19B6-91D2-7BE1-893C-026B1C900533}"/>
                    </a:ext>
                  </a:extLst>
                </p14:cNvPr>
                <p14:cNvContentPartPr/>
                <p14:nvPr/>
              </p14:nvContentPartPr>
              <p14:xfrm>
                <a:off x="5193582" y="5868540"/>
                <a:ext cx="97920" cy="148320"/>
              </p14:xfrm>
            </p:contentPart>
          </mc:Choice>
          <mc:Fallback>
            <p:pic>
              <p:nvPicPr>
                <p:cNvPr id="11462" name="잉크 11461">
                  <a:extLst>
                    <a:ext uri="{FF2B5EF4-FFF2-40B4-BE49-F238E27FC236}">
                      <a16:creationId xmlns:a16="http://schemas.microsoft.com/office/drawing/2014/main" id="{34ED19B6-91D2-7BE1-893C-026B1C900533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5184942" y="5859540"/>
                  <a:ext cx="11556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7">
              <p14:nvContentPartPr>
                <p14:cNvPr id="11463" name="잉크 11462">
                  <a:extLst>
                    <a:ext uri="{FF2B5EF4-FFF2-40B4-BE49-F238E27FC236}">
                      <a16:creationId xmlns:a16="http://schemas.microsoft.com/office/drawing/2014/main" id="{9C5BA4BE-98BA-2D45-3025-0FD79D617401}"/>
                    </a:ext>
                  </a:extLst>
                </p14:cNvPr>
                <p14:cNvContentPartPr/>
                <p14:nvPr/>
              </p14:nvContentPartPr>
              <p14:xfrm>
                <a:off x="5222022" y="5886180"/>
                <a:ext cx="178200" cy="211680"/>
              </p14:xfrm>
            </p:contentPart>
          </mc:Choice>
          <mc:Fallback>
            <p:pic>
              <p:nvPicPr>
                <p:cNvPr id="11463" name="잉크 11462">
                  <a:extLst>
                    <a:ext uri="{FF2B5EF4-FFF2-40B4-BE49-F238E27FC236}">
                      <a16:creationId xmlns:a16="http://schemas.microsoft.com/office/drawing/2014/main" id="{9C5BA4BE-98BA-2D45-3025-0FD79D617401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5213022" y="5877540"/>
                  <a:ext cx="19584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9">
              <p14:nvContentPartPr>
                <p14:cNvPr id="11464" name="잉크 11463">
                  <a:extLst>
                    <a:ext uri="{FF2B5EF4-FFF2-40B4-BE49-F238E27FC236}">
                      <a16:creationId xmlns:a16="http://schemas.microsoft.com/office/drawing/2014/main" id="{364E125D-33F8-0702-FBB4-3DB814ADE955}"/>
                    </a:ext>
                  </a:extLst>
                </p14:cNvPr>
                <p14:cNvContentPartPr/>
                <p14:nvPr/>
              </p14:nvContentPartPr>
              <p14:xfrm>
                <a:off x="5395542" y="5871420"/>
                <a:ext cx="140040" cy="217440"/>
              </p14:xfrm>
            </p:contentPart>
          </mc:Choice>
          <mc:Fallback>
            <p:pic>
              <p:nvPicPr>
                <p:cNvPr id="11464" name="잉크 11463">
                  <a:extLst>
                    <a:ext uri="{FF2B5EF4-FFF2-40B4-BE49-F238E27FC236}">
                      <a16:creationId xmlns:a16="http://schemas.microsoft.com/office/drawing/2014/main" id="{364E125D-33F8-0702-FBB4-3DB814ADE955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5386542" y="5862780"/>
                  <a:ext cx="15768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1">
              <p14:nvContentPartPr>
                <p14:cNvPr id="11465" name="잉크 11464">
                  <a:extLst>
                    <a:ext uri="{FF2B5EF4-FFF2-40B4-BE49-F238E27FC236}">
                      <a16:creationId xmlns:a16="http://schemas.microsoft.com/office/drawing/2014/main" id="{5D99339B-43DF-394F-80A5-2F36D36277A4}"/>
                    </a:ext>
                  </a:extLst>
                </p14:cNvPr>
                <p14:cNvContentPartPr/>
                <p14:nvPr/>
              </p14:nvContentPartPr>
              <p14:xfrm>
                <a:off x="5513622" y="5901300"/>
                <a:ext cx="59760" cy="114480"/>
              </p14:xfrm>
            </p:contentPart>
          </mc:Choice>
          <mc:Fallback>
            <p:pic>
              <p:nvPicPr>
                <p:cNvPr id="11465" name="잉크 11464">
                  <a:extLst>
                    <a:ext uri="{FF2B5EF4-FFF2-40B4-BE49-F238E27FC236}">
                      <a16:creationId xmlns:a16="http://schemas.microsoft.com/office/drawing/2014/main" id="{5D99339B-43DF-394F-80A5-2F36D36277A4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5504982" y="5892660"/>
                  <a:ext cx="7740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3">
              <p14:nvContentPartPr>
                <p14:cNvPr id="11466" name="잉크 11465">
                  <a:extLst>
                    <a:ext uri="{FF2B5EF4-FFF2-40B4-BE49-F238E27FC236}">
                      <a16:creationId xmlns:a16="http://schemas.microsoft.com/office/drawing/2014/main" id="{06EE75C3-F7E5-12E4-C00F-5E1064569FC6}"/>
                    </a:ext>
                  </a:extLst>
                </p14:cNvPr>
                <p14:cNvContentPartPr/>
                <p14:nvPr/>
              </p14:nvContentPartPr>
              <p14:xfrm>
                <a:off x="5576622" y="5840100"/>
                <a:ext cx="131400" cy="261720"/>
              </p14:xfrm>
            </p:contentPart>
          </mc:Choice>
          <mc:Fallback>
            <p:pic>
              <p:nvPicPr>
                <p:cNvPr id="11466" name="잉크 11465">
                  <a:extLst>
                    <a:ext uri="{FF2B5EF4-FFF2-40B4-BE49-F238E27FC236}">
                      <a16:creationId xmlns:a16="http://schemas.microsoft.com/office/drawing/2014/main" id="{06EE75C3-F7E5-12E4-C00F-5E1064569FC6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5567622" y="5831100"/>
                  <a:ext cx="14904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5">
              <p14:nvContentPartPr>
                <p14:cNvPr id="11471" name="잉크 11470">
                  <a:extLst>
                    <a:ext uri="{FF2B5EF4-FFF2-40B4-BE49-F238E27FC236}">
                      <a16:creationId xmlns:a16="http://schemas.microsoft.com/office/drawing/2014/main" id="{4B84039C-1FB5-8A3F-B70D-054AF030C1C7}"/>
                    </a:ext>
                  </a:extLst>
                </p14:cNvPr>
                <p14:cNvContentPartPr/>
                <p14:nvPr/>
              </p14:nvContentPartPr>
              <p14:xfrm>
                <a:off x="5832582" y="5786100"/>
                <a:ext cx="36360" cy="198360"/>
              </p14:xfrm>
            </p:contentPart>
          </mc:Choice>
          <mc:Fallback>
            <p:pic>
              <p:nvPicPr>
                <p:cNvPr id="11471" name="잉크 11470">
                  <a:extLst>
                    <a:ext uri="{FF2B5EF4-FFF2-40B4-BE49-F238E27FC236}">
                      <a16:creationId xmlns:a16="http://schemas.microsoft.com/office/drawing/2014/main" id="{4B84039C-1FB5-8A3F-B70D-054AF030C1C7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5823942" y="5777460"/>
                  <a:ext cx="540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7">
              <p14:nvContentPartPr>
                <p14:cNvPr id="11472" name="잉크 11471">
                  <a:extLst>
                    <a:ext uri="{FF2B5EF4-FFF2-40B4-BE49-F238E27FC236}">
                      <a16:creationId xmlns:a16="http://schemas.microsoft.com/office/drawing/2014/main" id="{FC75E0CE-15F9-97AF-AD6C-D41ACBE4C41A}"/>
                    </a:ext>
                  </a:extLst>
                </p14:cNvPr>
                <p14:cNvContentPartPr/>
                <p14:nvPr/>
              </p14:nvContentPartPr>
              <p14:xfrm>
                <a:off x="5806302" y="5849820"/>
                <a:ext cx="165960" cy="222840"/>
              </p14:xfrm>
            </p:contentPart>
          </mc:Choice>
          <mc:Fallback>
            <p:pic>
              <p:nvPicPr>
                <p:cNvPr id="11472" name="잉크 11471">
                  <a:extLst>
                    <a:ext uri="{FF2B5EF4-FFF2-40B4-BE49-F238E27FC236}">
                      <a16:creationId xmlns:a16="http://schemas.microsoft.com/office/drawing/2014/main" id="{FC75E0CE-15F9-97AF-AD6C-D41ACBE4C41A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5797302" y="5840820"/>
                  <a:ext cx="18360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9">
              <p14:nvContentPartPr>
                <p14:cNvPr id="11473" name="잉크 11472">
                  <a:extLst>
                    <a:ext uri="{FF2B5EF4-FFF2-40B4-BE49-F238E27FC236}">
                      <a16:creationId xmlns:a16="http://schemas.microsoft.com/office/drawing/2014/main" id="{A4763341-AE93-9302-28E2-010AD6EE5651}"/>
                    </a:ext>
                  </a:extLst>
                </p14:cNvPr>
                <p14:cNvContentPartPr/>
                <p14:nvPr/>
              </p14:nvContentPartPr>
              <p14:xfrm>
                <a:off x="5874702" y="5922180"/>
                <a:ext cx="158400" cy="230040"/>
              </p14:xfrm>
            </p:contentPart>
          </mc:Choice>
          <mc:Fallback>
            <p:pic>
              <p:nvPicPr>
                <p:cNvPr id="11473" name="잉크 11472">
                  <a:extLst>
                    <a:ext uri="{FF2B5EF4-FFF2-40B4-BE49-F238E27FC236}">
                      <a16:creationId xmlns:a16="http://schemas.microsoft.com/office/drawing/2014/main" id="{A4763341-AE93-9302-28E2-010AD6EE5651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5865702" y="5913540"/>
                  <a:ext cx="17604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1">
              <p14:nvContentPartPr>
                <p14:cNvPr id="11474" name="잉크 11473">
                  <a:extLst>
                    <a:ext uri="{FF2B5EF4-FFF2-40B4-BE49-F238E27FC236}">
                      <a16:creationId xmlns:a16="http://schemas.microsoft.com/office/drawing/2014/main" id="{3CBF566F-BCE8-886E-2316-AFDADE243A4B}"/>
                    </a:ext>
                  </a:extLst>
                </p14:cNvPr>
                <p14:cNvContentPartPr/>
                <p14:nvPr/>
              </p14:nvContentPartPr>
              <p14:xfrm>
                <a:off x="5905302" y="5993100"/>
                <a:ext cx="98280" cy="57600"/>
              </p14:xfrm>
            </p:contentPart>
          </mc:Choice>
          <mc:Fallback>
            <p:pic>
              <p:nvPicPr>
                <p:cNvPr id="11474" name="잉크 11473">
                  <a:extLst>
                    <a:ext uri="{FF2B5EF4-FFF2-40B4-BE49-F238E27FC236}">
                      <a16:creationId xmlns:a16="http://schemas.microsoft.com/office/drawing/2014/main" id="{3CBF566F-BCE8-886E-2316-AFDADE243A4B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5896662" y="5984100"/>
                  <a:ext cx="11592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3">
              <p14:nvContentPartPr>
                <p14:cNvPr id="11475" name="잉크 11474">
                  <a:extLst>
                    <a:ext uri="{FF2B5EF4-FFF2-40B4-BE49-F238E27FC236}">
                      <a16:creationId xmlns:a16="http://schemas.microsoft.com/office/drawing/2014/main" id="{C84DD427-707E-AF81-7780-FAD8F11E6C48}"/>
                    </a:ext>
                  </a:extLst>
                </p14:cNvPr>
                <p14:cNvContentPartPr/>
                <p14:nvPr/>
              </p14:nvContentPartPr>
              <p14:xfrm>
                <a:off x="5922582" y="5984460"/>
                <a:ext cx="87840" cy="32760"/>
              </p14:xfrm>
            </p:contentPart>
          </mc:Choice>
          <mc:Fallback>
            <p:pic>
              <p:nvPicPr>
                <p:cNvPr id="11475" name="잉크 11474">
                  <a:extLst>
                    <a:ext uri="{FF2B5EF4-FFF2-40B4-BE49-F238E27FC236}">
                      <a16:creationId xmlns:a16="http://schemas.microsoft.com/office/drawing/2014/main" id="{C84DD427-707E-AF81-7780-FAD8F11E6C48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5913942" y="5975460"/>
                  <a:ext cx="10548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5">
              <p14:nvContentPartPr>
                <p14:cNvPr id="11476" name="잉크 11475">
                  <a:extLst>
                    <a:ext uri="{FF2B5EF4-FFF2-40B4-BE49-F238E27FC236}">
                      <a16:creationId xmlns:a16="http://schemas.microsoft.com/office/drawing/2014/main" id="{273A4C28-C309-C200-E6DD-790E4F9E73AA}"/>
                    </a:ext>
                  </a:extLst>
                </p14:cNvPr>
                <p14:cNvContentPartPr/>
                <p14:nvPr/>
              </p14:nvContentPartPr>
              <p14:xfrm>
                <a:off x="6074862" y="5826780"/>
                <a:ext cx="96120" cy="284400"/>
              </p14:xfrm>
            </p:contentPart>
          </mc:Choice>
          <mc:Fallback>
            <p:pic>
              <p:nvPicPr>
                <p:cNvPr id="11476" name="잉크 11475">
                  <a:extLst>
                    <a:ext uri="{FF2B5EF4-FFF2-40B4-BE49-F238E27FC236}">
                      <a16:creationId xmlns:a16="http://schemas.microsoft.com/office/drawing/2014/main" id="{273A4C28-C309-C200-E6DD-790E4F9E73AA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6065862" y="5818140"/>
                  <a:ext cx="11376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7">
              <p14:nvContentPartPr>
                <p14:cNvPr id="11477" name="잉크 11476">
                  <a:extLst>
                    <a:ext uri="{FF2B5EF4-FFF2-40B4-BE49-F238E27FC236}">
                      <a16:creationId xmlns:a16="http://schemas.microsoft.com/office/drawing/2014/main" id="{EF4E3AA7-7F6D-54E3-4C9C-F6F936D7DA11}"/>
                    </a:ext>
                  </a:extLst>
                </p14:cNvPr>
                <p14:cNvContentPartPr/>
                <p14:nvPr/>
              </p14:nvContentPartPr>
              <p14:xfrm>
                <a:off x="6168822" y="5889780"/>
                <a:ext cx="119160" cy="135360"/>
              </p14:xfrm>
            </p:contentPart>
          </mc:Choice>
          <mc:Fallback>
            <p:pic>
              <p:nvPicPr>
                <p:cNvPr id="11477" name="잉크 11476">
                  <a:extLst>
                    <a:ext uri="{FF2B5EF4-FFF2-40B4-BE49-F238E27FC236}">
                      <a16:creationId xmlns:a16="http://schemas.microsoft.com/office/drawing/2014/main" id="{EF4E3AA7-7F6D-54E3-4C9C-F6F936D7DA11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6160182" y="5881140"/>
                  <a:ext cx="13680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9">
              <p14:nvContentPartPr>
                <p14:cNvPr id="11478" name="잉크 11477">
                  <a:extLst>
                    <a:ext uri="{FF2B5EF4-FFF2-40B4-BE49-F238E27FC236}">
                      <a16:creationId xmlns:a16="http://schemas.microsoft.com/office/drawing/2014/main" id="{2690C3F1-673A-A4C0-7291-71BB9ED1785D}"/>
                    </a:ext>
                  </a:extLst>
                </p14:cNvPr>
                <p14:cNvContentPartPr/>
                <p14:nvPr/>
              </p14:nvContentPartPr>
              <p14:xfrm>
                <a:off x="6167742" y="5838300"/>
                <a:ext cx="154800" cy="312480"/>
              </p14:xfrm>
            </p:contentPart>
          </mc:Choice>
          <mc:Fallback>
            <p:pic>
              <p:nvPicPr>
                <p:cNvPr id="11478" name="잉크 11477">
                  <a:extLst>
                    <a:ext uri="{FF2B5EF4-FFF2-40B4-BE49-F238E27FC236}">
                      <a16:creationId xmlns:a16="http://schemas.microsoft.com/office/drawing/2014/main" id="{2690C3F1-673A-A4C0-7291-71BB9ED1785D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6159102" y="5829300"/>
                  <a:ext cx="17244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1">
              <p14:nvContentPartPr>
                <p14:cNvPr id="11479" name="잉크 11478">
                  <a:extLst>
                    <a:ext uri="{FF2B5EF4-FFF2-40B4-BE49-F238E27FC236}">
                      <a16:creationId xmlns:a16="http://schemas.microsoft.com/office/drawing/2014/main" id="{3D6F8081-3729-CC7B-D0CA-E604860B8206}"/>
                    </a:ext>
                  </a:extLst>
                </p14:cNvPr>
                <p14:cNvContentPartPr/>
                <p14:nvPr/>
              </p14:nvContentPartPr>
              <p14:xfrm>
                <a:off x="4617222" y="6231420"/>
                <a:ext cx="22320" cy="97920"/>
              </p14:xfrm>
            </p:contentPart>
          </mc:Choice>
          <mc:Fallback>
            <p:pic>
              <p:nvPicPr>
                <p:cNvPr id="11479" name="잉크 11478">
                  <a:extLst>
                    <a:ext uri="{FF2B5EF4-FFF2-40B4-BE49-F238E27FC236}">
                      <a16:creationId xmlns:a16="http://schemas.microsoft.com/office/drawing/2014/main" id="{3D6F8081-3729-CC7B-D0CA-E604860B8206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4608582" y="6222780"/>
                  <a:ext cx="3996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3">
              <p14:nvContentPartPr>
                <p14:cNvPr id="11480" name="잉크 11479">
                  <a:extLst>
                    <a:ext uri="{FF2B5EF4-FFF2-40B4-BE49-F238E27FC236}">
                      <a16:creationId xmlns:a16="http://schemas.microsoft.com/office/drawing/2014/main" id="{87D856B6-A06E-E30B-4C9B-667F167F40FA}"/>
                    </a:ext>
                  </a:extLst>
                </p14:cNvPr>
                <p14:cNvContentPartPr/>
                <p14:nvPr/>
              </p14:nvContentPartPr>
              <p14:xfrm>
                <a:off x="4579422" y="6291900"/>
                <a:ext cx="177480" cy="216720"/>
              </p14:xfrm>
            </p:contentPart>
          </mc:Choice>
          <mc:Fallback>
            <p:pic>
              <p:nvPicPr>
                <p:cNvPr id="11480" name="잉크 11479">
                  <a:extLst>
                    <a:ext uri="{FF2B5EF4-FFF2-40B4-BE49-F238E27FC236}">
                      <a16:creationId xmlns:a16="http://schemas.microsoft.com/office/drawing/2014/main" id="{87D856B6-A06E-E30B-4C9B-667F167F40FA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4570782" y="6282900"/>
                  <a:ext cx="19512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5">
              <p14:nvContentPartPr>
                <p14:cNvPr id="11481" name="잉크 11480">
                  <a:extLst>
                    <a:ext uri="{FF2B5EF4-FFF2-40B4-BE49-F238E27FC236}">
                      <a16:creationId xmlns:a16="http://schemas.microsoft.com/office/drawing/2014/main" id="{4B2DE338-3DD1-A573-0787-2D54FA842346}"/>
                    </a:ext>
                  </a:extLst>
                </p14:cNvPr>
                <p14:cNvContentPartPr/>
                <p14:nvPr/>
              </p14:nvContentPartPr>
              <p14:xfrm>
                <a:off x="4751502" y="6325740"/>
                <a:ext cx="15120" cy="174600"/>
              </p14:xfrm>
            </p:contentPart>
          </mc:Choice>
          <mc:Fallback>
            <p:pic>
              <p:nvPicPr>
                <p:cNvPr id="11481" name="잉크 11480">
                  <a:extLst>
                    <a:ext uri="{FF2B5EF4-FFF2-40B4-BE49-F238E27FC236}">
                      <a16:creationId xmlns:a16="http://schemas.microsoft.com/office/drawing/2014/main" id="{4B2DE338-3DD1-A573-0787-2D54FA842346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4742862" y="6317100"/>
                  <a:ext cx="3276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7">
              <p14:nvContentPartPr>
                <p14:cNvPr id="11482" name="잉크 11481">
                  <a:extLst>
                    <a:ext uri="{FF2B5EF4-FFF2-40B4-BE49-F238E27FC236}">
                      <a16:creationId xmlns:a16="http://schemas.microsoft.com/office/drawing/2014/main" id="{DCB847FF-E7B2-90BC-795B-710638BC7707}"/>
                    </a:ext>
                  </a:extLst>
                </p14:cNvPr>
                <p14:cNvContentPartPr/>
                <p14:nvPr/>
              </p14:nvContentPartPr>
              <p14:xfrm>
                <a:off x="4805502" y="6273900"/>
                <a:ext cx="207000" cy="264240"/>
              </p14:xfrm>
            </p:contentPart>
          </mc:Choice>
          <mc:Fallback>
            <p:pic>
              <p:nvPicPr>
                <p:cNvPr id="11482" name="잉크 11481">
                  <a:extLst>
                    <a:ext uri="{FF2B5EF4-FFF2-40B4-BE49-F238E27FC236}">
                      <a16:creationId xmlns:a16="http://schemas.microsoft.com/office/drawing/2014/main" id="{DCB847FF-E7B2-90BC-795B-710638BC7707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4796502" y="6264900"/>
                  <a:ext cx="22464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9">
              <p14:nvContentPartPr>
                <p14:cNvPr id="11483" name="잉크 11482">
                  <a:extLst>
                    <a:ext uri="{FF2B5EF4-FFF2-40B4-BE49-F238E27FC236}">
                      <a16:creationId xmlns:a16="http://schemas.microsoft.com/office/drawing/2014/main" id="{AF0D4453-E73B-0DA9-84E9-3485AB9C2F7E}"/>
                    </a:ext>
                  </a:extLst>
                </p14:cNvPr>
                <p14:cNvContentPartPr/>
                <p14:nvPr/>
              </p14:nvContentPartPr>
              <p14:xfrm>
                <a:off x="5075862" y="6272820"/>
                <a:ext cx="25560" cy="172800"/>
              </p14:xfrm>
            </p:contentPart>
          </mc:Choice>
          <mc:Fallback>
            <p:pic>
              <p:nvPicPr>
                <p:cNvPr id="11483" name="잉크 11482">
                  <a:extLst>
                    <a:ext uri="{FF2B5EF4-FFF2-40B4-BE49-F238E27FC236}">
                      <a16:creationId xmlns:a16="http://schemas.microsoft.com/office/drawing/2014/main" id="{AF0D4453-E73B-0DA9-84E9-3485AB9C2F7E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5067222" y="6263820"/>
                  <a:ext cx="4320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1">
              <p14:nvContentPartPr>
                <p14:cNvPr id="11484" name="잉크 11483">
                  <a:extLst>
                    <a:ext uri="{FF2B5EF4-FFF2-40B4-BE49-F238E27FC236}">
                      <a16:creationId xmlns:a16="http://schemas.microsoft.com/office/drawing/2014/main" id="{001F5879-4C2C-56D5-E1B5-1BC7FC10A239}"/>
                    </a:ext>
                  </a:extLst>
                </p14:cNvPr>
                <p14:cNvContentPartPr/>
                <p14:nvPr/>
              </p14:nvContentPartPr>
              <p14:xfrm>
                <a:off x="5084142" y="6354900"/>
                <a:ext cx="81360" cy="55440"/>
              </p14:xfrm>
            </p:contentPart>
          </mc:Choice>
          <mc:Fallback>
            <p:pic>
              <p:nvPicPr>
                <p:cNvPr id="11484" name="잉크 11483">
                  <a:extLst>
                    <a:ext uri="{FF2B5EF4-FFF2-40B4-BE49-F238E27FC236}">
                      <a16:creationId xmlns:a16="http://schemas.microsoft.com/office/drawing/2014/main" id="{001F5879-4C2C-56D5-E1B5-1BC7FC10A239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5075142" y="6345900"/>
                  <a:ext cx="9900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3">
              <p14:nvContentPartPr>
                <p14:cNvPr id="11485" name="잉크 11484">
                  <a:extLst>
                    <a:ext uri="{FF2B5EF4-FFF2-40B4-BE49-F238E27FC236}">
                      <a16:creationId xmlns:a16="http://schemas.microsoft.com/office/drawing/2014/main" id="{916DA476-35DA-9F92-5C33-7B1DBEC23B89}"/>
                    </a:ext>
                  </a:extLst>
                </p14:cNvPr>
                <p14:cNvContentPartPr/>
                <p14:nvPr/>
              </p14:nvContentPartPr>
              <p14:xfrm>
                <a:off x="5148942" y="6304500"/>
                <a:ext cx="66960" cy="108360"/>
              </p14:xfrm>
            </p:contentPart>
          </mc:Choice>
          <mc:Fallback>
            <p:pic>
              <p:nvPicPr>
                <p:cNvPr id="11485" name="잉크 11484">
                  <a:extLst>
                    <a:ext uri="{FF2B5EF4-FFF2-40B4-BE49-F238E27FC236}">
                      <a16:creationId xmlns:a16="http://schemas.microsoft.com/office/drawing/2014/main" id="{916DA476-35DA-9F92-5C33-7B1DBEC23B89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5139942" y="6295500"/>
                  <a:ext cx="846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5">
              <p14:nvContentPartPr>
                <p14:cNvPr id="11486" name="잉크 11485">
                  <a:extLst>
                    <a:ext uri="{FF2B5EF4-FFF2-40B4-BE49-F238E27FC236}">
                      <a16:creationId xmlns:a16="http://schemas.microsoft.com/office/drawing/2014/main" id="{11F8B39E-8B39-7762-C923-40F2C420C245}"/>
                    </a:ext>
                  </a:extLst>
                </p14:cNvPr>
                <p14:cNvContentPartPr/>
                <p14:nvPr/>
              </p14:nvContentPartPr>
              <p14:xfrm>
                <a:off x="5132742" y="6286140"/>
                <a:ext cx="211320" cy="221400"/>
              </p14:xfrm>
            </p:contentPart>
          </mc:Choice>
          <mc:Fallback>
            <p:pic>
              <p:nvPicPr>
                <p:cNvPr id="11486" name="잉크 11485">
                  <a:extLst>
                    <a:ext uri="{FF2B5EF4-FFF2-40B4-BE49-F238E27FC236}">
                      <a16:creationId xmlns:a16="http://schemas.microsoft.com/office/drawing/2014/main" id="{11F8B39E-8B39-7762-C923-40F2C420C245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5124102" y="6277500"/>
                  <a:ext cx="22896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7">
              <p14:nvContentPartPr>
                <p14:cNvPr id="11487" name="잉크 11486">
                  <a:extLst>
                    <a:ext uri="{FF2B5EF4-FFF2-40B4-BE49-F238E27FC236}">
                      <a16:creationId xmlns:a16="http://schemas.microsoft.com/office/drawing/2014/main" id="{B0D81C65-FAA7-5CFB-09F0-52F1D2A34BC4}"/>
                    </a:ext>
                  </a:extLst>
                </p14:cNvPr>
                <p14:cNvContentPartPr/>
                <p14:nvPr/>
              </p14:nvContentPartPr>
              <p14:xfrm>
                <a:off x="5316702" y="6273900"/>
                <a:ext cx="78840" cy="124560"/>
              </p14:xfrm>
            </p:contentPart>
          </mc:Choice>
          <mc:Fallback>
            <p:pic>
              <p:nvPicPr>
                <p:cNvPr id="11487" name="잉크 11486">
                  <a:extLst>
                    <a:ext uri="{FF2B5EF4-FFF2-40B4-BE49-F238E27FC236}">
                      <a16:creationId xmlns:a16="http://schemas.microsoft.com/office/drawing/2014/main" id="{B0D81C65-FAA7-5CFB-09F0-52F1D2A34BC4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5307702" y="6264900"/>
                  <a:ext cx="9648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9">
              <p14:nvContentPartPr>
                <p14:cNvPr id="11488" name="잉크 11487">
                  <a:extLst>
                    <a:ext uri="{FF2B5EF4-FFF2-40B4-BE49-F238E27FC236}">
                      <a16:creationId xmlns:a16="http://schemas.microsoft.com/office/drawing/2014/main" id="{3577EA69-987D-110D-D64D-F91896138756}"/>
                    </a:ext>
                  </a:extLst>
                </p14:cNvPr>
                <p14:cNvContentPartPr/>
                <p14:nvPr/>
              </p14:nvContentPartPr>
              <p14:xfrm>
                <a:off x="5330382" y="6418980"/>
                <a:ext cx="87480" cy="68040"/>
              </p14:xfrm>
            </p:contentPart>
          </mc:Choice>
          <mc:Fallback>
            <p:pic>
              <p:nvPicPr>
                <p:cNvPr id="11488" name="잉크 11487">
                  <a:extLst>
                    <a:ext uri="{FF2B5EF4-FFF2-40B4-BE49-F238E27FC236}">
                      <a16:creationId xmlns:a16="http://schemas.microsoft.com/office/drawing/2014/main" id="{3577EA69-987D-110D-D64D-F91896138756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5321742" y="6409980"/>
                  <a:ext cx="10512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1">
              <p14:nvContentPartPr>
                <p14:cNvPr id="11489" name="잉크 11488">
                  <a:extLst>
                    <a:ext uri="{FF2B5EF4-FFF2-40B4-BE49-F238E27FC236}">
                      <a16:creationId xmlns:a16="http://schemas.microsoft.com/office/drawing/2014/main" id="{D37DEC4E-4918-95CE-96AE-D1B6FA0BC2F5}"/>
                    </a:ext>
                  </a:extLst>
                </p14:cNvPr>
                <p14:cNvContentPartPr/>
                <p14:nvPr/>
              </p14:nvContentPartPr>
              <p14:xfrm>
                <a:off x="5488782" y="6286500"/>
                <a:ext cx="131400" cy="158040"/>
              </p14:xfrm>
            </p:contentPart>
          </mc:Choice>
          <mc:Fallback>
            <p:pic>
              <p:nvPicPr>
                <p:cNvPr id="11489" name="잉크 11488">
                  <a:extLst>
                    <a:ext uri="{FF2B5EF4-FFF2-40B4-BE49-F238E27FC236}">
                      <a16:creationId xmlns:a16="http://schemas.microsoft.com/office/drawing/2014/main" id="{D37DEC4E-4918-95CE-96AE-D1B6FA0BC2F5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5479782" y="6277500"/>
                  <a:ext cx="14904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3">
              <p14:nvContentPartPr>
                <p14:cNvPr id="11490" name="잉크 11489">
                  <a:extLst>
                    <a:ext uri="{FF2B5EF4-FFF2-40B4-BE49-F238E27FC236}">
                      <a16:creationId xmlns:a16="http://schemas.microsoft.com/office/drawing/2014/main" id="{60DCE61D-3DF3-16E7-1944-610CE4794461}"/>
                    </a:ext>
                  </a:extLst>
                </p14:cNvPr>
                <p14:cNvContentPartPr/>
                <p14:nvPr/>
              </p14:nvContentPartPr>
              <p14:xfrm>
                <a:off x="5626302" y="6266340"/>
                <a:ext cx="180720" cy="168120"/>
              </p14:xfrm>
            </p:contentPart>
          </mc:Choice>
          <mc:Fallback>
            <p:pic>
              <p:nvPicPr>
                <p:cNvPr id="11490" name="잉크 11489">
                  <a:extLst>
                    <a:ext uri="{FF2B5EF4-FFF2-40B4-BE49-F238E27FC236}">
                      <a16:creationId xmlns:a16="http://schemas.microsoft.com/office/drawing/2014/main" id="{60DCE61D-3DF3-16E7-1944-610CE4794461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5617662" y="6257700"/>
                  <a:ext cx="19836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5">
              <p14:nvContentPartPr>
                <p14:cNvPr id="11491" name="잉크 11490">
                  <a:extLst>
                    <a:ext uri="{FF2B5EF4-FFF2-40B4-BE49-F238E27FC236}">
                      <a16:creationId xmlns:a16="http://schemas.microsoft.com/office/drawing/2014/main" id="{0F9A4B38-6439-DC8F-DCF0-CEB8B5CF3511}"/>
                    </a:ext>
                  </a:extLst>
                </p14:cNvPr>
                <p14:cNvContentPartPr/>
                <p14:nvPr/>
              </p14:nvContentPartPr>
              <p14:xfrm>
                <a:off x="5702622" y="6439140"/>
                <a:ext cx="115200" cy="54000"/>
              </p14:xfrm>
            </p:contentPart>
          </mc:Choice>
          <mc:Fallback>
            <p:pic>
              <p:nvPicPr>
                <p:cNvPr id="11491" name="잉크 11490">
                  <a:extLst>
                    <a:ext uri="{FF2B5EF4-FFF2-40B4-BE49-F238E27FC236}">
                      <a16:creationId xmlns:a16="http://schemas.microsoft.com/office/drawing/2014/main" id="{0F9A4B38-6439-DC8F-DCF0-CEB8B5CF3511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5693622" y="6430500"/>
                  <a:ext cx="13284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7">
              <p14:nvContentPartPr>
                <p14:cNvPr id="11492" name="잉크 11491">
                  <a:extLst>
                    <a:ext uri="{FF2B5EF4-FFF2-40B4-BE49-F238E27FC236}">
                      <a16:creationId xmlns:a16="http://schemas.microsoft.com/office/drawing/2014/main" id="{80CD7E4D-CDDC-C8A9-1790-CD1487880CE2}"/>
                    </a:ext>
                  </a:extLst>
                </p14:cNvPr>
                <p14:cNvContentPartPr/>
                <p14:nvPr/>
              </p14:nvContentPartPr>
              <p14:xfrm>
                <a:off x="5882622" y="6188580"/>
                <a:ext cx="190440" cy="236520"/>
              </p14:xfrm>
            </p:contentPart>
          </mc:Choice>
          <mc:Fallback>
            <p:pic>
              <p:nvPicPr>
                <p:cNvPr id="11492" name="잉크 11491">
                  <a:extLst>
                    <a:ext uri="{FF2B5EF4-FFF2-40B4-BE49-F238E27FC236}">
                      <a16:creationId xmlns:a16="http://schemas.microsoft.com/office/drawing/2014/main" id="{80CD7E4D-CDDC-C8A9-1790-CD1487880CE2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5873982" y="6179940"/>
                  <a:ext cx="20808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9">
              <p14:nvContentPartPr>
                <p14:cNvPr id="11493" name="잉크 11492">
                  <a:extLst>
                    <a:ext uri="{FF2B5EF4-FFF2-40B4-BE49-F238E27FC236}">
                      <a16:creationId xmlns:a16="http://schemas.microsoft.com/office/drawing/2014/main" id="{35BABE47-7C22-F962-6C13-75834A5DE8A8}"/>
                    </a:ext>
                  </a:extLst>
                </p14:cNvPr>
                <p14:cNvContentPartPr/>
                <p14:nvPr/>
              </p14:nvContentPartPr>
              <p14:xfrm>
                <a:off x="5994582" y="6335820"/>
                <a:ext cx="15840" cy="193680"/>
              </p14:xfrm>
            </p:contentPart>
          </mc:Choice>
          <mc:Fallback>
            <p:pic>
              <p:nvPicPr>
                <p:cNvPr id="11493" name="잉크 11492">
                  <a:extLst>
                    <a:ext uri="{FF2B5EF4-FFF2-40B4-BE49-F238E27FC236}">
                      <a16:creationId xmlns:a16="http://schemas.microsoft.com/office/drawing/2014/main" id="{35BABE47-7C22-F962-6C13-75834A5DE8A8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5985942" y="6327180"/>
                  <a:ext cx="3348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1">
              <p14:nvContentPartPr>
                <p14:cNvPr id="11494" name="잉크 11493">
                  <a:extLst>
                    <a:ext uri="{FF2B5EF4-FFF2-40B4-BE49-F238E27FC236}">
                      <a16:creationId xmlns:a16="http://schemas.microsoft.com/office/drawing/2014/main" id="{CF86B5D3-A81B-2038-DECC-570803D12062}"/>
                    </a:ext>
                  </a:extLst>
                </p14:cNvPr>
                <p14:cNvContentPartPr/>
                <p14:nvPr/>
              </p14:nvContentPartPr>
              <p14:xfrm>
                <a:off x="5967222" y="6344820"/>
                <a:ext cx="114480" cy="178920"/>
              </p14:xfrm>
            </p:contentPart>
          </mc:Choice>
          <mc:Fallback>
            <p:pic>
              <p:nvPicPr>
                <p:cNvPr id="11494" name="잉크 11493">
                  <a:extLst>
                    <a:ext uri="{FF2B5EF4-FFF2-40B4-BE49-F238E27FC236}">
                      <a16:creationId xmlns:a16="http://schemas.microsoft.com/office/drawing/2014/main" id="{CF86B5D3-A81B-2038-DECC-570803D12062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5958222" y="6336180"/>
                  <a:ext cx="13212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3">
              <p14:nvContentPartPr>
                <p14:cNvPr id="11495" name="잉크 11494">
                  <a:extLst>
                    <a:ext uri="{FF2B5EF4-FFF2-40B4-BE49-F238E27FC236}">
                      <a16:creationId xmlns:a16="http://schemas.microsoft.com/office/drawing/2014/main" id="{D7FCAEB8-94BC-43EA-DFB9-65E4D22FB75D}"/>
                    </a:ext>
                  </a:extLst>
                </p14:cNvPr>
                <p14:cNvContentPartPr/>
                <p14:nvPr/>
              </p14:nvContentPartPr>
              <p14:xfrm>
                <a:off x="6008982" y="6268500"/>
                <a:ext cx="191880" cy="202680"/>
              </p14:xfrm>
            </p:contentPart>
          </mc:Choice>
          <mc:Fallback>
            <p:pic>
              <p:nvPicPr>
                <p:cNvPr id="11495" name="잉크 11494">
                  <a:extLst>
                    <a:ext uri="{FF2B5EF4-FFF2-40B4-BE49-F238E27FC236}">
                      <a16:creationId xmlns:a16="http://schemas.microsoft.com/office/drawing/2014/main" id="{D7FCAEB8-94BC-43EA-DFB9-65E4D22FB75D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6000342" y="6259860"/>
                  <a:ext cx="20952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5">
              <p14:nvContentPartPr>
                <p14:cNvPr id="11496" name="잉크 11495">
                  <a:extLst>
                    <a:ext uri="{FF2B5EF4-FFF2-40B4-BE49-F238E27FC236}">
                      <a16:creationId xmlns:a16="http://schemas.microsoft.com/office/drawing/2014/main" id="{D93F411B-BB9B-619D-0D19-9A0D60FBBC66}"/>
                    </a:ext>
                  </a:extLst>
                </p14:cNvPr>
                <p14:cNvContentPartPr/>
                <p14:nvPr/>
              </p14:nvContentPartPr>
              <p14:xfrm>
                <a:off x="6241902" y="6318900"/>
                <a:ext cx="123120" cy="104040"/>
              </p14:xfrm>
            </p:contentPart>
          </mc:Choice>
          <mc:Fallback>
            <p:pic>
              <p:nvPicPr>
                <p:cNvPr id="11496" name="잉크 11495">
                  <a:extLst>
                    <a:ext uri="{FF2B5EF4-FFF2-40B4-BE49-F238E27FC236}">
                      <a16:creationId xmlns:a16="http://schemas.microsoft.com/office/drawing/2014/main" id="{D93F411B-BB9B-619D-0D19-9A0D60FBBC66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6232902" y="6310260"/>
                  <a:ext cx="14076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7">
              <p14:nvContentPartPr>
                <p14:cNvPr id="11497" name="잉크 11496">
                  <a:extLst>
                    <a:ext uri="{FF2B5EF4-FFF2-40B4-BE49-F238E27FC236}">
                      <a16:creationId xmlns:a16="http://schemas.microsoft.com/office/drawing/2014/main" id="{63C5D8A4-C22D-3D13-BFE5-6BAD30436D26}"/>
                    </a:ext>
                  </a:extLst>
                </p14:cNvPr>
                <p14:cNvContentPartPr/>
                <p14:nvPr/>
              </p14:nvContentPartPr>
              <p14:xfrm>
                <a:off x="6380502" y="6235020"/>
                <a:ext cx="65880" cy="223920"/>
              </p14:xfrm>
            </p:contentPart>
          </mc:Choice>
          <mc:Fallback>
            <p:pic>
              <p:nvPicPr>
                <p:cNvPr id="11497" name="잉크 11496">
                  <a:extLst>
                    <a:ext uri="{FF2B5EF4-FFF2-40B4-BE49-F238E27FC236}">
                      <a16:creationId xmlns:a16="http://schemas.microsoft.com/office/drawing/2014/main" id="{63C5D8A4-C22D-3D13-BFE5-6BAD30436D26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6371502" y="6226380"/>
                  <a:ext cx="8352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9">
              <p14:nvContentPartPr>
                <p14:cNvPr id="11498" name="잉크 11497">
                  <a:extLst>
                    <a:ext uri="{FF2B5EF4-FFF2-40B4-BE49-F238E27FC236}">
                      <a16:creationId xmlns:a16="http://schemas.microsoft.com/office/drawing/2014/main" id="{51EE50A2-3669-B5BF-A9D3-9F1641E3087F}"/>
                    </a:ext>
                  </a:extLst>
                </p14:cNvPr>
                <p14:cNvContentPartPr/>
                <p14:nvPr/>
              </p14:nvContentPartPr>
              <p14:xfrm>
                <a:off x="4696062" y="6616260"/>
                <a:ext cx="4680" cy="91800"/>
              </p14:xfrm>
            </p:contentPart>
          </mc:Choice>
          <mc:Fallback>
            <p:pic>
              <p:nvPicPr>
                <p:cNvPr id="11498" name="잉크 11497">
                  <a:extLst>
                    <a:ext uri="{FF2B5EF4-FFF2-40B4-BE49-F238E27FC236}">
                      <a16:creationId xmlns:a16="http://schemas.microsoft.com/office/drawing/2014/main" id="{51EE50A2-3669-B5BF-A9D3-9F1641E3087F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4687422" y="6607260"/>
                  <a:ext cx="2232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1">
              <p14:nvContentPartPr>
                <p14:cNvPr id="11499" name="잉크 11498">
                  <a:extLst>
                    <a:ext uri="{FF2B5EF4-FFF2-40B4-BE49-F238E27FC236}">
                      <a16:creationId xmlns:a16="http://schemas.microsoft.com/office/drawing/2014/main" id="{AB227848-F4EE-CD6A-1199-F33715E3FB51}"/>
                    </a:ext>
                  </a:extLst>
                </p14:cNvPr>
                <p14:cNvContentPartPr/>
                <p14:nvPr/>
              </p14:nvContentPartPr>
              <p14:xfrm>
                <a:off x="4647822" y="6636420"/>
                <a:ext cx="208800" cy="197280"/>
              </p14:xfrm>
            </p:contentPart>
          </mc:Choice>
          <mc:Fallback>
            <p:pic>
              <p:nvPicPr>
                <p:cNvPr id="11499" name="잉크 11498">
                  <a:extLst>
                    <a:ext uri="{FF2B5EF4-FFF2-40B4-BE49-F238E27FC236}">
                      <a16:creationId xmlns:a16="http://schemas.microsoft.com/office/drawing/2014/main" id="{AB227848-F4EE-CD6A-1199-F33715E3FB51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4638822" y="6627780"/>
                  <a:ext cx="22644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3">
              <p14:nvContentPartPr>
                <p14:cNvPr id="11500" name="잉크 11499">
                  <a:extLst>
                    <a:ext uri="{FF2B5EF4-FFF2-40B4-BE49-F238E27FC236}">
                      <a16:creationId xmlns:a16="http://schemas.microsoft.com/office/drawing/2014/main" id="{82FA8432-E38E-9011-8AB0-9D4E64656D68}"/>
                    </a:ext>
                  </a:extLst>
                </p14:cNvPr>
                <p14:cNvContentPartPr/>
                <p14:nvPr/>
              </p14:nvContentPartPr>
              <p14:xfrm>
                <a:off x="4826382" y="6654420"/>
                <a:ext cx="63000" cy="220680"/>
              </p14:xfrm>
            </p:contentPart>
          </mc:Choice>
          <mc:Fallback>
            <p:pic>
              <p:nvPicPr>
                <p:cNvPr id="11500" name="잉크 11499">
                  <a:extLst>
                    <a:ext uri="{FF2B5EF4-FFF2-40B4-BE49-F238E27FC236}">
                      <a16:creationId xmlns:a16="http://schemas.microsoft.com/office/drawing/2014/main" id="{82FA8432-E38E-9011-8AB0-9D4E64656D68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4817742" y="6645420"/>
                  <a:ext cx="8064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5">
              <p14:nvContentPartPr>
                <p14:cNvPr id="11501" name="잉크 11500">
                  <a:extLst>
                    <a:ext uri="{FF2B5EF4-FFF2-40B4-BE49-F238E27FC236}">
                      <a16:creationId xmlns:a16="http://schemas.microsoft.com/office/drawing/2014/main" id="{734BBC74-6DB9-FF13-D90B-F650F8A421D5}"/>
                    </a:ext>
                  </a:extLst>
                </p14:cNvPr>
                <p14:cNvContentPartPr/>
                <p14:nvPr/>
              </p14:nvContentPartPr>
              <p14:xfrm>
                <a:off x="4939782" y="6618420"/>
                <a:ext cx="12240" cy="71280"/>
              </p14:xfrm>
            </p:contentPart>
          </mc:Choice>
          <mc:Fallback>
            <p:pic>
              <p:nvPicPr>
                <p:cNvPr id="11501" name="잉크 11500">
                  <a:extLst>
                    <a:ext uri="{FF2B5EF4-FFF2-40B4-BE49-F238E27FC236}">
                      <a16:creationId xmlns:a16="http://schemas.microsoft.com/office/drawing/2014/main" id="{734BBC74-6DB9-FF13-D90B-F650F8A421D5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4930782" y="6609420"/>
                  <a:ext cx="2988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7">
              <p14:nvContentPartPr>
                <p14:cNvPr id="11502" name="잉크 11501">
                  <a:extLst>
                    <a:ext uri="{FF2B5EF4-FFF2-40B4-BE49-F238E27FC236}">
                      <a16:creationId xmlns:a16="http://schemas.microsoft.com/office/drawing/2014/main" id="{D19172ED-B1C3-D365-B3B7-134384E4C8DA}"/>
                    </a:ext>
                  </a:extLst>
                </p14:cNvPr>
                <p14:cNvContentPartPr/>
                <p14:nvPr/>
              </p14:nvContentPartPr>
              <p14:xfrm>
                <a:off x="4900542" y="6648660"/>
                <a:ext cx="113400" cy="98640"/>
              </p14:xfrm>
            </p:contentPart>
          </mc:Choice>
          <mc:Fallback>
            <p:pic>
              <p:nvPicPr>
                <p:cNvPr id="11502" name="잉크 11501">
                  <a:extLst>
                    <a:ext uri="{FF2B5EF4-FFF2-40B4-BE49-F238E27FC236}">
                      <a16:creationId xmlns:a16="http://schemas.microsoft.com/office/drawing/2014/main" id="{D19172ED-B1C3-D365-B3B7-134384E4C8DA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4891902" y="6640020"/>
                  <a:ext cx="13104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9">
              <p14:nvContentPartPr>
                <p14:cNvPr id="11503" name="잉크 11502">
                  <a:extLst>
                    <a:ext uri="{FF2B5EF4-FFF2-40B4-BE49-F238E27FC236}">
                      <a16:creationId xmlns:a16="http://schemas.microsoft.com/office/drawing/2014/main" id="{7D462E9B-FDDE-DEB5-FF3F-37A65A0B2D43}"/>
                    </a:ext>
                  </a:extLst>
                </p14:cNvPr>
                <p14:cNvContentPartPr/>
                <p14:nvPr/>
              </p14:nvContentPartPr>
              <p14:xfrm>
                <a:off x="4915662" y="6715620"/>
                <a:ext cx="166680" cy="160920"/>
              </p14:xfrm>
            </p:contentPart>
          </mc:Choice>
          <mc:Fallback>
            <p:pic>
              <p:nvPicPr>
                <p:cNvPr id="11503" name="잉크 11502">
                  <a:extLst>
                    <a:ext uri="{FF2B5EF4-FFF2-40B4-BE49-F238E27FC236}">
                      <a16:creationId xmlns:a16="http://schemas.microsoft.com/office/drawing/2014/main" id="{7D462E9B-FDDE-DEB5-FF3F-37A65A0B2D43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4906662" y="6706980"/>
                  <a:ext cx="18432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1">
              <p14:nvContentPartPr>
                <p14:cNvPr id="11504" name="잉크 11503">
                  <a:extLst>
                    <a:ext uri="{FF2B5EF4-FFF2-40B4-BE49-F238E27FC236}">
                      <a16:creationId xmlns:a16="http://schemas.microsoft.com/office/drawing/2014/main" id="{04424227-BA3D-7DE5-2CF5-343E93640AFE}"/>
                    </a:ext>
                  </a:extLst>
                </p14:cNvPr>
                <p14:cNvContentPartPr/>
                <p14:nvPr/>
              </p14:nvContentPartPr>
              <p14:xfrm>
                <a:off x="5215182" y="6615180"/>
                <a:ext cx="40320" cy="161640"/>
              </p14:xfrm>
            </p:contentPart>
          </mc:Choice>
          <mc:Fallback>
            <p:pic>
              <p:nvPicPr>
                <p:cNvPr id="11504" name="잉크 11503">
                  <a:extLst>
                    <a:ext uri="{FF2B5EF4-FFF2-40B4-BE49-F238E27FC236}">
                      <a16:creationId xmlns:a16="http://schemas.microsoft.com/office/drawing/2014/main" id="{04424227-BA3D-7DE5-2CF5-343E93640AFE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5206182" y="6606540"/>
                  <a:ext cx="5796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3">
              <p14:nvContentPartPr>
                <p14:cNvPr id="11505" name="잉크 11504">
                  <a:extLst>
                    <a:ext uri="{FF2B5EF4-FFF2-40B4-BE49-F238E27FC236}">
                      <a16:creationId xmlns:a16="http://schemas.microsoft.com/office/drawing/2014/main" id="{015CEB90-684E-24BE-A997-D74B048E1560}"/>
                    </a:ext>
                  </a:extLst>
                </p14:cNvPr>
                <p14:cNvContentPartPr/>
                <p14:nvPr/>
              </p14:nvContentPartPr>
              <p14:xfrm>
                <a:off x="5226342" y="6678180"/>
                <a:ext cx="83880" cy="63360"/>
              </p14:xfrm>
            </p:contentPart>
          </mc:Choice>
          <mc:Fallback>
            <p:pic>
              <p:nvPicPr>
                <p:cNvPr id="11505" name="잉크 11504">
                  <a:extLst>
                    <a:ext uri="{FF2B5EF4-FFF2-40B4-BE49-F238E27FC236}">
                      <a16:creationId xmlns:a16="http://schemas.microsoft.com/office/drawing/2014/main" id="{015CEB90-684E-24BE-A997-D74B048E1560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5217702" y="6669540"/>
                  <a:ext cx="10152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5">
              <p14:nvContentPartPr>
                <p14:cNvPr id="11506" name="잉크 11505">
                  <a:extLst>
                    <a:ext uri="{FF2B5EF4-FFF2-40B4-BE49-F238E27FC236}">
                      <a16:creationId xmlns:a16="http://schemas.microsoft.com/office/drawing/2014/main" id="{E14E6250-0BC7-AC5C-8510-FD7F5E5D172C}"/>
                    </a:ext>
                  </a:extLst>
                </p14:cNvPr>
                <p14:cNvContentPartPr/>
                <p14:nvPr/>
              </p14:nvContentPartPr>
              <p14:xfrm>
                <a:off x="5221302" y="6643980"/>
                <a:ext cx="123480" cy="141120"/>
              </p14:xfrm>
            </p:contentPart>
          </mc:Choice>
          <mc:Fallback>
            <p:pic>
              <p:nvPicPr>
                <p:cNvPr id="11506" name="잉크 11505">
                  <a:extLst>
                    <a:ext uri="{FF2B5EF4-FFF2-40B4-BE49-F238E27FC236}">
                      <a16:creationId xmlns:a16="http://schemas.microsoft.com/office/drawing/2014/main" id="{E14E6250-0BC7-AC5C-8510-FD7F5E5D172C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5212662" y="6634980"/>
                  <a:ext cx="14112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7">
              <p14:nvContentPartPr>
                <p14:cNvPr id="11507" name="잉크 11506">
                  <a:extLst>
                    <a:ext uri="{FF2B5EF4-FFF2-40B4-BE49-F238E27FC236}">
                      <a16:creationId xmlns:a16="http://schemas.microsoft.com/office/drawing/2014/main" id="{6C00CC3C-E2E6-218F-C1A1-A22B1CEDE8CC}"/>
                    </a:ext>
                  </a:extLst>
                </p14:cNvPr>
                <p14:cNvContentPartPr/>
                <p14:nvPr/>
              </p14:nvContentPartPr>
              <p14:xfrm>
                <a:off x="5319582" y="6652620"/>
                <a:ext cx="57240" cy="83880"/>
              </p14:xfrm>
            </p:contentPart>
          </mc:Choice>
          <mc:Fallback>
            <p:pic>
              <p:nvPicPr>
                <p:cNvPr id="11507" name="잉크 11506">
                  <a:extLst>
                    <a:ext uri="{FF2B5EF4-FFF2-40B4-BE49-F238E27FC236}">
                      <a16:creationId xmlns:a16="http://schemas.microsoft.com/office/drawing/2014/main" id="{6C00CC3C-E2E6-218F-C1A1-A22B1CEDE8CC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5310582" y="6643620"/>
                  <a:ext cx="7488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9">
              <p14:nvContentPartPr>
                <p14:cNvPr id="11508" name="잉크 11507">
                  <a:extLst>
                    <a:ext uri="{FF2B5EF4-FFF2-40B4-BE49-F238E27FC236}">
                      <a16:creationId xmlns:a16="http://schemas.microsoft.com/office/drawing/2014/main" id="{E518DF45-9C07-548D-1465-2A993C59578F}"/>
                    </a:ext>
                  </a:extLst>
                </p14:cNvPr>
                <p14:cNvContentPartPr/>
                <p14:nvPr/>
              </p14:nvContentPartPr>
              <p14:xfrm>
                <a:off x="5302662" y="6627780"/>
                <a:ext cx="105120" cy="207000"/>
              </p14:xfrm>
            </p:contentPart>
          </mc:Choice>
          <mc:Fallback>
            <p:pic>
              <p:nvPicPr>
                <p:cNvPr id="11508" name="잉크 11507">
                  <a:extLst>
                    <a:ext uri="{FF2B5EF4-FFF2-40B4-BE49-F238E27FC236}">
                      <a16:creationId xmlns:a16="http://schemas.microsoft.com/office/drawing/2014/main" id="{E518DF45-9C07-548D-1465-2A993C59578F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5294022" y="6619140"/>
                  <a:ext cx="12276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1">
              <p14:nvContentPartPr>
                <p14:cNvPr id="11509" name="잉크 11508">
                  <a:extLst>
                    <a:ext uri="{FF2B5EF4-FFF2-40B4-BE49-F238E27FC236}">
                      <a16:creationId xmlns:a16="http://schemas.microsoft.com/office/drawing/2014/main" id="{D584B716-6299-08E3-4DE0-6C87EF2D6005}"/>
                    </a:ext>
                  </a:extLst>
                </p14:cNvPr>
                <p14:cNvContentPartPr/>
                <p14:nvPr/>
              </p14:nvContentPartPr>
              <p14:xfrm>
                <a:off x="5406342" y="6657660"/>
                <a:ext cx="97920" cy="75600"/>
              </p14:xfrm>
            </p:contentPart>
          </mc:Choice>
          <mc:Fallback>
            <p:pic>
              <p:nvPicPr>
                <p:cNvPr id="11509" name="잉크 11508">
                  <a:extLst>
                    <a:ext uri="{FF2B5EF4-FFF2-40B4-BE49-F238E27FC236}">
                      <a16:creationId xmlns:a16="http://schemas.microsoft.com/office/drawing/2014/main" id="{D584B716-6299-08E3-4DE0-6C87EF2D6005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5397342" y="6648660"/>
                  <a:ext cx="11556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3">
              <p14:nvContentPartPr>
                <p14:cNvPr id="11510" name="잉크 11509">
                  <a:extLst>
                    <a:ext uri="{FF2B5EF4-FFF2-40B4-BE49-F238E27FC236}">
                      <a16:creationId xmlns:a16="http://schemas.microsoft.com/office/drawing/2014/main" id="{43944842-EBD4-BA5A-43F8-7398C242FD85}"/>
                    </a:ext>
                  </a:extLst>
                </p14:cNvPr>
                <p14:cNvContentPartPr/>
                <p14:nvPr/>
              </p14:nvContentPartPr>
              <p14:xfrm>
                <a:off x="5457462" y="6625260"/>
                <a:ext cx="91080" cy="123480"/>
              </p14:xfrm>
            </p:contentPart>
          </mc:Choice>
          <mc:Fallback>
            <p:pic>
              <p:nvPicPr>
                <p:cNvPr id="11510" name="잉크 11509">
                  <a:extLst>
                    <a:ext uri="{FF2B5EF4-FFF2-40B4-BE49-F238E27FC236}">
                      <a16:creationId xmlns:a16="http://schemas.microsoft.com/office/drawing/2014/main" id="{43944842-EBD4-BA5A-43F8-7398C242FD85}"/>
                    </a:ext>
                  </a:extLst>
                </p:cNvPr>
                <p:cNvPicPr/>
                <p:nvPr/>
              </p:nvPicPr>
              <p:blipFill>
                <a:blip r:embed="rId494"/>
                <a:stretch>
                  <a:fillRect/>
                </a:stretch>
              </p:blipFill>
              <p:spPr>
                <a:xfrm>
                  <a:off x="5448822" y="6616260"/>
                  <a:ext cx="10872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5">
              <p14:nvContentPartPr>
                <p14:cNvPr id="11511" name="잉크 11510">
                  <a:extLst>
                    <a:ext uri="{FF2B5EF4-FFF2-40B4-BE49-F238E27FC236}">
                      <a16:creationId xmlns:a16="http://schemas.microsoft.com/office/drawing/2014/main" id="{E5EC7FE7-B959-B96F-70D0-3D162E5A9AAC}"/>
                    </a:ext>
                  </a:extLst>
                </p14:cNvPr>
                <p14:cNvContentPartPr/>
                <p14:nvPr/>
              </p14:nvContentPartPr>
              <p14:xfrm>
                <a:off x="5465742" y="6767460"/>
                <a:ext cx="91440" cy="53280"/>
              </p14:xfrm>
            </p:contentPart>
          </mc:Choice>
          <mc:Fallback>
            <p:pic>
              <p:nvPicPr>
                <p:cNvPr id="11511" name="잉크 11510">
                  <a:extLst>
                    <a:ext uri="{FF2B5EF4-FFF2-40B4-BE49-F238E27FC236}">
                      <a16:creationId xmlns:a16="http://schemas.microsoft.com/office/drawing/2014/main" id="{E5EC7FE7-B959-B96F-70D0-3D162E5A9AAC}"/>
                    </a:ext>
                  </a:extLst>
                </p:cNvPr>
                <p:cNvPicPr/>
                <p:nvPr/>
              </p:nvPicPr>
              <p:blipFill>
                <a:blip r:embed="rId496"/>
                <a:stretch>
                  <a:fillRect/>
                </a:stretch>
              </p:blipFill>
              <p:spPr>
                <a:xfrm>
                  <a:off x="5456742" y="6758460"/>
                  <a:ext cx="10908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7">
              <p14:nvContentPartPr>
                <p14:cNvPr id="11512" name="잉크 11511">
                  <a:extLst>
                    <a:ext uri="{FF2B5EF4-FFF2-40B4-BE49-F238E27FC236}">
                      <a16:creationId xmlns:a16="http://schemas.microsoft.com/office/drawing/2014/main" id="{F8C691A0-DCAB-047B-011A-F074EC4A72B5}"/>
                    </a:ext>
                  </a:extLst>
                </p14:cNvPr>
                <p14:cNvContentPartPr/>
                <p14:nvPr/>
              </p14:nvContentPartPr>
              <p14:xfrm>
                <a:off x="5610462" y="6627780"/>
                <a:ext cx="160920" cy="185400"/>
              </p14:xfrm>
            </p:contentPart>
          </mc:Choice>
          <mc:Fallback>
            <p:pic>
              <p:nvPicPr>
                <p:cNvPr id="11512" name="잉크 11511">
                  <a:extLst>
                    <a:ext uri="{FF2B5EF4-FFF2-40B4-BE49-F238E27FC236}">
                      <a16:creationId xmlns:a16="http://schemas.microsoft.com/office/drawing/2014/main" id="{F8C691A0-DCAB-047B-011A-F074EC4A72B5}"/>
                    </a:ext>
                  </a:extLst>
                </p:cNvPr>
                <p:cNvPicPr/>
                <p:nvPr/>
              </p:nvPicPr>
              <p:blipFill>
                <a:blip r:embed="rId498"/>
                <a:stretch>
                  <a:fillRect/>
                </a:stretch>
              </p:blipFill>
              <p:spPr>
                <a:xfrm>
                  <a:off x="5601822" y="6618780"/>
                  <a:ext cx="17856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9">
              <p14:nvContentPartPr>
                <p14:cNvPr id="11513" name="잉크 11512">
                  <a:extLst>
                    <a:ext uri="{FF2B5EF4-FFF2-40B4-BE49-F238E27FC236}">
                      <a16:creationId xmlns:a16="http://schemas.microsoft.com/office/drawing/2014/main" id="{479946AB-2E9B-1FC3-CF62-E883BE8D33AE}"/>
                    </a:ext>
                  </a:extLst>
                </p14:cNvPr>
                <p14:cNvContentPartPr/>
                <p14:nvPr/>
              </p14:nvContentPartPr>
              <p14:xfrm>
                <a:off x="5764182" y="6604020"/>
                <a:ext cx="131400" cy="157320"/>
              </p14:xfrm>
            </p:contentPart>
          </mc:Choice>
          <mc:Fallback>
            <p:pic>
              <p:nvPicPr>
                <p:cNvPr id="11513" name="잉크 11512">
                  <a:extLst>
                    <a:ext uri="{FF2B5EF4-FFF2-40B4-BE49-F238E27FC236}">
                      <a16:creationId xmlns:a16="http://schemas.microsoft.com/office/drawing/2014/main" id="{479946AB-2E9B-1FC3-CF62-E883BE8D33AE}"/>
                    </a:ext>
                  </a:extLst>
                </p:cNvPr>
                <p:cNvPicPr/>
                <p:nvPr/>
              </p:nvPicPr>
              <p:blipFill>
                <a:blip r:embed="rId500"/>
                <a:stretch>
                  <a:fillRect/>
                </a:stretch>
              </p:blipFill>
              <p:spPr>
                <a:xfrm>
                  <a:off x="5755542" y="6595380"/>
                  <a:ext cx="14904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1">
              <p14:nvContentPartPr>
                <p14:cNvPr id="11514" name="잉크 11513">
                  <a:extLst>
                    <a:ext uri="{FF2B5EF4-FFF2-40B4-BE49-F238E27FC236}">
                      <a16:creationId xmlns:a16="http://schemas.microsoft.com/office/drawing/2014/main" id="{907DC643-B324-2C5A-77FC-03D47FF3E473}"/>
                    </a:ext>
                  </a:extLst>
                </p14:cNvPr>
                <p14:cNvContentPartPr/>
                <p14:nvPr/>
              </p14:nvContentPartPr>
              <p14:xfrm>
                <a:off x="5830422" y="6666660"/>
                <a:ext cx="95040" cy="153000"/>
              </p14:xfrm>
            </p:contentPart>
          </mc:Choice>
          <mc:Fallback>
            <p:pic>
              <p:nvPicPr>
                <p:cNvPr id="11514" name="잉크 11513">
                  <a:extLst>
                    <a:ext uri="{FF2B5EF4-FFF2-40B4-BE49-F238E27FC236}">
                      <a16:creationId xmlns:a16="http://schemas.microsoft.com/office/drawing/2014/main" id="{907DC643-B324-2C5A-77FC-03D47FF3E473}"/>
                    </a:ext>
                  </a:extLst>
                </p:cNvPr>
                <p:cNvPicPr/>
                <p:nvPr/>
              </p:nvPicPr>
              <p:blipFill>
                <a:blip r:embed="rId502"/>
                <a:stretch>
                  <a:fillRect/>
                </a:stretch>
              </p:blipFill>
              <p:spPr>
                <a:xfrm>
                  <a:off x="5821782" y="6658020"/>
                  <a:ext cx="11268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3">
              <p14:nvContentPartPr>
                <p14:cNvPr id="11515" name="잉크 11514">
                  <a:extLst>
                    <a:ext uri="{FF2B5EF4-FFF2-40B4-BE49-F238E27FC236}">
                      <a16:creationId xmlns:a16="http://schemas.microsoft.com/office/drawing/2014/main" id="{AF73B998-B3CA-3A8B-50A0-85B27DE1E6BD}"/>
                    </a:ext>
                  </a:extLst>
                </p14:cNvPr>
                <p14:cNvContentPartPr/>
                <p14:nvPr/>
              </p14:nvContentPartPr>
              <p14:xfrm>
                <a:off x="5988462" y="6611580"/>
                <a:ext cx="52200" cy="186120"/>
              </p14:xfrm>
            </p:contentPart>
          </mc:Choice>
          <mc:Fallback>
            <p:pic>
              <p:nvPicPr>
                <p:cNvPr id="11515" name="잉크 11514">
                  <a:extLst>
                    <a:ext uri="{FF2B5EF4-FFF2-40B4-BE49-F238E27FC236}">
                      <a16:creationId xmlns:a16="http://schemas.microsoft.com/office/drawing/2014/main" id="{AF73B998-B3CA-3A8B-50A0-85B27DE1E6BD}"/>
                    </a:ext>
                  </a:extLst>
                </p:cNvPr>
                <p:cNvPicPr/>
                <p:nvPr/>
              </p:nvPicPr>
              <p:blipFill>
                <a:blip r:embed="rId504"/>
                <a:stretch>
                  <a:fillRect/>
                </a:stretch>
              </p:blipFill>
              <p:spPr>
                <a:xfrm>
                  <a:off x="5979462" y="6602940"/>
                  <a:ext cx="6984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5">
              <p14:nvContentPartPr>
                <p14:cNvPr id="11516" name="잉크 11515">
                  <a:extLst>
                    <a:ext uri="{FF2B5EF4-FFF2-40B4-BE49-F238E27FC236}">
                      <a16:creationId xmlns:a16="http://schemas.microsoft.com/office/drawing/2014/main" id="{9BCA0C03-6BF4-B8F0-CF87-031B2788268B}"/>
                    </a:ext>
                  </a:extLst>
                </p14:cNvPr>
                <p14:cNvContentPartPr/>
                <p14:nvPr/>
              </p14:nvContentPartPr>
              <p14:xfrm>
                <a:off x="5948862" y="6631740"/>
                <a:ext cx="187560" cy="209880"/>
              </p14:xfrm>
            </p:contentPart>
          </mc:Choice>
          <mc:Fallback>
            <p:pic>
              <p:nvPicPr>
                <p:cNvPr id="11516" name="잉크 11515">
                  <a:extLst>
                    <a:ext uri="{FF2B5EF4-FFF2-40B4-BE49-F238E27FC236}">
                      <a16:creationId xmlns:a16="http://schemas.microsoft.com/office/drawing/2014/main" id="{9BCA0C03-6BF4-B8F0-CF87-031B2788268B}"/>
                    </a:ext>
                  </a:extLst>
                </p:cNvPr>
                <p:cNvPicPr/>
                <p:nvPr/>
              </p:nvPicPr>
              <p:blipFill>
                <a:blip r:embed="rId506"/>
                <a:stretch>
                  <a:fillRect/>
                </a:stretch>
              </p:blipFill>
              <p:spPr>
                <a:xfrm>
                  <a:off x="5939862" y="6622740"/>
                  <a:ext cx="20520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7">
              <p14:nvContentPartPr>
                <p14:cNvPr id="11517" name="잉크 11516">
                  <a:extLst>
                    <a:ext uri="{FF2B5EF4-FFF2-40B4-BE49-F238E27FC236}">
                      <a16:creationId xmlns:a16="http://schemas.microsoft.com/office/drawing/2014/main" id="{9828F9E4-0CBD-4E1B-323A-D09E5007738C}"/>
                    </a:ext>
                  </a:extLst>
                </p14:cNvPr>
                <p14:cNvContentPartPr/>
                <p14:nvPr/>
              </p14:nvContentPartPr>
              <p14:xfrm>
                <a:off x="6051822" y="6724980"/>
                <a:ext cx="135000" cy="151560"/>
              </p14:xfrm>
            </p:contentPart>
          </mc:Choice>
          <mc:Fallback>
            <p:pic>
              <p:nvPicPr>
                <p:cNvPr id="11517" name="잉크 11516">
                  <a:extLst>
                    <a:ext uri="{FF2B5EF4-FFF2-40B4-BE49-F238E27FC236}">
                      <a16:creationId xmlns:a16="http://schemas.microsoft.com/office/drawing/2014/main" id="{9828F9E4-0CBD-4E1B-323A-D09E5007738C}"/>
                    </a:ext>
                  </a:extLst>
                </p:cNvPr>
                <p:cNvPicPr/>
                <p:nvPr/>
              </p:nvPicPr>
              <p:blipFill>
                <a:blip r:embed="rId508"/>
                <a:stretch>
                  <a:fillRect/>
                </a:stretch>
              </p:blipFill>
              <p:spPr>
                <a:xfrm>
                  <a:off x="6042822" y="6716340"/>
                  <a:ext cx="15264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9">
              <p14:nvContentPartPr>
                <p14:cNvPr id="11518" name="잉크 11517">
                  <a:extLst>
                    <a:ext uri="{FF2B5EF4-FFF2-40B4-BE49-F238E27FC236}">
                      <a16:creationId xmlns:a16="http://schemas.microsoft.com/office/drawing/2014/main" id="{E1645B41-783B-9040-4985-6FA2B8D77C17}"/>
                    </a:ext>
                  </a:extLst>
                </p14:cNvPr>
                <p14:cNvContentPartPr/>
                <p14:nvPr/>
              </p14:nvContentPartPr>
              <p14:xfrm>
                <a:off x="6064422" y="6733980"/>
                <a:ext cx="113400" cy="78840"/>
              </p14:xfrm>
            </p:contentPart>
          </mc:Choice>
          <mc:Fallback>
            <p:pic>
              <p:nvPicPr>
                <p:cNvPr id="11518" name="잉크 11517">
                  <a:extLst>
                    <a:ext uri="{FF2B5EF4-FFF2-40B4-BE49-F238E27FC236}">
                      <a16:creationId xmlns:a16="http://schemas.microsoft.com/office/drawing/2014/main" id="{E1645B41-783B-9040-4985-6FA2B8D77C17}"/>
                    </a:ext>
                  </a:extLst>
                </p:cNvPr>
                <p:cNvPicPr/>
                <p:nvPr/>
              </p:nvPicPr>
              <p:blipFill>
                <a:blip r:embed="rId510"/>
                <a:stretch>
                  <a:fillRect/>
                </a:stretch>
              </p:blipFill>
              <p:spPr>
                <a:xfrm>
                  <a:off x="6055422" y="6725340"/>
                  <a:ext cx="13104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1">
              <p14:nvContentPartPr>
                <p14:cNvPr id="11519" name="잉크 11518">
                  <a:extLst>
                    <a:ext uri="{FF2B5EF4-FFF2-40B4-BE49-F238E27FC236}">
                      <a16:creationId xmlns:a16="http://schemas.microsoft.com/office/drawing/2014/main" id="{28CE366B-86D3-7BE8-3354-155D088D7755}"/>
                    </a:ext>
                  </a:extLst>
                </p14:cNvPr>
                <p14:cNvContentPartPr/>
                <p14:nvPr/>
              </p14:nvContentPartPr>
              <p14:xfrm>
                <a:off x="6228222" y="6636780"/>
                <a:ext cx="213120" cy="162000"/>
              </p14:xfrm>
            </p:contentPart>
          </mc:Choice>
          <mc:Fallback>
            <p:pic>
              <p:nvPicPr>
                <p:cNvPr id="11519" name="잉크 11518">
                  <a:extLst>
                    <a:ext uri="{FF2B5EF4-FFF2-40B4-BE49-F238E27FC236}">
                      <a16:creationId xmlns:a16="http://schemas.microsoft.com/office/drawing/2014/main" id="{28CE366B-86D3-7BE8-3354-155D088D7755}"/>
                    </a:ext>
                  </a:extLst>
                </p:cNvPr>
                <p:cNvPicPr/>
                <p:nvPr/>
              </p:nvPicPr>
              <p:blipFill>
                <a:blip r:embed="rId512"/>
                <a:stretch>
                  <a:fillRect/>
                </a:stretch>
              </p:blipFill>
              <p:spPr>
                <a:xfrm>
                  <a:off x="6219582" y="6628140"/>
                  <a:ext cx="23076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3">
              <p14:nvContentPartPr>
                <p14:cNvPr id="11520" name="잉크 11519">
                  <a:extLst>
                    <a:ext uri="{FF2B5EF4-FFF2-40B4-BE49-F238E27FC236}">
                      <a16:creationId xmlns:a16="http://schemas.microsoft.com/office/drawing/2014/main" id="{37DC7B7D-45D6-3100-CAEA-5AD3A2F58AAF}"/>
                    </a:ext>
                  </a:extLst>
                </p14:cNvPr>
                <p14:cNvContentPartPr/>
                <p14:nvPr/>
              </p14:nvContentPartPr>
              <p14:xfrm>
                <a:off x="6449262" y="6588900"/>
                <a:ext cx="101880" cy="200160"/>
              </p14:xfrm>
            </p:contentPart>
          </mc:Choice>
          <mc:Fallback>
            <p:pic>
              <p:nvPicPr>
                <p:cNvPr id="11520" name="잉크 11519">
                  <a:extLst>
                    <a:ext uri="{FF2B5EF4-FFF2-40B4-BE49-F238E27FC236}">
                      <a16:creationId xmlns:a16="http://schemas.microsoft.com/office/drawing/2014/main" id="{37DC7B7D-45D6-3100-CAEA-5AD3A2F58AAF}"/>
                    </a:ext>
                  </a:extLst>
                </p:cNvPr>
                <p:cNvPicPr/>
                <p:nvPr/>
              </p:nvPicPr>
              <p:blipFill>
                <a:blip r:embed="rId514"/>
                <a:stretch>
                  <a:fillRect/>
                </a:stretch>
              </p:blipFill>
              <p:spPr>
                <a:xfrm>
                  <a:off x="6440622" y="6580260"/>
                  <a:ext cx="119520" cy="2178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FAT32 </a:t>
            </a:r>
            <a:r>
              <a:rPr lang="ko-KR" altLang="en-US"/>
              <a:t>파일 시스템 구조</a:t>
            </a:r>
          </a:p>
        </p:txBody>
      </p:sp>
      <p:pic>
        <p:nvPicPr>
          <p:cNvPr id="12291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363" y="3068638"/>
            <a:ext cx="4016375" cy="3514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2" name="내용 개체 틀 6"/>
          <p:cNvSpPr>
            <a:spLocks noGrp="1"/>
          </p:cNvSpPr>
          <p:nvPr>
            <p:ph idx="1"/>
          </p:nvPr>
        </p:nvSpPr>
        <p:spPr>
          <a:xfrm>
            <a:off x="179388" y="1484313"/>
            <a:ext cx="8750300" cy="1657350"/>
          </a:xfrm>
        </p:spPr>
        <p:txBody>
          <a:bodyPr/>
          <a:lstStyle/>
          <a:p>
            <a:r>
              <a:rPr lang="en-US" altLang="ko-KR" sz="2400"/>
              <a:t> </a:t>
            </a:r>
            <a:r>
              <a:rPr lang="ko-KR" altLang="en-US" sz="2400"/>
              <a:t>부트 섹터 </a:t>
            </a:r>
            <a:r>
              <a:rPr lang="en-US" altLang="ko-KR" sz="2400"/>
              <a:t>&amp; </a:t>
            </a:r>
            <a:r>
              <a:rPr lang="ko-KR" altLang="en-US" sz="2400"/>
              <a:t>예약 영역</a:t>
            </a:r>
            <a:endParaRPr lang="en-US" altLang="ko-KR" sz="2400"/>
          </a:p>
          <a:p>
            <a:pPr lvl="1"/>
            <a:r>
              <a:rPr lang="ko-KR" altLang="en-US" sz="2000"/>
              <a:t>부트섹터에</a:t>
            </a:r>
            <a:r>
              <a:rPr lang="en-US" altLang="ko-KR" sz="2000"/>
              <a:t> </a:t>
            </a:r>
            <a:r>
              <a:rPr lang="ko-KR" altLang="en-US" sz="2000"/>
              <a:t>파티션의 정보를 기록</a:t>
            </a:r>
            <a:r>
              <a:rPr lang="en-US" altLang="ko-KR" sz="2000"/>
              <a:t>: </a:t>
            </a:r>
            <a:r>
              <a:rPr lang="ko-KR" altLang="en-US" sz="2000"/>
              <a:t>파일시스템 종류 구분 지원</a:t>
            </a:r>
            <a:endParaRPr lang="en-US" altLang="ko-KR" sz="2000"/>
          </a:p>
          <a:p>
            <a:pPr lvl="1"/>
            <a:r>
              <a:rPr lang="ko-KR" altLang="en-US" sz="2000"/>
              <a:t>예약 영역 크기</a:t>
            </a:r>
            <a:r>
              <a:rPr lang="en-US" altLang="ko-KR" sz="2000"/>
              <a:t>, </a:t>
            </a:r>
            <a:r>
              <a:rPr lang="ko-KR" altLang="en-US" sz="2000"/>
              <a:t>섹터의 바이트 수</a:t>
            </a:r>
            <a:r>
              <a:rPr lang="en-US" altLang="ko-KR" sz="2000"/>
              <a:t>, </a:t>
            </a:r>
            <a:r>
              <a:rPr lang="ko-KR" altLang="en-US" sz="2000"/>
              <a:t>클러스터 당 섹터 수</a:t>
            </a:r>
            <a:r>
              <a:rPr lang="en-US" altLang="ko-KR" sz="2000"/>
              <a:t>, FAT </a:t>
            </a:r>
            <a:r>
              <a:rPr lang="ko-KR" altLang="en-US" sz="2000"/>
              <a:t>섹터 수 등</a:t>
            </a:r>
            <a:r>
              <a:rPr lang="en-US" altLang="ko-KR" sz="2000"/>
              <a:t>.</a:t>
            </a:r>
          </a:p>
          <a:p>
            <a:pPr lvl="1"/>
            <a:endParaRPr lang="en-US" altLang="ko-KR" sz="2000"/>
          </a:p>
        </p:txBody>
      </p:sp>
      <p:sp>
        <p:nvSpPr>
          <p:cNvPr id="8" name="내용 개체 틀 6"/>
          <p:cNvSpPr txBox="1">
            <a:spLocks/>
          </p:cNvSpPr>
          <p:nvPr/>
        </p:nvSpPr>
        <p:spPr bwMode="auto">
          <a:xfrm>
            <a:off x="179388" y="3068638"/>
            <a:ext cx="4752975" cy="367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q"/>
              <a:defRPr kumimoji="1"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08585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buChar char="ü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42875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buChar char="w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77165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22885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6pPr>
            <a:lvl7pPr marL="268605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7pPr>
            <a:lvl8pPr marL="314325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8pPr>
            <a:lvl9pPr marL="360045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defRPr/>
            </a:pPr>
            <a:r>
              <a:rPr lang="en-US" altLang="ko-KR" sz="2400" kern="0" dirty="0"/>
              <a:t> </a:t>
            </a:r>
            <a:r>
              <a:rPr lang="en-US" altLang="ko-KR" kern="0" dirty="0"/>
              <a:t>FAT </a:t>
            </a:r>
            <a:r>
              <a:rPr lang="ko-KR" altLang="en-US" kern="0" dirty="0"/>
              <a:t>영역</a:t>
            </a:r>
            <a:endParaRPr lang="en-US" altLang="ko-KR" kern="0" dirty="0"/>
          </a:p>
          <a:p>
            <a:pPr lvl="1">
              <a:defRPr/>
            </a:pPr>
            <a:r>
              <a:rPr lang="ko-KR" altLang="en-US" sz="2000" kern="0" dirty="0"/>
              <a:t>각 파일이 저장된 클러스터들의 인덱스를 체인 형식으로 기록</a:t>
            </a:r>
            <a:endParaRPr lang="en-US" altLang="ko-KR" sz="2000" kern="0" dirty="0"/>
          </a:p>
          <a:p>
            <a:pPr lvl="1">
              <a:defRPr/>
            </a:pPr>
            <a:endParaRPr lang="en-US" altLang="ko-KR" sz="2000" kern="0" dirty="0"/>
          </a:p>
          <a:p>
            <a:pPr>
              <a:defRPr/>
            </a:pPr>
            <a:r>
              <a:rPr lang="en-US" altLang="ko-KR" sz="2400" kern="0" dirty="0"/>
              <a:t> </a:t>
            </a:r>
            <a:r>
              <a:rPr lang="ko-KR" altLang="en-US" sz="2400" kern="0" dirty="0"/>
              <a:t>루트 </a:t>
            </a:r>
            <a:r>
              <a:rPr lang="ko-KR" altLang="en-US" sz="2400" kern="0" dirty="0" err="1"/>
              <a:t>디렉토리</a:t>
            </a:r>
            <a:r>
              <a:rPr lang="ko-KR" altLang="en-US" sz="2400" kern="0" dirty="0"/>
              <a:t> 및 데이터 영역</a:t>
            </a:r>
            <a:endParaRPr lang="en-US" altLang="ko-KR" sz="2400" kern="0" dirty="0"/>
          </a:p>
          <a:p>
            <a:pPr lvl="1">
              <a:defRPr/>
            </a:pPr>
            <a:r>
              <a:rPr lang="ko-KR" altLang="en-US" sz="2000" kern="0" dirty="0"/>
              <a:t>루트 </a:t>
            </a:r>
            <a:r>
              <a:rPr lang="ko-KR" altLang="en-US" sz="2000" kern="0" dirty="0" err="1"/>
              <a:t>디렉토리</a:t>
            </a:r>
            <a:r>
              <a:rPr lang="en-US" altLang="ko-KR" sz="2000" kern="0" dirty="0"/>
              <a:t>: </a:t>
            </a:r>
            <a:r>
              <a:rPr lang="ko-KR" altLang="en-US" sz="2000" kern="0" dirty="0"/>
              <a:t>파일들과 </a:t>
            </a:r>
            <a:r>
              <a:rPr lang="ko-KR" altLang="en-US" sz="2000" kern="0" dirty="0" err="1"/>
              <a:t>서브디렉토리들의</a:t>
            </a:r>
            <a:r>
              <a:rPr lang="ko-KR" altLang="en-US" sz="2000" kern="0" dirty="0"/>
              <a:t> 이름</a:t>
            </a:r>
            <a:r>
              <a:rPr lang="en-US" altLang="ko-KR" sz="2000" kern="0" dirty="0"/>
              <a:t>, </a:t>
            </a:r>
            <a:r>
              <a:rPr lang="ko-KR" altLang="en-US" sz="2000" kern="0" dirty="0"/>
              <a:t>생성시간</a:t>
            </a:r>
            <a:r>
              <a:rPr lang="en-US" altLang="ko-KR" sz="2000" kern="0" dirty="0"/>
              <a:t>, </a:t>
            </a:r>
            <a:r>
              <a:rPr lang="ko-KR" altLang="en-US" sz="2000" kern="0" dirty="0"/>
              <a:t>수정시간</a:t>
            </a:r>
            <a:r>
              <a:rPr lang="en-US" altLang="ko-KR" sz="2000" kern="0" dirty="0"/>
              <a:t>, </a:t>
            </a:r>
            <a:r>
              <a:rPr lang="ko-KR" altLang="en-US" sz="2000" kern="0" dirty="0"/>
              <a:t>접근 시간</a:t>
            </a:r>
            <a:r>
              <a:rPr lang="en-US" altLang="ko-KR" sz="2000" kern="0" dirty="0"/>
              <a:t>, </a:t>
            </a:r>
            <a:r>
              <a:rPr lang="ko-KR" altLang="en-US" sz="2000" kern="0" dirty="0"/>
              <a:t>저장 위치 기록</a:t>
            </a:r>
            <a:endParaRPr lang="en-US" altLang="ko-KR" sz="2000" kern="0" dirty="0"/>
          </a:p>
          <a:p>
            <a:pPr lvl="1">
              <a:defRPr/>
            </a:pPr>
            <a:r>
              <a:rPr lang="ko-KR" altLang="en-US" sz="2000" kern="0" dirty="0"/>
              <a:t>데이터 영역</a:t>
            </a:r>
            <a:r>
              <a:rPr lang="en-US" altLang="ko-KR" sz="2000" kern="0" dirty="0"/>
              <a:t>: </a:t>
            </a:r>
            <a:r>
              <a:rPr lang="ko-KR" altLang="en-US" sz="2000" kern="0" dirty="0"/>
              <a:t>클러스터 단위로 파일이나 </a:t>
            </a:r>
            <a:r>
              <a:rPr lang="ko-KR" altLang="en-US" sz="2000" kern="0" dirty="0" err="1"/>
              <a:t>서브디렉토리</a:t>
            </a:r>
            <a:r>
              <a:rPr lang="ko-KR" altLang="en-US" sz="2000" kern="0" dirty="0"/>
              <a:t> 정보 저장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1263E108-9587-32A3-8FFD-C2B95052E037}"/>
              </a:ext>
            </a:extLst>
          </p:cNvPr>
          <p:cNvGrpSpPr/>
          <p:nvPr/>
        </p:nvGrpSpPr>
        <p:grpSpPr>
          <a:xfrm>
            <a:off x="459582" y="366411"/>
            <a:ext cx="936720" cy="705960"/>
            <a:chOff x="459582" y="366411"/>
            <a:chExt cx="936720" cy="70596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FCD15809-852B-4906-D587-71460C2922E3}"/>
                    </a:ext>
                  </a:extLst>
                </p14:cNvPr>
                <p14:cNvContentPartPr/>
                <p14:nvPr/>
              </p14:nvContentPartPr>
              <p14:xfrm>
                <a:off x="459582" y="366411"/>
                <a:ext cx="936720" cy="631440"/>
              </p14:xfrm>
            </p:contentPart>
          </mc:Choice>
          <mc:Fallback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FCD15809-852B-4906-D587-71460C2922E3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41582" y="348771"/>
                  <a:ext cx="972360" cy="66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5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5003B4A4-D8BB-C7B4-AD6F-1397D3DE3525}"/>
                    </a:ext>
                  </a:extLst>
                </p14:cNvPr>
                <p14:cNvContentPartPr/>
                <p14:nvPr/>
              </p14:nvContentPartPr>
              <p14:xfrm>
                <a:off x="623382" y="393771"/>
                <a:ext cx="665640" cy="678600"/>
              </p14:xfrm>
            </p:contentPart>
          </mc:Choice>
          <mc:Fallback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5003B4A4-D8BB-C7B4-AD6F-1397D3DE352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05382" y="376131"/>
                  <a:ext cx="701280" cy="7142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6863" y="2276475"/>
            <a:ext cx="4964112" cy="1550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5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NTFS </a:t>
            </a:r>
            <a:r>
              <a:rPr lang="ko-KR" altLang="en-US"/>
              <a:t>파일 시스템 구조</a:t>
            </a:r>
          </a:p>
        </p:txBody>
      </p:sp>
      <p:sp>
        <p:nvSpPr>
          <p:cNvPr id="13316" name="내용 개체 틀 6"/>
          <p:cNvSpPr>
            <a:spLocks noGrp="1"/>
          </p:cNvSpPr>
          <p:nvPr>
            <p:ph idx="1"/>
          </p:nvPr>
        </p:nvSpPr>
        <p:spPr>
          <a:xfrm>
            <a:off x="179388" y="1484313"/>
            <a:ext cx="8750300" cy="1657350"/>
          </a:xfrm>
        </p:spPr>
        <p:txBody>
          <a:bodyPr/>
          <a:lstStyle/>
          <a:p>
            <a:r>
              <a:rPr lang="en-US" altLang="ko-KR" sz="2400"/>
              <a:t> </a:t>
            </a:r>
            <a:r>
              <a:rPr lang="ko-KR" altLang="en-US" sz="2400"/>
              <a:t>주요 특징</a:t>
            </a:r>
            <a:endParaRPr lang="en-US" altLang="ko-KR" sz="2000"/>
          </a:p>
          <a:p>
            <a:pPr lvl="1"/>
            <a:r>
              <a:rPr lang="ko-KR" altLang="en-US" sz="2000"/>
              <a:t>윈도우 </a:t>
            </a:r>
            <a:r>
              <a:rPr lang="en-US" altLang="ko-KR" sz="2000"/>
              <a:t>2000, NT, XP </a:t>
            </a:r>
            <a:r>
              <a:rPr lang="ko-KR" altLang="en-US" sz="2000"/>
              <a:t>등에 사용</a:t>
            </a:r>
            <a:r>
              <a:rPr lang="en-US" altLang="ko-KR" sz="2000"/>
              <a:t>. </a:t>
            </a:r>
          </a:p>
          <a:p>
            <a:pPr lvl="1"/>
            <a:r>
              <a:rPr lang="ko-KR" altLang="en-US" sz="2000"/>
              <a:t>데이터 암호화 기능 지원</a:t>
            </a:r>
            <a:endParaRPr lang="en-US" altLang="ko-KR" sz="2000"/>
          </a:p>
          <a:p>
            <a:pPr lvl="1"/>
            <a:endParaRPr lang="en-US" altLang="ko-KR" sz="2000"/>
          </a:p>
        </p:txBody>
      </p:sp>
      <p:sp>
        <p:nvSpPr>
          <p:cNvPr id="8" name="내용 개체 틀 6"/>
          <p:cNvSpPr txBox="1">
            <a:spLocks/>
          </p:cNvSpPr>
          <p:nvPr/>
        </p:nvSpPr>
        <p:spPr bwMode="auto">
          <a:xfrm>
            <a:off x="179388" y="3716338"/>
            <a:ext cx="8964612" cy="302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q"/>
              <a:defRPr kumimoji="1"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08585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buChar char="ü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42875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itchFamily="2" charset="2"/>
              <a:buChar char="w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77165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22885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6pPr>
            <a:lvl7pPr marL="268605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7pPr>
            <a:lvl8pPr marL="314325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8pPr>
            <a:lvl9pPr marL="360045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defRPr/>
            </a:pPr>
            <a:r>
              <a:rPr lang="en-US" altLang="ko-KR" sz="2400" kern="0" dirty="0"/>
              <a:t> </a:t>
            </a:r>
            <a:r>
              <a:rPr lang="ko-KR" altLang="en-US" sz="2400" kern="0" dirty="0"/>
              <a:t>구조 </a:t>
            </a:r>
            <a:endParaRPr lang="en-US" altLang="ko-KR" kern="0" dirty="0"/>
          </a:p>
          <a:p>
            <a:pPr lvl="1">
              <a:defRPr/>
            </a:pPr>
            <a:r>
              <a:rPr lang="ko-KR" altLang="en-US" sz="2000" kern="0" dirty="0"/>
              <a:t>부트레코드</a:t>
            </a:r>
            <a:r>
              <a:rPr lang="en-US" altLang="ko-KR" sz="2000" kern="0" dirty="0"/>
              <a:t>: FAT</a:t>
            </a:r>
            <a:r>
              <a:rPr lang="ko-KR" altLang="en-US" sz="2000" kern="0" dirty="0"/>
              <a:t> 부트섹터와 유사하고 더 간단</a:t>
            </a:r>
            <a:r>
              <a:rPr lang="en-US" altLang="ko-KR" sz="2000" kern="0" dirty="0"/>
              <a:t>, </a:t>
            </a:r>
          </a:p>
          <a:p>
            <a:pPr lvl="2">
              <a:defRPr/>
            </a:pPr>
            <a:r>
              <a:rPr lang="ko-KR" altLang="en-US" sz="1800" kern="0" dirty="0"/>
              <a:t>파일 시스템 인식 지원</a:t>
            </a:r>
            <a:r>
              <a:rPr lang="en-US" altLang="ko-KR" sz="1800" kern="0" dirty="0"/>
              <a:t>, MFS </a:t>
            </a:r>
            <a:r>
              <a:rPr lang="ko-KR" altLang="en-US" sz="1800" kern="0" dirty="0"/>
              <a:t>시작 주소 포함</a:t>
            </a:r>
            <a:r>
              <a:rPr lang="en-US" altLang="ko-KR" sz="1800" kern="0" dirty="0"/>
              <a:t>.</a:t>
            </a:r>
          </a:p>
          <a:p>
            <a:pPr lvl="1">
              <a:defRPr/>
            </a:pPr>
            <a:r>
              <a:rPr lang="en-US" altLang="ko-KR" sz="2000" kern="0" dirty="0"/>
              <a:t>MFT: </a:t>
            </a:r>
            <a:r>
              <a:rPr lang="ko-KR" altLang="en-US" sz="2000" kern="0" dirty="0"/>
              <a:t>모든</a:t>
            </a:r>
            <a:r>
              <a:rPr lang="en-US" altLang="ko-KR" sz="2000" kern="0" dirty="0"/>
              <a:t> </a:t>
            </a:r>
            <a:r>
              <a:rPr lang="ko-KR" altLang="en-US" sz="2000" kern="0" dirty="0"/>
              <a:t>파일과 </a:t>
            </a:r>
            <a:r>
              <a:rPr lang="ko-KR" altLang="en-US" sz="2000" kern="0" dirty="0" err="1"/>
              <a:t>디렉토리</a:t>
            </a:r>
            <a:r>
              <a:rPr lang="ko-KR" altLang="en-US" sz="2000" kern="0" dirty="0"/>
              <a:t> 정보를 저장하는 테이블</a:t>
            </a:r>
            <a:r>
              <a:rPr lang="en-US" altLang="ko-KR" sz="2000" kern="0" dirty="0"/>
              <a:t>. </a:t>
            </a:r>
          </a:p>
          <a:p>
            <a:pPr lvl="2">
              <a:defRPr/>
            </a:pPr>
            <a:r>
              <a:rPr lang="ko-KR" altLang="en-US" sz="1800" kern="0" dirty="0"/>
              <a:t>데이터 영역에 존재하여 파일 형태로 관리</a:t>
            </a:r>
            <a:r>
              <a:rPr lang="en-US" altLang="ko-KR" sz="1800" kern="0" dirty="0"/>
              <a:t>. </a:t>
            </a:r>
          </a:p>
          <a:p>
            <a:pPr lvl="2">
              <a:defRPr/>
            </a:pPr>
            <a:r>
              <a:rPr lang="en-US" altLang="ko-KR" sz="1800" kern="0" dirty="0"/>
              <a:t>MFT entry</a:t>
            </a:r>
            <a:r>
              <a:rPr lang="ko-KR" altLang="en-US" sz="1800" kern="0" dirty="0"/>
              <a:t>는 각 파일이나 </a:t>
            </a:r>
            <a:r>
              <a:rPr lang="ko-KR" altLang="en-US" sz="1800" kern="0" dirty="0" err="1"/>
              <a:t>디렉토리</a:t>
            </a:r>
            <a:r>
              <a:rPr lang="ko-KR" altLang="en-US" sz="1800" kern="0" dirty="0"/>
              <a:t> 정보 관리</a:t>
            </a:r>
            <a:endParaRPr lang="en-US" altLang="ko-KR" sz="1800" kern="0" dirty="0"/>
          </a:p>
          <a:p>
            <a:pPr lvl="1">
              <a:defRPr/>
            </a:pPr>
            <a:r>
              <a:rPr lang="ko-KR" altLang="en-US" sz="2000" kern="0" dirty="0"/>
              <a:t>데이터 영역</a:t>
            </a:r>
            <a:r>
              <a:rPr lang="en-US" altLang="ko-KR" sz="2000" kern="0" dirty="0"/>
              <a:t>: 4K</a:t>
            </a:r>
            <a:r>
              <a:rPr lang="ko-KR" altLang="en-US" sz="2000" kern="0" dirty="0"/>
              <a:t> 고정 크기의 클러스터 단위 관리</a:t>
            </a:r>
            <a:r>
              <a:rPr lang="en-US" altLang="ko-KR" sz="2000" kern="0" dirty="0"/>
              <a:t>.</a:t>
            </a:r>
          </a:p>
          <a:p>
            <a:pPr lvl="1">
              <a:defRPr/>
            </a:pPr>
            <a:endParaRPr lang="en-US" altLang="ko-KR" sz="2000" kern="0" dirty="0"/>
          </a:p>
        </p:txBody>
      </p:sp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3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4D4ED816-715C-16F3-9C9D-B52C261B8F45}"/>
                  </a:ext>
                </a:extLst>
              </p14:cNvPr>
              <p14:cNvContentPartPr/>
              <p14:nvPr/>
            </p14:nvContentPartPr>
            <p14:xfrm>
              <a:off x="632022" y="235371"/>
              <a:ext cx="821880" cy="781200"/>
            </p14:xfrm>
          </p:contentPart>
        </mc:Choice>
        <mc:Fallback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4D4ED816-715C-16F3-9C9D-B52C261B8F4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4022" y="217731"/>
                <a:ext cx="857520" cy="81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5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E131FF88-FC85-E7E0-35C5-D3A68D389994}"/>
                  </a:ext>
                </a:extLst>
              </p14:cNvPr>
              <p14:cNvContentPartPr/>
              <p14:nvPr/>
            </p14:nvContentPartPr>
            <p14:xfrm>
              <a:off x="623382" y="201171"/>
              <a:ext cx="836280" cy="873000"/>
            </p14:xfrm>
          </p:contentPart>
        </mc:Choice>
        <mc:Fallback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E131FF88-FC85-E7E0-35C5-D3A68D38999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5382" y="183171"/>
                <a:ext cx="871920" cy="908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214313" y="285750"/>
            <a:ext cx="8786812" cy="1055688"/>
          </a:xfrm>
        </p:spPr>
        <p:txBody>
          <a:bodyPr/>
          <a:lstStyle/>
          <a:p>
            <a:r>
              <a:rPr lang="en-US" altLang="ko-KR"/>
              <a:t>2. </a:t>
            </a:r>
            <a:r>
              <a:rPr lang="ko-KR" altLang="en-US"/>
              <a:t>파일 시스템 구현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950" y="1643063"/>
            <a:ext cx="9036050" cy="5099050"/>
          </a:xfrm>
        </p:spPr>
        <p:txBody>
          <a:bodyPr/>
          <a:lstStyle/>
          <a:p>
            <a:r>
              <a:rPr lang="ko-KR" altLang="en-US" sz="2400"/>
              <a:t>디스크상의 파일 시스템 구조</a:t>
            </a:r>
          </a:p>
          <a:p>
            <a:pPr lvl="1"/>
            <a:r>
              <a:rPr lang="ko-KR" altLang="en-US" sz="2200"/>
              <a:t>부트 제어 블록</a:t>
            </a:r>
            <a:r>
              <a:rPr lang="en-US" altLang="ko-KR" sz="2200"/>
              <a:t>: </a:t>
            </a:r>
            <a:r>
              <a:rPr lang="ko-KR" altLang="en-US" sz="2200"/>
              <a:t>파일 시스템 인식</a:t>
            </a:r>
            <a:r>
              <a:rPr lang="en-US" altLang="ko-KR" sz="2200"/>
              <a:t> </a:t>
            </a:r>
            <a:r>
              <a:rPr lang="ko-KR" altLang="en-US" sz="2200"/>
              <a:t>및</a:t>
            </a:r>
            <a:r>
              <a:rPr lang="en-US" altLang="ko-KR" sz="2200"/>
              <a:t> </a:t>
            </a:r>
            <a:r>
              <a:rPr lang="ko-KR" altLang="en-US" sz="2200"/>
              <a:t>운영체제 부팅 연관 정보</a:t>
            </a:r>
          </a:p>
          <a:p>
            <a:pPr lvl="2"/>
            <a:r>
              <a:rPr lang="en-US" altLang="ko-KR" sz="1800"/>
              <a:t>UFS: </a:t>
            </a:r>
            <a:r>
              <a:rPr lang="ko-KR" altLang="en-US" sz="1800"/>
              <a:t>부트 블록</a:t>
            </a:r>
            <a:r>
              <a:rPr lang="en-US" altLang="ko-KR" sz="1800"/>
              <a:t>, FAT32: </a:t>
            </a:r>
            <a:r>
              <a:rPr lang="ko-KR" altLang="en-US" sz="1800"/>
              <a:t>부트섹터</a:t>
            </a:r>
            <a:r>
              <a:rPr lang="en-US" altLang="ko-KR" sz="1800"/>
              <a:t>, NTFS: </a:t>
            </a:r>
            <a:r>
              <a:rPr lang="ko-KR" altLang="en-US" sz="1800"/>
              <a:t>부트 레코드</a:t>
            </a:r>
            <a:endParaRPr lang="en-US" altLang="ko-KR" sz="1800"/>
          </a:p>
          <a:p>
            <a:pPr lvl="2"/>
            <a:r>
              <a:rPr lang="ko-KR" altLang="en-US" sz="1800"/>
              <a:t>일반적으로 한 파티션의 첫 번째 블락</a:t>
            </a:r>
          </a:p>
          <a:p>
            <a:pPr lvl="1"/>
            <a:r>
              <a:rPr lang="ko-KR" altLang="en-US"/>
              <a:t>볼륨</a:t>
            </a:r>
            <a:r>
              <a:rPr lang="en-US" altLang="ko-KR"/>
              <a:t>(</a:t>
            </a:r>
            <a:r>
              <a:rPr lang="ko-KR" altLang="en-US"/>
              <a:t>또는 파티션</a:t>
            </a:r>
            <a:r>
              <a:rPr lang="en-US" altLang="ko-KR"/>
              <a:t>)</a:t>
            </a:r>
            <a:r>
              <a:rPr lang="ko-KR" altLang="en-US"/>
              <a:t> 제어 블록</a:t>
            </a:r>
          </a:p>
          <a:p>
            <a:pPr lvl="2"/>
            <a:r>
              <a:rPr lang="ko-KR" altLang="en-US" sz="1800"/>
              <a:t>볼륨</a:t>
            </a:r>
            <a:r>
              <a:rPr lang="en-US" altLang="ko-KR" sz="1800"/>
              <a:t>(</a:t>
            </a:r>
            <a:r>
              <a:rPr lang="ko-KR" altLang="en-US" sz="1800"/>
              <a:t>또는 파티션</a:t>
            </a:r>
            <a:r>
              <a:rPr lang="en-US" altLang="ko-KR" sz="1800"/>
              <a:t>)</a:t>
            </a:r>
            <a:r>
              <a:rPr lang="ko-KR" altLang="en-US" sz="1800"/>
              <a:t> 블록 수</a:t>
            </a:r>
            <a:r>
              <a:rPr lang="en-US" altLang="ko-KR" sz="1800"/>
              <a:t>, </a:t>
            </a:r>
            <a:r>
              <a:rPr lang="ko-KR" altLang="en-US" sz="1800"/>
              <a:t>크기</a:t>
            </a:r>
            <a:r>
              <a:rPr lang="en-US" altLang="ko-KR" sz="1800"/>
              <a:t>, </a:t>
            </a:r>
            <a:r>
              <a:rPr lang="ko-KR" altLang="en-US" sz="1800"/>
              <a:t>자유 블록 수와 포인터 등의 정보</a:t>
            </a:r>
          </a:p>
          <a:p>
            <a:pPr lvl="2"/>
            <a:r>
              <a:rPr lang="en-US" altLang="ko-KR" sz="1800"/>
              <a:t>UFS: </a:t>
            </a:r>
            <a:r>
              <a:rPr lang="ko-KR" altLang="en-US" sz="1800"/>
              <a:t>수퍼 블록</a:t>
            </a:r>
            <a:r>
              <a:rPr lang="en-US" altLang="ko-KR" sz="1800"/>
              <a:t>, FAT32: FAT </a:t>
            </a:r>
            <a:r>
              <a:rPr lang="ko-KR" altLang="en-US" sz="1800"/>
              <a:t>영역</a:t>
            </a:r>
            <a:r>
              <a:rPr lang="en-US" altLang="ko-KR" sz="1800"/>
              <a:t>, NTFS: </a:t>
            </a:r>
            <a:r>
              <a:rPr lang="ko-KR" altLang="en-US" sz="1800"/>
              <a:t>마스터 파일 테이블</a:t>
            </a:r>
            <a:r>
              <a:rPr lang="en-US" altLang="ko-KR" sz="1800"/>
              <a:t>(MFT)</a:t>
            </a:r>
            <a:endParaRPr lang="ko-KR" altLang="en-US" sz="1800"/>
          </a:p>
          <a:p>
            <a:pPr lvl="1"/>
            <a:r>
              <a:rPr lang="ko-KR" altLang="en-US"/>
              <a:t>디렉토리 구조</a:t>
            </a:r>
            <a:r>
              <a:rPr lang="en-US" altLang="ko-KR"/>
              <a:t>: </a:t>
            </a:r>
            <a:r>
              <a:rPr lang="ko-KR" altLang="en-US"/>
              <a:t>파일을 조직화는 데 사용</a:t>
            </a:r>
            <a:endParaRPr lang="en-US" altLang="ko-KR"/>
          </a:p>
          <a:p>
            <a:pPr lvl="2"/>
            <a:r>
              <a:rPr lang="en-US" altLang="ko-KR" sz="1800"/>
              <a:t>UFS: </a:t>
            </a:r>
            <a:r>
              <a:rPr lang="ko-KR" altLang="en-US" sz="1800"/>
              <a:t>파일 이름과 </a:t>
            </a:r>
            <a:r>
              <a:rPr lang="en-US" altLang="ko-KR" sz="1800"/>
              <a:t>inode </a:t>
            </a:r>
            <a:r>
              <a:rPr lang="ko-KR" altLang="en-US" sz="1800"/>
              <a:t>번호가 저장</a:t>
            </a:r>
            <a:r>
              <a:rPr lang="en-US" altLang="ko-KR" sz="1800"/>
              <a:t>, FAT32: </a:t>
            </a:r>
            <a:r>
              <a:rPr lang="ko-KR" altLang="en-US" sz="1800"/>
              <a:t>루트 디렉토리 </a:t>
            </a:r>
            <a:r>
              <a:rPr lang="en-US" altLang="ko-KR" sz="1800"/>
              <a:t>&amp; FAT </a:t>
            </a:r>
            <a:r>
              <a:rPr lang="ko-KR" altLang="en-US" sz="1800"/>
              <a:t>영역</a:t>
            </a:r>
            <a:r>
              <a:rPr lang="en-US" altLang="ko-KR" sz="1800"/>
              <a:t>, NTFS: </a:t>
            </a:r>
            <a:r>
              <a:rPr lang="ko-KR" altLang="en-US" sz="1800"/>
              <a:t>마스터 파일 테이블 안에 저장</a:t>
            </a:r>
          </a:p>
          <a:p>
            <a:pPr lvl="1"/>
            <a:r>
              <a:rPr lang="ko-KR" altLang="en-US"/>
              <a:t>파일 제어 블록</a:t>
            </a:r>
            <a:r>
              <a:rPr lang="en-US" altLang="ko-KR"/>
              <a:t>(FCB)</a:t>
            </a:r>
          </a:p>
          <a:p>
            <a:pPr lvl="2"/>
            <a:r>
              <a:rPr lang="ko-KR" altLang="en-US" sz="1800"/>
              <a:t>파일 허가</a:t>
            </a:r>
            <a:r>
              <a:rPr lang="en-US" altLang="ko-KR" sz="1800"/>
              <a:t>, </a:t>
            </a:r>
            <a:r>
              <a:rPr lang="ko-KR" altLang="en-US" sz="1800"/>
              <a:t>시간</a:t>
            </a:r>
            <a:r>
              <a:rPr lang="en-US" altLang="ko-KR" sz="1800"/>
              <a:t>, </a:t>
            </a:r>
            <a:r>
              <a:rPr lang="ko-KR" altLang="en-US" sz="1800"/>
              <a:t>소유</a:t>
            </a:r>
            <a:r>
              <a:rPr lang="en-US" altLang="ko-KR" sz="1800"/>
              <a:t>, </a:t>
            </a:r>
            <a:r>
              <a:rPr lang="ko-KR" altLang="en-US" sz="1800"/>
              <a:t>크기 등 자세한 파일 정보</a:t>
            </a:r>
          </a:p>
          <a:p>
            <a:pPr lvl="2"/>
            <a:r>
              <a:rPr lang="en-US" altLang="ko-KR" sz="1800"/>
              <a:t>UFS: inode</a:t>
            </a:r>
            <a:r>
              <a:rPr lang="ko-KR" altLang="en-US" sz="1800"/>
              <a:t>라 불림</a:t>
            </a:r>
            <a:r>
              <a:rPr lang="en-US" altLang="ko-KR" sz="1800"/>
              <a:t>, FAT32: </a:t>
            </a:r>
            <a:r>
              <a:rPr lang="ko-KR" altLang="en-US" sz="1800"/>
              <a:t>디렉토리 엔트리</a:t>
            </a:r>
            <a:r>
              <a:rPr lang="en-US" altLang="ko-KR" sz="1800"/>
              <a:t>, NTFS: </a:t>
            </a:r>
            <a:r>
              <a:rPr lang="ko-KR" altLang="en-US" sz="1800"/>
              <a:t>마스터 파일 테이블 안에 저장</a:t>
            </a:r>
          </a:p>
        </p:txBody>
      </p:sp>
      <p:sp>
        <p:nvSpPr>
          <p:cNvPr id="14340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5791F0F-26B6-4D16-B905-6557D829F5C3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7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2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3589BDCF-D6B5-B4B9-B4C8-3D3B5C810E34}"/>
                  </a:ext>
                </a:extLst>
              </p14:cNvPr>
              <p14:cNvContentPartPr/>
              <p14:nvPr/>
            </p14:nvContentPartPr>
            <p14:xfrm>
              <a:off x="605382" y="345780"/>
              <a:ext cx="907920" cy="644760"/>
            </p14:xfrm>
          </p:contentPart>
        </mc:Choice>
        <mc:Fallback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3589BDCF-D6B5-B4B9-B4C8-3D3B5C810E3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87382" y="328140"/>
                <a:ext cx="943560" cy="68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4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8CF0A84C-8563-6612-1CDC-19FBF398919D}"/>
                  </a:ext>
                </a:extLst>
              </p14:cNvPr>
              <p14:cNvContentPartPr/>
              <p14:nvPr/>
            </p14:nvContentPartPr>
            <p14:xfrm>
              <a:off x="677742" y="342900"/>
              <a:ext cx="772920" cy="758160"/>
            </p14:xfrm>
          </p:contentPart>
        </mc:Choice>
        <mc:Fallback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8CF0A84C-8563-6612-1CDC-19FBF398919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60102" y="324900"/>
                <a:ext cx="808560" cy="793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214313" y="285750"/>
            <a:ext cx="8786812" cy="911225"/>
          </a:xfrm>
        </p:spPr>
        <p:txBody>
          <a:bodyPr/>
          <a:lstStyle/>
          <a:p>
            <a:r>
              <a:rPr lang="ko-KR" altLang="en-US"/>
              <a:t>가상 파일 시스템</a:t>
            </a:r>
          </a:p>
        </p:txBody>
      </p:sp>
      <p:sp>
        <p:nvSpPr>
          <p:cNvPr id="15363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79388" y="1582738"/>
            <a:ext cx="8929687" cy="622300"/>
          </a:xfrm>
        </p:spPr>
        <p:txBody>
          <a:bodyPr/>
          <a:lstStyle/>
          <a:p>
            <a:r>
              <a:rPr lang="ko-KR" altLang="en-US" sz="2000"/>
              <a:t>여러 종류의 파일 시스템에 대해</a:t>
            </a:r>
            <a:r>
              <a:rPr lang="en-US" altLang="ko-KR" sz="2000"/>
              <a:t>,</a:t>
            </a:r>
            <a:r>
              <a:rPr lang="ko-KR" altLang="en-US" sz="2000"/>
              <a:t> 같은 시스템호출 인터페이스</a:t>
            </a:r>
            <a:r>
              <a:rPr lang="en-US" altLang="ko-KR" sz="2000"/>
              <a:t>(API) </a:t>
            </a:r>
            <a:r>
              <a:rPr lang="ko-KR" altLang="en-US" sz="2000"/>
              <a:t>사용</a:t>
            </a:r>
          </a:p>
        </p:txBody>
      </p:sp>
      <p:pic>
        <p:nvPicPr>
          <p:cNvPr id="15364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3" t="1147" r="2631" b="1653"/>
          <a:stretch>
            <a:fillRect/>
          </a:stretch>
        </p:blipFill>
        <p:spPr bwMode="auto">
          <a:xfrm>
            <a:off x="1547813" y="2205038"/>
            <a:ext cx="5783262" cy="445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5" name="슬라이드 번호 개체 틀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1AC2A52-D9F3-4A00-B886-028B44BF8DE6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8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DCF72294-8D60-F78F-101B-827308374BB9}"/>
                  </a:ext>
                </a:extLst>
              </p14:cNvPr>
              <p14:cNvContentPartPr/>
              <p14:nvPr/>
            </p14:nvContentPartPr>
            <p14:xfrm>
              <a:off x="2386302" y="622980"/>
              <a:ext cx="4483080" cy="159480"/>
            </p14:xfrm>
          </p:contentPart>
        </mc:Choice>
        <mc:Fallback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DCF72294-8D60-F78F-101B-827308374BB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50302" y="550980"/>
                <a:ext cx="4554720" cy="30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36F8A4BB-85B8-6DA5-147E-970A1FD68D03}"/>
                  </a:ext>
                </a:extLst>
              </p14:cNvPr>
              <p14:cNvContentPartPr/>
              <p14:nvPr/>
            </p14:nvContentPartPr>
            <p14:xfrm>
              <a:off x="550302" y="1755180"/>
              <a:ext cx="3652560" cy="111600"/>
            </p14:xfrm>
          </p:contentPart>
        </mc:Choice>
        <mc:Fallback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36F8A4BB-85B8-6DA5-147E-970A1FD68D0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14662" y="1683180"/>
                <a:ext cx="3724200" cy="25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961AB6BF-3D4A-44BD-BF1B-8E5B786E1B23}"/>
                  </a:ext>
                </a:extLst>
              </p14:cNvPr>
              <p14:cNvContentPartPr/>
              <p14:nvPr/>
            </p14:nvContentPartPr>
            <p14:xfrm>
              <a:off x="4451262" y="1812780"/>
              <a:ext cx="6120" cy="7920"/>
            </p14:xfrm>
          </p:contentPart>
        </mc:Choice>
        <mc:Fallback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961AB6BF-3D4A-44BD-BF1B-8E5B786E1B2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415622" y="1741140"/>
                <a:ext cx="77760" cy="15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25583456-5996-D36C-A06D-E5D5D0387F3E}"/>
                  </a:ext>
                </a:extLst>
              </p14:cNvPr>
              <p14:cNvContentPartPr/>
              <p14:nvPr/>
            </p14:nvContentPartPr>
            <p14:xfrm>
              <a:off x="4387542" y="1733220"/>
              <a:ext cx="4396320" cy="94680"/>
            </p14:xfrm>
          </p:contentPart>
        </mc:Choice>
        <mc:Fallback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25583456-5996-D36C-A06D-E5D5D0387F3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351542" y="1661220"/>
                <a:ext cx="4467960" cy="238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214313" y="285750"/>
            <a:ext cx="8786812" cy="1000125"/>
          </a:xfrm>
        </p:spPr>
        <p:txBody>
          <a:bodyPr/>
          <a:lstStyle/>
          <a:p>
            <a:r>
              <a:rPr lang="en-US" altLang="ko-KR"/>
              <a:t>4. </a:t>
            </a:r>
            <a:r>
              <a:rPr lang="ko-KR" altLang="en-US"/>
              <a:t>할당 방법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773238"/>
            <a:ext cx="8497887" cy="4627562"/>
          </a:xfrm>
        </p:spPr>
        <p:txBody>
          <a:bodyPr/>
          <a:lstStyle/>
          <a:p>
            <a:pPr marL="342900" lvl="1" indent="-342900">
              <a:lnSpc>
                <a:spcPct val="90000"/>
              </a:lnSpc>
              <a:buSzTx/>
              <a:buFont typeface="Wingdings" panose="05000000000000000000" pitchFamily="2" charset="2"/>
              <a:buChar char="q"/>
              <a:defRPr/>
            </a:pPr>
            <a:r>
              <a:rPr lang="ko-KR" altLang="en-US" dirty="0"/>
              <a:t>파일들을 디스크 공간에 배치하는 방법</a:t>
            </a:r>
            <a:endParaRPr lang="en-US" altLang="ko-KR" dirty="0"/>
          </a:p>
          <a:p>
            <a:pPr lvl="1">
              <a:lnSpc>
                <a:spcPct val="90000"/>
              </a:lnSpc>
              <a:defRPr/>
            </a:pPr>
            <a:r>
              <a:rPr lang="ko-KR" altLang="en-US" sz="2000" dirty="0"/>
              <a:t>디스크 공간의 효율적 사용 증대</a:t>
            </a:r>
            <a:endParaRPr lang="en-US" altLang="ko-KR" sz="2000" dirty="0"/>
          </a:p>
          <a:p>
            <a:pPr>
              <a:lnSpc>
                <a:spcPct val="90000"/>
              </a:lnSpc>
              <a:defRPr/>
            </a:pPr>
            <a:endParaRPr lang="en-US" altLang="ko-KR" dirty="0"/>
          </a:p>
          <a:p>
            <a:pPr>
              <a:lnSpc>
                <a:spcPct val="90000"/>
              </a:lnSpc>
              <a:defRPr/>
            </a:pPr>
            <a:r>
              <a:rPr lang="ko-KR" altLang="en-US" sz="2400" dirty="0"/>
              <a:t>세가지 주요 방법</a:t>
            </a:r>
            <a:endParaRPr lang="en-US" altLang="ko-KR" sz="2400" dirty="0"/>
          </a:p>
          <a:p>
            <a:pPr lvl="1">
              <a:lnSpc>
                <a:spcPct val="90000"/>
              </a:lnSpc>
              <a:defRPr/>
            </a:pPr>
            <a:r>
              <a:rPr lang="ko-KR" altLang="en-US" sz="2000" dirty="0"/>
              <a:t>연속 할당</a:t>
            </a:r>
            <a:endParaRPr lang="en-US" altLang="ko-KR" sz="2000" dirty="0"/>
          </a:p>
          <a:p>
            <a:pPr lvl="1">
              <a:lnSpc>
                <a:spcPct val="90000"/>
              </a:lnSpc>
              <a:defRPr/>
            </a:pPr>
            <a:r>
              <a:rPr lang="ko-KR" altLang="en-US" sz="2000" dirty="0"/>
              <a:t>연결 할당</a:t>
            </a:r>
            <a:endParaRPr lang="en-US" altLang="ko-KR" sz="2000" dirty="0"/>
          </a:p>
          <a:p>
            <a:pPr lvl="1">
              <a:lnSpc>
                <a:spcPct val="90000"/>
              </a:lnSpc>
              <a:defRPr/>
            </a:pPr>
            <a:r>
              <a:rPr lang="ko-KR" altLang="en-US" sz="2000" dirty="0"/>
              <a:t>색인 기법</a:t>
            </a:r>
            <a:endParaRPr lang="en-US" altLang="ko-KR" sz="2000" dirty="0"/>
          </a:p>
        </p:txBody>
      </p:sp>
      <p:sp>
        <p:nvSpPr>
          <p:cNvPr id="16388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84445A9-2BE7-4454-B4F6-65D8D5EAB845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9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0FE58CF8-606B-619E-0591-2603E7250753}"/>
              </a:ext>
            </a:extLst>
          </p:cNvPr>
          <p:cNvGrpSpPr/>
          <p:nvPr/>
        </p:nvGrpSpPr>
        <p:grpSpPr>
          <a:xfrm>
            <a:off x="1146102" y="2518020"/>
            <a:ext cx="1187280" cy="370440"/>
            <a:chOff x="1146102" y="2518020"/>
            <a:chExt cx="1187280" cy="370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잉크 1">
                  <a:extLst>
                    <a:ext uri="{FF2B5EF4-FFF2-40B4-BE49-F238E27FC236}">
                      <a16:creationId xmlns:a16="http://schemas.microsoft.com/office/drawing/2014/main" id="{161819C7-148F-4782-68E5-02D61723100E}"/>
                    </a:ext>
                  </a:extLst>
                </p14:cNvPr>
                <p14:cNvContentPartPr/>
                <p14:nvPr/>
              </p14:nvContentPartPr>
              <p14:xfrm>
                <a:off x="1178142" y="2518020"/>
                <a:ext cx="112320" cy="111960"/>
              </p14:xfrm>
            </p:contentPart>
          </mc:Choice>
          <mc:Fallback>
            <p:pic>
              <p:nvPicPr>
                <p:cNvPr id="2" name="잉크 1">
                  <a:extLst>
                    <a:ext uri="{FF2B5EF4-FFF2-40B4-BE49-F238E27FC236}">
                      <a16:creationId xmlns:a16="http://schemas.microsoft.com/office/drawing/2014/main" id="{161819C7-148F-4782-68E5-02D61723100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169142" y="2509380"/>
                  <a:ext cx="12996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잉크 2">
                  <a:extLst>
                    <a:ext uri="{FF2B5EF4-FFF2-40B4-BE49-F238E27FC236}">
                      <a16:creationId xmlns:a16="http://schemas.microsoft.com/office/drawing/2014/main" id="{9CEC069A-9627-6E70-8861-4D0B9EC11F9A}"/>
                    </a:ext>
                  </a:extLst>
                </p14:cNvPr>
                <p14:cNvContentPartPr/>
                <p14:nvPr/>
              </p14:nvContentPartPr>
              <p14:xfrm>
                <a:off x="1146102" y="2561220"/>
                <a:ext cx="181440" cy="312840"/>
              </p14:xfrm>
            </p:contentPart>
          </mc:Choice>
          <mc:Fallback>
            <p:pic>
              <p:nvPicPr>
                <p:cNvPr id="3" name="잉크 2">
                  <a:extLst>
                    <a:ext uri="{FF2B5EF4-FFF2-40B4-BE49-F238E27FC236}">
                      <a16:creationId xmlns:a16="http://schemas.microsoft.com/office/drawing/2014/main" id="{9CEC069A-9627-6E70-8861-4D0B9EC11F9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137102" y="2552220"/>
                  <a:ext cx="19908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잉크 3">
                  <a:extLst>
                    <a:ext uri="{FF2B5EF4-FFF2-40B4-BE49-F238E27FC236}">
                      <a16:creationId xmlns:a16="http://schemas.microsoft.com/office/drawing/2014/main" id="{31783D21-1677-C5EF-3A58-ADB84F9EE486}"/>
                    </a:ext>
                  </a:extLst>
                </p14:cNvPr>
                <p14:cNvContentPartPr/>
                <p14:nvPr/>
              </p14:nvContentPartPr>
              <p14:xfrm>
                <a:off x="1416822" y="2635740"/>
                <a:ext cx="38520" cy="105480"/>
              </p14:xfrm>
            </p:contentPart>
          </mc:Choice>
          <mc:Fallback>
            <p:pic>
              <p:nvPicPr>
                <p:cNvPr id="4" name="잉크 3">
                  <a:extLst>
                    <a:ext uri="{FF2B5EF4-FFF2-40B4-BE49-F238E27FC236}">
                      <a16:creationId xmlns:a16="http://schemas.microsoft.com/office/drawing/2014/main" id="{31783D21-1677-C5EF-3A58-ADB84F9EE48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408182" y="2627100"/>
                  <a:ext cx="5616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DEA557BF-234F-FD8B-4C03-64C6620036C4}"/>
                    </a:ext>
                  </a:extLst>
                </p14:cNvPr>
                <p14:cNvContentPartPr/>
                <p14:nvPr/>
              </p14:nvContentPartPr>
              <p14:xfrm>
                <a:off x="1396662" y="2720340"/>
                <a:ext cx="121680" cy="160920"/>
              </p14:xfrm>
            </p:contentPart>
          </mc:Choice>
          <mc:Fallback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DEA557BF-234F-FD8B-4C03-64C6620036C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387662" y="2711340"/>
                  <a:ext cx="13932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3CCB34EE-5EAD-7BC6-EB11-B4AD104E5E69}"/>
                    </a:ext>
                  </a:extLst>
                </p14:cNvPr>
                <p14:cNvContentPartPr/>
                <p14:nvPr/>
              </p14:nvContentPartPr>
              <p14:xfrm>
                <a:off x="1526982" y="2709900"/>
                <a:ext cx="176040" cy="157680"/>
              </p14:xfrm>
            </p:contentPart>
          </mc:Choice>
          <mc:Fallback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3CCB34EE-5EAD-7BC6-EB11-B4AD104E5E6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517982" y="2701260"/>
                  <a:ext cx="19368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4DA2E948-47C2-4B69-8C20-19232E3F0E23}"/>
                    </a:ext>
                  </a:extLst>
                </p14:cNvPr>
                <p14:cNvContentPartPr/>
                <p14:nvPr/>
              </p14:nvContentPartPr>
              <p14:xfrm>
                <a:off x="1613742" y="2845620"/>
                <a:ext cx="124560" cy="42840"/>
              </p14:xfrm>
            </p:contentPart>
          </mc:Choice>
          <mc:Fallback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4DA2E948-47C2-4B69-8C20-19232E3F0E2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604742" y="2836620"/>
                  <a:ext cx="14220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6FDF9535-E47E-91C8-FCA1-2E0A53FDCEE0}"/>
                    </a:ext>
                  </a:extLst>
                </p14:cNvPr>
                <p14:cNvContentPartPr/>
                <p14:nvPr/>
              </p14:nvContentPartPr>
              <p14:xfrm>
                <a:off x="1789062" y="2709540"/>
                <a:ext cx="148680" cy="119520"/>
              </p14:xfrm>
            </p:contentPart>
          </mc:Choice>
          <mc:Fallback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6FDF9535-E47E-91C8-FCA1-2E0A53FDCEE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780062" y="2700540"/>
                  <a:ext cx="16632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DF61A7D7-B3E9-23F5-51B3-286339BD373F}"/>
                    </a:ext>
                  </a:extLst>
                </p14:cNvPr>
                <p14:cNvContentPartPr/>
                <p14:nvPr/>
              </p14:nvContentPartPr>
              <p14:xfrm>
                <a:off x="1963662" y="2696580"/>
                <a:ext cx="22680" cy="163440"/>
              </p14:xfrm>
            </p:contentPart>
          </mc:Choice>
          <mc:Fallback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DF61A7D7-B3E9-23F5-51B3-286339BD373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955022" y="2687940"/>
                  <a:ext cx="4032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281CEC34-9889-D885-E5B3-8A1DE99DCE87}"/>
                    </a:ext>
                  </a:extLst>
                </p14:cNvPr>
                <p14:cNvContentPartPr/>
                <p14:nvPr/>
              </p14:nvContentPartPr>
              <p14:xfrm>
                <a:off x="2040702" y="2666700"/>
                <a:ext cx="82440" cy="142560"/>
              </p14:xfrm>
            </p:contentPart>
          </mc:Choice>
          <mc:Fallback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281CEC34-9889-D885-E5B3-8A1DE99DCE8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031702" y="2658060"/>
                  <a:ext cx="10008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A1BA1606-4B77-9BA8-5FAE-F05C6614CF18}"/>
                    </a:ext>
                  </a:extLst>
                </p14:cNvPr>
                <p14:cNvContentPartPr/>
                <p14:nvPr/>
              </p14:nvContentPartPr>
              <p14:xfrm>
                <a:off x="2009742" y="2810340"/>
                <a:ext cx="158040" cy="59760"/>
              </p14:xfrm>
            </p:contentPart>
          </mc:Choice>
          <mc:Fallback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A1BA1606-4B77-9BA8-5FAE-F05C6614CF1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001102" y="2801700"/>
                  <a:ext cx="17568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ADF88A54-AF15-D000-BD61-C9E0681E7032}"/>
                    </a:ext>
                  </a:extLst>
                </p14:cNvPr>
                <p14:cNvContentPartPr/>
                <p14:nvPr/>
              </p14:nvContentPartPr>
              <p14:xfrm>
                <a:off x="2146542" y="2679300"/>
                <a:ext cx="120600" cy="123120"/>
              </p14:xfrm>
            </p:contentPart>
          </mc:Choice>
          <mc:Fallback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ADF88A54-AF15-D000-BD61-C9E0681E703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137542" y="2670660"/>
                  <a:ext cx="13824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1A4FE185-2D42-BC28-1ECA-E26783FBF2E6}"/>
                    </a:ext>
                  </a:extLst>
                </p14:cNvPr>
                <p14:cNvContentPartPr/>
                <p14:nvPr/>
              </p14:nvContentPartPr>
              <p14:xfrm>
                <a:off x="2144022" y="2813580"/>
                <a:ext cx="189360" cy="6264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1A4FE185-2D42-BC28-1ECA-E26783FBF2E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135382" y="2804580"/>
                  <a:ext cx="207000" cy="802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1412875"/>
            <a:ext cx="8642350" cy="4987925"/>
          </a:xfrm>
        </p:spPr>
        <p:txBody>
          <a:bodyPr/>
          <a:lstStyle/>
          <a:p>
            <a:pPr marL="342900" lvl="1" indent="-342900">
              <a:lnSpc>
                <a:spcPct val="90000"/>
              </a:lnSpc>
              <a:buSzTx/>
              <a:buFont typeface="Wingdings" panose="05000000000000000000" pitchFamily="2" charset="2"/>
              <a:buChar char="q"/>
              <a:defRPr/>
            </a:pPr>
            <a:r>
              <a:rPr lang="ko-KR" altLang="en-US" dirty="0"/>
              <a:t>연속 할당</a:t>
            </a:r>
            <a:endParaRPr lang="en-US" altLang="ko-KR" dirty="0"/>
          </a:p>
          <a:p>
            <a:pPr lvl="1">
              <a:lnSpc>
                <a:spcPct val="90000"/>
              </a:lnSpc>
              <a:defRPr/>
            </a:pPr>
            <a:r>
              <a:rPr lang="ko-KR" altLang="en-US" sz="2000" dirty="0"/>
              <a:t>각 파일이 디스크의 연속된 공간을 차지</a:t>
            </a:r>
            <a:endParaRPr lang="en-US" altLang="ko-KR" sz="2000" dirty="0"/>
          </a:p>
          <a:p>
            <a:pPr lvl="1">
              <a:lnSpc>
                <a:spcPct val="90000"/>
              </a:lnSpc>
              <a:defRPr/>
            </a:pPr>
            <a:r>
              <a:rPr lang="ko-KR" altLang="en-US" sz="2000" dirty="0"/>
              <a:t>간단함</a:t>
            </a:r>
            <a:r>
              <a:rPr lang="en-US" altLang="ko-KR" sz="2000" dirty="0"/>
              <a:t>: </a:t>
            </a:r>
            <a:r>
              <a:rPr lang="ko-KR" altLang="en-US" sz="2000" dirty="0"/>
              <a:t>블록들의 시작 주소와 개수만 필요</a:t>
            </a:r>
          </a:p>
          <a:p>
            <a:pPr lvl="1">
              <a:lnSpc>
                <a:spcPct val="90000"/>
              </a:lnSpc>
              <a:defRPr/>
            </a:pPr>
            <a:r>
              <a:rPr lang="ko-KR" altLang="en-US" sz="2000" dirty="0"/>
              <a:t>탐색 시간 최소화</a:t>
            </a:r>
            <a:endParaRPr lang="en-US" altLang="ko-KR" sz="2000" dirty="0"/>
          </a:p>
          <a:p>
            <a:pPr lvl="1">
              <a:lnSpc>
                <a:spcPct val="90000"/>
              </a:lnSpc>
              <a:defRPr/>
            </a:pPr>
            <a:r>
              <a:rPr lang="ko-KR" altLang="en-US" sz="2000" dirty="0"/>
              <a:t>랜덤 접근</a:t>
            </a:r>
            <a:endParaRPr lang="en-US" altLang="ko-KR" sz="2000" dirty="0"/>
          </a:p>
          <a:p>
            <a:pPr lvl="1">
              <a:lnSpc>
                <a:spcPct val="90000"/>
              </a:lnSpc>
              <a:defRPr/>
            </a:pPr>
            <a:r>
              <a:rPr lang="ko-KR" altLang="en-US" sz="2000" dirty="0"/>
              <a:t>가용공간 관리 어려움</a:t>
            </a:r>
          </a:p>
          <a:p>
            <a:pPr lvl="1">
              <a:lnSpc>
                <a:spcPct val="90000"/>
              </a:lnSpc>
              <a:defRPr/>
            </a:pPr>
            <a:r>
              <a:rPr lang="ko-KR" altLang="en-US" sz="2000" dirty="0"/>
              <a:t>빈 공간의 낭비</a:t>
            </a:r>
            <a:r>
              <a:rPr lang="en-US" altLang="ko-KR" sz="2000" dirty="0"/>
              <a:t>: </a:t>
            </a:r>
            <a:r>
              <a:rPr lang="ko-KR" altLang="en-US" sz="2000" dirty="0"/>
              <a:t>외부 단편화</a:t>
            </a:r>
            <a:endParaRPr lang="en-US" altLang="ko-KR" sz="2000" dirty="0"/>
          </a:p>
          <a:p>
            <a:pPr lvl="1">
              <a:lnSpc>
                <a:spcPct val="90000"/>
              </a:lnSpc>
              <a:defRPr/>
            </a:pPr>
            <a:endParaRPr lang="en-US" altLang="ko-KR" sz="2000" dirty="0"/>
          </a:p>
          <a:p>
            <a:pPr lvl="1">
              <a:lnSpc>
                <a:spcPct val="90000"/>
              </a:lnSpc>
              <a:defRPr/>
            </a:pPr>
            <a:endParaRPr lang="en-US" altLang="ko-KR" sz="2000" dirty="0"/>
          </a:p>
          <a:p>
            <a:pPr lvl="1">
              <a:lnSpc>
                <a:spcPct val="90000"/>
              </a:lnSpc>
              <a:defRPr/>
            </a:pPr>
            <a:endParaRPr lang="ko-KR" altLang="en-US" sz="2000" dirty="0"/>
          </a:p>
        </p:txBody>
      </p:sp>
      <p:sp>
        <p:nvSpPr>
          <p:cNvPr id="17411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F4E4312-5CBF-426F-A797-E3A1B1645B57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10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pic>
        <p:nvPicPr>
          <p:cNvPr id="1741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32" t="5862" r="14667" b="1837"/>
          <a:stretch>
            <a:fillRect/>
          </a:stretch>
        </p:blipFill>
        <p:spPr bwMode="auto">
          <a:xfrm>
            <a:off x="5076825" y="2840038"/>
            <a:ext cx="3600450" cy="3533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FFB10817-FA04-1CFE-2B56-4F97BAC0889E}"/>
                  </a:ext>
                </a:extLst>
              </p14:cNvPr>
              <p14:cNvContentPartPr/>
              <p14:nvPr/>
            </p14:nvContentPartPr>
            <p14:xfrm>
              <a:off x="3282702" y="1994940"/>
              <a:ext cx="2316240" cy="47520"/>
            </p14:xfrm>
          </p:contentPart>
        </mc:Choice>
        <mc:Fallback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FFB10817-FA04-1CFE-2B56-4F97BAC0889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46702" y="1923300"/>
                <a:ext cx="2387880" cy="19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3320" name="잉크 13319">
                <a:extLst>
                  <a:ext uri="{FF2B5EF4-FFF2-40B4-BE49-F238E27FC236}">
                    <a16:creationId xmlns:a16="http://schemas.microsoft.com/office/drawing/2014/main" id="{85F4D0C2-1E9A-52B6-7F57-8A7017C9F4E0}"/>
                  </a:ext>
                </a:extLst>
              </p14:cNvPr>
              <p14:cNvContentPartPr/>
              <p14:nvPr/>
            </p14:nvContentPartPr>
            <p14:xfrm>
              <a:off x="7666422" y="3216780"/>
              <a:ext cx="295920" cy="31320"/>
            </p14:xfrm>
          </p:contentPart>
        </mc:Choice>
        <mc:Fallback>
          <p:pic>
            <p:nvPicPr>
              <p:cNvPr id="13320" name="잉크 13319">
                <a:extLst>
                  <a:ext uri="{FF2B5EF4-FFF2-40B4-BE49-F238E27FC236}">
                    <a16:creationId xmlns:a16="http://schemas.microsoft.com/office/drawing/2014/main" id="{85F4D0C2-1E9A-52B6-7F57-8A7017C9F4E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630782" y="3145140"/>
                <a:ext cx="367560" cy="17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3321" name="잉크 13320">
                <a:extLst>
                  <a:ext uri="{FF2B5EF4-FFF2-40B4-BE49-F238E27FC236}">
                    <a16:creationId xmlns:a16="http://schemas.microsoft.com/office/drawing/2014/main" id="{E81120F2-EBA8-B3F1-2FE3-0A2EDBD11032}"/>
                  </a:ext>
                </a:extLst>
              </p14:cNvPr>
              <p14:cNvContentPartPr/>
              <p14:nvPr/>
            </p14:nvContentPartPr>
            <p14:xfrm>
              <a:off x="8132982" y="3239820"/>
              <a:ext cx="421920" cy="29160"/>
            </p14:xfrm>
          </p:contentPart>
        </mc:Choice>
        <mc:Fallback>
          <p:pic>
            <p:nvPicPr>
              <p:cNvPr id="13321" name="잉크 13320">
                <a:extLst>
                  <a:ext uri="{FF2B5EF4-FFF2-40B4-BE49-F238E27FC236}">
                    <a16:creationId xmlns:a16="http://schemas.microsoft.com/office/drawing/2014/main" id="{E81120F2-EBA8-B3F1-2FE3-0A2EDBD1103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097342" y="3167820"/>
                <a:ext cx="493560" cy="17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3326" name="잉크 13325">
                <a:extLst>
                  <a:ext uri="{FF2B5EF4-FFF2-40B4-BE49-F238E27FC236}">
                    <a16:creationId xmlns:a16="http://schemas.microsoft.com/office/drawing/2014/main" id="{537E4586-DD2E-343C-F7C4-EE97F567E11B}"/>
                  </a:ext>
                </a:extLst>
              </p14:cNvPr>
              <p14:cNvContentPartPr/>
              <p14:nvPr/>
            </p14:nvContentPartPr>
            <p14:xfrm>
              <a:off x="2903262" y="3634020"/>
              <a:ext cx="1337040" cy="65160"/>
            </p14:xfrm>
          </p:contentPart>
        </mc:Choice>
        <mc:Fallback>
          <p:pic>
            <p:nvPicPr>
              <p:cNvPr id="13326" name="잉크 13325">
                <a:extLst>
                  <a:ext uri="{FF2B5EF4-FFF2-40B4-BE49-F238E27FC236}">
                    <a16:creationId xmlns:a16="http://schemas.microsoft.com/office/drawing/2014/main" id="{537E4586-DD2E-343C-F7C4-EE97F567E11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867262" y="3562380"/>
                <a:ext cx="1408680" cy="20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3327" name="잉크 13326">
                <a:extLst>
                  <a:ext uri="{FF2B5EF4-FFF2-40B4-BE49-F238E27FC236}">
                    <a16:creationId xmlns:a16="http://schemas.microsoft.com/office/drawing/2014/main" id="{5D257553-6B36-21D4-4DB6-E8F56D5BA8B5}"/>
                  </a:ext>
                </a:extLst>
              </p14:cNvPr>
              <p14:cNvContentPartPr/>
              <p14:nvPr/>
            </p14:nvContentPartPr>
            <p14:xfrm>
              <a:off x="4204302" y="3641940"/>
              <a:ext cx="133560" cy="26280"/>
            </p14:xfrm>
          </p:contentPart>
        </mc:Choice>
        <mc:Fallback>
          <p:pic>
            <p:nvPicPr>
              <p:cNvPr id="13327" name="잉크 13326">
                <a:extLst>
                  <a:ext uri="{FF2B5EF4-FFF2-40B4-BE49-F238E27FC236}">
                    <a16:creationId xmlns:a16="http://schemas.microsoft.com/office/drawing/2014/main" id="{5D257553-6B36-21D4-4DB6-E8F56D5BA8B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168302" y="3569940"/>
                <a:ext cx="205200" cy="16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3328" name="잉크 13327">
                <a:extLst>
                  <a:ext uri="{FF2B5EF4-FFF2-40B4-BE49-F238E27FC236}">
                    <a16:creationId xmlns:a16="http://schemas.microsoft.com/office/drawing/2014/main" id="{7057F3CC-8B7D-530B-5266-21D12C1DE51C}"/>
                  </a:ext>
                </a:extLst>
              </p14:cNvPr>
              <p14:cNvContentPartPr/>
              <p14:nvPr/>
            </p14:nvContentPartPr>
            <p14:xfrm>
              <a:off x="4194942" y="3604140"/>
              <a:ext cx="97560" cy="27720"/>
            </p14:xfrm>
          </p:contentPart>
        </mc:Choice>
        <mc:Fallback>
          <p:pic>
            <p:nvPicPr>
              <p:cNvPr id="13328" name="잉크 13327">
                <a:extLst>
                  <a:ext uri="{FF2B5EF4-FFF2-40B4-BE49-F238E27FC236}">
                    <a16:creationId xmlns:a16="http://schemas.microsoft.com/office/drawing/2014/main" id="{7057F3CC-8B7D-530B-5266-21D12C1DE51C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159302" y="3532140"/>
                <a:ext cx="169200" cy="17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3329" name="잉크 13328">
                <a:extLst>
                  <a:ext uri="{FF2B5EF4-FFF2-40B4-BE49-F238E27FC236}">
                    <a16:creationId xmlns:a16="http://schemas.microsoft.com/office/drawing/2014/main" id="{27290FF2-79B3-5EB9-09DF-97C5E8438B16}"/>
                  </a:ext>
                </a:extLst>
              </p14:cNvPr>
              <p14:cNvContentPartPr/>
              <p14:nvPr/>
            </p14:nvContentPartPr>
            <p14:xfrm>
              <a:off x="3090102" y="2308140"/>
              <a:ext cx="2827800" cy="50400"/>
            </p14:xfrm>
          </p:contentPart>
        </mc:Choice>
        <mc:Fallback>
          <p:pic>
            <p:nvPicPr>
              <p:cNvPr id="13329" name="잉크 13328">
                <a:extLst>
                  <a:ext uri="{FF2B5EF4-FFF2-40B4-BE49-F238E27FC236}">
                    <a16:creationId xmlns:a16="http://schemas.microsoft.com/office/drawing/2014/main" id="{27290FF2-79B3-5EB9-09DF-97C5E8438B16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054102" y="2236140"/>
                <a:ext cx="2899440" cy="19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3330" name="잉크 13329">
                <a:extLst>
                  <a:ext uri="{FF2B5EF4-FFF2-40B4-BE49-F238E27FC236}">
                    <a16:creationId xmlns:a16="http://schemas.microsoft.com/office/drawing/2014/main" id="{F2B574ED-4C6F-46F4-9209-5B79256DC160}"/>
                  </a:ext>
                </a:extLst>
              </p14:cNvPr>
              <p14:cNvContentPartPr/>
              <p14:nvPr/>
            </p14:nvContentPartPr>
            <p14:xfrm>
              <a:off x="5637822" y="1953900"/>
              <a:ext cx="560880" cy="374040"/>
            </p14:xfrm>
          </p:contentPart>
        </mc:Choice>
        <mc:Fallback>
          <p:pic>
            <p:nvPicPr>
              <p:cNvPr id="13330" name="잉크 13329">
                <a:extLst>
                  <a:ext uri="{FF2B5EF4-FFF2-40B4-BE49-F238E27FC236}">
                    <a16:creationId xmlns:a16="http://schemas.microsoft.com/office/drawing/2014/main" id="{F2B574ED-4C6F-46F4-9209-5B79256DC160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628822" y="1944900"/>
                <a:ext cx="578520" cy="39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3331" name="잉크 13330">
                <a:extLst>
                  <a:ext uri="{FF2B5EF4-FFF2-40B4-BE49-F238E27FC236}">
                    <a16:creationId xmlns:a16="http://schemas.microsoft.com/office/drawing/2014/main" id="{A5F295BE-F90D-7DD8-4E92-B1EE48393F8D}"/>
                  </a:ext>
                </a:extLst>
              </p14:cNvPr>
              <p14:cNvContentPartPr/>
              <p14:nvPr/>
            </p14:nvContentPartPr>
            <p14:xfrm>
              <a:off x="3986502" y="2457180"/>
              <a:ext cx="3705480" cy="803520"/>
            </p14:xfrm>
          </p:contentPart>
        </mc:Choice>
        <mc:Fallback>
          <p:pic>
            <p:nvPicPr>
              <p:cNvPr id="13331" name="잉크 13330">
                <a:extLst>
                  <a:ext uri="{FF2B5EF4-FFF2-40B4-BE49-F238E27FC236}">
                    <a16:creationId xmlns:a16="http://schemas.microsoft.com/office/drawing/2014/main" id="{A5F295BE-F90D-7DD8-4E92-B1EE48393F8D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977862" y="2448180"/>
                <a:ext cx="3723120" cy="82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13332" name="잉크 13331">
                <a:extLst>
                  <a:ext uri="{FF2B5EF4-FFF2-40B4-BE49-F238E27FC236}">
                    <a16:creationId xmlns:a16="http://schemas.microsoft.com/office/drawing/2014/main" id="{3D8FC464-0952-14DB-AC5A-15B39E23920C}"/>
                  </a:ext>
                </a:extLst>
              </p14:cNvPr>
              <p14:cNvContentPartPr/>
              <p14:nvPr/>
            </p14:nvContentPartPr>
            <p14:xfrm>
              <a:off x="4919622" y="2405340"/>
              <a:ext cx="3419640" cy="806400"/>
            </p14:xfrm>
          </p:contentPart>
        </mc:Choice>
        <mc:Fallback>
          <p:pic>
            <p:nvPicPr>
              <p:cNvPr id="13332" name="잉크 13331">
                <a:extLst>
                  <a:ext uri="{FF2B5EF4-FFF2-40B4-BE49-F238E27FC236}">
                    <a16:creationId xmlns:a16="http://schemas.microsoft.com/office/drawing/2014/main" id="{3D8FC464-0952-14DB-AC5A-15B39E23920C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910622" y="2396700"/>
                <a:ext cx="3437280" cy="824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313" y="1412875"/>
            <a:ext cx="8715375" cy="3016250"/>
          </a:xfrm>
        </p:spPr>
        <p:txBody>
          <a:bodyPr/>
          <a:lstStyle/>
          <a:p>
            <a:r>
              <a:rPr lang="ko-KR" altLang="en-US" sz="2400"/>
              <a:t>연결 할당</a:t>
            </a:r>
            <a:endParaRPr lang="en-US" altLang="ko-KR" sz="2400"/>
          </a:p>
          <a:p>
            <a:pPr lvl="1"/>
            <a:r>
              <a:rPr lang="ko-KR" altLang="en-US" sz="2000"/>
              <a:t>각 파일은 디스크 블록의 연결 리스트</a:t>
            </a:r>
          </a:p>
          <a:p>
            <a:pPr lvl="1"/>
            <a:r>
              <a:rPr lang="ko-KR" altLang="en-US" sz="2000"/>
              <a:t>간단함</a:t>
            </a:r>
            <a:r>
              <a:rPr lang="en-US" altLang="ko-KR" sz="2000"/>
              <a:t>: </a:t>
            </a:r>
            <a:r>
              <a:rPr lang="ko-KR" altLang="en-US" sz="2000"/>
              <a:t>시작 주소만 필요</a:t>
            </a:r>
          </a:p>
          <a:p>
            <a:pPr lvl="1"/>
            <a:r>
              <a:rPr lang="ko-KR" altLang="en-US" sz="2000"/>
              <a:t>순차 접근 파일에만 효과적</a:t>
            </a:r>
          </a:p>
          <a:p>
            <a:pPr lvl="1"/>
            <a:r>
              <a:rPr lang="ko-KR" altLang="en-US" sz="2000"/>
              <a:t>포인터들을 위한 공간 필요</a:t>
            </a:r>
          </a:p>
          <a:p>
            <a:pPr lvl="1"/>
            <a:r>
              <a:rPr lang="ko-KR" altLang="en-US" sz="2000"/>
              <a:t>신뢰성 문제</a:t>
            </a:r>
            <a:endParaRPr lang="en-US" altLang="ko-KR" sz="2000"/>
          </a:p>
          <a:p>
            <a:pPr lvl="2"/>
            <a:r>
              <a:rPr lang="ko-KR" altLang="en-US" sz="1600"/>
              <a:t>하나의 오류로 전체 자료 유실 가능</a:t>
            </a:r>
            <a:endParaRPr lang="en-US" altLang="ko-KR" sz="1600"/>
          </a:p>
          <a:p>
            <a:pPr lvl="1"/>
            <a:endParaRPr lang="en-US" altLang="ko-KR" sz="2000"/>
          </a:p>
          <a:p>
            <a:pPr lvl="1">
              <a:buFont typeface="Wingdings" panose="05000000000000000000" pitchFamily="2" charset="2"/>
              <a:buNone/>
            </a:pPr>
            <a:endParaRPr lang="en-US" altLang="ko-KR" sz="2000"/>
          </a:p>
          <a:p>
            <a:pPr lvl="1"/>
            <a:endParaRPr lang="ko-KR" altLang="en-US" sz="2000"/>
          </a:p>
        </p:txBody>
      </p:sp>
      <p:sp>
        <p:nvSpPr>
          <p:cNvPr id="18435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5ABDF5E-DDB8-434A-B197-41F1648FDA07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11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pic>
        <p:nvPicPr>
          <p:cNvPr id="18436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70" t="812" r="10570" b="517"/>
          <a:stretch>
            <a:fillRect/>
          </a:stretch>
        </p:blipFill>
        <p:spPr bwMode="auto">
          <a:xfrm>
            <a:off x="5000625" y="2857500"/>
            <a:ext cx="3638550" cy="3643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EE270898-FB3F-DF4A-AE5E-60AD380E4C38}"/>
                  </a:ext>
                </a:extLst>
              </p14:cNvPr>
              <p14:cNvContentPartPr/>
              <p14:nvPr/>
            </p14:nvContentPartPr>
            <p14:xfrm>
              <a:off x="1937742" y="2355300"/>
              <a:ext cx="2026440" cy="72720"/>
            </p14:xfrm>
          </p:contentPart>
        </mc:Choice>
        <mc:Fallback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EE270898-FB3F-DF4A-AE5E-60AD380E4C3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02102" y="2283660"/>
                <a:ext cx="2098080" cy="21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5764993D-9251-78A3-8094-1827EBF15535}"/>
                  </a:ext>
                </a:extLst>
              </p14:cNvPr>
              <p14:cNvContentPartPr/>
              <p14:nvPr/>
            </p14:nvContentPartPr>
            <p14:xfrm>
              <a:off x="1352742" y="3798540"/>
              <a:ext cx="3221640" cy="58320"/>
            </p14:xfrm>
          </p:contentPart>
        </mc:Choice>
        <mc:Fallback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5764993D-9251-78A3-8094-1827EBF1553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17102" y="3726900"/>
                <a:ext cx="3293280" cy="20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E2E33E9F-2AB0-48FB-97E1-16CD0A45CCB0}"/>
                  </a:ext>
                </a:extLst>
              </p14:cNvPr>
              <p14:cNvContentPartPr/>
              <p14:nvPr/>
            </p14:nvContentPartPr>
            <p14:xfrm>
              <a:off x="1043142" y="3469860"/>
              <a:ext cx="1353240" cy="74160"/>
            </p14:xfrm>
          </p:contentPart>
        </mc:Choice>
        <mc:Fallback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E2E33E9F-2AB0-48FB-97E1-16CD0A45CCB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07502" y="3397860"/>
                <a:ext cx="1424880" cy="21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F9267128-0447-F3A6-7B2C-C42048C096D8}"/>
                  </a:ext>
                </a:extLst>
              </p14:cNvPr>
              <p14:cNvContentPartPr/>
              <p14:nvPr/>
            </p14:nvContentPartPr>
            <p14:xfrm>
              <a:off x="1245822" y="4244580"/>
              <a:ext cx="118800" cy="260280"/>
            </p14:xfrm>
          </p:contentPart>
        </mc:Choice>
        <mc:Fallback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F9267128-0447-F3A6-7B2C-C42048C096D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237182" y="4235580"/>
                <a:ext cx="136440" cy="27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3FB52D73-AD70-E7F0-D518-AB06C0F91B0C}"/>
                  </a:ext>
                </a:extLst>
              </p14:cNvPr>
              <p14:cNvContentPartPr/>
              <p14:nvPr/>
            </p14:nvContentPartPr>
            <p14:xfrm>
              <a:off x="1386222" y="4361220"/>
              <a:ext cx="19080" cy="194400"/>
            </p14:xfrm>
          </p:contentPart>
        </mc:Choice>
        <mc:Fallback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3FB52D73-AD70-E7F0-D518-AB06C0F91B0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377582" y="4352220"/>
                <a:ext cx="36720" cy="21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556100DD-BEDB-EF0F-228B-EC2DC1C67116}"/>
                  </a:ext>
                </a:extLst>
              </p14:cNvPr>
              <p14:cNvContentPartPr/>
              <p14:nvPr/>
            </p14:nvContentPartPr>
            <p14:xfrm>
              <a:off x="1466142" y="4333860"/>
              <a:ext cx="9720" cy="139320"/>
            </p14:xfrm>
          </p:contentPart>
        </mc:Choice>
        <mc:Fallback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556100DD-BEDB-EF0F-228B-EC2DC1C67116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457142" y="4324860"/>
                <a:ext cx="27360" cy="15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8" name="잉크 7">
                <a:extLst>
                  <a:ext uri="{FF2B5EF4-FFF2-40B4-BE49-F238E27FC236}">
                    <a16:creationId xmlns:a16="http://schemas.microsoft.com/office/drawing/2014/main" id="{309AB076-A9DC-9C9D-6F30-310EF03998B6}"/>
                  </a:ext>
                </a:extLst>
              </p14:cNvPr>
              <p14:cNvContentPartPr/>
              <p14:nvPr/>
            </p14:nvContentPartPr>
            <p14:xfrm>
              <a:off x="1449582" y="4341420"/>
              <a:ext cx="99720" cy="151200"/>
            </p14:xfrm>
          </p:contentPart>
        </mc:Choice>
        <mc:Fallback>
          <p:pic>
            <p:nvPicPr>
              <p:cNvPr id="8" name="잉크 7">
                <a:extLst>
                  <a:ext uri="{FF2B5EF4-FFF2-40B4-BE49-F238E27FC236}">
                    <a16:creationId xmlns:a16="http://schemas.microsoft.com/office/drawing/2014/main" id="{309AB076-A9DC-9C9D-6F30-310EF03998B6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440942" y="4332780"/>
                <a:ext cx="117360" cy="16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9" name="잉크 8">
                <a:extLst>
                  <a:ext uri="{FF2B5EF4-FFF2-40B4-BE49-F238E27FC236}">
                    <a16:creationId xmlns:a16="http://schemas.microsoft.com/office/drawing/2014/main" id="{A43BBB22-185E-973D-F4D7-55B0C91603B3}"/>
                  </a:ext>
                </a:extLst>
              </p14:cNvPr>
              <p14:cNvContentPartPr/>
              <p14:nvPr/>
            </p14:nvContentPartPr>
            <p14:xfrm>
              <a:off x="1462182" y="4492980"/>
              <a:ext cx="95760" cy="164880"/>
            </p14:xfrm>
          </p:contentPart>
        </mc:Choice>
        <mc:Fallback>
          <p:pic>
            <p:nvPicPr>
              <p:cNvPr id="9" name="잉크 8">
                <a:extLst>
                  <a:ext uri="{FF2B5EF4-FFF2-40B4-BE49-F238E27FC236}">
                    <a16:creationId xmlns:a16="http://schemas.microsoft.com/office/drawing/2014/main" id="{A43BBB22-185E-973D-F4D7-55B0C91603B3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453182" y="4484340"/>
                <a:ext cx="113400" cy="18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0" name="잉크 9">
                <a:extLst>
                  <a:ext uri="{FF2B5EF4-FFF2-40B4-BE49-F238E27FC236}">
                    <a16:creationId xmlns:a16="http://schemas.microsoft.com/office/drawing/2014/main" id="{4841CE72-5CF8-845D-3010-E22E316DA963}"/>
                  </a:ext>
                </a:extLst>
              </p14:cNvPr>
              <p14:cNvContentPartPr/>
              <p14:nvPr/>
            </p14:nvContentPartPr>
            <p14:xfrm>
              <a:off x="1667382" y="4335300"/>
              <a:ext cx="99720" cy="123840"/>
            </p14:xfrm>
          </p:contentPart>
        </mc:Choice>
        <mc:Fallback>
          <p:pic>
            <p:nvPicPr>
              <p:cNvPr id="10" name="잉크 9">
                <a:extLst>
                  <a:ext uri="{FF2B5EF4-FFF2-40B4-BE49-F238E27FC236}">
                    <a16:creationId xmlns:a16="http://schemas.microsoft.com/office/drawing/2014/main" id="{4841CE72-5CF8-845D-3010-E22E316DA963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658382" y="4326300"/>
                <a:ext cx="117360" cy="14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11" name="잉크 10">
                <a:extLst>
                  <a:ext uri="{FF2B5EF4-FFF2-40B4-BE49-F238E27FC236}">
                    <a16:creationId xmlns:a16="http://schemas.microsoft.com/office/drawing/2014/main" id="{1CF21F69-DEC4-A2D7-8254-17C5BAF207BF}"/>
                  </a:ext>
                </a:extLst>
              </p14:cNvPr>
              <p14:cNvContentPartPr/>
              <p14:nvPr/>
            </p14:nvContentPartPr>
            <p14:xfrm>
              <a:off x="1801662" y="4332060"/>
              <a:ext cx="66600" cy="131400"/>
            </p14:xfrm>
          </p:contentPart>
        </mc:Choice>
        <mc:Fallback>
          <p:pic>
            <p:nvPicPr>
              <p:cNvPr id="11" name="잉크 10">
                <a:extLst>
                  <a:ext uri="{FF2B5EF4-FFF2-40B4-BE49-F238E27FC236}">
                    <a16:creationId xmlns:a16="http://schemas.microsoft.com/office/drawing/2014/main" id="{1CF21F69-DEC4-A2D7-8254-17C5BAF207BF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792662" y="4323060"/>
                <a:ext cx="84240" cy="14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12" name="잉크 11">
                <a:extLst>
                  <a:ext uri="{FF2B5EF4-FFF2-40B4-BE49-F238E27FC236}">
                    <a16:creationId xmlns:a16="http://schemas.microsoft.com/office/drawing/2014/main" id="{92347740-DCDC-FBD6-DD7D-F9A94F0CCAA0}"/>
                  </a:ext>
                </a:extLst>
              </p14:cNvPr>
              <p14:cNvContentPartPr/>
              <p14:nvPr/>
            </p14:nvContentPartPr>
            <p14:xfrm>
              <a:off x="1756662" y="4485420"/>
              <a:ext cx="137160" cy="90360"/>
            </p14:xfrm>
          </p:contentPart>
        </mc:Choice>
        <mc:Fallback>
          <p:pic>
            <p:nvPicPr>
              <p:cNvPr id="12" name="잉크 11">
                <a:extLst>
                  <a:ext uri="{FF2B5EF4-FFF2-40B4-BE49-F238E27FC236}">
                    <a16:creationId xmlns:a16="http://schemas.microsoft.com/office/drawing/2014/main" id="{92347740-DCDC-FBD6-DD7D-F9A94F0CCAA0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748022" y="4476780"/>
                <a:ext cx="154800" cy="10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13" name="잉크 12">
                <a:extLst>
                  <a:ext uri="{FF2B5EF4-FFF2-40B4-BE49-F238E27FC236}">
                    <a16:creationId xmlns:a16="http://schemas.microsoft.com/office/drawing/2014/main" id="{75371203-54BA-9E3C-4A03-3DE01D699C2B}"/>
                  </a:ext>
                </a:extLst>
              </p14:cNvPr>
              <p14:cNvContentPartPr/>
              <p14:nvPr/>
            </p14:nvContentPartPr>
            <p14:xfrm>
              <a:off x="1909662" y="4338180"/>
              <a:ext cx="82800" cy="125640"/>
            </p14:xfrm>
          </p:contentPart>
        </mc:Choice>
        <mc:Fallback>
          <p:pic>
            <p:nvPicPr>
              <p:cNvPr id="13" name="잉크 12">
                <a:extLst>
                  <a:ext uri="{FF2B5EF4-FFF2-40B4-BE49-F238E27FC236}">
                    <a16:creationId xmlns:a16="http://schemas.microsoft.com/office/drawing/2014/main" id="{75371203-54BA-9E3C-4A03-3DE01D699C2B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900662" y="4329180"/>
                <a:ext cx="100440" cy="14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14" name="잉크 13">
                <a:extLst>
                  <a:ext uri="{FF2B5EF4-FFF2-40B4-BE49-F238E27FC236}">
                    <a16:creationId xmlns:a16="http://schemas.microsoft.com/office/drawing/2014/main" id="{889BA9CC-DC4C-D210-EBBE-175327A14B02}"/>
                  </a:ext>
                </a:extLst>
              </p14:cNvPr>
              <p14:cNvContentPartPr/>
              <p14:nvPr/>
            </p14:nvContentPartPr>
            <p14:xfrm>
              <a:off x="1899222" y="4362660"/>
              <a:ext cx="140040" cy="176400"/>
            </p14:xfrm>
          </p:contentPart>
        </mc:Choice>
        <mc:Fallback>
          <p:pic>
            <p:nvPicPr>
              <p:cNvPr id="14" name="잉크 13">
                <a:extLst>
                  <a:ext uri="{FF2B5EF4-FFF2-40B4-BE49-F238E27FC236}">
                    <a16:creationId xmlns:a16="http://schemas.microsoft.com/office/drawing/2014/main" id="{889BA9CC-DC4C-D210-EBBE-175327A14B02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890222" y="4354020"/>
                <a:ext cx="157680" cy="19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15" name="잉크 14">
                <a:extLst>
                  <a:ext uri="{FF2B5EF4-FFF2-40B4-BE49-F238E27FC236}">
                    <a16:creationId xmlns:a16="http://schemas.microsoft.com/office/drawing/2014/main" id="{2BCE69E7-3DEE-45B5-D629-986339D9B15D}"/>
                  </a:ext>
                </a:extLst>
              </p14:cNvPr>
              <p14:cNvContentPartPr/>
              <p14:nvPr/>
            </p14:nvContentPartPr>
            <p14:xfrm>
              <a:off x="2030982" y="4333140"/>
              <a:ext cx="68040" cy="117720"/>
            </p14:xfrm>
          </p:contentPart>
        </mc:Choice>
        <mc:Fallback>
          <p:pic>
            <p:nvPicPr>
              <p:cNvPr id="15" name="잉크 14">
                <a:extLst>
                  <a:ext uri="{FF2B5EF4-FFF2-40B4-BE49-F238E27FC236}">
                    <a16:creationId xmlns:a16="http://schemas.microsoft.com/office/drawing/2014/main" id="{2BCE69E7-3DEE-45B5-D629-986339D9B15D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2021982" y="4324500"/>
                <a:ext cx="85680" cy="13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16" name="잉크 15">
                <a:extLst>
                  <a:ext uri="{FF2B5EF4-FFF2-40B4-BE49-F238E27FC236}">
                    <a16:creationId xmlns:a16="http://schemas.microsoft.com/office/drawing/2014/main" id="{7F951980-2046-2594-B1E5-4B53329034A2}"/>
                  </a:ext>
                </a:extLst>
              </p14:cNvPr>
              <p14:cNvContentPartPr/>
              <p14:nvPr/>
            </p14:nvContentPartPr>
            <p14:xfrm>
              <a:off x="2018022" y="4494060"/>
              <a:ext cx="117000" cy="45360"/>
            </p14:xfrm>
          </p:contentPart>
        </mc:Choice>
        <mc:Fallback>
          <p:pic>
            <p:nvPicPr>
              <p:cNvPr id="16" name="잉크 15">
                <a:extLst>
                  <a:ext uri="{FF2B5EF4-FFF2-40B4-BE49-F238E27FC236}">
                    <a16:creationId xmlns:a16="http://schemas.microsoft.com/office/drawing/2014/main" id="{7F951980-2046-2594-B1E5-4B53329034A2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2009022" y="4485420"/>
                <a:ext cx="134640" cy="6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17" name="잉크 16">
                <a:extLst>
                  <a:ext uri="{FF2B5EF4-FFF2-40B4-BE49-F238E27FC236}">
                    <a16:creationId xmlns:a16="http://schemas.microsoft.com/office/drawing/2014/main" id="{844B5B0E-0409-9660-7B32-EA71ACD22977}"/>
                  </a:ext>
                </a:extLst>
              </p14:cNvPr>
              <p14:cNvContentPartPr/>
              <p14:nvPr/>
            </p14:nvContentPartPr>
            <p14:xfrm>
              <a:off x="2149422" y="4306500"/>
              <a:ext cx="12240" cy="86760"/>
            </p14:xfrm>
          </p:contentPart>
        </mc:Choice>
        <mc:Fallback>
          <p:pic>
            <p:nvPicPr>
              <p:cNvPr id="17" name="잉크 16">
                <a:extLst>
                  <a:ext uri="{FF2B5EF4-FFF2-40B4-BE49-F238E27FC236}">
                    <a16:creationId xmlns:a16="http://schemas.microsoft.com/office/drawing/2014/main" id="{844B5B0E-0409-9660-7B32-EA71ACD22977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2140422" y="4297500"/>
                <a:ext cx="29880" cy="10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18" name="잉크 17">
                <a:extLst>
                  <a:ext uri="{FF2B5EF4-FFF2-40B4-BE49-F238E27FC236}">
                    <a16:creationId xmlns:a16="http://schemas.microsoft.com/office/drawing/2014/main" id="{F72B6C8A-17EF-EA71-8220-1828CE0EFED2}"/>
                  </a:ext>
                </a:extLst>
              </p14:cNvPr>
              <p14:cNvContentPartPr/>
              <p14:nvPr/>
            </p14:nvContentPartPr>
            <p14:xfrm>
              <a:off x="2113782" y="4357260"/>
              <a:ext cx="181800" cy="182520"/>
            </p14:xfrm>
          </p:contentPart>
        </mc:Choice>
        <mc:Fallback>
          <p:pic>
            <p:nvPicPr>
              <p:cNvPr id="18" name="잉크 17">
                <a:extLst>
                  <a:ext uri="{FF2B5EF4-FFF2-40B4-BE49-F238E27FC236}">
                    <a16:creationId xmlns:a16="http://schemas.microsoft.com/office/drawing/2014/main" id="{F72B6C8A-17EF-EA71-8220-1828CE0EFED2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2104782" y="4348620"/>
                <a:ext cx="199440" cy="20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19" name="잉크 18">
                <a:extLst>
                  <a:ext uri="{FF2B5EF4-FFF2-40B4-BE49-F238E27FC236}">
                    <a16:creationId xmlns:a16="http://schemas.microsoft.com/office/drawing/2014/main" id="{7391530E-A4B4-3AF3-5F13-B6872F41C8A6}"/>
                  </a:ext>
                </a:extLst>
              </p14:cNvPr>
              <p14:cNvContentPartPr/>
              <p14:nvPr/>
            </p14:nvContentPartPr>
            <p14:xfrm>
              <a:off x="2287302" y="4384620"/>
              <a:ext cx="107640" cy="126000"/>
            </p14:xfrm>
          </p:contentPart>
        </mc:Choice>
        <mc:Fallback>
          <p:pic>
            <p:nvPicPr>
              <p:cNvPr id="19" name="잉크 18">
                <a:extLst>
                  <a:ext uri="{FF2B5EF4-FFF2-40B4-BE49-F238E27FC236}">
                    <a16:creationId xmlns:a16="http://schemas.microsoft.com/office/drawing/2014/main" id="{7391530E-A4B4-3AF3-5F13-B6872F41C8A6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2278302" y="4375620"/>
                <a:ext cx="125280" cy="14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20" name="잉크 19">
                <a:extLst>
                  <a:ext uri="{FF2B5EF4-FFF2-40B4-BE49-F238E27FC236}">
                    <a16:creationId xmlns:a16="http://schemas.microsoft.com/office/drawing/2014/main" id="{08EB74C0-4441-71FE-F8D7-B5CB4C0C982A}"/>
                  </a:ext>
                </a:extLst>
              </p14:cNvPr>
              <p14:cNvContentPartPr/>
              <p14:nvPr/>
            </p14:nvContentPartPr>
            <p14:xfrm>
              <a:off x="2396742" y="4337820"/>
              <a:ext cx="166320" cy="190800"/>
            </p14:xfrm>
          </p:contentPart>
        </mc:Choice>
        <mc:Fallback>
          <p:pic>
            <p:nvPicPr>
              <p:cNvPr id="20" name="잉크 19">
                <a:extLst>
                  <a:ext uri="{FF2B5EF4-FFF2-40B4-BE49-F238E27FC236}">
                    <a16:creationId xmlns:a16="http://schemas.microsoft.com/office/drawing/2014/main" id="{08EB74C0-4441-71FE-F8D7-B5CB4C0C982A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2387742" y="4329180"/>
                <a:ext cx="183960" cy="20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21" name="잉크 20">
                <a:extLst>
                  <a:ext uri="{FF2B5EF4-FFF2-40B4-BE49-F238E27FC236}">
                    <a16:creationId xmlns:a16="http://schemas.microsoft.com/office/drawing/2014/main" id="{BC68CD90-5A31-AEAE-935D-D42A4AB50A67}"/>
                  </a:ext>
                </a:extLst>
              </p14:cNvPr>
              <p14:cNvContentPartPr/>
              <p14:nvPr/>
            </p14:nvContentPartPr>
            <p14:xfrm>
              <a:off x="2417982" y="4294980"/>
              <a:ext cx="110880" cy="315360"/>
            </p14:xfrm>
          </p:contentPart>
        </mc:Choice>
        <mc:Fallback>
          <p:pic>
            <p:nvPicPr>
              <p:cNvPr id="21" name="잉크 20">
                <a:extLst>
                  <a:ext uri="{FF2B5EF4-FFF2-40B4-BE49-F238E27FC236}">
                    <a16:creationId xmlns:a16="http://schemas.microsoft.com/office/drawing/2014/main" id="{BC68CD90-5A31-AEAE-935D-D42A4AB50A67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2409342" y="4286340"/>
                <a:ext cx="128520" cy="333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6" t="1050" r="7153" b="1401"/>
          <a:stretch>
            <a:fillRect/>
          </a:stretch>
        </p:blipFill>
        <p:spPr bwMode="auto">
          <a:xfrm>
            <a:off x="2214563" y="2928938"/>
            <a:ext cx="4440237" cy="377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59" name="슬라이드 번호 개체 틀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5F20813-B677-498C-814E-7EE71A8DB071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12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214313" y="1285875"/>
            <a:ext cx="8715375" cy="1571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latinLnBrk="1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q"/>
              <a:defRPr/>
            </a:pPr>
            <a:r>
              <a:rPr lang="ko-KR" altLang="en-US" kern="0" dirty="0">
                <a:latin typeface="+mn-ea"/>
                <a:ea typeface="+mn-ea"/>
              </a:rPr>
              <a:t>연결 할당 변형</a:t>
            </a:r>
            <a:r>
              <a:rPr lang="en-US" altLang="ko-KR" kern="0" dirty="0">
                <a:latin typeface="+mn-ea"/>
                <a:ea typeface="+mn-ea"/>
              </a:rPr>
              <a:t>: </a:t>
            </a:r>
            <a:r>
              <a:rPr lang="ko-KR" altLang="en-US" kern="0" dirty="0">
                <a:latin typeface="+mn-ea"/>
                <a:ea typeface="+mn-ea"/>
              </a:rPr>
              <a:t>파일 할당 테이블 </a:t>
            </a:r>
            <a:r>
              <a:rPr lang="en-US" altLang="ko-KR" kern="0" dirty="0">
                <a:latin typeface="+mn-ea"/>
                <a:ea typeface="+mn-ea"/>
              </a:rPr>
              <a:t>(FAT)</a:t>
            </a:r>
          </a:p>
          <a:p>
            <a:pPr marL="742950" lvl="1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/>
            </a:pPr>
            <a:r>
              <a:rPr lang="en-US" altLang="ko-KR" sz="2000" kern="0" dirty="0">
                <a:latin typeface="+mn-ea"/>
                <a:ea typeface="+mn-ea"/>
              </a:rPr>
              <a:t>MS-DOS, OS/2 </a:t>
            </a:r>
            <a:r>
              <a:rPr lang="ko-KR" altLang="en-US" sz="2000" kern="0" dirty="0">
                <a:latin typeface="+mn-ea"/>
                <a:ea typeface="+mn-ea"/>
              </a:rPr>
              <a:t>에서 사용</a:t>
            </a:r>
          </a:p>
          <a:p>
            <a:pPr marL="742950" lvl="1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/>
            </a:pPr>
            <a:r>
              <a:rPr lang="ko-KR" altLang="en-US" sz="2000" kern="0" dirty="0">
                <a:latin typeface="+mn-ea"/>
                <a:ea typeface="+mn-ea"/>
              </a:rPr>
              <a:t>각 디스크 블록 내의 블록 번호와 관련 포인터의 항목 테이블</a:t>
            </a:r>
            <a:endParaRPr lang="en-US" altLang="ko-KR" sz="2000" kern="0" dirty="0">
              <a:latin typeface="+mn-ea"/>
              <a:ea typeface="+mn-ea"/>
            </a:endParaRPr>
          </a:p>
          <a:p>
            <a:pPr marL="742950" lvl="1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/>
            </a:pPr>
            <a:r>
              <a:rPr lang="en-US" altLang="ko-KR" sz="2000" kern="0" dirty="0">
                <a:latin typeface="+mn-ea"/>
                <a:ea typeface="+mn-ea"/>
              </a:rPr>
              <a:t>FAT</a:t>
            </a:r>
            <a:r>
              <a:rPr lang="ko-KR" altLang="en-US" sz="2000" kern="0" dirty="0">
                <a:latin typeface="+mn-ea"/>
                <a:ea typeface="+mn-ea"/>
              </a:rPr>
              <a:t>을 읽어 임의의 블록으로 직접 접근 지원</a:t>
            </a:r>
          </a:p>
          <a:p>
            <a:pPr marL="1085850" lvl="2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itchFamily="2" charset="2"/>
              <a:buChar char="ü"/>
              <a:defRPr/>
            </a:pPr>
            <a:endParaRPr lang="en-US" altLang="ko-KR" sz="1600" kern="0" dirty="0">
              <a:latin typeface="+mn-ea"/>
              <a:ea typeface="+mn-ea"/>
            </a:endParaRPr>
          </a:p>
          <a:p>
            <a:pPr marL="742950" lvl="1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/>
            </a:pPr>
            <a:endParaRPr lang="en-US" altLang="ko-KR" sz="2000" kern="0" dirty="0">
              <a:latin typeface="+mn-ea"/>
              <a:ea typeface="+mn-ea"/>
            </a:endParaRPr>
          </a:p>
          <a:p>
            <a:pPr marL="742950" lvl="1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None/>
              <a:defRPr/>
            </a:pPr>
            <a:endParaRPr lang="en-US" altLang="ko-KR" sz="2000" kern="0" dirty="0">
              <a:latin typeface="+mn-ea"/>
              <a:ea typeface="+mn-ea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2217FB38-406A-06CF-6098-72D7004CA8BF}"/>
                  </a:ext>
                </a:extLst>
              </p14:cNvPr>
              <p14:cNvContentPartPr/>
              <p14:nvPr/>
            </p14:nvContentPartPr>
            <p14:xfrm>
              <a:off x="4838982" y="2316060"/>
              <a:ext cx="3106440" cy="22320"/>
            </p14:xfrm>
          </p:contentPart>
        </mc:Choice>
        <mc:Fallback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2217FB38-406A-06CF-6098-72D7004CA8B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03342" y="2244420"/>
                <a:ext cx="3178080" cy="16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72864807-7D2F-D281-C8CE-0FC0E35618A1}"/>
                  </a:ext>
                </a:extLst>
              </p14:cNvPr>
              <p14:cNvContentPartPr/>
              <p14:nvPr/>
            </p14:nvContentPartPr>
            <p14:xfrm>
              <a:off x="981582" y="2619900"/>
              <a:ext cx="560520" cy="46800"/>
            </p14:xfrm>
          </p:contentPart>
        </mc:Choice>
        <mc:Fallback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72864807-7D2F-D281-C8CE-0FC0E35618A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45582" y="2547900"/>
                <a:ext cx="632160" cy="190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313" y="1285875"/>
            <a:ext cx="8286750" cy="1857375"/>
          </a:xfrm>
        </p:spPr>
        <p:txBody>
          <a:bodyPr/>
          <a:lstStyle/>
          <a:p>
            <a:r>
              <a:rPr lang="ko-KR" altLang="en-US" sz="2400"/>
              <a:t>색인 할당</a:t>
            </a:r>
            <a:endParaRPr lang="en-US" altLang="ko-KR" sz="2400"/>
          </a:p>
          <a:p>
            <a:pPr lvl="1"/>
            <a:r>
              <a:rPr lang="ko-KR" altLang="en-US" sz="2000"/>
              <a:t>모든 파일 포인터들을 하나의 장소 </a:t>
            </a:r>
            <a:r>
              <a:rPr lang="en-US" altLang="ko-KR" sz="2000"/>
              <a:t>(</a:t>
            </a:r>
            <a:r>
              <a:rPr lang="ko-KR" altLang="en-US" sz="2000"/>
              <a:t>색인 블록</a:t>
            </a:r>
            <a:r>
              <a:rPr lang="en-US" altLang="ko-KR" sz="2000"/>
              <a:t>)</a:t>
            </a:r>
            <a:r>
              <a:rPr lang="ko-KR" altLang="en-US" sz="2000"/>
              <a:t>에서 관리</a:t>
            </a:r>
          </a:p>
          <a:p>
            <a:pPr lvl="1"/>
            <a:r>
              <a:rPr lang="ko-KR" altLang="en-US" sz="2000"/>
              <a:t>랜덤 접근</a:t>
            </a:r>
            <a:r>
              <a:rPr lang="en-US" altLang="ko-KR" sz="2000"/>
              <a:t>: </a:t>
            </a:r>
            <a:r>
              <a:rPr lang="ko-KR" altLang="en-US" sz="2000"/>
              <a:t>외부 단편화 없이 동적 접근 가능</a:t>
            </a:r>
          </a:p>
          <a:p>
            <a:pPr lvl="1"/>
            <a:r>
              <a:rPr lang="ko-KR" altLang="en-US" sz="2000"/>
              <a:t>색인 블록에 대한 메모리 낭비</a:t>
            </a:r>
            <a:endParaRPr lang="en-US" altLang="ko-KR" sz="2000"/>
          </a:p>
        </p:txBody>
      </p:sp>
      <p:sp>
        <p:nvSpPr>
          <p:cNvPr id="20483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1A96E99-0DCA-4A9F-8515-178DD9DBC6A0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13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pic>
        <p:nvPicPr>
          <p:cNvPr id="20484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30" t="887" r="4901" b="591"/>
          <a:stretch>
            <a:fillRect/>
          </a:stretch>
        </p:blipFill>
        <p:spPr bwMode="auto">
          <a:xfrm>
            <a:off x="2928938" y="3143250"/>
            <a:ext cx="4068762" cy="3557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CE03E0DB-FAF5-5BE7-DD97-485A5D116C02}"/>
                  </a:ext>
                </a:extLst>
              </p14:cNvPr>
              <p14:cNvContentPartPr/>
              <p14:nvPr/>
            </p14:nvContentPartPr>
            <p14:xfrm>
              <a:off x="3571782" y="1873980"/>
              <a:ext cx="3896640" cy="93600"/>
            </p14:xfrm>
          </p:contentPart>
        </mc:Choice>
        <mc:Fallback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CE03E0DB-FAF5-5BE7-DD97-485A5D116C0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35782" y="1801980"/>
                <a:ext cx="3968280" cy="23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62081E7C-48E2-8A05-28BA-78692DF775CB}"/>
                  </a:ext>
                </a:extLst>
              </p14:cNvPr>
              <p14:cNvContentPartPr/>
              <p14:nvPr/>
            </p14:nvContentPartPr>
            <p14:xfrm>
              <a:off x="3985782" y="5097420"/>
              <a:ext cx="463320" cy="329400"/>
            </p14:xfrm>
          </p:contentPart>
        </mc:Choice>
        <mc:Fallback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62081E7C-48E2-8A05-28BA-78692DF775C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950142" y="5025420"/>
                <a:ext cx="534960" cy="473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827088" y="3573463"/>
            <a:ext cx="2571750" cy="785812"/>
          </a:xfrm>
        </p:spPr>
        <p:txBody>
          <a:bodyPr/>
          <a:lstStyle/>
          <a:p>
            <a:pPr>
              <a:defRPr/>
            </a:pPr>
            <a:r>
              <a:rPr lang="ko-KR" altLang="en-US" sz="1800" b="1" dirty="0">
                <a:latin typeface="+mn-ea"/>
                <a:ea typeface="+mn-ea"/>
              </a:rPr>
              <a:t>결합 기법 예</a:t>
            </a:r>
            <a:r>
              <a:rPr lang="en-US" altLang="ko-KR" sz="1800" b="1" dirty="0">
                <a:latin typeface="+mn-ea"/>
                <a:ea typeface="+mn-ea"/>
              </a:rPr>
              <a:t>: </a:t>
            </a:r>
            <a:br>
              <a:rPr lang="en-US" altLang="ko-KR" sz="1800" b="1" dirty="0">
                <a:latin typeface="+mn-ea"/>
                <a:ea typeface="+mn-ea"/>
              </a:rPr>
            </a:br>
            <a:r>
              <a:rPr lang="en-US" altLang="ko-KR" sz="1800" b="1" dirty="0">
                <a:latin typeface="+mn-ea"/>
                <a:ea typeface="+mn-ea"/>
              </a:rPr>
              <a:t>UNIX </a:t>
            </a:r>
            <a:r>
              <a:rPr lang="en-US" altLang="ko-KR" sz="1800" b="1" dirty="0" err="1">
                <a:latin typeface="+mn-ea"/>
                <a:ea typeface="+mn-ea"/>
              </a:rPr>
              <a:t>inode</a:t>
            </a:r>
            <a:r>
              <a:rPr lang="en-US" altLang="ko-KR" sz="1800" b="1" dirty="0">
                <a:latin typeface="+mn-ea"/>
                <a:ea typeface="+mn-ea"/>
              </a:rPr>
              <a:t> </a:t>
            </a:r>
            <a:r>
              <a:rPr lang="ko-KR" altLang="en-US" sz="1800" b="1" dirty="0">
                <a:latin typeface="+mn-ea"/>
                <a:ea typeface="+mn-ea"/>
              </a:rPr>
              <a:t>구조</a:t>
            </a:r>
            <a:br>
              <a:rPr lang="en-US" altLang="ko-KR" sz="1800" b="1" dirty="0">
                <a:latin typeface="+mn-ea"/>
                <a:ea typeface="+mn-ea"/>
              </a:rPr>
            </a:br>
            <a:r>
              <a:rPr lang="en-US" altLang="ko-KR" sz="1800" b="1" dirty="0">
                <a:latin typeface="+mn-ea"/>
                <a:ea typeface="+mn-ea"/>
              </a:rPr>
              <a:t>(</a:t>
            </a:r>
            <a:r>
              <a:rPr lang="ko-KR" altLang="en-US" sz="1800" b="1" dirty="0">
                <a:latin typeface="+mn-ea"/>
                <a:ea typeface="+mn-ea"/>
              </a:rPr>
              <a:t>블록 당 </a:t>
            </a:r>
            <a:r>
              <a:rPr lang="en-US" altLang="ko-KR" sz="1800" b="1" dirty="0">
                <a:latin typeface="+mn-ea"/>
                <a:ea typeface="+mn-ea"/>
              </a:rPr>
              <a:t>4KB)</a:t>
            </a:r>
          </a:p>
        </p:txBody>
      </p:sp>
      <p:pic>
        <p:nvPicPr>
          <p:cNvPr id="21507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8" t="858" r="1321" b="319"/>
          <a:stretch>
            <a:fillRect/>
          </a:stretch>
        </p:blipFill>
        <p:spPr bwMode="auto">
          <a:xfrm>
            <a:off x="3571875" y="3214688"/>
            <a:ext cx="4308475" cy="3500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8" name="슬라이드 번호 개체 틀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7B46E68-E297-46DE-8058-50EBBD2644CC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14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214313" y="1214438"/>
            <a:ext cx="8715375" cy="2143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latinLnBrk="1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q"/>
              <a:defRPr/>
            </a:pPr>
            <a:r>
              <a:rPr lang="ko-KR" altLang="en-US" kern="0" dirty="0">
                <a:latin typeface="+mn-lt"/>
                <a:ea typeface="+mn-ea"/>
              </a:rPr>
              <a:t>색인 할당</a:t>
            </a:r>
            <a:endParaRPr lang="en-US" altLang="ko-KR" kern="0" dirty="0">
              <a:latin typeface="+mn-lt"/>
              <a:ea typeface="+mn-ea"/>
            </a:endParaRPr>
          </a:p>
          <a:p>
            <a:pPr marL="742950" lvl="1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/>
            </a:pPr>
            <a:r>
              <a:rPr lang="ko-KR" altLang="en-US" sz="2000" kern="0" dirty="0">
                <a:latin typeface="+mn-lt"/>
                <a:ea typeface="+mn-ea"/>
              </a:rPr>
              <a:t>메모리 낭비를 줄이기 위해 작은 크기의 색인 블록 사용</a:t>
            </a:r>
          </a:p>
          <a:p>
            <a:pPr marL="1085850" lvl="2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itchFamily="2" charset="2"/>
              <a:buChar char="ü"/>
              <a:defRPr/>
            </a:pPr>
            <a:r>
              <a:rPr lang="ko-KR" altLang="en-US" sz="1800" kern="0" dirty="0">
                <a:latin typeface="+mn-lt"/>
                <a:ea typeface="+mn-ea"/>
              </a:rPr>
              <a:t>연결 기법</a:t>
            </a:r>
            <a:r>
              <a:rPr lang="en-US" altLang="ko-KR" sz="1800" kern="0" dirty="0">
                <a:latin typeface="+mn-lt"/>
                <a:ea typeface="+mn-ea"/>
              </a:rPr>
              <a:t>: </a:t>
            </a:r>
            <a:r>
              <a:rPr lang="ko-KR" altLang="en-US" sz="1800" kern="0" dirty="0">
                <a:latin typeface="+mn-lt"/>
                <a:ea typeface="+mn-ea"/>
              </a:rPr>
              <a:t>색인 블록들을 연결</a:t>
            </a:r>
          </a:p>
          <a:p>
            <a:pPr marL="1085850" lvl="2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itchFamily="2" charset="2"/>
              <a:buChar char="ü"/>
              <a:defRPr/>
            </a:pPr>
            <a:r>
              <a:rPr lang="ko-KR" altLang="en-US" sz="1800" kern="0" dirty="0">
                <a:latin typeface="+mn-lt"/>
                <a:ea typeface="+mn-ea"/>
              </a:rPr>
              <a:t>다단계 색인</a:t>
            </a:r>
            <a:r>
              <a:rPr lang="en-US" altLang="ko-KR" sz="1800" kern="0" dirty="0">
                <a:latin typeface="+mn-lt"/>
                <a:ea typeface="+mn-ea"/>
              </a:rPr>
              <a:t>: </a:t>
            </a:r>
            <a:r>
              <a:rPr lang="ko-KR" altLang="en-US" sz="1800" kern="0" dirty="0">
                <a:latin typeface="+mn-lt"/>
                <a:ea typeface="+mn-ea"/>
              </a:rPr>
              <a:t>여러 단계의 직</a:t>
            </a:r>
            <a:r>
              <a:rPr lang="en-US" altLang="ko-KR" sz="1800" kern="0" dirty="0">
                <a:latin typeface="+mn-lt"/>
                <a:ea typeface="+mn-ea"/>
              </a:rPr>
              <a:t>/</a:t>
            </a:r>
            <a:r>
              <a:rPr lang="ko-KR" altLang="en-US" sz="1800" kern="0" dirty="0">
                <a:latin typeface="+mn-lt"/>
                <a:ea typeface="+mn-ea"/>
              </a:rPr>
              <a:t>간접 색인 블록 사용</a:t>
            </a:r>
          </a:p>
          <a:p>
            <a:pPr marL="1085850" lvl="2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itchFamily="2" charset="2"/>
              <a:buChar char="ü"/>
              <a:defRPr/>
            </a:pPr>
            <a:r>
              <a:rPr lang="ko-KR" altLang="en-US" sz="1800" kern="0" dirty="0">
                <a:latin typeface="+mn-lt"/>
                <a:ea typeface="+mn-ea"/>
              </a:rPr>
              <a:t>결합 기법</a:t>
            </a:r>
            <a:r>
              <a:rPr lang="en-US" altLang="ko-KR" sz="1800" kern="0" dirty="0">
                <a:latin typeface="+mn-lt"/>
                <a:ea typeface="+mn-ea"/>
              </a:rPr>
              <a:t>: </a:t>
            </a:r>
            <a:r>
              <a:rPr lang="ko-KR" altLang="en-US" sz="1800" kern="0" dirty="0">
                <a:latin typeface="+mn-lt"/>
                <a:ea typeface="+mn-ea"/>
              </a:rPr>
              <a:t>직접</a:t>
            </a:r>
            <a:r>
              <a:rPr lang="en-US" altLang="ko-KR" sz="1800" kern="0" dirty="0">
                <a:latin typeface="+mn-lt"/>
                <a:ea typeface="+mn-ea"/>
              </a:rPr>
              <a:t>, </a:t>
            </a:r>
            <a:r>
              <a:rPr lang="ko-KR" altLang="en-US" sz="1800" kern="0" dirty="0">
                <a:latin typeface="+mn-lt"/>
                <a:ea typeface="+mn-ea"/>
              </a:rPr>
              <a:t>단일 간접</a:t>
            </a:r>
            <a:r>
              <a:rPr lang="en-US" altLang="ko-KR" sz="1800" kern="0" dirty="0">
                <a:latin typeface="+mn-lt"/>
                <a:ea typeface="+mn-ea"/>
              </a:rPr>
              <a:t>, </a:t>
            </a:r>
            <a:r>
              <a:rPr lang="ko-KR" altLang="en-US" sz="1800" kern="0" dirty="0">
                <a:latin typeface="+mn-lt"/>
                <a:ea typeface="+mn-ea"/>
              </a:rPr>
              <a:t>이중 간접</a:t>
            </a:r>
            <a:r>
              <a:rPr lang="en-US" altLang="ko-KR" sz="1800" kern="0" dirty="0">
                <a:latin typeface="+mn-lt"/>
                <a:ea typeface="+mn-ea"/>
              </a:rPr>
              <a:t>,</a:t>
            </a:r>
            <a:r>
              <a:rPr lang="ko-KR" altLang="en-US" sz="1800" kern="0" dirty="0">
                <a:latin typeface="+mn-lt"/>
                <a:ea typeface="+mn-ea"/>
              </a:rPr>
              <a:t> 삼중 간접 블록 등 혼합 사용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8547BF21-FF3B-4BE0-943C-97CBBE118BF8}"/>
                  </a:ext>
                </a:extLst>
              </p14:cNvPr>
              <p14:cNvContentPartPr/>
              <p14:nvPr/>
            </p14:nvContentPartPr>
            <p14:xfrm>
              <a:off x="3703182" y="5738220"/>
              <a:ext cx="851760" cy="82440"/>
            </p14:xfrm>
          </p:contentPart>
        </mc:Choice>
        <mc:Fallback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8547BF21-FF3B-4BE0-943C-97CBBE118BF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67182" y="5666580"/>
                <a:ext cx="923400" cy="22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1573A9E2-75C4-C5C2-D986-80DE47FBB400}"/>
                  </a:ext>
                </a:extLst>
              </p14:cNvPr>
              <p14:cNvContentPartPr/>
              <p14:nvPr/>
            </p14:nvContentPartPr>
            <p14:xfrm>
              <a:off x="3734862" y="5994540"/>
              <a:ext cx="914040" cy="60120"/>
            </p14:xfrm>
          </p:contentPart>
        </mc:Choice>
        <mc:Fallback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1573A9E2-75C4-C5C2-D986-80DE47FBB40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698862" y="5922540"/>
                <a:ext cx="985680" cy="203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그룹 13">
            <a:extLst>
              <a:ext uri="{FF2B5EF4-FFF2-40B4-BE49-F238E27FC236}">
                <a16:creationId xmlns:a16="http://schemas.microsoft.com/office/drawing/2014/main" id="{A7F7A057-5B0C-1EC1-1164-24F504A2600C}"/>
              </a:ext>
            </a:extLst>
          </p:cNvPr>
          <p:cNvGrpSpPr/>
          <p:nvPr/>
        </p:nvGrpSpPr>
        <p:grpSpPr>
          <a:xfrm>
            <a:off x="2645502" y="5920380"/>
            <a:ext cx="761760" cy="300240"/>
            <a:chOff x="2645502" y="5920380"/>
            <a:chExt cx="761760" cy="300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4" name="잉크 3">
                  <a:extLst>
                    <a:ext uri="{FF2B5EF4-FFF2-40B4-BE49-F238E27FC236}">
                      <a16:creationId xmlns:a16="http://schemas.microsoft.com/office/drawing/2014/main" id="{412A1C1C-460D-5CA6-F5A2-8759C64D20E2}"/>
                    </a:ext>
                  </a:extLst>
                </p14:cNvPr>
                <p14:cNvContentPartPr/>
                <p14:nvPr/>
              </p14:nvContentPartPr>
              <p14:xfrm>
                <a:off x="2645502" y="5974740"/>
                <a:ext cx="63360" cy="114840"/>
              </p14:xfrm>
            </p:contentPart>
          </mc:Choice>
          <mc:Fallback>
            <p:pic>
              <p:nvPicPr>
                <p:cNvPr id="4" name="잉크 3">
                  <a:extLst>
                    <a:ext uri="{FF2B5EF4-FFF2-40B4-BE49-F238E27FC236}">
                      <a16:creationId xmlns:a16="http://schemas.microsoft.com/office/drawing/2014/main" id="{412A1C1C-460D-5CA6-F5A2-8759C64D20E2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636862" y="5965740"/>
                  <a:ext cx="8100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5B969BF3-92EF-9BA4-2CE6-26F59F7971B9}"/>
                    </a:ext>
                  </a:extLst>
                </p14:cNvPr>
                <p14:cNvContentPartPr/>
                <p14:nvPr/>
              </p14:nvContentPartPr>
              <p14:xfrm>
                <a:off x="2783742" y="5920380"/>
                <a:ext cx="16920" cy="193680"/>
              </p14:xfrm>
            </p:contentPart>
          </mc:Choice>
          <mc:Fallback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5B969BF3-92EF-9BA4-2CE6-26F59F7971B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774742" y="5911740"/>
                  <a:ext cx="3456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D735B7BC-4DBD-EB2A-B2D3-5CCC0643A712}"/>
                    </a:ext>
                  </a:extLst>
                </p14:cNvPr>
                <p14:cNvContentPartPr/>
                <p14:nvPr/>
              </p14:nvContentPartPr>
              <p14:xfrm>
                <a:off x="2849262" y="5935500"/>
                <a:ext cx="57960" cy="92880"/>
              </p14:xfrm>
            </p:contentPart>
          </mc:Choice>
          <mc:Fallback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D735B7BC-4DBD-EB2A-B2D3-5CCC0643A712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840262" y="5926500"/>
                  <a:ext cx="7560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1362A94D-24E7-DAC5-F7AC-532B9CE3C7BF}"/>
                    </a:ext>
                  </a:extLst>
                </p14:cNvPr>
                <p14:cNvContentPartPr/>
                <p14:nvPr/>
              </p14:nvContentPartPr>
              <p14:xfrm>
                <a:off x="2843502" y="6040260"/>
                <a:ext cx="107280" cy="149400"/>
              </p14:xfrm>
            </p:contentPart>
          </mc:Choice>
          <mc:Fallback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1362A94D-24E7-DAC5-F7AC-532B9CE3C7BF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834502" y="6031260"/>
                  <a:ext cx="12492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2A53D57C-675A-B171-6B27-C0CF69B57B33}"/>
                    </a:ext>
                  </a:extLst>
                </p14:cNvPr>
                <p14:cNvContentPartPr/>
                <p14:nvPr/>
              </p14:nvContentPartPr>
              <p14:xfrm>
                <a:off x="3034662" y="5986260"/>
                <a:ext cx="98640" cy="126360"/>
              </p14:xfrm>
            </p:contentPart>
          </mc:Choice>
          <mc:Fallback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2A53D57C-675A-B171-6B27-C0CF69B57B3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026022" y="5977260"/>
                  <a:ext cx="11628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B863E226-5973-B8FB-9A03-3C44B3D59592}"/>
                    </a:ext>
                  </a:extLst>
                </p14:cNvPr>
                <p14:cNvContentPartPr/>
                <p14:nvPr/>
              </p14:nvContentPartPr>
              <p14:xfrm>
                <a:off x="3130062" y="5999220"/>
                <a:ext cx="66960" cy="96120"/>
              </p14:xfrm>
            </p:contentPart>
          </mc:Choice>
          <mc:Fallback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B863E226-5973-B8FB-9A03-3C44B3D59592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121422" y="5990220"/>
                  <a:ext cx="8460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2AB7C624-2D22-78B6-9B74-DBB81E710D17}"/>
                    </a:ext>
                  </a:extLst>
                </p14:cNvPr>
                <p14:cNvContentPartPr/>
                <p14:nvPr/>
              </p14:nvContentPartPr>
              <p14:xfrm>
                <a:off x="3126822" y="6107220"/>
                <a:ext cx="83520" cy="90720"/>
              </p14:xfrm>
            </p:contentPart>
          </mc:Choice>
          <mc:Fallback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2AB7C624-2D22-78B6-9B74-DBB81E710D17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117822" y="6098220"/>
                  <a:ext cx="10116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A88AA796-AB98-B53F-CABB-9E41B78DE237}"/>
                    </a:ext>
                  </a:extLst>
                </p14:cNvPr>
                <p14:cNvContentPartPr/>
                <p14:nvPr/>
              </p14:nvContentPartPr>
              <p14:xfrm>
                <a:off x="3228702" y="6044220"/>
                <a:ext cx="65520" cy="73080"/>
              </p14:xfrm>
            </p:contentPart>
          </mc:Choice>
          <mc:Fallback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A88AA796-AB98-B53F-CABB-9E41B78DE237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220062" y="6035580"/>
                  <a:ext cx="8316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8AE724E2-90A6-B5AA-314D-A89FB3BEA1F2}"/>
                    </a:ext>
                  </a:extLst>
                </p14:cNvPr>
                <p14:cNvContentPartPr/>
                <p14:nvPr/>
              </p14:nvContentPartPr>
              <p14:xfrm>
                <a:off x="3303222" y="6000300"/>
                <a:ext cx="104040" cy="22032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8AE724E2-90A6-B5AA-314D-A89FB3BEA1F2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294582" y="5991300"/>
                  <a:ext cx="121680" cy="2379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77" t="2734" r="20677" b="1476"/>
          <a:stretch>
            <a:fillRect/>
          </a:stretch>
        </p:blipFill>
        <p:spPr bwMode="auto">
          <a:xfrm>
            <a:off x="5724525" y="3213100"/>
            <a:ext cx="2928938" cy="358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5. </a:t>
            </a:r>
            <a:r>
              <a:rPr lang="ko-KR" altLang="en-US"/>
              <a:t>자유 공간의 관리</a:t>
            </a:r>
          </a:p>
        </p:txBody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313" y="1303338"/>
            <a:ext cx="8001000" cy="5000625"/>
          </a:xfrm>
        </p:spPr>
        <p:txBody>
          <a:bodyPr/>
          <a:lstStyle/>
          <a:p>
            <a:pPr marL="0" indent="431800"/>
            <a:r>
              <a:rPr lang="ko-KR" altLang="en-US" sz="2400"/>
              <a:t>자유 공간을 유지하고 관리</a:t>
            </a:r>
            <a:endParaRPr lang="en-US" altLang="ko-KR" sz="2400"/>
          </a:p>
          <a:p>
            <a:pPr marL="0" indent="431800"/>
            <a:r>
              <a:rPr lang="ko-KR" altLang="en-US" sz="2400"/>
              <a:t>비트 벡터</a:t>
            </a:r>
            <a:r>
              <a:rPr lang="en-US" altLang="ko-KR" sz="2400"/>
              <a:t>: </a:t>
            </a:r>
            <a:r>
              <a:rPr lang="ko-KR" altLang="en-US" sz="2400"/>
              <a:t>빈 블록 </a:t>
            </a:r>
            <a:r>
              <a:rPr lang="en-US" altLang="ko-KR" sz="2400"/>
              <a:t>1, </a:t>
            </a:r>
            <a:r>
              <a:rPr lang="ko-KR" altLang="en-US" sz="2400"/>
              <a:t>할당 블록 </a:t>
            </a:r>
            <a:r>
              <a:rPr lang="en-US" altLang="ko-KR" sz="2400"/>
              <a:t>0</a:t>
            </a:r>
            <a:endParaRPr lang="en-US" altLang="ko-KR" sz="2000"/>
          </a:p>
          <a:p>
            <a:pPr marL="400050" lvl="1" indent="250825"/>
            <a:r>
              <a:rPr lang="ko-KR" altLang="en-US" sz="1800"/>
              <a:t>빈 블록 </a:t>
            </a:r>
            <a:r>
              <a:rPr lang="en-US" altLang="ko-KR" sz="1800"/>
              <a:t>2,3,4,5,8,9,10,11,12,13,17,18</a:t>
            </a:r>
          </a:p>
          <a:p>
            <a:pPr marL="1314450" lvl="2" indent="-457200">
              <a:buFont typeface="Wingdings" panose="05000000000000000000" pitchFamily="2" charset="2"/>
              <a:buNone/>
            </a:pPr>
            <a:r>
              <a:rPr lang="en-US" altLang="ko-KR" sz="1800">
                <a:sym typeface="Wingdings" panose="05000000000000000000" pitchFamily="2" charset="2"/>
              </a:rPr>
              <a:t> 00111100111111000011</a:t>
            </a:r>
          </a:p>
          <a:p>
            <a:pPr marL="0" indent="431800"/>
            <a:r>
              <a:rPr lang="ko-KR" altLang="en-US" sz="2400"/>
              <a:t>계수</a:t>
            </a:r>
            <a:r>
              <a:rPr lang="en-US" altLang="ko-KR" sz="2400"/>
              <a:t>(count)</a:t>
            </a:r>
          </a:p>
          <a:p>
            <a:pPr marL="400050" lvl="1" indent="250825"/>
            <a:r>
              <a:rPr lang="ko-KR" altLang="en-US" sz="1800"/>
              <a:t>첫 번째 빈 공간 주소와 연속된 빈 공간들의 계수 보존</a:t>
            </a:r>
            <a:endParaRPr lang="en-US" altLang="ko-KR" sz="1800"/>
          </a:p>
          <a:p>
            <a:pPr marL="400050" lvl="1" indent="250825"/>
            <a:r>
              <a:rPr lang="ko-KR" altLang="en-US" sz="1800"/>
              <a:t>연속 할당 방법에 적합</a:t>
            </a:r>
          </a:p>
          <a:p>
            <a:pPr marL="0" indent="431800"/>
            <a:r>
              <a:rPr lang="ko-KR" altLang="en-US" sz="2400"/>
              <a:t>연결리스트</a:t>
            </a:r>
            <a:r>
              <a:rPr lang="en-US" altLang="ko-KR" sz="2400"/>
              <a:t>: </a:t>
            </a:r>
            <a:r>
              <a:rPr lang="ko-KR" altLang="en-US" sz="2400"/>
              <a:t>빈 공간을 포인터로 연결</a:t>
            </a:r>
            <a:endParaRPr lang="en-US" altLang="ko-KR" sz="2400"/>
          </a:p>
          <a:p>
            <a:pPr marL="400050" lvl="1" indent="250825"/>
            <a:r>
              <a:rPr lang="ko-KR" altLang="en-US" sz="1800"/>
              <a:t>빈 공간 탐색 또는 공간 추가 시 오버헤드</a:t>
            </a:r>
            <a:endParaRPr lang="en-US" altLang="ko-KR" sz="1800"/>
          </a:p>
          <a:p>
            <a:pPr marL="0" indent="431800"/>
            <a:r>
              <a:rPr lang="ko-KR" altLang="en-US" sz="2400"/>
              <a:t>그룹핑</a:t>
            </a:r>
            <a:r>
              <a:rPr lang="en-US" altLang="ko-KR" sz="2400"/>
              <a:t> </a:t>
            </a:r>
          </a:p>
          <a:p>
            <a:pPr marL="400050" lvl="1" indent="250825"/>
            <a:r>
              <a:rPr lang="ko-KR" altLang="en-US" sz="1800"/>
              <a:t>첫 번째 빈 공간에 </a:t>
            </a:r>
            <a:r>
              <a:rPr lang="en-US" altLang="ko-KR" sz="1800"/>
              <a:t>n</a:t>
            </a:r>
            <a:r>
              <a:rPr lang="ko-KR" altLang="en-US" sz="1800"/>
              <a:t>개의 빈 공간의 주소 저장</a:t>
            </a:r>
            <a:endParaRPr lang="en-US" altLang="ko-KR" sz="1800"/>
          </a:p>
          <a:p>
            <a:pPr marL="400050" lvl="1" indent="250825"/>
            <a:r>
              <a:rPr lang="ko-KR" altLang="en-US" sz="1800"/>
              <a:t>다음번 그룹핑 블록 주소 포인터로 보관</a:t>
            </a:r>
            <a:endParaRPr lang="en-US" altLang="ko-KR" sz="1800"/>
          </a:p>
          <a:p>
            <a:pPr marL="400050" lvl="1" indent="250825"/>
            <a:r>
              <a:rPr lang="ko-KR" altLang="en-US" sz="1800"/>
              <a:t>다수 개의 빈 공간을 쉽게 찾음</a:t>
            </a:r>
            <a:endParaRPr lang="en-US" altLang="ko-KR" sz="1800"/>
          </a:p>
        </p:txBody>
      </p:sp>
      <p:sp>
        <p:nvSpPr>
          <p:cNvPr id="22533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8403422-39F7-49C8-AA2A-82B26676EDFC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15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2B2CF8BF-1F92-1461-A32E-537121D40960}"/>
              </a:ext>
            </a:extLst>
          </p:cNvPr>
          <p:cNvGrpSpPr/>
          <p:nvPr/>
        </p:nvGrpSpPr>
        <p:grpSpPr>
          <a:xfrm>
            <a:off x="2691222" y="261180"/>
            <a:ext cx="941760" cy="267840"/>
            <a:chOff x="2691222" y="261180"/>
            <a:chExt cx="941760" cy="267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2" name="잉크 1">
                  <a:extLst>
                    <a:ext uri="{FF2B5EF4-FFF2-40B4-BE49-F238E27FC236}">
                      <a16:creationId xmlns:a16="http://schemas.microsoft.com/office/drawing/2014/main" id="{A0B0108C-F458-8F63-C986-67489FEA20E5}"/>
                    </a:ext>
                  </a:extLst>
                </p14:cNvPr>
                <p14:cNvContentPartPr/>
                <p14:nvPr/>
              </p14:nvContentPartPr>
              <p14:xfrm>
                <a:off x="2691222" y="270540"/>
                <a:ext cx="56520" cy="199800"/>
              </p14:xfrm>
            </p:contentPart>
          </mc:Choice>
          <mc:Fallback>
            <p:pic>
              <p:nvPicPr>
                <p:cNvPr id="2" name="잉크 1">
                  <a:extLst>
                    <a:ext uri="{FF2B5EF4-FFF2-40B4-BE49-F238E27FC236}">
                      <a16:creationId xmlns:a16="http://schemas.microsoft.com/office/drawing/2014/main" id="{A0B0108C-F458-8F63-C986-67489FEA20E5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682222" y="261540"/>
                  <a:ext cx="7416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3" name="잉크 2">
                  <a:extLst>
                    <a:ext uri="{FF2B5EF4-FFF2-40B4-BE49-F238E27FC236}">
                      <a16:creationId xmlns:a16="http://schemas.microsoft.com/office/drawing/2014/main" id="{FCB8A1AF-97BC-E0F8-FA1D-BD6AFA80586C}"/>
                    </a:ext>
                  </a:extLst>
                </p14:cNvPr>
                <p14:cNvContentPartPr/>
                <p14:nvPr/>
              </p14:nvContentPartPr>
              <p14:xfrm>
                <a:off x="2707782" y="360180"/>
                <a:ext cx="96480" cy="63360"/>
              </p14:xfrm>
            </p:contentPart>
          </mc:Choice>
          <mc:Fallback>
            <p:pic>
              <p:nvPicPr>
                <p:cNvPr id="3" name="잉크 2">
                  <a:extLst>
                    <a:ext uri="{FF2B5EF4-FFF2-40B4-BE49-F238E27FC236}">
                      <a16:creationId xmlns:a16="http://schemas.microsoft.com/office/drawing/2014/main" id="{FCB8A1AF-97BC-E0F8-FA1D-BD6AFA80586C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699142" y="351180"/>
                  <a:ext cx="11412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E00FDB43-8503-8063-1E41-83F613FE1464}"/>
                    </a:ext>
                  </a:extLst>
                </p14:cNvPr>
                <p14:cNvContentPartPr/>
                <p14:nvPr/>
              </p14:nvContentPartPr>
              <p14:xfrm>
                <a:off x="2801022" y="272340"/>
                <a:ext cx="150840" cy="174960"/>
              </p14:xfrm>
            </p:contentPart>
          </mc:Choice>
          <mc:Fallback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E00FDB43-8503-8063-1E41-83F613FE1464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792382" y="263340"/>
                  <a:ext cx="16848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E57E3C16-B82F-97BB-DB43-CFF81FD68F89}"/>
                    </a:ext>
                  </a:extLst>
                </p14:cNvPr>
                <p14:cNvContentPartPr/>
                <p14:nvPr/>
              </p14:nvContentPartPr>
              <p14:xfrm>
                <a:off x="2864742" y="406260"/>
                <a:ext cx="124920" cy="53640"/>
              </p14:xfrm>
            </p:contentPart>
          </mc:Choice>
          <mc:Fallback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E57E3C16-B82F-97BB-DB43-CFF81FD68F8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856102" y="397620"/>
                  <a:ext cx="14256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DF407EBB-D912-D501-7CF7-A9368B243A1B}"/>
                    </a:ext>
                  </a:extLst>
                </p14:cNvPr>
                <p14:cNvContentPartPr/>
                <p14:nvPr/>
              </p14:nvContentPartPr>
              <p14:xfrm>
                <a:off x="2904702" y="323820"/>
                <a:ext cx="271800" cy="205200"/>
              </p14:xfrm>
            </p:contentPart>
          </mc:Choice>
          <mc:Fallback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DF407EBB-D912-D501-7CF7-A9368B243A1B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896062" y="314820"/>
                  <a:ext cx="28944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E8ED7765-E18B-1CE9-D4E6-62A8F7022277}"/>
                    </a:ext>
                  </a:extLst>
                </p14:cNvPr>
                <p14:cNvContentPartPr/>
                <p14:nvPr/>
              </p14:nvContentPartPr>
              <p14:xfrm>
                <a:off x="3041502" y="308700"/>
                <a:ext cx="87840" cy="214920"/>
              </p14:xfrm>
            </p:contentPart>
          </mc:Choice>
          <mc:Fallback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E8ED7765-E18B-1CE9-D4E6-62A8F702227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032862" y="299700"/>
                  <a:ext cx="10548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4022FCD4-4DC4-E275-B354-1BCD32F893E7}"/>
                    </a:ext>
                  </a:extLst>
                </p14:cNvPr>
                <p14:cNvContentPartPr/>
                <p14:nvPr/>
              </p14:nvContentPartPr>
              <p14:xfrm>
                <a:off x="3286662" y="261180"/>
                <a:ext cx="102240" cy="139680"/>
              </p14:xfrm>
            </p:contentPart>
          </mc:Choice>
          <mc:Fallback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4022FCD4-4DC4-E275-B354-1BCD32F893E7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277662" y="252540"/>
                  <a:ext cx="11988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D52629F2-47EF-C933-EE50-26C7F2F577AD}"/>
                    </a:ext>
                  </a:extLst>
                </p14:cNvPr>
                <p14:cNvContentPartPr/>
                <p14:nvPr/>
              </p14:nvContentPartPr>
              <p14:xfrm>
                <a:off x="3260382" y="374940"/>
                <a:ext cx="120240" cy="28800"/>
              </p14:xfrm>
            </p:contentPart>
          </mc:Choice>
          <mc:Fallback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D52629F2-47EF-C933-EE50-26C7F2F577AD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251382" y="366300"/>
                  <a:ext cx="13788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17E1D27D-8B78-9E14-643B-D920E383646D}"/>
                    </a:ext>
                  </a:extLst>
                </p14:cNvPr>
                <p14:cNvContentPartPr/>
                <p14:nvPr/>
              </p14:nvContentPartPr>
              <p14:xfrm>
                <a:off x="3298182" y="316260"/>
                <a:ext cx="178560" cy="200880"/>
              </p14:xfrm>
            </p:contentPart>
          </mc:Choice>
          <mc:Fallback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17E1D27D-8B78-9E14-643B-D920E383646D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289182" y="307620"/>
                  <a:ext cx="19620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FC2838EA-654C-0F27-13FC-6B9C38471A58}"/>
                    </a:ext>
                  </a:extLst>
                </p14:cNvPr>
                <p14:cNvContentPartPr/>
                <p14:nvPr/>
              </p14:nvContentPartPr>
              <p14:xfrm>
                <a:off x="3520662" y="296100"/>
                <a:ext cx="82080" cy="136080"/>
              </p14:xfrm>
            </p:contentPart>
          </mc:Choice>
          <mc:Fallback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FC2838EA-654C-0F27-13FC-6B9C38471A58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512022" y="287100"/>
                  <a:ext cx="9972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F8849326-4B19-B432-942D-02F94C1F0233}"/>
                    </a:ext>
                  </a:extLst>
                </p14:cNvPr>
                <p14:cNvContentPartPr/>
                <p14:nvPr/>
              </p14:nvContentPartPr>
              <p14:xfrm>
                <a:off x="3479982" y="429660"/>
                <a:ext cx="153000" cy="8388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F8849326-4B19-B432-942D-02F94C1F0233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471342" y="421020"/>
                  <a:ext cx="170640" cy="10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F80C0A81-1174-CFB5-33FE-611D0DAC1BA0}"/>
              </a:ext>
            </a:extLst>
          </p:cNvPr>
          <p:cNvGrpSpPr/>
          <p:nvPr/>
        </p:nvGrpSpPr>
        <p:grpSpPr>
          <a:xfrm>
            <a:off x="120822" y="1998540"/>
            <a:ext cx="310680" cy="281160"/>
            <a:chOff x="120822" y="1998540"/>
            <a:chExt cx="310680" cy="281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3F23095D-067E-036A-087D-1565C7631365}"/>
                    </a:ext>
                  </a:extLst>
                </p14:cNvPr>
                <p14:cNvContentPartPr/>
                <p14:nvPr/>
              </p14:nvContentPartPr>
              <p14:xfrm>
                <a:off x="242142" y="2083500"/>
                <a:ext cx="1440" cy="2160"/>
              </p14:xfrm>
            </p:contentPart>
          </mc:Choice>
          <mc:Fallback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3F23095D-067E-036A-087D-1565C7631365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33142" y="2074860"/>
                  <a:ext cx="1908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AAA241F5-3C17-EF2C-6A41-5F57B5D5953A}"/>
                    </a:ext>
                  </a:extLst>
                </p14:cNvPr>
                <p14:cNvContentPartPr/>
                <p14:nvPr/>
              </p14:nvContentPartPr>
              <p14:xfrm>
                <a:off x="120822" y="1998540"/>
                <a:ext cx="310680" cy="281160"/>
              </p14:xfrm>
            </p:contentPart>
          </mc:Choice>
          <mc:Fallback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AAA241F5-3C17-EF2C-6A41-5F57B5D5953A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12182" y="1989900"/>
                  <a:ext cx="328320" cy="298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18" name="잉크 17">
                <a:extLst>
                  <a:ext uri="{FF2B5EF4-FFF2-40B4-BE49-F238E27FC236}">
                    <a16:creationId xmlns:a16="http://schemas.microsoft.com/office/drawing/2014/main" id="{075C188C-F223-0894-3850-BBBB1EF5FF2B}"/>
                  </a:ext>
                </a:extLst>
              </p14:cNvPr>
              <p14:cNvContentPartPr/>
              <p14:nvPr/>
            </p14:nvContentPartPr>
            <p14:xfrm>
              <a:off x="62142" y="2883780"/>
              <a:ext cx="298800" cy="330480"/>
            </p14:xfrm>
          </p:contentPart>
        </mc:Choice>
        <mc:Fallback>
          <p:pic>
            <p:nvPicPr>
              <p:cNvPr id="18" name="잉크 17">
                <a:extLst>
                  <a:ext uri="{FF2B5EF4-FFF2-40B4-BE49-F238E27FC236}">
                    <a16:creationId xmlns:a16="http://schemas.microsoft.com/office/drawing/2014/main" id="{075C188C-F223-0894-3850-BBBB1EF5FF2B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53142" y="2874780"/>
                <a:ext cx="316440" cy="34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19" name="잉크 18">
                <a:extLst>
                  <a:ext uri="{FF2B5EF4-FFF2-40B4-BE49-F238E27FC236}">
                    <a16:creationId xmlns:a16="http://schemas.microsoft.com/office/drawing/2014/main" id="{A48BC5E6-DE2F-FA2C-8712-CB5417C780D1}"/>
                  </a:ext>
                </a:extLst>
              </p14:cNvPr>
              <p14:cNvContentPartPr/>
              <p14:nvPr/>
            </p14:nvContentPartPr>
            <p14:xfrm>
              <a:off x="986622" y="3804300"/>
              <a:ext cx="988920" cy="31320"/>
            </p14:xfrm>
          </p:contentPart>
        </mc:Choice>
        <mc:Fallback>
          <p:pic>
            <p:nvPicPr>
              <p:cNvPr id="19" name="잉크 18">
                <a:extLst>
                  <a:ext uri="{FF2B5EF4-FFF2-40B4-BE49-F238E27FC236}">
                    <a16:creationId xmlns:a16="http://schemas.microsoft.com/office/drawing/2014/main" id="{A48BC5E6-DE2F-FA2C-8712-CB5417C780D1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950622" y="3732300"/>
                <a:ext cx="1060560" cy="174960"/>
              </a:xfrm>
              <a:prstGeom prst="rect">
                <a:avLst/>
              </a:prstGeom>
            </p:spPr>
          </p:pic>
        </mc:Fallback>
      </mc:AlternateContent>
      <p:grpSp>
        <p:nvGrpSpPr>
          <p:cNvPr id="22" name="그룹 21">
            <a:extLst>
              <a:ext uri="{FF2B5EF4-FFF2-40B4-BE49-F238E27FC236}">
                <a16:creationId xmlns:a16="http://schemas.microsoft.com/office/drawing/2014/main" id="{61CA4245-55CD-F090-92B3-77C1F29DA548}"/>
              </a:ext>
            </a:extLst>
          </p:cNvPr>
          <p:cNvGrpSpPr/>
          <p:nvPr/>
        </p:nvGrpSpPr>
        <p:grpSpPr>
          <a:xfrm>
            <a:off x="57462" y="4114620"/>
            <a:ext cx="328320" cy="351720"/>
            <a:chOff x="57462" y="4114620"/>
            <a:chExt cx="328320" cy="351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2F793137-3DBF-92F8-4324-564347416FE6}"/>
                    </a:ext>
                  </a:extLst>
                </p14:cNvPr>
                <p14:cNvContentPartPr/>
                <p14:nvPr/>
              </p14:nvContentPartPr>
              <p14:xfrm>
                <a:off x="177342" y="4217940"/>
                <a:ext cx="100800" cy="200520"/>
              </p14:xfrm>
            </p:contentPart>
          </mc:Choice>
          <mc:Fallback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2F793137-3DBF-92F8-4324-564347416FE6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68342" y="4209300"/>
                  <a:ext cx="11844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246ABC94-1B29-4828-8AA5-1656B21C6A83}"/>
                    </a:ext>
                  </a:extLst>
                </p14:cNvPr>
                <p14:cNvContentPartPr/>
                <p14:nvPr/>
              </p14:nvContentPartPr>
              <p14:xfrm>
                <a:off x="57462" y="4114620"/>
                <a:ext cx="328320" cy="351720"/>
              </p14:xfrm>
            </p:contentPart>
          </mc:Choice>
          <mc:Fallback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246ABC94-1B29-4828-8AA5-1656B21C6A83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8822" y="4105620"/>
                  <a:ext cx="345960" cy="369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1F047D0A-FF5B-D50A-94AD-D582FA34BEE1}"/>
              </a:ext>
            </a:extLst>
          </p:cNvPr>
          <p:cNvGrpSpPr/>
          <p:nvPr/>
        </p:nvGrpSpPr>
        <p:grpSpPr>
          <a:xfrm>
            <a:off x="100302" y="4959900"/>
            <a:ext cx="289800" cy="321840"/>
            <a:chOff x="100302" y="4959900"/>
            <a:chExt cx="289800" cy="321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7BCB4A84-0993-83A3-1419-D87ED4874B5E}"/>
                    </a:ext>
                  </a:extLst>
                </p14:cNvPr>
                <p14:cNvContentPartPr/>
                <p14:nvPr/>
              </p14:nvContentPartPr>
              <p14:xfrm>
                <a:off x="135222" y="5024700"/>
                <a:ext cx="209160" cy="146880"/>
              </p14:xfrm>
            </p:contentPart>
          </mc:Choice>
          <mc:Fallback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7BCB4A84-0993-83A3-1419-D87ED4874B5E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26222" y="5015700"/>
                  <a:ext cx="22680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DE8CE691-6A49-537A-6D0C-F42B5E21F53C}"/>
                    </a:ext>
                  </a:extLst>
                </p14:cNvPr>
                <p14:cNvContentPartPr/>
                <p14:nvPr/>
              </p14:nvContentPartPr>
              <p14:xfrm>
                <a:off x="100302" y="4959900"/>
                <a:ext cx="289800" cy="321840"/>
              </p14:xfrm>
            </p:contentPart>
          </mc:Choice>
          <mc:Fallback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DE8CE691-6A49-537A-6D0C-F42B5E21F53C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1662" y="4951260"/>
                  <a:ext cx="307440" cy="339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538" name="그룹 22537">
            <a:extLst>
              <a:ext uri="{FF2B5EF4-FFF2-40B4-BE49-F238E27FC236}">
                <a16:creationId xmlns:a16="http://schemas.microsoft.com/office/drawing/2014/main" id="{92B77043-7639-EDD1-2B24-909A8BF07C98}"/>
              </a:ext>
            </a:extLst>
          </p:cNvPr>
          <p:cNvGrpSpPr/>
          <p:nvPr/>
        </p:nvGrpSpPr>
        <p:grpSpPr>
          <a:xfrm>
            <a:off x="5532342" y="4455540"/>
            <a:ext cx="854640" cy="272880"/>
            <a:chOff x="5532342" y="4455540"/>
            <a:chExt cx="854640" cy="272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EBBE1B47-A843-80F8-C5DC-0C02C596DAA4}"/>
                    </a:ext>
                  </a:extLst>
                </p14:cNvPr>
                <p14:cNvContentPartPr/>
                <p14:nvPr/>
              </p14:nvContentPartPr>
              <p14:xfrm>
                <a:off x="5532342" y="4471740"/>
                <a:ext cx="164520" cy="99360"/>
              </p14:xfrm>
            </p:contentPart>
          </mc:Choice>
          <mc:Fallback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EBBE1B47-A843-80F8-C5DC-0C02C596DAA4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5523702" y="4463100"/>
                  <a:ext cx="18216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0658C0B3-BB02-5748-A8AB-932B1700109A}"/>
                    </a:ext>
                  </a:extLst>
                </p14:cNvPr>
                <p14:cNvContentPartPr/>
                <p14:nvPr/>
              </p14:nvContentPartPr>
              <p14:xfrm>
                <a:off x="5663022" y="4465980"/>
                <a:ext cx="24840" cy="136440"/>
              </p14:xfrm>
            </p:contentPart>
          </mc:Choice>
          <mc:Fallback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0658C0B3-BB02-5748-A8AB-932B1700109A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5654022" y="4457340"/>
                  <a:ext cx="4248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5529E59E-CFE5-61DB-4D62-E8AEAC97C6DB}"/>
                    </a:ext>
                  </a:extLst>
                </p14:cNvPr>
                <p14:cNvContentPartPr/>
                <p14:nvPr/>
              </p14:nvContentPartPr>
              <p14:xfrm>
                <a:off x="5586702" y="4603860"/>
                <a:ext cx="122040" cy="66240"/>
              </p14:xfrm>
            </p:contentPart>
          </mc:Choice>
          <mc:Fallback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5529E59E-CFE5-61DB-4D62-E8AEAC97C6DB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5578062" y="4595220"/>
                  <a:ext cx="13968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4E20F171-758B-0423-4636-EDAB14D78FF6}"/>
                    </a:ext>
                  </a:extLst>
                </p14:cNvPr>
                <p14:cNvContentPartPr/>
                <p14:nvPr/>
              </p14:nvContentPartPr>
              <p14:xfrm>
                <a:off x="5704422" y="4477860"/>
                <a:ext cx="156240" cy="105840"/>
              </p14:xfrm>
            </p:contentPart>
          </mc:Choice>
          <mc:Fallback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4E20F171-758B-0423-4636-EDAB14D78FF6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5695782" y="4469220"/>
                  <a:ext cx="17388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3D4543BB-D0A6-9BCC-ECF4-5BABF176E08D}"/>
                    </a:ext>
                  </a:extLst>
                </p14:cNvPr>
                <p14:cNvContentPartPr/>
                <p14:nvPr/>
              </p14:nvContentPartPr>
              <p14:xfrm>
                <a:off x="5854542" y="4455540"/>
                <a:ext cx="9360" cy="117000"/>
              </p14:xfrm>
            </p:contentPart>
          </mc:Choice>
          <mc:Fallback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3D4543BB-D0A6-9BCC-ECF4-5BABF176E08D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845902" y="4446900"/>
                  <a:ext cx="2700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095B6768-A289-036C-C5A4-81044B6D8F13}"/>
                    </a:ext>
                  </a:extLst>
                </p14:cNvPr>
                <p14:cNvContentPartPr/>
                <p14:nvPr/>
              </p14:nvContentPartPr>
              <p14:xfrm>
                <a:off x="5791542" y="4478940"/>
                <a:ext cx="240480" cy="204120"/>
              </p14:xfrm>
            </p:contentPart>
          </mc:Choice>
          <mc:Fallback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095B6768-A289-036C-C5A4-81044B6D8F13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782902" y="4470300"/>
                  <a:ext cx="25812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22528" name="잉크 22527">
                  <a:extLst>
                    <a:ext uri="{FF2B5EF4-FFF2-40B4-BE49-F238E27FC236}">
                      <a16:creationId xmlns:a16="http://schemas.microsoft.com/office/drawing/2014/main" id="{6CE9E66C-6DD1-E3F3-E155-416528721DFC}"/>
                    </a:ext>
                  </a:extLst>
                </p14:cNvPr>
                <p14:cNvContentPartPr/>
                <p14:nvPr/>
              </p14:nvContentPartPr>
              <p14:xfrm>
                <a:off x="5980902" y="4522140"/>
                <a:ext cx="123120" cy="100440"/>
              </p14:xfrm>
            </p:contentPart>
          </mc:Choice>
          <mc:Fallback>
            <p:pic>
              <p:nvPicPr>
                <p:cNvPr id="22528" name="잉크 22527">
                  <a:extLst>
                    <a:ext uri="{FF2B5EF4-FFF2-40B4-BE49-F238E27FC236}">
                      <a16:creationId xmlns:a16="http://schemas.microsoft.com/office/drawing/2014/main" id="{6CE9E66C-6DD1-E3F3-E155-416528721DFC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972262" y="4513500"/>
                  <a:ext cx="14076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22529" name="잉크 22528">
                  <a:extLst>
                    <a:ext uri="{FF2B5EF4-FFF2-40B4-BE49-F238E27FC236}">
                      <a16:creationId xmlns:a16="http://schemas.microsoft.com/office/drawing/2014/main" id="{4C199206-7428-FA3F-2A5C-C3F4F7AE92D9}"/>
                    </a:ext>
                  </a:extLst>
                </p14:cNvPr>
                <p14:cNvContentPartPr/>
                <p14:nvPr/>
              </p14:nvContentPartPr>
              <p14:xfrm>
                <a:off x="6120222" y="4483260"/>
                <a:ext cx="56160" cy="121320"/>
              </p14:xfrm>
            </p:contentPart>
          </mc:Choice>
          <mc:Fallback>
            <p:pic>
              <p:nvPicPr>
                <p:cNvPr id="22529" name="잉크 22528">
                  <a:extLst>
                    <a:ext uri="{FF2B5EF4-FFF2-40B4-BE49-F238E27FC236}">
                      <a16:creationId xmlns:a16="http://schemas.microsoft.com/office/drawing/2014/main" id="{4C199206-7428-FA3F-2A5C-C3F4F7AE92D9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6111222" y="4474260"/>
                  <a:ext cx="7380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22534" name="잉크 22533">
                  <a:extLst>
                    <a:ext uri="{FF2B5EF4-FFF2-40B4-BE49-F238E27FC236}">
                      <a16:creationId xmlns:a16="http://schemas.microsoft.com/office/drawing/2014/main" id="{EDDFC06E-8C9C-82C4-674C-78133619C09C}"/>
                    </a:ext>
                  </a:extLst>
                </p14:cNvPr>
                <p14:cNvContentPartPr/>
                <p14:nvPr/>
              </p14:nvContentPartPr>
              <p14:xfrm>
                <a:off x="6088542" y="4613580"/>
                <a:ext cx="118080" cy="83520"/>
              </p14:xfrm>
            </p:contentPart>
          </mc:Choice>
          <mc:Fallback>
            <p:pic>
              <p:nvPicPr>
                <p:cNvPr id="22534" name="잉크 22533">
                  <a:extLst>
                    <a:ext uri="{FF2B5EF4-FFF2-40B4-BE49-F238E27FC236}">
                      <a16:creationId xmlns:a16="http://schemas.microsoft.com/office/drawing/2014/main" id="{EDDFC06E-8C9C-82C4-674C-78133619C09C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6079542" y="4604580"/>
                  <a:ext cx="13572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22535" name="잉크 22534">
                  <a:extLst>
                    <a:ext uri="{FF2B5EF4-FFF2-40B4-BE49-F238E27FC236}">
                      <a16:creationId xmlns:a16="http://schemas.microsoft.com/office/drawing/2014/main" id="{C1A33D97-B3CF-A353-2B1E-126E94D60AF8}"/>
                    </a:ext>
                  </a:extLst>
                </p14:cNvPr>
                <p14:cNvContentPartPr/>
                <p14:nvPr/>
              </p14:nvContentPartPr>
              <p14:xfrm>
                <a:off x="6199062" y="4502700"/>
                <a:ext cx="115560" cy="110880"/>
              </p14:xfrm>
            </p:contentPart>
          </mc:Choice>
          <mc:Fallback>
            <p:pic>
              <p:nvPicPr>
                <p:cNvPr id="22535" name="잉크 22534">
                  <a:extLst>
                    <a:ext uri="{FF2B5EF4-FFF2-40B4-BE49-F238E27FC236}">
                      <a16:creationId xmlns:a16="http://schemas.microsoft.com/office/drawing/2014/main" id="{C1A33D97-B3CF-A353-2B1E-126E94D60AF8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6190062" y="4494060"/>
                  <a:ext cx="13320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22536" name="잉크 22535">
                  <a:extLst>
                    <a:ext uri="{FF2B5EF4-FFF2-40B4-BE49-F238E27FC236}">
                      <a16:creationId xmlns:a16="http://schemas.microsoft.com/office/drawing/2014/main" id="{CB7CAE5F-0C5F-9C2A-1B4A-AB1F36B7B1AE}"/>
                    </a:ext>
                  </a:extLst>
                </p14:cNvPr>
                <p14:cNvContentPartPr/>
                <p14:nvPr/>
              </p14:nvContentPartPr>
              <p14:xfrm>
                <a:off x="6320742" y="4492980"/>
                <a:ext cx="66240" cy="137520"/>
              </p14:xfrm>
            </p:contentPart>
          </mc:Choice>
          <mc:Fallback>
            <p:pic>
              <p:nvPicPr>
                <p:cNvPr id="22536" name="잉크 22535">
                  <a:extLst>
                    <a:ext uri="{FF2B5EF4-FFF2-40B4-BE49-F238E27FC236}">
                      <a16:creationId xmlns:a16="http://schemas.microsoft.com/office/drawing/2014/main" id="{CB7CAE5F-0C5F-9C2A-1B4A-AB1F36B7B1AE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6311742" y="4484340"/>
                  <a:ext cx="8388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22537" name="잉크 22536">
                  <a:extLst>
                    <a:ext uri="{FF2B5EF4-FFF2-40B4-BE49-F238E27FC236}">
                      <a16:creationId xmlns:a16="http://schemas.microsoft.com/office/drawing/2014/main" id="{0D7EFC97-1FB6-F1C5-D9DE-4B2FC4F90CAD}"/>
                    </a:ext>
                  </a:extLst>
                </p14:cNvPr>
                <p14:cNvContentPartPr/>
                <p14:nvPr/>
              </p14:nvContentPartPr>
              <p14:xfrm>
                <a:off x="6261342" y="4651740"/>
                <a:ext cx="115200" cy="76680"/>
              </p14:xfrm>
            </p:contentPart>
          </mc:Choice>
          <mc:Fallback>
            <p:pic>
              <p:nvPicPr>
                <p:cNvPr id="22537" name="잉크 22536">
                  <a:extLst>
                    <a:ext uri="{FF2B5EF4-FFF2-40B4-BE49-F238E27FC236}">
                      <a16:creationId xmlns:a16="http://schemas.microsoft.com/office/drawing/2014/main" id="{0D7EFC97-1FB6-F1C5-D9DE-4B2FC4F90CAD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6252702" y="4643100"/>
                  <a:ext cx="132840" cy="9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552" name="그룹 22551">
            <a:extLst>
              <a:ext uri="{FF2B5EF4-FFF2-40B4-BE49-F238E27FC236}">
                <a16:creationId xmlns:a16="http://schemas.microsoft.com/office/drawing/2014/main" id="{900A4958-AEF4-B80D-E1AC-ED33523512AC}"/>
              </a:ext>
            </a:extLst>
          </p:cNvPr>
          <p:cNvGrpSpPr/>
          <p:nvPr/>
        </p:nvGrpSpPr>
        <p:grpSpPr>
          <a:xfrm>
            <a:off x="1743702" y="4892940"/>
            <a:ext cx="879480" cy="258840"/>
            <a:chOff x="1743702" y="4892940"/>
            <a:chExt cx="879480" cy="258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22539" name="잉크 22538">
                  <a:extLst>
                    <a:ext uri="{FF2B5EF4-FFF2-40B4-BE49-F238E27FC236}">
                      <a16:creationId xmlns:a16="http://schemas.microsoft.com/office/drawing/2014/main" id="{42E45E92-F23F-BA23-8AE3-E030EC4D3824}"/>
                    </a:ext>
                  </a:extLst>
                </p14:cNvPr>
                <p14:cNvContentPartPr/>
                <p14:nvPr/>
              </p14:nvContentPartPr>
              <p14:xfrm>
                <a:off x="1744782" y="4892940"/>
                <a:ext cx="16200" cy="171720"/>
              </p14:xfrm>
            </p:contentPart>
          </mc:Choice>
          <mc:Fallback>
            <p:pic>
              <p:nvPicPr>
                <p:cNvPr id="22539" name="잉크 22538">
                  <a:extLst>
                    <a:ext uri="{FF2B5EF4-FFF2-40B4-BE49-F238E27FC236}">
                      <a16:creationId xmlns:a16="http://schemas.microsoft.com/office/drawing/2014/main" id="{42E45E92-F23F-BA23-8AE3-E030EC4D3824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736142" y="4884300"/>
                  <a:ext cx="3384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22540" name="잉크 22539">
                  <a:extLst>
                    <a:ext uri="{FF2B5EF4-FFF2-40B4-BE49-F238E27FC236}">
                      <a16:creationId xmlns:a16="http://schemas.microsoft.com/office/drawing/2014/main" id="{FA4DF2B5-221D-ED08-C9F0-D9284EA5D068}"/>
                    </a:ext>
                  </a:extLst>
                </p14:cNvPr>
                <p14:cNvContentPartPr/>
                <p14:nvPr/>
              </p14:nvContentPartPr>
              <p14:xfrm>
                <a:off x="1743702" y="4979700"/>
                <a:ext cx="70920" cy="14040"/>
              </p14:xfrm>
            </p:contentPart>
          </mc:Choice>
          <mc:Fallback>
            <p:pic>
              <p:nvPicPr>
                <p:cNvPr id="22540" name="잉크 22539">
                  <a:extLst>
                    <a:ext uri="{FF2B5EF4-FFF2-40B4-BE49-F238E27FC236}">
                      <a16:creationId xmlns:a16="http://schemas.microsoft.com/office/drawing/2014/main" id="{FA4DF2B5-221D-ED08-C9F0-D9284EA5D068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734702" y="4971060"/>
                  <a:ext cx="8856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22541" name="잉크 22540">
                  <a:extLst>
                    <a:ext uri="{FF2B5EF4-FFF2-40B4-BE49-F238E27FC236}">
                      <a16:creationId xmlns:a16="http://schemas.microsoft.com/office/drawing/2014/main" id="{70903B44-A1FB-44BF-95C2-3493DED1FA21}"/>
                    </a:ext>
                  </a:extLst>
                </p14:cNvPr>
                <p14:cNvContentPartPr/>
                <p14:nvPr/>
              </p14:nvContentPartPr>
              <p14:xfrm>
                <a:off x="1812462" y="4904100"/>
                <a:ext cx="64440" cy="129960"/>
              </p14:xfrm>
            </p:contentPart>
          </mc:Choice>
          <mc:Fallback>
            <p:pic>
              <p:nvPicPr>
                <p:cNvPr id="22541" name="잉크 22540">
                  <a:extLst>
                    <a:ext uri="{FF2B5EF4-FFF2-40B4-BE49-F238E27FC236}">
                      <a16:creationId xmlns:a16="http://schemas.microsoft.com/office/drawing/2014/main" id="{70903B44-A1FB-44BF-95C2-3493DED1FA21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803822" y="4895100"/>
                  <a:ext cx="8208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22542" name="잉크 22541">
                  <a:extLst>
                    <a:ext uri="{FF2B5EF4-FFF2-40B4-BE49-F238E27FC236}">
                      <a16:creationId xmlns:a16="http://schemas.microsoft.com/office/drawing/2014/main" id="{A04D45AF-BE6B-426E-C764-9C67C250CC38}"/>
                    </a:ext>
                  </a:extLst>
                </p14:cNvPr>
                <p14:cNvContentPartPr/>
                <p14:nvPr/>
              </p14:nvContentPartPr>
              <p14:xfrm>
                <a:off x="1809582" y="5047020"/>
                <a:ext cx="105120" cy="81360"/>
              </p14:xfrm>
            </p:contentPart>
          </mc:Choice>
          <mc:Fallback>
            <p:pic>
              <p:nvPicPr>
                <p:cNvPr id="22542" name="잉크 22541">
                  <a:extLst>
                    <a:ext uri="{FF2B5EF4-FFF2-40B4-BE49-F238E27FC236}">
                      <a16:creationId xmlns:a16="http://schemas.microsoft.com/office/drawing/2014/main" id="{A04D45AF-BE6B-426E-C764-9C67C250CC38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800942" y="5038020"/>
                  <a:ext cx="12276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22543" name="잉크 22542">
                  <a:extLst>
                    <a:ext uri="{FF2B5EF4-FFF2-40B4-BE49-F238E27FC236}">
                      <a16:creationId xmlns:a16="http://schemas.microsoft.com/office/drawing/2014/main" id="{802E6606-86CF-35CF-781B-D07E66FD08EC}"/>
                    </a:ext>
                  </a:extLst>
                </p14:cNvPr>
                <p14:cNvContentPartPr/>
                <p14:nvPr/>
              </p14:nvContentPartPr>
              <p14:xfrm>
                <a:off x="1913262" y="4940460"/>
                <a:ext cx="145080" cy="126720"/>
              </p14:xfrm>
            </p:contentPart>
          </mc:Choice>
          <mc:Fallback>
            <p:pic>
              <p:nvPicPr>
                <p:cNvPr id="22543" name="잉크 22542">
                  <a:extLst>
                    <a:ext uri="{FF2B5EF4-FFF2-40B4-BE49-F238E27FC236}">
                      <a16:creationId xmlns:a16="http://schemas.microsoft.com/office/drawing/2014/main" id="{802E6606-86CF-35CF-781B-D07E66FD08EC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904262" y="4931460"/>
                  <a:ext cx="16272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22544" name="잉크 22543">
                  <a:extLst>
                    <a:ext uri="{FF2B5EF4-FFF2-40B4-BE49-F238E27FC236}">
                      <a16:creationId xmlns:a16="http://schemas.microsoft.com/office/drawing/2014/main" id="{3BAC7689-E60D-DBF3-8A7F-ABDCA29D92FA}"/>
                    </a:ext>
                  </a:extLst>
                </p14:cNvPr>
                <p14:cNvContentPartPr/>
                <p14:nvPr/>
              </p14:nvContentPartPr>
              <p14:xfrm>
                <a:off x="1981302" y="5093100"/>
                <a:ext cx="128520" cy="52560"/>
              </p14:xfrm>
            </p:contentPart>
          </mc:Choice>
          <mc:Fallback>
            <p:pic>
              <p:nvPicPr>
                <p:cNvPr id="22544" name="잉크 22543">
                  <a:extLst>
                    <a:ext uri="{FF2B5EF4-FFF2-40B4-BE49-F238E27FC236}">
                      <a16:creationId xmlns:a16="http://schemas.microsoft.com/office/drawing/2014/main" id="{3BAC7689-E60D-DBF3-8A7F-ABDCA29D92FA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972662" y="5084100"/>
                  <a:ext cx="14616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22545" name="잉크 22544">
                  <a:extLst>
                    <a:ext uri="{FF2B5EF4-FFF2-40B4-BE49-F238E27FC236}">
                      <a16:creationId xmlns:a16="http://schemas.microsoft.com/office/drawing/2014/main" id="{37BB6B70-E903-DA94-3DF0-56963687DABB}"/>
                    </a:ext>
                  </a:extLst>
                </p14:cNvPr>
                <p14:cNvContentPartPr/>
                <p14:nvPr/>
              </p14:nvContentPartPr>
              <p14:xfrm>
                <a:off x="2159502" y="4916700"/>
                <a:ext cx="23400" cy="60120"/>
              </p14:xfrm>
            </p:contentPart>
          </mc:Choice>
          <mc:Fallback>
            <p:pic>
              <p:nvPicPr>
                <p:cNvPr id="22545" name="잉크 22544">
                  <a:extLst>
                    <a:ext uri="{FF2B5EF4-FFF2-40B4-BE49-F238E27FC236}">
                      <a16:creationId xmlns:a16="http://schemas.microsoft.com/office/drawing/2014/main" id="{37BB6B70-E903-DA94-3DF0-56963687DABB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2150862" y="4907700"/>
                  <a:ext cx="4104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22546" name="잉크 22545">
                  <a:extLst>
                    <a:ext uri="{FF2B5EF4-FFF2-40B4-BE49-F238E27FC236}">
                      <a16:creationId xmlns:a16="http://schemas.microsoft.com/office/drawing/2014/main" id="{B2DF7360-FC86-5E02-F95E-92BE4F3CC034}"/>
                    </a:ext>
                  </a:extLst>
                </p14:cNvPr>
                <p14:cNvContentPartPr/>
                <p14:nvPr/>
              </p14:nvContentPartPr>
              <p14:xfrm>
                <a:off x="2138982" y="4939020"/>
                <a:ext cx="211320" cy="162360"/>
              </p14:xfrm>
            </p:contentPart>
          </mc:Choice>
          <mc:Fallback>
            <p:pic>
              <p:nvPicPr>
                <p:cNvPr id="22546" name="잉크 22545">
                  <a:extLst>
                    <a:ext uri="{FF2B5EF4-FFF2-40B4-BE49-F238E27FC236}">
                      <a16:creationId xmlns:a16="http://schemas.microsoft.com/office/drawing/2014/main" id="{B2DF7360-FC86-5E02-F95E-92BE4F3CC034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2129982" y="4930020"/>
                  <a:ext cx="22896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22547" name="잉크 22546">
                  <a:extLst>
                    <a:ext uri="{FF2B5EF4-FFF2-40B4-BE49-F238E27FC236}">
                      <a16:creationId xmlns:a16="http://schemas.microsoft.com/office/drawing/2014/main" id="{8C6986E3-7E6C-5543-4DF0-B70B0F6FBF39}"/>
                    </a:ext>
                  </a:extLst>
                </p14:cNvPr>
                <p14:cNvContentPartPr/>
                <p14:nvPr/>
              </p14:nvContentPartPr>
              <p14:xfrm>
                <a:off x="2326182" y="4952340"/>
                <a:ext cx="62280" cy="33120"/>
              </p14:xfrm>
            </p:contentPart>
          </mc:Choice>
          <mc:Fallback>
            <p:pic>
              <p:nvPicPr>
                <p:cNvPr id="22547" name="잉크 22546">
                  <a:extLst>
                    <a:ext uri="{FF2B5EF4-FFF2-40B4-BE49-F238E27FC236}">
                      <a16:creationId xmlns:a16="http://schemas.microsoft.com/office/drawing/2014/main" id="{8C6986E3-7E6C-5543-4DF0-B70B0F6FBF39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2317542" y="4943340"/>
                  <a:ext cx="7992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22548" name="잉크 22547">
                  <a:extLst>
                    <a:ext uri="{FF2B5EF4-FFF2-40B4-BE49-F238E27FC236}">
                      <a16:creationId xmlns:a16="http://schemas.microsoft.com/office/drawing/2014/main" id="{8FC83A8B-BDCE-62BD-5F89-8370DF13B00B}"/>
                    </a:ext>
                  </a:extLst>
                </p14:cNvPr>
                <p14:cNvContentPartPr/>
                <p14:nvPr/>
              </p14:nvContentPartPr>
              <p14:xfrm>
                <a:off x="2315742" y="5027580"/>
                <a:ext cx="141840" cy="92520"/>
              </p14:xfrm>
            </p:contentPart>
          </mc:Choice>
          <mc:Fallback>
            <p:pic>
              <p:nvPicPr>
                <p:cNvPr id="22548" name="잉크 22547">
                  <a:extLst>
                    <a:ext uri="{FF2B5EF4-FFF2-40B4-BE49-F238E27FC236}">
                      <a16:creationId xmlns:a16="http://schemas.microsoft.com/office/drawing/2014/main" id="{8FC83A8B-BDCE-62BD-5F89-8370DF13B00B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2307102" y="5018580"/>
                  <a:ext cx="15948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22549" name="잉크 22548">
                  <a:extLst>
                    <a:ext uri="{FF2B5EF4-FFF2-40B4-BE49-F238E27FC236}">
                      <a16:creationId xmlns:a16="http://schemas.microsoft.com/office/drawing/2014/main" id="{824F32F9-1FF1-C555-8D2E-BFCFB555C2A1}"/>
                    </a:ext>
                  </a:extLst>
                </p14:cNvPr>
                <p14:cNvContentPartPr/>
                <p14:nvPr/>
              </p14:nvContentPartPr>
              <p14:xfrm>
                <a:off x="2441382" y="4932900"/>
                <a:ext cx="93960" cy="103680"/>
              </p14:xfrm>
            </p:contentPart>
          </mc:Choice>
          <mc:Fallback>
            <p:pic>
              <p:nvPicPr>
                <p:cNvPr id="22549" name="잉크 22548">
                  <a:extLst>
                    <a:ext uri="{FF2B5EF4-FFF2-40B4-BE49-F238E27FC236}">
                      <a16:creationId xmlns:a16="http://schemas.microsoft.com/office/drawing/2014/main" id="{824F32F9-1FF1-C555-8D2E-BFCFB555C2A1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2432382" y="4924260"/>
                  <a:ext cx="11160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22550" name="잉크 22549">
                  <a:extLst>
                    <a:ext uri="{FF2B5EF4-FFF2-40B4-BE49-F238E27FC236}">
                      <a16:creationId xmlns:a16="http://schemas.microsoft.com/office/drawing/2014/main" id="{3850A2D7-8BF5-E03D-0886-3335DE0697BE}"/>
                    </a:ext>
                  </a:extLst>
                </p14:cNvPr>
                <p14:cNvContentPartPr/>
                <p14:nvPr/>
              </p14:nvContentPartPr>
              <p14:xfrm>
                <a:off x="2543982" y="4898700"/>
                <a:ext cx="79200" cy="155520"/>
              </p14:xfrm>
            </p:contentPart>
          </mc:Choice>
          <mc:Fallback>
            <p:pic>
              <p:nvPicPr>
                <p:cNvPr id="22550" name="잉크 22549">
                  <a:extLst>
                    <a:ext uri="{FF2B5EF4-FFF2-40B4-BE49-F238E27FC236}">
                      <a16:creationId xmlns:a16="http://schemas.microsoft.com/office/drawing/2014/main" id="{3850A2D7-8BF5-E03D-0886-3335DE0697BE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2535342" y="4889700"/>
                  <a:ext cx="9684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22551" name="잉크 22550">
                  <a:extLst>
                    <a:ext uri="{FF2B5EF4-FFF2-40B4-BE49-F238E27FC236}">
                      <a16:creationId xmlns:a16="http://schemas.microsoft.com/office/drawing/2014/main" id="{67A594D0-6517-0328-7920-375DC110D669}"/>
                    </a:ext>
                  </a:extLst>
                </p14:cNvPr>
                <p14:cNvContentPartPr/>
                <p14:nvPr/>
              </p14:nvContentPartPr>
              <p14:xfrm>
                <a:off x="2514102" y="5064300"/>
                <a:ext cx="103680" cy="87480"/>
              </p14:xfrm>
            </p:contentPart>
          </mc:Choice>
          <mc:Fallback>
            <p:pic>
              <p:nvPicPr>
                <p:cNvPr id="22551" name="잉크 22550">
                  <a:extLst>
                    <a:ext uri="{FF2B5EF4-FFF2-40B4-BE49-F238E27FC236}">
                      <a16:creationId xmlns:a16="http://schemas.microsoft.com/office/drawing/2014/main" id="{67A594D0-6517-0328-7920-375DC110D669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2505462" y="5055660"/>
                  <a:ext cx="121320" cy="1051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ko-KR"/>
              <a:t>6. </a:t>
            </a:r>
            <a:r>
              <a:rPr lang="ko-KR" altLang="en-US"/>
              <a:t>디바이스 파일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7513" y="1500188"/>
            <a:ext cx="8512175" cy="5143500"/>
          </a:xfrm>
        </p:spPr>
        <p:txBody>
          <a:bodyPr/>
          <a:lstStyle/>
          <a:p>
            <a:pPr eaLnBrk="1" hangingPunct="1">
              <a:defRPr/>
            </a:pPr>
            <a:r>
              <a:rPr lang="ko-KR" altLang="en-US" sz="2400" dirty="0">
                <a:latin typeface="+mn-ea"/>
              </a:rPr>
              <a:t>디바이스</a:t>
            </a:r>
            <a:r>
              <a:rPr lang="en-US" altLang="ko-KR" sz="2400" dirty="0">
                <a:latin typeface="+mn-ea"/>
              </a:rPr>
              <a:t>: </a:t>
            </a:r>
            <a:r>
              <a:rPr lang="ko-KR" altLang="en-US" sz="2400" dirty="0">
                <a:latin typeface="+mn-ea"/>
              </a:rPr>
              <a:t>컴퓨터시스템의 주변 하드웨어</a:t>
            </a:r>
            <a:endParaRPr lang="en-US" altLang="ko-KR" sz="2400" dirty="0">
              <a:latin typeface="+mn-ea"/>
            </a:endParaRPr>
          </a:p>
          <a:p>
            <a:pPr eaLnBrk="1" hangingPunct="1">
              <a:defRPr/>
            </a:pPr>
            <a:r>
              <a:rPr lang="ko-KR" altLang="en-US" sz="2400" dirty="0">
                <a:latin typeface="+mn-ea"/>
              </a:rPr>
              <a:t>디바이스 드라이버</a:t>
            </a:r>
            <a:r>
              <a:rPr lang="en-US" altLang="ko-KR" sz="2400" dirty="0">
                <a:latin typeface="+mn-ea"/>
              </a:rPr>
              <a:t>: </a:t>
            </a:r>
            <a:r>
              <a:rPr lang="ko-KR" altLang="en-US" sz="2400" dirty="0">
                <a:latin typeface="+mn-ea"/>
              </a:rPr>
              <a:t>디바이스 구동 프로그램</a:t>
            </a:r>
            <a:endParaRPr lang="en-US" altLang="ko-KR" sz="2400" dirty="0">
              <a:latin typeface="+mn-ea"/>
            </a:endParaRPr>
          </a:p>
          <a:p>
            <a:pPr lvl="1">
              <a:defRPr/>
            </a:pPr>
            <a:r>
              <a:rPr lang="ko-KR" altLang="en-US" sz="2000" dirty="0">
                <a:latin typeface="+mn-ea"/>
              </a:rPr>
              <a:t>디바이스와 시스템 사이에 데이터 전달을 담당하는 </a:t>
            </a:r>
            <a:r>
              <a:rPr lang="ko-KR" altLang="en-US" sz="2000" dirty="0" err="1">
                <a:latin typeface="+mn-ea"/>
              </a:rPr>
              <a:t>커널</a:t>
            </a:r>
            <a:r>
              <a:rPr lang="ko-KR" altLang="en-US" sz="2000" dirty="0">
                <a:latin typeface="+mn-ea"/>
              </a:rPr>
              <a:t> 내부 기능</a:t>
            </a:r>
          </a:p>
          <a:p>
            <a:pPr lvl="1">
              <a:defRPr/>
            </a:pPr>
            <a:r>
              <a:rPr lang="ko-KR" altLang="en-US" sz="2000" dirty="0">
                <a:latin typeface="+mn-ea"/>
              </a:rPr>
              <a:t>표준적으로 동일한 서비스 제공을 목적</a:t>
            </a:r>
          </a:p>
          <a:p>
            <a:pPr lvl="1">
              <a:defRPr/>
            </a:pPr>
            <a:r>
              <a:rPr lang="ko-KR" altLang="en-US" sz="2000" dirty="0">
                <a:latin typeface="+mn-ea"/>
              </a:rPr>
              <a:t>디바이스의 고유한 특성을 내포 </a:t>
            </a:r>
          </a:p>
          <a:p>
            <a:pPr lvl="1" eaLnBrk="1" hangingPunct="1">
              <a:defRPr/>
            </a:pPr>
            <a:endParaRPr lang="en-US" altLang="ko-KR" sz="2000" dirty="0">
              <a:latin typeface="+mn-ea"/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altLang="ko-KR" dirty="0">
              <a:latin typeface="+mn-ea"/>
            </a:endParaRPr>
          </a:p>
          <a:p>
            <a:pPr lvl="1" eaLnBrk="1" hangingPunct="1">
              <a:defRPr/>
            </a:pPr>
            <a:endParaRPr lang="ko-KR" altLang="en-US" dirty="0">
              <a:latin typeface="+mn-ea"/>
            </a:endParaRPr>
          </a:p>
          <a:p>
            <a:pPr eaLnBrk="1" hangingPunct="1">
              <a:defRPr/>
            </a:pPr>
            <a:endParaRPr lang="en-US" altLang="ko-KR" dirty="0">
              <a:latin typeface="+mn-ea"/>
            </a:endParaRPr>
          </a:p>
        </p:txBody>
      </p:sp>
      <p:pic>
        <p:nvPicPr>
          <p:cNvPr id="2355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0188" y="3857625"/>
            <a:ext cx="6507162" cy="2554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7" name="슬라이드 번호 개체 틀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886E123-4B6E-4F7C-AD63-FBDD54866A41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16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14313" y="1643063"/>
            <a:ext cx="8715375" cy="3500437"/>
          </a:xfrm>
        </p:spPr>
        <p:txBody>
          <a:bodyPr/>
          <a:lstStyle/>
          <a:p>
            <a:pPr>
              <a:defRPr/>
            </a:pPr>
            <a:r>
              <a:rPr lang="ko-KR" altLang="en-US" sz="2400" dirty="0">
                <a:latin typeface="+mn-ea"/>
              </a:rPr>
              <a:t> 디바이스 파일</a:t>
            </a:r>
            <a:r>
              <a:rPr lang="en-US" altLang="ko-KR" sz="2400" dirty="0">
                <a:latin typeface="+mn-ea"/>
              </a:rPr>
              <a:t>(Device File)</a:t>
            </a:r>
          </a:p>
          <a:p>
            <a:pPr lvl="1">
              <a:defRPr/>
            </a:pPr>
            <a:r>
              <a:rPr lang="ko-KR" altLang="en-US" sz="2000" dirty="0">
                <a:latin typeface="+mn-ea"/>
              </a:rPr>
              <a:t>디바이스 드라이버를 접근하는 통로</a:t>
            </a:r>
            <a:r>
              <a:rPr lang="en-US" altLang="ko-KR" sz="2000" dirty="0">
                <a:latin typeface="+mn-ea"/>
              </a:rPr>
              <a:t>: </a:t>
            </a:r>
            <a:r>
              <a:rPr lang="ko-KR" altLang="en-US" sz="2000" dirty="0">
                <a:latin typeface="+mn-ea"/>
              </a:rPr>
              <a:t>사용자에게 보이는 디바이스 드라이버의 인터페이스 부분</a:t>
            </a:r>
          </a:p>
          <a:p>
            <a:pPr lvl="1">
              <a:defRPr/>
            </a:pPr>
            <a:r>
              <a:rPr lang="ko-KR" altLang="en-US" sz="2000" dirty="0">
                <a:latin typeface="+mn-ea"/>
              </a:rPr>
              <a:t>응용 프로그램은 디바이스에 접근하기 위해 열기</a:t>
            </a:r>
            <a:r>
              <a:rPr lang="en-US" altLang="ko-KR" sz="2000" dirty="0">
                <a:latin typeface="+mn-ea"/>
              </a:rPr>
              <a:t>/</a:t>
            </a:r>
            <a:r>
              <a:rPr lang="ko-KR" altLang="en-US" sz="2000" dirty="0">
                <a:latin typeface="+mn-ea"/>
              </a:rPr>
              <a:t>읽기</a:t>
            </a:r>
            <a:r>
              <a:rPr lang="en-US" altLang="ko-KR" sz="2000" dirty="0">
                <a:latin typeface="+mn-ea"/>
              </a:rPr>
              <a:t>/</a:t>
            </a:r>
            <a:r>
              <a:rPr lang="ko-KR" altLang="en-US" sz="2000" dirty="0">
                <a:latin typeface="+mn-ea"/>
              </a:rPr>
              <a:t>쓰기 등과 같은 파일 연산을 이용</a:t>
            </a:r>
          </a:p>
          <a:p>
            <a:pPr lvl="1">
              <a:defRPr/>
            </a:pPr>
            <a:r>
              <a:rPr lang="ko-KR" altLang="en-US" sz="2000" dirty="0">
                <a:latin typeface="+mn-ea"/>
              </a:rPr>
              <a:t>디바이스 파일은 파일시스템의 데이터 영역을 차지하지 않고 단지 디바이스 드라이버를 접근할 수 있는 관문 역할을 수행 </a:t>
            </a:r>
            <a:endParaRPr lang="en-US" altLang="ko-KR" sz="2000" dirty="0">
              <a:latin typeface="+mn-ea"/>
            </a:endParaRPr>
          </a:p>
          <a:p>
            <a:pPr lvl="1">
              <a:defRPr/>
            </a:pPr>
            <a:r>
              <a:rPr lang="ko-KR" altLang="en-US" sz="2000" dirty="0">
                <a:latin typeface="+mn-ea"/>
              </a:rPr>
              <a:t>디바이스 파일은 파일시스템에서 고유한 번호와 이름을 할당 받음</a:t>
            </a:r>
            <a:endParaRPr lang="en-US" altLang="ko-KR" sz="2000" dirty="0">
              <a:latin typeface="+mn-ea"/>
            </a:endParaRPr>
          </a:p>
          <a:p>
            <a:pPr lvl="1">
              <a:defRPr/>
            </a:pPr>
            <a:endParaRPr lang="ko-KR" altLang="en-US" sz="2000" dirty="0">
              <a:latin typeface="+mn-ea"/>
            </a:endParaRPr>
          </a:p>
          <a:p>
            <a:pPr lvl="1">
              <a:defRPr/>
            </a:pPr>
            <a:endParaRPr lang="en-US" altLang="ko-KR" sz="2000" dirty="0">
              <a:latin typeface="+mn-ea"/>
            </a:endParaRPr>
          </a:p>
          <a:p>
            <a:pPr lvl="1">
              <a:defRPr/>
            </a:pPr>
            <a:endParaRPr lang="ko-KR" altLang="en-US" sz="2000" dirty="0">
              <a:latin typeface="+mn-ea"/>
            </a:endParaRPr>
          </a:p>
        </p:txBody>
      </p:sp>
      <p:sp>
        <p:nvSpPr>
          <p:cNvPr id="25603" name="슬라이드 번호 개체 틀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E2AE59D-C94D-44FA-BD4B-9FE6EB93E01D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17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ko-KR" altLang="en-US"/>
              <a:t>리눅스 디바이스 파일 예</a:t>
            </a:r>
          </a:p>
        </p:txBody>
      </p:sp>
      <p:pic>
        <p:nvPicPr>
          <p:cNvPr id="266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038" y="1438275"/>
            <a:ext cx="6048375" cy="461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8" name="Rectangle 4"/>
          <p:cNvSpPr>
            <a:spLocks noChangeArrowheads="1"/>
          </p:cNvSpPr>
          <p:nvPr/>
        </p:nvSpPr>
        <p:spPr bwMode="auto">
          <a:xfrm>
            <a:off x="1428750" y="1885950"/>
            <a:ext cx="219075" cy="1685925"/>
          </a:xfrm>
          <a:prstGeom prst="rect">
            <a:avLst/>
          </a:prstGeom>
          <a:noFill/>
          <a:ln w="19050" algn="ctr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ko-KR" altLang="en-US" sz="2400">
              <a:latin typeface="Times New Roman" panose="02020603050405020304" pitchFamily="18" charset="0"/>
            </a:endParaRPr>
          </a:p>
        </p:txBody>
      </p:sp>
      <p:sp>
        <p:nvSpPr>
          <p:cNvPr id="26629" name="Rectangle 5"/>
          <p:cNvSpPr>
            <a:spLocks noChangeArrowheads="1"/>
          </p:cNvSpPr>
          <p:nvPr/>
        </p:nvSpPr>
        <p:spPr bwMode="auto">
          <a:xfrm>
            <a:off x="1428750" y="3848100"/>
            <a:ext cx="219075" cy="1685925"/>
          </a:xfrm>
          <a:prstGeom prst="rect">
            <a:avLst/>
          </a:prstGeom>
          <a:noFill/>
          <a:ln w="19050" algn="ctr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ko-KR" altLang="en-US" sz="2400">
              <a:latin typeface="Times New Roman" panose="02020603050405020304" pitchFamily="18" charset="0"/>
            </a:endParaRPr>
          </a:p>
        </p:txBody>
      </p:sp>
      <p:sp>
        <p:nvSpPr>
          <p:cNvPr id="26630" name="Rectangle 6"/>
          <p:cNvSpPr>
            <a:spLocks noChangeArrowheads="1"/>
          </p:cNvSpPr>
          <p:nvPr/>
        </p:nvSpPr>
        <p:spPr bwMode="auto">
          <a:xfrm>
            <a:off x="4181475" y="1866900"/>
            <a:ext cx="219075" cy="1685925"/>
          </a:xfrm>
          <a:prstGeom prst="rect">
            <a:avLst/>
          </a:prstGeom>
          <a:noFill/>
          <a:ln w="19050" algn="ctr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ko-KR" altLang="en-US" sz="2400">
              <a:latin typeface="Times New Roman" panose="02020603050405020304" pitchFamily="18" charset="0"/>
            </a:endParaRPr>
          </a:p>
        </p:txBody>
      </p:sp>
      <p:sp>
        <p:nvSpPr>
          <p:cNvPr id="26631" name="Rectangle 7"/>
          <p:cNvSpPr>
            <a:spLocks noChangeArrowheads="1"/>
          </p:cNvSpPr>
          <p:nvPr/>
        </p:nvSpPr>
        <p:spPr bwMode="auto">
          <a:xfrm>
            <a:off x="4171950" y="3848100"/>
            <a:ext cx="219075" cy="1685925"/>
          </a:xfrm>
          <a:prstGeom prst="rect">
            <a:avLst/>
          </a:prstGeom>
          <a:noFill/>
          <a:ln w="19050" algn="ctr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ko-KR" altLang="en-US" sz="2400">
              <a:latin typeface="Times New Roman" panose="02020603050405020304" pitchFamily="18" charset="0"/>
            </a:endParaRPr>
          </a:p>
        </p:txBody>
      </p:sp>
      <p:sp>
        <p:nvSpPr>
          <p:cNvPr id="26632" name="Rectangle 8"/>
          <p:cNvSpPr>
            <a:spLocks noChangeArrowheads="1"/>
          </p:cNvSpPr>
          <p:nvPr/>
        </p:nvSpPr>
        <p:spPr bwMode="auto">
          <a:xfrm>
            <a:off x="4524375" y="1866900"/>
            <a:ext cx="219075" cy="1685925"/>
          </a:xfrm>
          <a:prstGeom prst="rect">
            <a:avLst/>
          </a:prstGeom>
          <a:noFill/>
          <a:ln w="19050" algn="ctr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ko-KR" altLang="en-US" sz="2400">
              <a:latin typeface="Times New Roman" panose="02020603050405020304" pitchFamily="18" charset="0"/>
            </a:endParaRPr>
          </a:p>
        </p:txBody>
      </p:sp>
      <p:sp>
        <p:nvSpPr>
          <p:cNvPr id="26633" name="Rectangle 9"/>
          <p:cNvSpPr>
            <a:spLocks noChangeArrowheads="1"/>
          </p:cNvSpPr>
          <p:nvPr/>
        </p:nvSpPr>
        <p:spPr bwMode="auto">
          <a:xfrm>
            <a:off x="4514850" y="3848100"/>
            <a:ext cx="219075" cy="1685925"/>
          </a:xfrm>
          <a:prstGeom prst="rect">
            <a:avLst/>
          </a:prstGeom>
          <a:noFill/>
          <a:ln w="19050" algn="ctr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ko-KR" altLang="en-US" sz="2400">
              <a:latin typeface="Times New Roman" panose="02020603050405020304" pitchFamily="18" charset="0"/>
            </a:endParaRPr>
          </a:p>
        </p:txBody>
      </p:sp>
      <p:sp>
        <p:nvSpPr>
          <p:cNvPr id="26634" name="Rectangle 10"/>
          <p:cNvSpPr>
            <a:spLocks noChangeArrowheads="1"/>
          </p:cNvSpPr>
          <p:nvPr/>
        </p:nvSpPr>
        <p:spPr bwMode="auto">
          <a:xfrm>
            <a:off x="5800725" y="1876425"/>
            <a:ext cx="923925" cy="1685925"/>
          </a:xfrm>
          <a:prstGeom prst="rect">
            <a:avLst/>
          </a:prstGeom>
          <a:noFill/>
          <a:ln w="19050" algn="ctr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ko-KR" altLang="en-US" sz="2400">
              <a:latin typeface="Times New Roman" panose="02020603050405020304" pitchFamily="18" charset="0"/>
            </a:endParaRPr>
          </a:p>
        </p:txBody>
      </p:sp>
      <p:sp>
        <p:nvSpPr>
          <p:cNvPr id="26635" name="Rectangle 11"/>
          <p:cNvSpPr>
            <a:spLocks noChangeArrowheads="1"/>
          </p:cNvSpPr>
          <p:nvPr/>
        </p:nvSpPr>
        <p:spPr bwMode="auto">
          <a:xfrm>
            <a:off x="5791200" y="3857625"/>
            <a:ext cx="923925" cy="1685925"/>
          </a:xfrm>
          <a:prstGeom prst="rect">
            <a:avLst/>
          </a:prstGeom>
          <a:noFill/>
          <a:ln w="19050" algn="ctr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ko-KR" altLang="en-US" sz="2400">
              <a:latin typeface="Times New Roman" panose="02020603050405020304" pitchFamily="18" charset="0"/>
            </a:endParaRPr>
          </a:p>
        </p:txBody>
      </p:sp>
      <p:sp>
        <p:nvSpPr>
          <p:cNvPr id="26636" name="Rectangle 12"/>
          <p:cNvSpPr>
            <a:spLocks noChangeArrowheads="1"/>
          </p:cNvSpPr>
          <p:nvPr/>
        </p:nvSpPr>
        <p:spPr bwMode="auto">
          <a:xfrm>
            <a:off x="1657350" y="2543175"/>
            <a:ext cx="1647825" cy="31432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692150" indent="-347663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r>
              <a:rPr lang="ko-KR" altLang="en-US" sz="1500">
                <a:solidFill>
                  <a:srgbClr val="0000FF"/>
                </a:solidFill>
                <a:latin typeface="Times New Roman" panose="02020603050405020304" pitchFamily="18" charset="0"/>
              </a:rPr>
              <a:t>디바이스 종류</a:t>
            </a:r>
          </a:p>
        </p:txBody>
      </p:sp>
      <p:sp>
        <p:nvSpPr>
          <p:cNvPr id="26637" name="Rectangle 13"/>
          <p:cNvSpPr>
            <a:spLocks noChangeArrowheads="1"/>
          </p:cNvSpPr>
          <p:nvPr/>
        </p:nvSpPr>
        <p:spPr bwMode="auto">
          <a:xfrm>
            <a:off x="3400425" y="2562225"/>
            <a:ext cx="1647825" cy="31432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692150" indent="-347663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r>
              <a:rPr lang="ko-KR" altLang="en-US" sz="1500">
                <a:solidFill>
                  <a:srgbClr val="0000FF"/>
                </a:solidFill>
                <a:latin typeface="Times New Roman" panose="02020603050405020304" pitchFamily="18" charset="0"/>
              </a:rPr>
              <a:t>주번호</a:t>
            </a:r>
            <a:r>
              <a:rPr lang="en-US" altLang="ko-KR" sz="1500">
                <a:solidFill>
                  <a:srgbClr val="0000FF"/>
                </a:solidFill>
                <a:latin typeface="Times New Roman" panose="02020603050405020304" pitchFamily="18" charset="0"/>
              </a:rPr>
              <a:t>, </a:t>
            </a:r>
            <a:r>
              <a:rPr lang="ko-KR" altLang="en-US" sz="1500">
                <a:solidFill>
                  <a:srgbClr val="0000FF"/>
                </a:solidFill>
                <a:latin typeface="Times New Roman" panose="02020603050405020304" pitchFamily="18" charset="0"/>
              </a:rPr>
              <a:t>부번호</a:t>
            </a:r>
          </a:p>
        </p:txBody>
      </p:sp>
      <p:sp>
        <p:nvSpPr>
          <p:cNvPr id="26638" name="Rectangle 14"/>
          <p:cNvSpPr>
            <a:spLocks noChangeArrowheads="1"/>
          </p:cNvSpPr>
          <p:nvPr/>
        </p:nvSpPr>
        <p:spPr bwMode="auto">
          <a:xfrm>
            <a:off x="6734175" y="2543175"/>
            <a:ext cx="1647825" cy="31432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marL="692150" indent="-347663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r>
              <a:rPr lang="ko-KR" altLang="en-US" sz="1500">
                <a:solidFill>
                  <a:srgbClr val="0000FF"/>
                </a:solidFill>
                <a:latin typeface="Times New Roman" panose="02020603050405020304" pitchFamily="18" charset="0"/>
              </a:rPr>
              <a:t>장치파일 이름</a:t>
            </a:r>
          </a:p>
        </p:txBody>
      </p:sp>
      <p:sp>
        <p:nvSpPr>
          <p:cNvPr id="26639" name="슬라이드 번호 개체 틀 1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D7BC100-5607-4264-AD81-87D2337E719F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18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650" name="Object 2"/>
          <p:cNvGraphicFramePr>
            <a:graphicFrameLocks noGrp="1" noChangeAspect="1"/>
          </p:cNvGraphicFramePr>
          <p:nvPr>
            <p:ph idx="4294967295"/>
          </p:nvPr>
        </p:nvGraphicFramePr>
        <p:xfrm>
          <a:off x="2411413" y="1500188"/>
          <a:ext cx="4432300" cy="4941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비트맵 이미지" r:id="rId2" imgW="5582429" imgH="5342857" progId="Paint.Picture">
                  <p:embed/>
                </p:oleObj>
              </mc:Choice>
              <mc:Fallback>
                <p:oleObj name="비트맵 이미지" r:id="rId2" imgW="5582429" imgH="5342857" progId="Paint.Picture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1500188"/>
                        <a:ext cx="4432300" cy="4941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1" name="Rectangle 3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ko-KR" altLang="en-US"/>
              <a:t>문자 디바이스 드라이버 동작</a:t>
            </a:r>
          </a:p>
        </p:txBody>
      </p:sp>
      <p:sp>
        <p:nvSpPr>
          <p:cNvPr id="27652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0169806-9DE9-402A-8116-B9F42A857364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19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직선과 네모">
  <a:themeElements>
    <a:clrScheme name="직선과 네모 2">
      <a:dk1>
        <a:srgbClr val="003366"/>
      </a:dk1>
      <a:lt1>
        <a:srgbClr val="FFFFFF"/>
      </a:lt1>
      <a:dk2>
        <a:srgbClr val="003366"/>
      </a:dk2>
      <a:lt2>
        <a:srgbClr val="E3E2C7"/>
      </a:lt2>
      <a:accent1>
        <a:srgbClr val="CCCC99"/>
      </a:accent1>
      <a:accent2>
        <a:srgbClr val="003366"/>
      </a:accent2>
      <a:accent3>
        <a:srgbClr val="FFFFFF"/>
      </a:accent3>
      <a:accent4>
        <a:srgbClr val="002A56"/>
      </a:accent4>
      <a:accent5>
        <a:srgbClr val="E2E2CA"/>
      </a:accent5>
      <a:accent6>
        <a:srgbClr val="002D5C"/>
      </a:accent6>
      <a:hlink>
        <a:srgbClr val="003366"/>
      </a:hlink>
      <a:folHlink>
        <a:srgbClr val="800000"/>
      </a:folHlink>
    </a:clrScheme>
    <a:fontScheme name="직선과 네모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ko-K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ko-K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굴림" pitchFamily="50" charset="-127"/>
          </a:defRPr>
        </a:defPPr>
      </a:lstStyle>
    </a:lnDef>
  </a:objectDefaults>
  <a:extraClrSchemeLst>
    <a:extraClrScheme>
      <a:clrScheme name="직선과 네모 1">
        <a:dk1>
          <a:srgbClr val="008080"/>
        </a:dk1>
        <a:lt1>
          <a:srgbClr val="FFFFCC"/>
        </a:lt1>
        <a:dk2>
          <a:srgbClr val="009999"/>
        </a:dk2>
        <a:lt2>
          <a:srgbClr val="FFFF99"/>
        </a:lt2>
        <a:accent1>
          <a:srgbClr val="336699"/>
        </a:accent1>
        <a:accent2>
          <a:srgbClr val="FFFF99"/>
        </a:accent2>
        <a:accent3>
          <a:srgbClr val="AACACA"/>
        </a:accent3>
        <a:accent4>
          <a:srgbClr val="DADAAE"/>
        </a:accent4>
        <a:accent5>
          <a:srgbClr val="ADB8CA"/>
        </a:accent5>
        <a:accent6>
          <a:srgbClr val="E7E78A"/>
        </a:accent6>
        <a:hlink>
          <a:srgbClr val="FFFFCC"/>
        </a:hlink>
        <a:folHlink>
          <a:srgbClr val="DDDDD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직선과 네모 2">
        <a:dk1>
          <a:srgbClr val="003366"/>
        </a:dk1>
        <a:lt1>
          <a:srgbClr val="FFFFFF"/>
        </a:lt1>
        <a:dk2>
          <a:srgbClr val="003366"/>
        </a:dk2>
        <a:lt2>
          <a:srgbClr val="E3E2C7"/>
        </a:lt2>
        <a:accent1>
          <a:srgbClr val="CCCC99"/>
        </a:accent1>
        <a:accent2>
          <a:srgbClr val="003366"/>
        </a:accent2>
        <a:accent3>
          <a:srgbClr val="FFFFFF"/>
        </a:accent3>
        <a:accent4>
          <a:srgbClr val="002A56"/>
        </a:accent4>
        <a:accent5>
          <a:srgbClr val="E2E2CA"/>
        </a:accent5>
        <a:accent6>
          <a:srgbClr val="002D5C"/>
        </a:accent6>
        <a:hlink>
          <a:srgbClr val="003366"/>
        </a:hlink>
        <a:folHlink>
          <a:srgbClr val="8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직선과 네모 3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DDDDDD"/>
        </a:accent1>
        <a:accent2>
          <a:srgbClr val="333333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2D2D2D"/>
        </a:accent6>
        <a:hlink>
          <a:srgbClr val="80808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직선과 네모 4">
        <a:dk1>
          <a:srgbClr val="5F5F5F"/>
        </a:dk1>
        <a:lt1>
          <a:srgbClr val="FFFFFF"/>
        </a:lt1>
        <a:dk2>
          <a:srgbClr val="003366"/>
        </a:dk2>
        <a:lt2>
          <a:srgbClr val="FFFFFF"/>
        </a:lt2>
        <a:accent1>
          <a:srgbClr val="7E003F"/>
        </a:accent1>
        <a:accent2>
          <a:srgbClr val="DDDDDD"/>
        </a:accent2>
        <a:accent3>
          <a:srgbClr val="AAADB8"/>
        </a:accent3>
        <a:accent4>
          <a:srgbClr val="DADADA"/>
        </a:accent4>
        <a:accent5>
          <a:srgbClr val="C0AAAF"/>
        </a:accent5>
        <a:accent6>
          <a:srgbClr val="C8C8C8"/>
        </a:accent6>
        <a:hlink>
          <a:srgbClr val="969696"/>
        </a:hlink>
        <a:folHlink>
          <a:srgbClr val="DDDDDD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Office\Templates\디자인\직선과 네모.pot</Template>
  <TotalTime>2212</TotalTime>
  <Words>896</Words>
  <Application>Microsoft Office PowerPoint</Application>
  <PresentationFormat>화면 슬라이드 쇼(4:3)</PresentationFormat>
  <Paragraphs>162</Paragraphs>
  <Slides>19</Slides>
  <Notes>2</Notes>
  <HiddenSlides>0</HiddenSlides>
  <MMClips>0</MMClips>
  <ScaleCrop>false</ScaleCrop>
  <HeadingPairs>
    <vt:vector size="8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5" baseType="lpstr">
      <vt:lpstr>굴림</vt:lpstr>
      <vt:lpstr>Arial</vt:lpstr>
      <vt:lpstr>Times New Roman</vt:lpstr>
      <vt:lpstr>Wingdings</vt:lpstr>
      <vt:lpstr>직선과 네모</vt:lpstr>
      <vt:lpstr>비트맵 이미지</vt:lpstr>
      <vt:lpstr>10장. 파일 시스템 구현</vt:lpstr>
      <vt:lpstr>목  차</vt:lpstr>
      <vt:lpstr>1. 파일 시스템 구조</vt:lpstr>
      <vt:lpstr>Unix 파일 시스템 구조</vt:lpstr>
      <vt:lpstr>FAT32 파일 시스템 구조</vt:lpstr>
      <vt:lpstr>NTFS 파일 시스템 구조</vt:lpstr>
      <vt:lpstr>2. 파일 시스템 구현</vt:lpstr>
      <vt:lpstr>가상 파일 시스템</vt:lpstr>
      <vt:lpstr>4. 할당 방법</vt:lpstr>
      <vt:lpstr>PowerPoint 프레젠테이션</vt:lpstr>
      <vt:lpstr>PowerPoint 프레젠테이션</vt:lpstr>
      <vt:lpstr>PowerPoint 프레젠테이션</vt:lpstr>
      <vt:lpstr>PowerPoint 프레젠테이션</vt:lpstr>
      <vt:lpstr>결합 기법 예:  UNIX inode 구조 (블록 당 4KB)</vt:lpstr>
      <vt:lpstr>5. 자유 공간의 관리</vt:lpstr>
      <vt:lpstr>6. 디바이스 파일</vt:lpstr>
      <vt:lpstr>PowerPoint 프레젠테이션</vt:lpstr>
      <vt:lpstr>리눅스 디바이스 파일 예</vt:lpstr>
      <vt:lpstr>문자 디바이스 드라이버 동작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운영체제 소개</dc:title>
  <dc:creator>김성우</dc:creator>
  <cp:lastModifiedBy>김현진</cp:lastModifiedBy>
  <cp:revision>536</cp:revision>
  <cp:lastPrinted>1996-03-06T04:51:07Z</cp:lastPrinted>
  <dcterms:created xsi:type="dcterms:W3CDTF">1996-06-05T03:01:40Z</dcterms:created>
  <dcterms:modified xsi:type="dcterms:W3CDTF">2023-12-01T02:41:15Z</dcterms:modified>
</cp:coreProperties>
</file>