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3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notesSlides/notesSlide4.xml" ContentType="application/vnd.openxmlformats-officedocument.presentationml.notesSlide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notesSlides/notesSlide5.xml" ContentType="application/vnd.openxmlformats-officedocument.presentationml.notesSlide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notesSlides/notesSlide6.xml" ContentType="application/vnd.openxmlformats-officedocument.presentationml.notesSlide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notesSlides/notesSlide7.xml" ContentType="application/vnd.openxmlformats-officedocument.presentationml.notesSlide+xml"/>
  <Override PartName="/ppt/ink/ink188.xml" ContentType="application/inkml+xml"/>
  <Override PartName="/ppt/ink/ink189.xml" ContentType="application/inkml+xml"/>
  <Override PartName="/ppt/notesSlides/notesSlide8.xml" ContentType="application/vnd.openxmlformats-officedocument.presentationml.notesSlide+xml"/>
  <Override PartName="/ppt/ink/ink190.xml" ContentType="application/inkml+xml"/>
  <Override PartName="/ppt/ink/ink191.xml" ContentType="application/inkml+xml"/>
  <Override PartName="/ppt/notesSlides/notesSlide9.xml" ContentType="application/vnd.openxmlformats-officedocument.presentationml.notesSlide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notesSlides/notesSlide10.xml" ContentType="application/vnd.openxmlformats-officedocument.presentationml.notesSlide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notesSlides/notesSlide11.xml" ContentType="application/vnd.openxmlformats-officedocument.presentationml.notesSlide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notesSlides/notesSlide12.xml" ContentType="application/vnd.openxmlformats-officedocument.presentationml.notesSlide+xml"/>
  <Override PartName="/ppt/ink/ink238.xml" ContentType="application/inkml+xml"/>
  <Override PartName="/ppt/ink/ink239.xml" ContentType="application/inkml+xml"/>
  <Override PartName="/ppt/notesSlides/notesSlide13.xml" ContentType="application/vnd.openxmlformats-officedocument.presentationml.notesSlide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notesSlides/notesSlide14.xml" ContentType="application/vnd.openxmlformats-officedocument.presentationml.notesSlide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294.xml" ContentType="application/inkml+xml"/>
  <Override PartName="/ppt/ink/ink295.xml" ContentType="application/inkml+xml"/>
  <Override PartName="/ppt/notesSlides/notesSlide17.xml" ContentType="application/vnd.openxmlformats-officedocument.presentationml.notesSlide+xml"/>
  <Override PartName="/ppt/ink/ink296.xml" ContentType="application/inkml+xml"/>
  <Override PartName="/ppt/notesSlides/notesSlide18.xml" ContentType="application/vnd.openxmlformats-officedocument.presentationml.notesSlide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2"/>
  </p:notesMasterIdLst>
  <p:handoutMasterIdLst>
    <p:handoutMasterId r:id="rId33"/>
  </p:handoutMasterIdLst>
  <p:sldIdLst>
    <p:sldId id="340" r:id="rId2"/>
    <p:sldId id="533" r:id="rId3"/>
    <p:sldId id="623" r:id="rId4"/>
    <p:sldId id="674" r:id="rId5"/>
    <p:sldId id="627" r:id="rId6"/>
    <p:sldId id="630" r:id="rId7"/>
    <p:sldId id="632" r:id="rId8"/>
    <p:sldId id="637" r:id="rId9"/>
    <p:sldId id="676" r:id="rId10"/>
    <p:sldId id="643" r:id="rId11"/>
    <p:sldId id="677" r:id="rId12"/>
    <p:sldId id="647" r:id="rId13"/>
    <p:sldId id="650" r:id="rId14"/>
    <p:sldId id="653" r:id="rId15"/>
    <p:sldId id="655" r:id="rId16"/>
    <p:sldId id="680" r:id="rId17"/>
    <p:sldId id="682" r:id="rId18"/>
    <p:sldId id="658" r:id="rId19"/>
    <p:sldId id="659" r:id="rId20"/>
    <p:sldId id="660" r:id="rId21"/>
    <p:sldId id="661" r:id="rId22"/>
    <p:sldId id="683" r:id="rId23"/>
    <p:sldId id="662" r:id="rId24"/>
    <p:sldId id="663" r:id="rId25"/>
    <p:sldId id="665" r:id="rId26"/>
    <p:sldId id="684" r:id="rId27"/>
    <p:sldId id="686" r:id="rId28"/>
    <p:sldId id="667" r:id="rId29"/>
    <p:sldId id="668" r:id="rId30"/>
    <p:sldId id="687" r:id="rId31"/>
  </p:sldIdLst>
  <p:sldSz cx="9144000" cy="6858000" type="screen4x3"/>
  <p:notesSz cx="6735763" cy="9869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0929"/>
  </p:normalViewPr>
  <p:slideViewPr>
    <p:cSldViewPr>
      <p:cViewPr>
        <p:scale>
          <a:sx n="109" d="100"/>
          <a:sy n="109" d="100"/>
        </p:scale>
        <p:origin x="1626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635A9033-DC6E-4F06-98D5-668D93CFDF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2.4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2769 0 0,'2'12'6662'0'0,"5"10"-3676"0"0,-1-2-1139 0 0,1 38-297 0 0,-2-1 0 0 0,-5 107 0 0 0,4 53-2131 0 0,7-184-1053 0 0,-11-33 1538 0 0,0-1 1 0 0,0 1 0 0 0,0 0 0 0 0,1-1-1 0 0,-1 1 1 0 0,0-1 0 0 0,0 1 0 0 0,0-1 0 0 0,0 1-1 0 0,1-1 1 0 0,-1 1 0 0 0,0 0 0 0 0,0-1-1 0 0,1 1 1 0 0,-1 0 0 0 0,0-1 0 0 0,0 1 0 0 0,1 0-1 0 0,-1-1 1 0 0,0 1 0 0 0,1 0 0 0 0,-1-1-1 0 0,1 1 1 0 0,-1 0 0 0 0,0 0 0 0 0,1 0 0 0 0,-1-1-1 0 0,1 1 1 0 0,-1 0 0 0 0,1 0 0 0 0,-1 0-1 0 0,1 0 1 0 0,-1 0 0 0 0,0 0 0 0 0,1 0-1 0 0,-1 0 1 0 0,1 0 0 0 0,-1 0 0 0 0,1 0 0 0 0,-1 0-1 0 0,1 0 1 0 0,-1 0 0 0 0,1 0 0 0 0,-1 1-1 0 0,0-1 1 0 0,1 0 0 0 0,-1 0 0 0 0,1 0 0 0 0,-1 1-1 0 0,0-1 1 0 0,1 0 0 0 0,-1 1 0 0 0,0-1-1 0 0,1 0 1 0 0,-1 1 0 0 0,0-1 0 0 0,1 0 0 0 0,-1 1-1 0 0,0-1 1 0 0,0 0 0 0 0,1 1 0 0 0,-1-1-1 0 0,0 1 1 0 0,0-1 0 0 0,0 1 0 0 0,0-1 0 0 0,0 1-1 0 0,0-1 1 0 0,1 1 0 0 0,-1-2-181 0 0,0-1 0 0 0,1 0 1 0 0,-1 1-1 0 0,0-1 1 0 0,1 0-1 0 0,-1 1 0 0 0,0-1 1 0 0,0 0-1 0 0,-1 1 0 0 0,1-1 1 0 0,0 0-1 0 0,-1-2 0 0 0,-1-4-876 0 0,2-10-2529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2.7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45 3265 0 0,'36'-4'6206'0'0,"16"-14"-3273"0"0,-43 14-2653 0 0,1 0 0 0 0,0 1 1 0 0,-1 0-1 0 0,1 0 0 0 0,1 1 0 0 0,14-1 1 0 0,-22 3-219 0 0,-1 1 0 0 0,0-1 1 0 0,0 1-1 0 0,0 0 0 0 0,0-1 0 0 0,0 1 1 0 0,0 0-1 0 0,0 0 0 0 0,-1 0 0 0 0,1 1 1 0 0,0-1-1 0 0,-1 0 0 0 0,1 1 1 0 0,0-1-1 0 0,-1 1 0 0 0,0-1 0 0 0,1 1 1 0 0,-1 0-1 0 0,0 0 0 0 0,0-1 0 0 0,0 1 1 0 0,0 0-1 0 0,0 0 0 0 0,0 0 0 0 0,0 0 1 0 0,0 3-1 0 0,15 63 545 0 0,-14-54-487 0 0,3 13-164 0 0,-1 1-1 0 0,-1-1 1 0 0,-1 1-1 0 0,-2 0 1 0 0,-1 0-1 0 0,-1 0 0 0 0,-1 0 1 0 0,-1-1-1 0 0,-11 34 1 0 0,3-41-3728 0 0,11-20 3557 0 0,1 0 0 0 0,-1 1 0 0 0,0-1-1 0 0,1 0 1 0 0,-1 0 0 0 0,1 0 0 0 0,-1 1 0 0 0,0-1 0 0 0,1 0 0 0 0,-1 0 0 0 0,1 0 0 0 0,-1 0 0 0 0,0 0-1 0 0,1 0 1 0 0,-1 0 0 0 0,1 0 0 0 0,-1-1 0 0 0,0 1 0 0 0,1 0 0 0 0,-1 0 0 0 0,1 0 0 0 0,-1-1 0 0 0,0 1-1 0 0,1 0 1 0 0,-1 0 0 0 0,1-1 0 0 0,-1 1 0 0 0,1-1 0 0 0,-1 1 0 0 0,1 0 0 0 0,0-1 0 0 0,-1 0-1 0 0,-4-5-3466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3.1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69 4561 0 0,'-14'7'5253'0'0,"30"-4"-2538"0"0,31-3-968 0 0,-21-4-1547 0 0,0-1-1 0 0,-1-1 1 0 0,0-1-1 0 0,46-19 1 0 0,-57 21-128 0 0,-13 6-336 0 0,0-1 0 0 0,0 0 0 0 0,0-1 1 0 0,-1 1-1 0 0,1 0 0 0 0,0 0 0 0 0,0 0 0 0 0,-1 0 0 0 0,1-1 0 0 0,0 1 0 0 0,0 0 0 0 0,-1 0 0 0 0,1-1 0 0 0,0 1 0 0 0,-1-1 0 0 0,1 1 1 0 0,-1-1-1 0 0,1 1 0 0 0,0-1 0 0 0,-1 1 0 0 0,1-1 0 0 0,-1 1 0 0 0,1-1 0 0 0,-1 0 0 0 0,0 1 0 0 0,1-1 0 0 0,-1 0 0 0 0,0 1 0 0 0,1-1 1 0 0,-1 0-1 0 0,0 0 0 0 0,0 1 0 0 0,0-1 0 0 0,1 0 0 0 0,-1 0 0 0 0,0 1 0 0 0,0-2 0 0 0,1-6-3365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3.5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1 145 5705 0 0,'-1'4'538'0'0,"1"0"0"0"0,0 0 0 0 0,1-1-1 0 0,-1 1 1 0 0,1 0 0 0 0,-1 0 0 0 0,1 0-1 0 0,0 0 1 0 0,1-1 0 0 0,-1 1 0 0 0,1-1-1 0 0,-1 1 1 0 0,1-1 0 0 0,0 1 0 0 0,0-1-1 0 0,4 4 1 0 0,-5-6-498 0 0,1 0 0 0 0,0 0 0 0 0,0 0 0 0 0,0 0 0 0 0,0 0-1 0 0,1 0 1 0 0,-1-1 0 0 0,0 1 0 0 0,0-1 0 0 0,0 0 0 0 0,1 1 0 0 0,-1-1 0 0 0,0 0-1 0 0,0 0 1 0 0,0 0 0 0 0,1-1 0 0 0,-1 1 0 0 0,0 0 0 0 0,0-1 0 0 0,0 0 0 0 0,1 1-1 0 0,-1-1 1 0 0,0 0 0 0 0,0 0 0 0 0,0 0 0 0 0,0 0 0 0 0,-1-1 0 0 0,1 1 0 0 0,3-3-1 0 0,7-6-188 0 0,-1-1 0 0 0,0 0 0 0 0,-1 0 0 0 0,0-1 0 0 0,-1 0-1 0 0,0-1 1 0 0,-1 0 0 0 0,0-1 0 0 0,-1 1 0 0 0,-1-1 0 0 0,0-1 0 0 0,7-25-1 0 0,-13 39 130 0 0,0 0-1 0 0,0 1 0 0 0,0-1 0 0 0,0 0 0 0 0,1 1 0 0 0,-1-1 0 0 0,0 1 1 0 0,0-1-1 0 0,0 0 0 0 0,1 1 0 0 0,-1-1 0 0 0,0 1 0 0 0,1-1 1 0 0,-1 1-1 0 0,1-1 0 0 0,-1 1 0 0 0,0-1 0 0 0,1 1 0 0 0,-1-1 1 0 0,1 1-1 0 0,-1 0 0 0 0,1-1 0 0 0,0 1 0 0 0,-1 0 0 0 0,1-1 1 0 0,-1 1-1 0 0,1 0 0 0 0,-1 0 0 0 0,1-1 0 0 0,0 1 0 0 0,-1 0 1 0 0,1 0-1 0 0,0 0 0 0 0,-1 0 0 0 0,1 0 0 0 0,0 0 0 0 0,-1 0 1 0 0,1 0-1 0 0,-1 0 0 0 0,1 0 0 0 0,0 0 0 0 0,-1 1 0 0 0,1-1 1 0 0,0 0-1 0 0,-1 0 0 0 0,1 1 0 0 0,-1-1 0 0 0,1 0 0 0 0,-1 1 1 0 0,1-1-1 0 0,-1 0 0 0 0,1 1 0 0 0,-1-1 0 0 0,1 1 0 0 0,0 0 1 0 0,1 1 146 0 0,0 0 1 0 0,1 0 0 0 0,-1 1-1 0 0,0-1 1 0 0,0 1 0 0 0,0 0-1 0 0,-1-1 1 0 0,1 1 0 0 0,2 5-1 0 0,0 13 344 0 0,-1-1 0 0 0,-1 1 0 0 0,-1-1-1 0 0,0 1 1 0 0,-4 26 0 0 0,2-31-740 0 0,0 0 0 0 0,0 1 0 0 0,1-1-1 0 0,1 0 1 0 0,1 0 0 0 0,1 0 0 0 0,0 0 0 0 0,1 0 0 0 0,9 25 0 0 0,-13-41 61 0 0,0 1-1 0 0,1 0 1 0 0,-1 0 0 0 0,1 0 0 0 0,-1 0 0 0 0,1-1 0 0 0,0 1-1 0 0,-1 0 1 0 0,1 0 0 0 0,-1-1 0 0 0,1 1 0 0 0,0 0 0 0 0,0-1-1 0 0,0 1 1 0 0,-1-1 0 0 0,1 1 0 0 0,0-1 0 0 0,0 1 0 0 0,0-1-1 0 0,1 1 1 0 0,-1-1 30 0 0,-1-1 0 0 0,1 1-1 0 0,-1 0 1 0 0,1 0 0 0 0,0 0-1 0 0,-1 0 1 0 0,1-1-1 0 0,-1 1 1 0 0,1 0 0 0 0,-1-1-1 0 0,1 1 1 0 0,-1 0 0 0 0,1-1-1 0 0,-1 1 1 0 0,1-1 0 0 0,-1 1-1 0 0,0 0 1 0 0,1-1 0 0 0,-1 1-1 0 0,0-1 1 0 0,1 1 0 0 0,-1-1-1 0 0,0 0 1 0 0,0 1 0 0 0,1-1-1 0 0,-1 1 1 0 0,0-1 0 0 0,0 1-1 0 0,0-1 1 0 0,0 0 0 0 0,0 0-1 0 0,4-8-2706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3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 5721 0 0,'-6'29'6008'0'0,"8"24"-3425"0"0,0-31-1761 0 0,1 28 495 0 0,22 96 0 0 0,5-18-6174 0 0,-30-126 4746 0 0,-1-22-8874 0 0,1 17 7876 0 0,0-8-1213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4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87 6097 0 0,'-6'8'1177'0'0,"1"1"0"0"0,0 0 0 0 0,1 1 0 0 0,0-1 0 0 0,0 1 0 0 0,1-1 0 0 0,-2 14 0 0 0,3-12-1191 0 0,1 0 0 0 0,0 0 1 0 0,1-1-1 0 0,0 1 0 0 0,1 0 1 0 0,0 0-1 0 0,1 0 0 0 0,0-1 0 0 0,0 1 1 0 0,8 19-1 0 0,-16-52-11404 0 0,2-7 10986 0 0,1 0 1 0 0,0 0-1 0 0,4-52 1 0 0,0 80 748 0 0,0-1-1 0 0,1 1 1 0 0,-1 0 0 0 0,0-1 0 0 0,0 1-1 0 0,1 0 1 0 0,-1 0 0 0 0,0 0 0 0 0,1 0-1 0 0,0 0 1 0 0,-1 0 0 0 0,1 0 0 0 0,-1 0-1 0 0,1 1 1 0 0,0-1 0 0 0,-1 1 0 0 0,1-1-1 0 0,0 1 1 0 0,0 0 0 0 0,1-1 0 0 0,25-9 1723 0 0,8-19-761 0 0,30-20 878 0 0,-62 47-1986 0 0,-1 0 0 0 0,0 0 1 0 0,1 1-1 0 0,-1-1 1 0 0,1 1-1 0 0,-1 0 1 0 0,1 0-1 0 0,0 0 1 0 0,0 0-1 0 0,-1 1 1 0 0,1 0-1 0 0,0-1 0 0 0,0 1 1 0 0,0 1-1 0 0,-1-1 1 0 0,1 0-1 0 0,4 2 1 0 0,-5-1-77 0 0,-1 1 0 0 0,0-1 0 0 0,0 1 0 0 0,0 0 0 0 0,0-1 0 0 0,-1 1 0 0 0,1 0 1 0 0,0 0-1 0 0,-1 0 0 0 0,1 0 0 0 0,-1 1 0 0 0,0-1 0 0 0,0 0 0 0 0,1 0 0 0 0,-2 1 0 0 0,1-1 1 0 0,0 1-1 0 0,0-1 0 0 0,-1 1 0 0 0,1-1 0 0 0,-1 1 0 0 0,0-1 0 0 0,0 5 0 0 0,-2 66 253 0 0,2-65-298 0 0,-1 7 235 0 0,-5 29-3508 0 0,5-43 2743 0 0,0 1 1 0 0,1-1-1 0 0,-1 0 0 0 0,0 1 1 0 0,1-1-1 0 0,-1 0 0 0 0,0 1 1 0 0,0-1-1 0 0,0 0 0 0 0,0 0 1 0 0,0 0-1 0 0,-1 0 0 0 0,1 0 1 0 0,0 0-1 0 0,0 0 0 0 0,-1 0 1 0 0,1 0-1 0 0,-1-1 0 0 0,1 1 1 0 0,0 0-1 0 0,-1-1 0 0 0,1 0 1 0 0,-1 1-1 0 0,-1-1 0 0 0,-3 4-3094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4.6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1 128 3889 0 0,'0'1'108'0'0,"0"-1"0"0"0,0 1 0 0 0,0-1 0 0 0,0 1-1 0 0,0-1 1 0 0,0 1 0 0 0,0-1 0 0 0,0 1 0 0 0,0-1 0 0 0,1 1 0 0 0,-1-1 0 0 0,0 1 0 0 0,0-1 0 0 0,1 1 0 0 0,-1-1 0 0 0,0 1-1 0 0,1-1 1 0 0,-1 0 0 0 0,0 1 0 0 0,1-1 0 0 0,-1 1 0 0 0,1-1 0 0 0,-1 0 0 0 0,0 0 0 0 0,1 1 0 0 0,-1-1 0 0 0,1 0 0 0 0,-1 0-1 0 0,1 1 1 0 0,-1-1 0 0 0,1 0 0 0 0,-1 0 0 0 0,1 0 0 0 0,25-2 1655 0 0,29-19-432 0 0,-48 18-909 0 0,10-5-341 0 0,-1-1 0 0 0,-1 0 0 0 0,1-1 0 0 0,17-15 0 0 0,-24 18-591 0 0,-1-1 1 0 0,0 0-1 0 0,0-1 1 0 0,9-13-1 0 0,-19 27 113 0 0,-1 0 0 0 0,1 0 0 0 0,-1 0 0 0 0,1 0 0 0 0,1 0 0 0 0,-2 8 0 0 0,-6 66 4440 0 0,2-15-2678 0 0,3-35-1400 0 0,-6 24-1569 0 0,-4-23-2250 0 0,2-23 888 0 0,8-4 713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5.0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7 125 3185 0 0,'-7'18'4516'0'0,"15"-12"51"0"0,29-12-659 0 0,-35 5-4055 0 0,43-12 1188 0 0,69-31-1 0 0,-13-5-3612 0 0,-99 48 1847 0 0,0-1 1 0 0,1 1-1 0 0,-1 0 0 0 0,0-1 0 0 0,0 0 1 0 0,0 1-1 0 0,0-1 0 0 0,0 0 0 0 0,0 0 1 0 0,-1 0-1 0 0,1 0 0 0 0,-1-1 1 0 0,3-4-1 0 0,1 2-3011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5.3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62 4361 0 0,'7'-5'583'0'0,"0"1"0"0"0,0 0-1 0 0,0 1 1 0 0,1 0 0 0 0,0 0 0 0 0,0 1 0 0 0,-1 0 0 0 0,14-2 0 0 0,12-4 834 0 0,-26 6-1018 0 0,59-16 1492 0 0,-62 17-1700 0 0,1 0 0 0 0,-1 0-1 0 0,1 1 1 0 0,-1-1-1 0 0,1 1 1 0 0,-1 0 0 0 0,1 1-1 0 0,-1-1 1 0 0,1 1 0 0 0,-1 0-1 0 0,9 2 1 0 0,-12-2-145 0 0,0 0-1 0 0,0 0 1 0 0,1 1 0 0 0,-2-1 0 0 0,1 0-1 0 0,0 0 1 0 0,0 0 0 0 0,0 1 0 0 0,0-1-1 0 0,-1 0 1 0 0,1 1 0 0 0,-1-1-1 0 0,1 1 1 0 0,-1-1 0 0 0,1 1 0 0 0,-1-1-1 0 0,0 1 1 0 0,0-1 0 0 0,0 1 0 0 0,0-1-1 0 0,0 1 1 0 0,0-1 0 0 0,0 1 0 0 0,0-1-1 0 0,0 1 1 0 0,-1-1 0 0 0,1 0-1 0 0,-1 1 1 0 0,0 1 0 0 0,-21 53-240 0 0,15-41 34 0 0,-12 27-407 0 0,10-22 391 0 0,0 0 0 0 0,1 1 1 0 0,-6 23-1 0 0,13-39 174 0 0,0 0 0 0 0,0 0 0 0 0,1 0 0 0 0,-1 0 0 0 0,1 1 0 0 0,0-1 0 0 0,0 0 0 0 0,1 0 0 0 0,-1 0 0 0 0,1 0 0 0 0,0 0 0 0 0,1 1 0 0 0,-1-2 0 0 0,1 1 0 0 0,0 0 1 0 0,0 0-1 0 0,1-1 0 0 0,3 6 0 0 0,-5-8-14 0 0,0-1 1 0 0,0 0 0 0 0,0 0-1 0 0,1 1 1 0 0,-1-1 0 0 0,0 0-1 0 0,1 0 1 0 0,-1 0 0 0 0,0-1-1 0 0,1 1 1 0 0,-1 0 0 0 0,1 0-1 0 0,-1-1 1 0 0,1 1 0 0 0,-1-1-1 0 0,1 0 1 0 0,0 1 0 0 0,-1-1-1 0 0,1 0 1 0 0,3 0 0 0 0,-1 0 3 0 0,0-1 0 0 0,0 1 0 0 0,0-1 0 0 0,0 0 0 0 0,0-1 0 0 0,0 1 0 0 0,0-1 0 0 0,4-2 0 0 0,8-6-510 0 0,0 0 0 0 0,26-24 0 0 0,-33 27-175 0 0,50-52-7323 0 0,-48 49 4956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5.7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0 4457 0 0,'-2'1'201'0'0,"1"-1"-1"0"0,-1 1 1 0 0,0 0 0 0 0,1-1 0 0 0,-1 1-1 0 0,1 0 1 0 0,0 0 0 0 0,-1 0 0 0 0,1 0-1 0 0,0 0 1 0 0,-1 1 0 0 0,1-1-1 0 0,0 0 1 0 0,0 0 0 0 0,0 1 0 0 0,0-1-1 0 0,0 1 1 0 0,1-1 0 0 0,-1 1 0 0 0,0-1-1 0 0,1 1 1 0 0,-1 0 0 0 0,1-1 0 0 0,-1 1-1 0 0,1-1 1 0 0,0 1 0 0 0,-1 0 0 0 0,1 0-1 0 0,0-1 1 0 0,1 3 0 0 0,-3 58 832 0 0,3-59-862 0 0,6 62 360 0 0,4-1-1 0 0,2 0 1 0 0,34 99 0 0 0,-12-48-4840 0 0,-30-98-665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6.0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13 2961 0 0,'-2'1'201'0'0,"1"-1"0"0"0,-1 1 1 0 0,1-1-1 0 0,-1 1 1 0 0,0 0-1 0 0,1 0 1 0 0,-1-1-1 0 0,1 1 0 0 0,-1 0 1 0 0,1 0-1 0 0,0 0 1 0 0,0 1-1 0 0,-1-1 1 0 0,1 0-1 0 0,0 0 0 0 0,0 1 1 0 0,0-1-1 0 0,0 1 1 0 0,0-1-1 0 0,0 1 1 0 0,1-1-1 0 0,-1 1 0 0 0,0 0 1 0 0,1-1-1 0 0,-1 4 1 0 0,-10 46-472 0 0,10-48 452 0 0,0 8-197 0 0,0 0 1 0 0,0 0 0 0 0,1 0-1 0 0,1 0 1 0 0,0 0-1 0 0,0 0 1 0 0,1 0-1 0 0,0 0 1 0 0,5 13 0 0 0,-6-21-13 0 0,0 0-1 0 0,1 0 1 0 0,-1 0 0 0 0,0-1 0 0 0,1 1 0 0 0,-1-1 0 0 0,1 1 0 0 0,0-1 0 0 0,0 1-1 0 0,0-1 1 0 0,0 0 0 0 0,0 0 0 0 0,1 0 0 0 0,-1 0 0 0 0,1-1 0 0 0,-1 1 0 0 0,1 0 0 0 0,0-1-1 0 0,-1 0 1 0 0,1 0 0 0 0,0 0 0 0 0,0 0 0 0 0,0 0 0 0 0,0 0 0 0 0,0-1 0 0 0,0 0 0 0 0,0 1-1 0 0,0-1 1 0 0,0 0 0 0 0,0 0 0 0 0,0-1 0 0 0,0 1 0 0 0,0-1 0 0 0,0 1 0 0 0,0-1-1 0 0,0 0 1 0 0,-1 0 0 0 0,4-2 0 0 0,4-1 269 0 0,0-1 0 0 0,-1 0 0 0 0,1 0 0 0 0,-1-1 0 0 0,-1-1 0 0 0,1 1 0 0 0,-1-1 0 0 0,0-1-1 0 0,-1 1 1 0 0,0-2 0 0 0,12-15 0 0 0,-16 20 60 0 0,0-1-1 0 0,1 0 0 0 0,-2 0 1 0 0,1 0-1 0 0,-1 0 0 0 0,1-1 1 0 0,-1 1-1 0 0,-1-1 0 0 0,1 1 1 0 0,-1-1-1 0 0,0 0 0 0 0,0 0 1 0 0,-1 1-1 0 0,0-1 0 0 0,0 0 1 0 0,0 0-1 0 0,-1 1 1 0 0,1-1-1 0 0,-1 0 0 0 0,-1 1 1 0 0,1-1-1 0 0,-1 0 0 0 0,-4-7 1 0 0,6 11-294 0 0,-1 0 0 0 0,0 0 1 0 0,0 0-1 0 0,0 0 1 0 0,-1 0-1 0 0,1 1 1 0 0,0-1-1 0 0,-1 0 0 0 0,1 1 1 0 0,-1-1-1 0 0,1 1 1 0 0,-1 0-1 0 0,0-1 0 0 0,0 1 1 0 0,1 0-1 0 0,-1 0 1 0 0,0 0-1 0 0,0 0 0 0 0,0 0 1 0 0,0 1-1 0 0,0-1 1 0 0,0 1-1 0 0,-1-1 0 0 0,1 1 1 0 0,0 0-1 0 0,0 0 1 0 0,0 0-1 0 0,0 0 0 0 0,0 0 1 0 0,-1 0-1 0 0,1 0 1 0 0,-2 1-1 0 0,-5 3-1016 0 0,1 0-1 0 0,-1 0 1 0 0,1 0 0 0 0,0 1-1 0 0,1 0 1 0 0,-10 8 0 0 0,-5 3-4734 0 0,17-11 2517 0 0</inkml:trace>
  <inkml:trace contextRef="#ctx0" brushRef="#br0" timeOffset="1">43 385 4217 0 0,'2'4'432'0'0,"0"0"0"0"0,1 0 1 0 0,-1 0-1 0 0,1-1 0 0 0,-1 1 0 0 0,1 0 1 0 0,0-1-1 0 0,0 0 0 0 0,1 0 0 0 0,-1 0 1 0 0,1 0-1 0 0,0 0 0 0 0,-1-1 0 0 0,7 4 1 0 0,-6-5-207 0 0,0 1 1 0 0,0-1 0 0 0,0-1 0 0 0,0 1-1 0 0,0 0 1 0 0,1-1 0 0 0,-1 0-1 0 0,0 0 1 0 0,0 0 0 0 0,0 0-1 0 0,0-1 1 0 0,0 0 0 0 0,6-1 0 0 0,8-5-142 0 0,0-1 1 0 0,0-1 0 0 0,0 0 0 0 0,-1-1-1 0 0,24-19 1 0 0,10-5-669 0 0,-36 25-216 0 0,-7 5-223 0 0,0 0 1 0 0,1-1-1 0 0,-2 0 1 0 0,1-1 0 0 0,-1 0-1 0 0,0 0 1 0 0,0 0 0 0 0,6-9-1 0 0,-4 5-1600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6.4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13 4033 0 0,'-9'-12'3413'0'0,"4"12"-902"0"0,-1 26 471 0 0,7 41-524 0 0,32 178 880 0 0,-18-161-4959 0 0,4 87 0 0 0,-19-169 1406 0 0,0 25-2498 0 0,-2-20-567 0 0,-5-15-2258 0 0,4-1 2495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6.8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31 137 2681 0 0,'-26'8'3363'0'0,"26"-8"-3315"0"0,-1 0 0 0 0,1 0 0 0 0,0 0 0 0 0,0-1 0 0 0,-1 1 0 0 0,1 0 1 0 0,0 0-1 0 0,0 0 0 0 0,-1-1 0 0 0,1 1 0 0 0,0 0 0 0 0,0 0 0 0 0,0-1 0 0 0,0 1 0 0 0,-1 0 0 0 0,1 0 0 0 0,0-1 1 0 0,0 1-1 0 0,0 0 0 0 0,0 0 0 0 0,0-1 0 0 0,0 1 0 0 0,0 0 0 0 0,0-1 0 0 0,0 1 0 0 0,0 0 0 0 0,0 0 0 0 0,0-1 1 0 0,0 1-1 0 0,0 0 0 0 0,0-1 0 0 0,0 1 0 0 0,0 0 0 0 0,0 0 0 0 0,0-1 0 0 0,0 1 0 0 0,0 0 0 0 0,1-1 0 0 0,-1 1 1 0 0,0 0-1 0 0,0-1 0 0 0,4-5 213 0 0,-1 0 0 0 0,1 0 1 0 0,1 0-1 0 0,-1 0 0 0 0,7-6 0 0 0,-1 2 79 0 0,0 0 0 0 0,1 1 1 0 0,0 0-1 0 0,1 0 0 0 0,0 1 0 0 0,0 1 0 0 0,1 0 0 0 0,17-6 0 0 0,-27 11-268 0 0,1 0 1 0 0,0 1-1 0 0,0 0 0 0 0,0 0 1 0 0,-1 0-1 0 0,1 1 0 0 0,0-1 1 0 0,0 1-1 0 0,0 0 0 0 0,0 0 1 0 0,0 0-1 0 0,0 0 0 0 0,0 1 1 0 0,0 0-1 0 0,0 0 0 0 0,0 0 1 0 0,0 0-1 0 0,-1 1 0 0 0,1-1 1 0 0,-1 1-1 0 0,1 0 0 0 0,-1 0 1 0 0,1 0-1 0 0,-1 0 0 0 0,0 1 1 0 0,0-1-1 0 0,0 1 0 0 0,0 0 1 0 0,-1 0-1 0 0,1 0 0 0 0,-1 0 1 0 0,0 1-1 0 0,4 6 0 0 0,1 4 47 0 0,-1 0 0 0 0,-1 0 1 0 0,0 1-1 0 0,-1 0 0 0 0,-1 0 0 0 0,3 22 0 0 0,2 100-1244 0 0,-7-89-512 0 0,0-36 944 0 0,-2 34-2376 0 0,-6-17-1980 0 0,5-17 1757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7.1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41 1880 0 0,'84'-7'7206'0'0,"-3"-7"-6026"0"0,-5 0-3667 0 0,-65 9-830 0 0,-7 5 215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7.5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0 215 5473 0 0,'8'1'586'0'0,"0"0"-1"0"0,0 0 1 0 0,-1-1-1 0 0,1 0 0 0 0,0 0 1 0 0,0-1-1 0 0,0 0 1 0 0,-1-1-1 0 0,1 0 1 0 0,13-4-1 0 0,77-38 311 0 0,-63 27-313 0 0,38-16-203 0 0,37-17-322 0 0,-40 12-5337 0 0,-50 22 1522 0 0,-11 8 499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7.8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99 3369 0 0,'-17'14'4295'0'0,"18"-14"-4181"0"0,-1 1-1 0 0,1-1 1 0 0,0 0-1 0 0,0 0 1 0 0,-1 0 0 0 0,1 0-1 0 0,0 0 1 0 0,-1 0 0 0 0,1 0-1 0 0,0 0 1 0 0,0 0 0 0 0,-1 0-1 0 0,1 0 1 0 0,0-1 0 0 0,-1 1-1 0 0,1 0 1 0 0,0 0 0 0 0,-1-1-1 0 0,1 1 1 0 0,0 0 0 0 0,-1-1-1 0 0,1 1 1 0 0,-1-1-1 0 0,1 1 1 0 0,0-1 0 0 0,-1 1-1 0 0,0-1 1 0 0,1 0 0 0 0,30-20 1497 0 0,-22 14-1180 0 0,0 0 1 0 0,0 1-1 0 0,1 0 0 0 0,-1 1 1 0 0,1 0-1 0 0,1 0 1 0 0,-1 1-1 0 0,1 0 1 0 0,20-4-1 0 0,-30 9-368 0 0,1-1 1 0 0,-1 0-1 0 0,1 1 1 0 0,-1 0-1 0 0,1-1 1 0 0,-1 1-1 0 0,1 0 1 0 0,-1 0-1 0 0,0 0 1 0 0,1 0-1 0 0,-1 0 1 0 0,0 0-1 0 0,0 0 1 0 0,0 0-1 0 0,0 0 1 0 0,0 1-1 0 0,0-1 1 0 0,0 0-1 0 0,0 1 1 0 0,0-1-1 0 0,-1 1 1 0 0,1-1-1 0 0,0 1 1 0 0,-1-1-1 0 0,1 1 1 0 0,-1-1 0 0 0,0 1-1 0 0,1 2 0 0 0,6 56 409 0 0,-6-47-367 0 0,1 11-188 0 0,24 179-1215 0 0,-20-172-1859 0 0,2 1-1 0 0,15 36 1 0 0</inkml:trace>
  <inkml:trace contextRef="#ctx0" brushRef="#br0" timeOffset="1">340 0 3793 0 0,'-2'13'2231'0'0,"1"-1"1"0"0,0 1 0 0 0,1 21-1 0 0,16 80-509 0 0,-6-55-1116 0 0,-3-1-550 0 0,18 101 179 0 0,-19-135-1201 0 0,0 1-1 0 0,12 25 1 0 0,-17-48 647 0 0,0 0 1 0 0,0 0-1 0 0,0 0 1 0 0,0 1-1 0 0,0-1 1 0 0,1-1-1 0 0,-1 1 1 0 0,0 0-1 0 0,1 0 1 0 0,0-1-1 0 0,2 4 1 0 0,4-6-2692 0 0,-4-14 978 0 0,-2 4-623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8.3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58 182 3225 0 0,'0'-1'130'0'0,"0"0"0"0"0,-1 0 0 0 0,1 0 0 0 0,-1 0 1 0 0,1 0-1 0 0,-1 1 0 0 0,1-1 0 0 0,-1 0 0 0 0,1 0 1 0 0,-1 1-1 0 0,0-1 0 0 0,1 1 0 0 0,-1-1 0 0 0,0 0 1 0 0,0 1-1 0 0,0-1 0 0 0,1 1 0 0 0,-1 0 0 0 0,0-1 0 0 0,0 1 1 0 0,0 0-1 0 0,0-1 0 0 0,0 1 0 0 0,0 0 0 0 0,0 0 1 0 0,1 0-1 0 0,-1 0 0 0 0,0 0 0 0 0,0 0 0 0 0,0 0 1 0 0,0 0-1 0 0,0 0 0 0 0,0 0 0 0 0,0 0 0 0 0,0 1 1 0 0,0-1-1 0 0,0 0 0 0 0,0 1 0 0 0,1-1 0 0 0,-1 1 0 0 0,0-1 1 0 0,0 1-1 0 0,0-1 0 0 0,1 1 0 0 0,-1-1 0 0 0,0 1 1 0 0,1 0-1 0 0,-1-1 0 0 0,-1 3 0 0 0,0 0 3 0 0,0 0 0 0 0,0 0-1 0 0,0 1 1 0 0,0-1 0 0 0,1 1-1 0 0,-1-1 1 0 0,1 1 0 0 0,0 0-1 0 0,0-1 1 0 0,0 1 0 0 0,0 5-1 0 0,1 1-119 0 0,0-1 0 0 0,1 1 0 0 0,1-1 0 0 0,0 1-1 0 0,0-1 1 0 0,1 1 0 0 0,0-1 0 0 0,0 0 0 0 0,8 14 0 0 0,-10-21-42 0 0,0 0 0 0 0,0 0 1 0 0,1 0-1 0 0,-1 0 1 0 0,1-1-1 0 0,-1 1 1 0 0,1 0-1 0 0,0-1 0 0 0,-1 1 1 0 0,1-1-1 0 0,0 1 1 0 0,0-1-1 0 0,0 0 1 0 0,0 0-1 0 0,0 0 0 0 0,1 0 1 0 0,-1 0-1 0 0,3 0 1 0 0,-3-1-8 0 0,1 0 1 0 0,-1 0-1 0 0,1 0 1 0 0,-1-1-1 0 0,0 1 1 0 0,1-1 0 0 0,-1 0-1 0 0,1 0 1 0 0,-1 0-1 0 0,0 0 1 0 0,0 0-1 0 0,0 0 1 0 0,1-1-1 0 0,-1 1 1 0 0,0-1-1 0 0,-1 0 1 0 0,1 1-1 0 0,0-1 1 0 0,0 0-1 0 0,-1 0 1 0 0,2-2-1 0 0,0-1 194 0 0,0 1 0 0 0,0-1 0 0 0,-1 0 0 0 0,1 1-1 0 0,-1-1 1 0 0,-1 0 0 0 0,1 0 0 0 0,-1-1-1 0 0,1 1 1 0 0,-2 0 0 0 0,1 0 0 0 0,0-1 0 0 0,-1 1-1 0 0,0 0 1 0 0,0-1 0 0 0,-1 1 0 0 0,0 0-1 0 0,0 0 1 0 0,0-1 0 0 0,0 1 0 0 0,-1 0 0 0 0,0 0-1 0 0,0 0 1 0 0,0 1 0 0 0,0-1 0 0 0,-1 0-1 0 0,0 1 1 0 0,0-1 0 0 0,0 1 0 0 0,-1 0 0 0 0,1 0-1 0 0,-1 0 1 0 0,0 1 0 0 0,0-1 0 0 0,0 1-1 0 0,-1 0 1 0 0,1 0 0 0 0,-9-3 0 0 0,58-31-273 0 0,-12 13 150 0 0,-13 9 9 0 0,0 1 0 0 0,1 1 0 0 0,0 0 0 0 0,1 2 0 0 0,32-12 0 0 0,-53 23 7 0 0,0 0-1 0 0,0 0 1 0 0,0 0 0 0 0,0 0-1 0 0,0 0 1 0 0,0 0 0 0 0,0 0 0 0 0,0 0-1 0 0,0 1 1 0 0,0-1 0 0 0,1 0-1 0 0,-1 1 1 0 0,0-1 0 0 0,0 1-1 0 0,0-1 1 0 0,-1 1 0 0 0,1-1 0 0 0,0 1-1 0 0,0 0 1 0 0,0-1 0 0 0,0 1-1 0 0,0 0 1 0 0,-1 0 0 0 0,1-1 0 0 0,0 1-1 0 0,-1 0 1 0 0,1 0 0 0 0,-1 0-1 0 0,1 0 1 0 0,-1 0 0 0 0,1 0 0 0 0,-1 0-1 0 0,0 0 1 0 0,1 0 0 0 0,-1 0-1 0 0,0 0 1 0 0,0 1 0 0 0,0-1 0 0 0,0 0-1 0 0,0 0 1 0 0,0 0 0 0 0,0 2-1 0 0,-1 63 956 0 0,0-47-893 0 0,1 23 51 0 0,2 0 0 0 0,11 58 0 0 0,-9-79-1097 0 0,2 0-1 0 0,9 26 1 0 0,-9-34-987 0 0,1 1 1 0 0,0 0-1 0 0,0-1 0 0 0,11 12 1 0 0,-15-22-659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8.7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0 6713 0 0,'-6'21'7501'0'0,"7"24"-6208"0"0,0-33-485 0 0,3 65 287 0 0,22 120 0 0 0,16-18-7264 0 0,-40-168 4063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9.3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103 65 2369 0 0,'-2'-3'770'0'0,"1"1"0"0"0,-1-1 0 0 0,0 1 1 0 0,0-1-1 0 0,0 1 0 0 0,0 0 0 0 0,0-1 1 0 0,0 1-1 0 0,-1 0 0 0 0,1 1 0 0 0,-4-3 1 0 0,4 4-660 0 0,1 0 1 0 0,-1-1-1 0 0,1 1 0 0 0,0 0 1 0 0,-1 1-1 0 0,1-1 0 0 0,-1 0 1 0 0,1 0-1 0 0,0 1 1 0 0,-1-1-1 0 0,1 0 0 0 0,-1 1 1 0 0,1 0-1 0 0,0-1 0 0 0,0 1 1 0 0,-1 0-1 0 0,1-1 1 0 0,0 1-1 0 0,0 0 0 0 0,0 0 1 0 0,0 0-1 0 0,0 0 1 0 0,0 0-1 0 0,0 0 0 0 0,0 1 1 0 0,0-1-1 0 0,1 0 0 0 0,-2 2 1 0 0,-3 5-28 0 0,0 1 0 0 0,0-1 0 0 0,1 1 0 0 0,1 0 0 0 0,-1 1 0 0 0,1-1 0 0 0,1 1 0 0 0,-1-1 0 0 0,2 1 0 0 0,-1 0 0 0 0,1 11 0 0 0,0-8-66 0 0,1-1 0 0 0,1 1-1 0 0,0 0 1 0 0,0 0 0 0 0,1-1 0 0 0,1 1 0 0 0,0-1-1 0 0,5 15 1 0 0,-7-25-60 0 0,0 0-1 0 0,-1-1 1 0 0,1 1-1 0 0,0 0 0 0 0,0 0 1 0 0,0-1-1 0 0,0 1 1 0 0,0 0-1 0 0,0-1 1 0 0,0 1-1 0 0,1-1 1 0 0,-1 0-1 0 0,1 1 1 0 0,-1-1-1 0 0,1 0 1 0 0,-1 0-1 0 0,1 0 1 0 0,0 0-1 0 0,-1 0 1 0 0,1 0-1 0 0,0 0 1 0 0,0-1-1 0 0,0 1 0 0 0,-1-1 1 0 0,1 1-1 0 0,0-1 1 0 0,0 0-1 0 0,0 0 1 0 0,0 0-1 0 0,0 0 1 0 0,0 0-1 0 0,0 0 1 0 0,0 0-1 0 0,0 0 1 0 0,0-1-1 0 0,0 1 1 0 0,-1-1-1 0 0,1 0 1 0 0,0 1-1 0 0,0-1 1 0 0,-1 0-1 0 0,1 0 0 0 0,0 0 1 0 0,-1 0-1 0 0,1-1 1 0 0,2-1-1 0 0,1-1-6 0 0,1-1-1 0 0,-1 0 0 0 0,1 0 0 0 0,-1-1 0 0 0,-1 1 0 0 0,1-1 1 0 0,-1 0-1 0 0,0 0 0 0 0,-1-1 0 0 0,1 1 0 0 0,3-10 1 0 0,-5 6 146 0 0,0 0 1 0 0,-1 0-1 0 0,0 0 1 0 0,-1 0 0 0 0,0 0-1 0 0,0 0 1 0 0,-3-17 0 0 0,-20-68 1137 0 0,109 101 37 0 0,-75-8-1141 0 0,0-1 0 0 0,0-1 0 0 0,-1 0 0 0 0,0 0 0 0 0,15-9 0 0 0,30-12-736 0 0,-17 18-2638 0 0,-38 7 3166 0 0,0 0 0 0 0,0 1 0 0 0,0-1 1 0 0,0 0-1 0 0,0 0 0 0 0,0 0 0 0 0,0 0 0 0 0,0 0 0 0 0,-1 0 0 0 0,1 1 0 0 0,0-1 0 0 0,0 0 0 0 0,0 0 0 0 0,0 0 1 0 0,0 0-1 0 0,0 0 0 0 0,0 1 0 0 0,0-1 0 0 0,0 0 0 0 0,0 0 0 0 0,0 0 0 0 0,0 0 0 0 0,1 0 0 0 0,-1 0 0 0 0,0 1 0 0 0,0-1 1 0 0,0 0-1 0 0,0 0 0 0 0,0 0 0 0 0,0 0 0 0 0,0 0 0 0 0,0 0 0 0 0,0 1 0 0 0,0-1 0 0 0,0 0 0 0 0,1 0 0 0 0,-1 0 0 0 0,0 0 1 0 0,0 0-1 0 0,0 0 0 0 0,0 0 0 0 0,0 0 0 0 0,0 0 0 0 0,0 0 0 0 0,1 0 0 0 0,-1 0 0 0 0,0 0 0 0 0,0 0 0 0 0,0 1 1 0 0,0-1-1 0 0,0 0 0 0 0,1 0 0 0 0,-1 0 0 0 0,0 0 0 0 0,0-1 0 0 0,0 1 0 0 0,0 0 0 0 0,0 0 0 0 0,1 0 0 0 0,-1 0 0 0 0,0 0 1 0 0,0 0-1 0 0,0 0 0 0 0,0 0 0 0 0,0 0 0 0 0,0 0 0 0 0,0 0 0 0 0,1 0 0 0 0,-1-1 0 0 0,-9 8-3835 0 0,3-2 960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09.6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10 320 4113 0 0,'-10'27'3222'0'0,"10"-26"-3058"0"0,0-1 1 0 0,0 1 0 0 0,1 0-1 0 0,-1-1 1 0 0,0 1 0 0 0,0 0-1 0 0,0-1 1 0 0,0 1 0 0 0,1 0 0 0 0,-1-1-1 0 0,0 1 1 0 0,0-1 0 0 0,1 1-1 0 0,-1 0 1 0 0,0-1 0 0 0,1 1 0 0 0,-1-1-1 0 0,1 1 1 0 0,-1-1 0 0 0,1 1-1 0 0,-1-1 1 0 0,1 0 0 0 0,0 1 0 0 0,2 0 100 0 0,1 0 0 0 0,-1 0 0 0 0,0 0 0 0 0,0-1 0 0 0,0 0 0 0 0,0 0 0 0 0,1 1 0 0 0,-1-2 0 0 0,0 1 0 0 0,0 0 0 0 0,0-1 0 0 0,1 1 0 0 0,4-3 0 0 0,5 0-248 0 0,0-1 0 0 0,0-1 0 0 0,-1 0 1 0 0,1-1-1 0 0,-1 0 0 0 0,0-1 0 0 0,16-12 1 0 0,-21 14-527 0 0,-1-1 0 0 0,0 0 1 0 0,0 0-1 0 0,-1 0 0 0 0,8-12 1 0 0,-9 13-431 0 0,-1-1 1 0 0,0 0 0 0 0,-1 0-1 0 0,1 0 1 0 0,-1 0 0 0 0,0 0-1 0 0,2-13 1 0 0,-3 5-2191 0 0</inkml:trace>
  <inkml:trace contextRef="#ctx0" brushRef="#br0" timeOffset="1">201 2 2449 0 0,'-1'0'145'0'0,"1"0"1"0"0,-1 0-1 0 0,1-1 1 0 0,-1 1 0 0 0,1 0-1 0 0,-1 0 1 0 0,1 0-1 0 0,0 0 1 0 0,-1 0 0 0 0,1 0-1 0 0,-1 0 1 0 0,1 0-1 0 0,-1 0 1 0 0,1 0 0 0 0,-1 0-1 0 0,1 0 1 0 0,-1 0-1 0 0,1 0 1 0 0,-1 0 0 0 0,1 0-1 0 0,-1 0 1 0 0,1 1-1 0 0,-1-1 1 0 0,1 0 0 0 0,-1 0-1 0 0,1 1 1 0 0,0-1-1 0 0,-1 0 1 0 0,1 1 0 0 0,-1-1-1 0 0,1 0 1 0 0,0 1 0 0 0,-1-1-1 0 0,1 0 1 0 0,0 1-1 0 0,-1 0 1 0 0,-6 24 2242 0 0,5 33-1269 0 0,2-55-981 0 0,3 32 120 0 0,1 0 0 0 0,14 57-1 0 0,11 15-4795 0 0,-19-71 677 0 0,-5-24 974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0.0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72 2937 0 0,'-4'12'542'0'0,"1"0"1"0"0,1 1 0 0 0,0-1-1 0 0,0 1 1 0 0,2-1 0 0 0,-1 1-1 0 0,2 14 1 0 0,0-24-533 0 0,-1-1 0 0 0,1 1 0 0 0,-1-1 1 0 0,1 0-1 0 0,-1 1 0 0 0,1-1 0 0 0,0 0 0 0 0,0 0 0 0 0,0 0 0 0 0,1 1 1 0 0,-1-1-1 0 0,0 0 0 0 0,1-1 0 0 0,-1 1 0 0 0,1 0 0 0 0,0 0 0 0 0,3 2 1 0 0,-2-3-7 0 0,0 0 0 0 0,-1 0 1 0 0,1 0-1 0 0,0 0 1 0 0,0-1-1 0 0,-1 0 0 0 0,1 1 1 0 0,0-1-1 0 0,0 0 0 0 0,0 0 1 0 0,0 0-1 0 0,0-1 1 0 0,-1 1-1 0 0,1-1 0 0 0,0 0 1 0 0,0 1-1 0 0,-1-1 1 0 0,1 0-1 0 0,3-2 0 0 0,4-2 413 0 0,1-1-1 0 0,-1 1 1 0 0,0-2-1 0 0,-1 1 1 0 0,1-1-1 0 0,-1-1 1 0 0,-1 0-1 0 0,0 0 1 0 0,0 0-1 0 0,0-1 1 0 0,-1-1-1 0 0,0 1 1 0 0,-1-1-1 0 0,0 0 0 0 0,-1 0 1 0 0,5-13-1 0 0,-9 21-339 0 0,-1 0 1 0 0,1-1-1 0 0,-1 1 0 0 0,0 0 0 0 0,0-1 0 0 0,0 1 0 0 0,0-1 0 0 0,0 1 0 0 0,-1 0 0 0 0,1-1 0 0 0,-1 1 0 0 0,1 0 0 0 0,-1-1 0 0 0,0 1 0 0 0,0 0 0 0 0,0 0 0 0 0,0 0 0 0 0,0 0 0 0 0,0 0 0 0 0,-1 0 0 0 0,1 0 0 0 0,-1 0 0 0 0,1 0 0 0 0,-1 1 0 0 0,0-1 0 0 0,0 0 0 0 0,1 1 0 0 0,-1 0 0 0 0,0-1 0 0 0,-1 1 0 0 0,1 0 0 0 0,0 0 1 0 0,0 0-1 0 0,0 0 0 0 0,-1 1 0 0 0,1-1 0 0 0,0 1 0 0 0,-4-1 0 0 0,-2-1-422 0 0,0 0 0 0 0,-1 1 1 0 0,1 0-1 0 0,0 1 0 0 0,0 0 1 0 0,0 0-1 0 0,-1 0 1 0 0,1 1-1 0 0,0 1 0 0 0,-8 1 1 0 0,12-1-364 0 0,0-1 0 0 0,1 0 0 0 0,-1 1 0 0 0,0 0 1 0 0,1 0-1 0 0,-1 0 0 0 0,1 0 0 0 0,0 0 0 0 0,0 1 0 0 0,0 0 1 0 0,-3 3-1 0 0,2 2-2936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0.3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0 3185 0 0,'-1'0'261'0'0,"0"0"0"0"0,0 0-1 0 0,0 1 1 0 0,0-1 0 0 0,1 0 0 0 0,-1 0 0 0 0,0 1 0 0 0,0-1 0 0 0,0 0 0 0 0,1 1 0 0 0,-1-1 0 0 0,0 0 0 0 0,0 1-1 0 0,1 0 1 0 0,-1-1 0 0 0,0 1 0 0 0,1-1 0 0 0,-1 1 0 0 0,0 0 0 0 0,1-1 0 0 0,-1 1 0 0 0,1 0 0 0 0,-1-1 0 0 0,1 1-1 0 0,0 0 1 0 0,-1 1 0 0 0,-5 31 2101 0 0,13 34-1917 0 0,-6-66-345 0 0,3 18-323 0 0,1-1 0 0 0,12 31 0 0 0,-1-7-5521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0.7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1 143 3993 0 0,'8'2'583'0'0,"0"-1"0"0"0,0-1 0 0 0,0 1 0 0 0,1-2 1 0 0,-1 1-1 0 0,0-1 0 0 0,1 0 0 0 0,-1 0 0 0 0,0-1 0 0 0,0 0 0 0 0,0-1 0 0 0,-1 0 1 0 0,11-5-1 0 0,11-7 117 0 0,55-37 1 0 0,-56 33-212 0 0,-13 7-482 0 0,14-9-426 0 0,-11 15-2611 0 0,-18 6 2965 0 0,0 0 1 0 0,1 0-1 0 0,-1 0 0 0 0,0 0 1 0 0,0 0-1 0 0,0 0 1 0 0,0 0-1 0 0,1 0 0 0 0,-1 0 1 0 0,0 1-1 0 0,0-1 1 0 0,0 0-1 0 0,0 0 0 0 0,0 0 1 0 0,0 0-1 0 0,1 0 1 0 0,-1 0-1 0 0,0 0 0 0 0,0 1 1 0 0,0-1-1 0 0,0 0 0 0 0,0 0 1 0 0,0 0-1 0 0,0 0 1 0 0,0 0-1 0 0,0 0 0 0 0,0 1 1 0 0,0-1-1 0 0,0 0 1 0 0,1 0-1 0 0,-1 0 0 0 0,0 0 1 0 0,0 1-1 0 0,0-1 1 0 0,0 0-1 0 0,0 0 0 0 0,0 0 1 0 0,0 0-1 0 0,-1 0 0 0 0,1 1 1 0 0,0-1-1 0 0,0 0 1 0 0,0 0-1 0 0,0 0 0 0 0,0 0 1 0 0,0 0-1 0 0,0 1 1 0 0,0-1-1 0 0,0 0 0 0 0,0 0 1 0 0,0 0-1 0 0,-1 0 0 0 0,1 0 1 0 0,0 0-1 0 0,0 1 1 0 0,0-1-1 0 0,0 0 0 0 0,0 0 1 0 0,0 0-1 0 0,-1 0 1 0 0,1 0-1 0 0,-9 11-2475 0 0,7-9 1804 0 0,-4 8-1699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1.0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34 296 1784 0 0,'-8'21'844'0'0,"2"0"-1"0"0,0 1 1 0 0,2 0-1 0 0,-3 26 0 0 0,6-43-743 0 0,0 0 0 0 0,1 0 0 0 0,-1 1 0 0 0,1-1-1 0 0,1 0 1 0 0,-1 1 0 0 0,1-1 0 0 0,0 0-1 0 0,0 0 1 0 0,1 0 0 0 0,-1 0 0 0 0,1 0 0 0 0,0 0-1 0 0,0 0 1 0 0,1 0 0 0 0,0-1 0 0 0,-1 1 0 0 0,2-1-1 0 0,-1 0 1 0 0,0 0 0 0 0,1 0 0 0 0,0 0 0 0 0,6 4-1 0 0,-6-6 17 0 0,-1-1-1 0 0,1 0 0 0 0,0 0 0 0 0,0 0 1 0 0,0 0-1 0 0,0 0 0 0 0,0-1 0 0 0,0 0 1 0 0,1 0-1 0 0,-1 0 0 0 0,0 0 0 0 0,0-1 0 0 0,0 0 1 0 0,0 1-1 0 0,0-1 0 0 0,0-1 0 0 0,-1 1 1 0 0,1-1-1 0 0,0 1 0 0 0,0-1 0 0 0,-1 0 1 0 0,0 0-1 0 0,1-1 0 0 0,3-3 0 0 0,3-1 325 0 0,0 0 1 0 0,-1-1-1 0 0,0-1 0 0 0,-1 1 1 0 0,0-1-1 0 0,14-20 0 0 0,-21 27-368 0 0,0 1-1 0 0,0-1 1 0 0,0 0-1 0 0,0 1 0 0 0,-1-1 1 0 0,1 0-1 0 0,-1 0 1 0 0,1 1-1 0 0,-1-1 1 0 0,1 0-1 0 0,-1 0 1 0 0,0 0-1 0 0,0 0 1 0 0,0 0-1 0 0,0 1 1 0 0,0-1-1 0 0,-1 0 1 0 0,1 0-1 0 0,0 0 1 0 0,-1 0-1 0 0,1 1 1 0 0,-1-1-1 0 0,0 0 1 0 0,-1-1-1 0 0,0-1 14 0 0,-1 1 1 0 0,1-1-1 0 0,-1 1 0 0 0,0 0 0 0 0,-1 0 1 0 0,1 0-1 0 0,0 0 0 0 0,-1 1 0 0 0,0 0 1 0 0,-4-3-1 0 0,-7-2-350 0 0,0 0 1 0 0,0 2-1 0 0,0-1 0 0 0,-29-4 1 0 0,41 9-23 0 0,1 1 1 0 0,-1 0-1 0 0,0 0 1 0 0,0 0-1 0 0,0 0 0 0 0,0 0 1 0 0,0 1-1 0 0,0-1 1 0 0,-5 2-1 0 0</inkml:trace>
  <inkml:trace contextRef="#ctx0" brushRef="#br0" timeOffset="1">323 2 4401 0 0,'-2'-2'5938'0'0,"0"9"-2275"0"0,-1 24-1104 0 0,1 43-2072 0 0,2-72-476 0 0,18 137 861 0 0,-15-123-1093 0 0,0 0 0 0 0,2-1 0 0 0,-1 0 1 0 0,2 0-1 0 0,0 0 0 0 0,15 23 0 0 0,-21-36-47 0 0,1-1-1 0 0,0 1 1 0 0,0-1 0 0 0,0 0-1 0 0,0 1 1 0 0,0-1 0 0 0,0 0-1 0 0,0 0 1 0 0,1 0 0 0 0,-1 0-1 0 0,0 0 1 0 0,1 0 0 0 0,-1 0-1 0 0,1 0 1 0 0,-1-1 0 0 0,1 1-1 0 0,1 0 1 0 0,2-7-4368 0 0,-9-13 1268 0 0,1 7 809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1.4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84 2377 0 0,'0'-1'196'0'0,"-1"1"0"0"0,1 0 0 0 0,0-1 0 0 0,0 1 0 0 0,0-1 1 0 0,0 1-1 0 0,0-1 0 0 0,0 1 0 0 0,0 0 0 0 0,0-1 1 0 0,0 1-1 0 0,0-1 0 0 0,0 1 0 0 0,0-1 0 0 0,1 1 1 0 0,-1 0-1 0 0,0-1 0 0 0,0 1 0 0 0,0-1 0 0 0,0 1 1 0 0,1 0-1 0 0,-1-1 0 0 0,0 1 0 0 0,0 0 0 0 0,1-1 1 0 0,-1 1-1 0 0,0 0 0 0 0,1 0 0 0 0,-1-1 0 0 0,0 1 1 0 0,1 0-1 0 0,-1 0 0 0 0,0-1 0 0 0,1 1 0 0 0,-1 0 1 0 0,1 0-1 0 0,-1 0 0 0 0,0 0 0 0 0,1-1 0 0 0,-1 1 0 0 0,1 0 1 0 0,27 0 3881 0 0,8-1-2664 0 0,-24-4-1189 0 0,0 1 0 0 0,0-1 0 0 0,0-1 0 0 0,13-9 1 0 0,17-18-3721 0 0,-42 33 3267 0 0,-1 0-1 0 0,1 1 1 0 0,0-1 0 0 0,0 0-1 0 0,-1 0 1 0 0,1-1 0 0 0,0 1-1 0 0,-1 0 1 0 0,1 0-1 0 0,0 0 1 0 0,0 0 0 0 0,-1 0-1 0 0,1 0 1 0 0</inkml:trace>
  <inkml:trace contextRef="#ctx0" brushRef="#br0" timeOffset="1">78 153 3953 0 0,'-6'6'1093'0'0,"4"-4"-886"0"0,0 0 1 0 0,0 0-1 0 0,0 0 0 0 0,1 0 1 0 0,-1 0-1 0 0,0 0 0 0 0,1 0 1 0 0,0 0-1 0 0,-1 1 0 0 0,1-1 1 0 0,0 1-1 0 0,0-1 0 0 0,1 1 0 0 0,-1-1 1 0 0,0 6-1 0 0,34-31 2051 0 0,-25 16-2149 0 0,92-67 1449 0 0,-86 65-2959 0 0,1 1-1 0 0,28-13 0 0 0,-38 20 214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1.8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33 3265 0 0,'-2'9'265'0'0,"2"-1"0"0"0,-1 1-1 0 0,2 0 1 0 0,-1-1 0 0 0,1 1 0 0 0,0 0 0 0 0,1-1 0 0 0,0 1 0 0 0,3 8 0 0 0,-4-15-240 0 0,0 0 0 0 0,0 0 1 0 0,0 0-1 0 0,0 0 0 0 0,0 0 1 0 0,1 0-1 0 0,-1-1 0 0 0,0 1 0 0 0,1 0 1 0 0,0-1-1 0 0,-1 0 0 0 0,1 1 1 0 0,0-1-1 0 0,0 0 0 0 0,0 0 1 0 0,3 2-1 0 0,-2-2 64 0 0,0-1 0 0 0,0 1 0 0 0,0-1 0 0 0,0 1 0 0 0,0-1 0 0 0,0 0 0 0 0,0 0 0 0 0,0-1 0 0 0,0 1 0 0 0,0-1 0 0 0,0 1 0 0 0,0-1 0 0 0,0 0 0 0 0,0 0 0 0 0,4-2 0 0 0,3-2 533 0 0,-1 0-1 0 0,0 0 1 0 0,0-1-1 0 0,0 0 1 0 0,11-11-1 0 0,-17 15-390 0 0,1-1 1 0 0,-1 0-1 0 0,0 0 1 0 0,-1-1-1 0 0,1 1 1 0 0,-1 0-1 0 0,1-1 0 0 0,-1 0 1 0 0,0 0-1 0 0,0 1 1 0 0,0-1-1 0 0,-1 0 1 0 0,0 0-1 0 0,1 0 0 0 0,-1-1 1 0 0,0-4-1 0 0,-1 7-185 0 0,0 0 0 0 0,0 0-1 0 0,0 1 1 0 0,-1-1 0 0 0,1 0 0 0 0,0 1-1 0 0,-1-1 1 0 0,1 1 0 0 0,-1-1-1 0 0,0 1 1 0 0,1-1 0 0 0,-1 1 0 0 0,0-1-1 0 0,0 1 1 0 0,0-1 0 0 0,0 1-1 0 0,0 0 1 0 0,0 0 0 0 0,-1-1 0 0 0,1 1-1 0 0,0 0 1 0 0,0 0 0 0 0,-1 0-1 0 0,1 1 1 0 0,-1-1 0 0 0,1 0 0 0 0,-1 0-1 0 0,1 1 1 0 0,-1-1 0 0 0,0 1-1 0 0,1-1 1 0 0,-1 1 0 0 0,0 0-1 0 0,1 0 1 0 0,-3-1 0 0 0,-3 1-274 0 0,0 0 0 0 0,0 0 0 0 0,0 1 1 0 0,0 0-1 0 0,0 0 0 0 0,-12 4 0 0 0,13-4-315 0 0,4 1 63 0 0,-1-1 0 0 0,0 0 1 0 0,0 0-1 0 0,0 0 0 0 0,1 0 1 0 0,-1-1-1 0 0,0 1 0 0 0,0-1 1 0 0,0 0-1 0 0,0 0 0 0 0,0 0 1 0 0,0 0-1 0 0,0 0 0 0 0,0 0 0 0 0,0-1 1 0 0,-5-1-1 0 0,7-2-1487 0 0,5 2-1218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2.1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36 2016 0 0,'-11'1'8921'0'0,"-14"1"-6862"0"0,18-1-1871 0 0,0 0 0 0 0,1 0 1 0 0,-1 0-1 0 0,1 1 0 0 0,-1 0 0 0 0,1 1 0 0 0,0-1 1 0 0,-11 7-1 0 0,15-7-184 0 0,0 0 1 0 0,1-1-1 0 0,-1 1 1 0 0,1 0-1 0 0,-1 0 1 0 0,1 0-1 0 0,-1 1 1 0 0,1-1-1 0 0,0 0 1 0 0,0 0-1 0 0,0 1 1 0 0,1-1-1 0 0,-1 1 1 0 0,0-1-1 0 0,1 0 0 0 0,0 1 1 0 0,-1-1-1 0 0,1 1 1 0 0,0-1-1 0 0,0 1 1 0 0,0-1-1 0 0,1 1 1 0 0,-1-1-1 0 0,1 1 1 0 0,-1-1-1 0 0,1 1 1 0 0,1 2-1 0 0,-1-3-25 0 0,-1 1-1 0 0,1 0 1 0 0,0-1-1 0 0,0 0 1 0 0,0 1-1 0 0,0-1 1 0 0,1 1-1 0 0,-1-1 1 0 0,1 0-1 0 0,-1 0 1 0 0,1 0-1 0 0,0 0 1 0 0,0 0-1 0 0,0 0 1 0 0,0-1 0 0 0,0 1-1 0 0,0 0 1 0 0,0-1-1 0 0,0 0 1 0 0,1 1-1 0 0,3 0 1 0 0,-1 0 19 0 0,0-1 0 0 0,0 0 0 0 0,0-1 1 0 0,0 1-1 0 0,0-1 0 0 0,1 0 0 0 0,-1-1 1 0 0,0 1-1 0 0,0-1 0 0 0,9-2 0 0 0,-2 0 222 0 0,0-1 0 0 0,0-1 0 0 0,0 0 0 0 0,-1-1 0 0 0,1 0 0 0 0,-1 0-1 0 0,-1-1 1 0 0,15-12 0 0 0,-22 16-98 0 0,0 0 1 0 0,0 0-1 0 0,-1 0 0 0 0,1 0 1 0 0,-1 0-1 0 0,0-1 0 0 0,0 1 0 0 0,0-1 1 0 0,0 1-1 0 0,-1-1 0 0 0,1 0 1 0 0,-1 1-1 0 0,0-1 0 0 0,0 0 0 0 0,-1 0 1 0 0,1 0-1 0 0,-1-6 0 0 0,0 8-146 0 0,0 0 0 0 0,-1 0 0 0 0,1 0 0 0 0,-1 0 0 0 0,0 0 0 0 0,0 0 0 0 0,0 0 0 0 0,0 0 0 0 0,0 0 0 0 0,0 1 0 0 0,0-1 0 0 0,-1 0 0 0 0,1 1 0 0 0,-1-1 0 0 0,1 1 0 0 0,-1-1 0 0 0,0 1 0 0 0,1 0 0 0 0,-1-1 0 0 0,0 1 0 0 0,0 0 0 0 0,0 0 0 0 0,0 1 0 0 0,0-1 0 0 0,0 0 0 0 0,0 0 0 0 0,0 1 0 0 0,0 0 0 0 0,0-1 0 0 0,0 1 0 0 0,0 0 0 0 0,0 0-1 0 0,-1 0 1 0 0,-1 0 0 0 0,-4 1-725 0 0,1-1-1 0 0,0 1 0 0 0,0 0 0 0 0,-1 0 0 0 0,1 1 0 0 0,0 0 0 0 0,-9 4 0 0 0,-24 13-7718 0 0,32-13 5833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2.5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0 144 4961 0 0,'1'1'223'0'0,"-1"0"0"0"0,0 0-1 0 0,1 0 1 0 0,-1 0 0 0 0,1 0 0 0 0,-1 0-1 0 0,1-1 1 0 0,-1 1 0 0 0,1 0 0 0 0,0 0-1 0 0,-1 0 1 0 0,1-1 0 0 0,0 1 0 0 0,0 0-1 0 0,-1-1 1 0 0,1 1 0 0 0,0-1 0 0 0,0 1-1 0 0,0-1 1 0 0,0 1 0 0 0,0-1 0 0 0,0 0-1 0 0,0 1 1 0 0,0-1 0 0 0,0 0 0 0 0,0 0-1 0 0,0 0 1 0 0,0 0 0 0 0,0 0 0 0 0,0 0-1 0 0,0 0 1 0 0,0 0 0 0 0,0 0 0 0 0,0 0-1 0 0,0 0 1 0 0,0-1 0 0 0,1 0 0 0 0,42-8 1989 0 0,-42 9-2000 0 0,50-17 2073 0 0,97-44-1 0 0,-22-7-3626 0 0,-120 65-475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2.8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32 4305 0 0,'-1'1'237'0'0,"0"-1"-1"0"0,-1 1 1 0 0,1 0-1 0 0,0 0 1 0 0,0 0 0 0 0,0 0-1 0 0,0 0 1 0 0,0 1 0 0 0,0-1-1 0 0,0 0 1 0 0,1 0 0 0 0,-1 1-1 0 0,0-1 1 0 0,1 0 0 0 0,-1 1-1 0 0,1-1 1 0 0,-1 1-1 0 0,1-1 1 0 0,0 1 0 0 0,-1-1-1 0 0,1 1 1 0 0,0-1 0 0 0,0 1-1 0 0,0-1 1 0 0,0 1 0 0 0,0-1-1 0 0,1 3 1 0 0,1-3-104 0 0,-1 0 0 0 0,0 0 0 0 0,1 0 0 0 0,0 0 0 0 0,-1 0 0 0 0,1 0 0 0 0,0-1 0 0 0,-1 1 0 0 0,1-1 0 0 0,0 1 0 0 0,0-1 0 0 0,-1 0 0 0 0,1 0 0 0 0,0 0 0 0 0,0 0 0 0 0,0 0 0 0 0,-1 0 0 0 0,1 0 0 0 0,0 0 0 0 0,0-1 0 0 0,-1 1 0 0 0,5-2 0 0 0,104-32 3320 0 0,-80 24-2429 0 0,0 0 0 0 0,60-10 0 0 0,-89 20-1000 0 0,-1 0 0 0 0,1-1-1 0 0,-1 1 1 0 0,1 0 0 0 0,-1 0 0 0 0,1 0 0 0 0,-1 0-1 0 0,1 0 1 0 0,0 0 0 0 0,-1 0 0 0 0,1 0 0 0 0,-1 0-1 0 0,1 0 1 0 0,0 0 0 0 0,-1 0 0 0 0,1 0 0 0 0,-1 0-1 0 0,1 1 1 0 0,-1-1 0 0 0,1 0 0 0 0,-1 0 0 0 0,1 1-1 0 0,-1-1 1 0 0,1 0 0 0 0,-1 1 0 0 0,1-1-1 0 0,-1 1 1 0 0,1-1 0 0 0,-1 0 0 0 0,0 1 0 0 0,1-1-1 0 0,-1 1 1 0 0,0-1 0 0 0,1 1 0 0 0,-1-1 0 0 0,0 1-1 0 0,0-1 1 0 0,1 1 0 0 0,-1 0 0 0 0,0 0 0 0 0,-10 28 203 0 0,-29 25-950 0 0,8-20-143 0 0,22-26 648 0 0,0 1 0 0 0,1 0 0 0 0,0 0 0 0 0,1 1 0 0 0,0 0 0 0 0,0 1 0 0 0,1-1 0 0 0,-6 15 0 0 0,11-23 204 0 0,1 0 0 0 0,-1-1 1 0 0,1 1-1 0 0,-1 0 1 0 0,1 0-1 0 0,0 0 1 0 0,-1 0-1 0 0,1 0 0 0 0,0 0 1 0 0,0 0-1 0 0,0-1 1 0 0,1 1-1 0 0,-1 0 0 0 0,0 0 1 0 0,1 0-1 0 0,-1 0 1 0 0,1 0-1 0 0,0-1 1 0 0,0 1-1 0 0,-1 0 0 0 0,1 0 1 0 0,0-1-1 0 0,0 1 1 0 0,2 1-1 0 0,-1-1 15 0 0,0-1 0 0 0,1 0 0 0 0,-1 1 1 0 0,1-1-1 0 0,-1 0 0 0 0,1 0 0 0 0,-1 0 0 0 0,1 0 0 0 0,0-1 0 0 0,-1 1 0 0 0,1-1 1 0 0,0 1-1 0 0,-1-1 0 0 0,6 0 0 0 0,2-1 98 0 0,1 0 0 0 0,-1 0-1 0 0,0-1 1 0 0,0 0 0 0 0,-1-1 0 0 0,1 0 0 0 0,18-9 0 0 0,-1-5-169 0 0,-1 0 0 0 0,-1-2 0 0 0,23-22-1 0 0,-10 3-3462 0 0,-5 0-4257 0 0,-23 26 3240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3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 5329 0 0,'0'0'196'0'0,"-1"0"0"0"0,0 0 0 0 0,1 0 0 0 0,-1 1 0 0 0,0-1 0 0 0,1 0 0 0 0,-1 1 0 0 0,1-1 0 0 0,-1 0 0 0 0,1 1 0 0 0,-1-1 0 0 0,0 1 0 0 0,1-1 0 0 0,0 1 0 0 0,-1-1 0 0 0,1 1 0 0 0,-1-1 0 0 0,1 1 0 0 0,0-1 0 0 0,-1 1 0 0 0,1 0 0 0 0,0-1 0 0 0,-1 1 0 0 0,1-1 0 0 0,0 1 0 0 0,0 0 0 0 0,0-1 0 0 0,0 1 0 0 0,0 0 0 0 0,0-1 0 0 0,0 1 0 0 0,0 0 0 0 0,0-1 0 0 0,0 1 0 0 0,0 0 0 0 0,0-1 0 0 0,0 1 0 0 0,1 0 0 0 0,-2 31 1701 0 0,5 0-1430 0 0,1 1 0 0 0,1-1 0 0 0,16 46 0 0 0,-13-54-1287 0 0,0-1-1 0 0,21 37 0 0 0,-8-36-2806 0 0,-22-24 3447 0 0,1 1-1 0 0,0-1 0 0 0,-1 0 1 0 0,1 1-1 0 0,0-1 1 0 0,-1 0-1 0 0,1 0 0 0 0,0 1 1 0 0,-1-1-1 0 0,1 0 1 0 0,0 0-1 0 0,-1 0 1 0 0,1 0-1 0 0,0 0 0 0 0,-1 0 1 0 0,1 0-1 0 0,0 0 1 0 0,0-1-1 0 0,-1 1 0 0 0,1 0 1 0 0,0 0-1 0 0,-1 0 1 0 0,1-1-1 0 0,-1 1 1 0 0,1 0-1 0 0,0-1 0 0 0,-1 1 1 0 0,1 0-1 0 0,-1-1 1 0 0,1 1-1 0 0,-1-1 0 0 0,1 1 1 0 0,-1-1-1 0 0,1 1 1 0 0,-1-1-1 0 0,1 0 1 0 0,-1 1-1 0 0,0-1 0 0 0,1 1 1 0 0,-1-1-1 0 0,0-1 1 0 0,7-8-2325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3.6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88 0 3825 0 0,'8'17'2087'0'0,"1"-1"0"0"0,0 0 0 0 0,22 26 0 0 0,-23-33-1968 0 0,-1 1 0 0 0,0-1 0 0 0,0 2 0 0 0,0-1 0 0 0,-2 1 0 0 0,1-1-1 0 0,-1 2 1 0 0,-1-1 0 0 0,0 0 0 0 0,-1 1 0 0 0,3 15 0 0 0,-6-25-179 0 0,0 1 0 0 0,0-1-1 0 0,0 1 1 0 0,0-1 0 0 0,0 1-1 0 0,-1-1 1 0 0,1 1 0 0 0,-1-1-1 0 0,0 0 1 0 0,0 1 0 0 0,0-1-1 0 0,0 0 1 0 0,0 1 0 0 0,0-1-1 0 0,-1 0 1 0 0,1 0 0 0 0,-1 0 0 0 0,1 0-1 0 0,-1-1 1 0 0,0 1 0 0 0,0 0-1 0 0,0-1 1 0 0,0 1 0 0 0,0-1-1 0 0,0 0 1 0 0,0 1 0 0 0,0-1-1 0 0,-1 0 1 0 0,1 0 0 0 0,0 0-1 0 0,-4 0 1 0 0,-8 3-215 0 0,-1-2 0 0 0,1 0 0 0 0,-1 0 0 0 0,-20-1 0 0 0,-1 1 966 0 0,9 8 342 0 0,26-10-1005 0 0,0 1 1 0 0,1-1 0 0 0,-1 0 0 0 0,0 1 0 0 0,1-1 0 0 0,-1 1 0 0 0,0-1 0 0 0,1 1-1 0 0,-1-1 1 0 0,1 1 0 0 0,-1-1 0 0 0,1 1 0 0 0,-1 0 0 0 0,1-1 0 0 0,-1 1 0 0 0,1 0 0 0 0,0-1-1 0 0,-1 1 1 0 0,1 0 0 0 0,0 0 0 0 0,0-1 0 0 0,-1 1 0 0 0,1 0 0 0 0,0 0 0 0 0,0-1 0 0 0,0 1-1 0 0,0 0 1 0 0,0 0 0 0 0,0-1 0 0 0,0 1 0 0 0,0 0 0 0 0,0 0 0 0 0,1 0 0 0 0,-1 0-1 0 0,1 0 6 0 0,0-1-1 0 0,0 0 0 0 0,0 0 0 0 0,0 0 0 0 0,1 0 0 0 0,-1 0 0 0 0,0 0 0 0 0,0 0 0 0 0,0-1 0 0 0,0 1 0 0 0,0 0 0 0 0,0-1 0 0 0,0 1 0 0 0,0-1 0 0 0,0 1 0 0 0,0-1 0 0 0,0 1 0 0 0,-1-1 0 0 0,1 1 0 0 0,0-1 1 0 0,0 0-1 0 0,1-1 0 0 0,22-17 383 0 0,-1-1-671 0 0,35-43 1 0 0,-12 1-5595 0 0,-35 35 2021 0 0,-3 15 920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4.0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3761 0 0,'-4'19'5678'0'0,"10"22"-4049"0"0,-4-29-930 0 0,0 0-519 0 0,0 12-208 0 0,1 0 0 0 0,1-1 0 0 0,1 1 0 0 0,1-1 0 0 0,1 0 0 0 0,1 0 0 0 0,12 23 0 0 0,-20-46-78 0 0,0 1 1 0 0,0 0 0 0 0,0-1 0 0 0,1 1 0 0 0,-1-1 0 0 0,0 1 0 0 0,0-1 0 0 0,0 1 0 0 0,1-1 0 0 0,-1 1 0 0 0,0-1 0 0 0,0 1 0 0 0,1-1 0 0 0,-1 1 0 0 0,0-1 0 0 0,1 0-1 0 0,-1 1 1 0 0,1-1 0 0 0,-1 1 0 0 0,1-1 0 0 0,-1 0 0 0 0,0 0 0 0 0,1 1 0 0 0,-1-1 0 0 0,1 0 0 0 0,-1 0 0 0 0,1 1 0 0 0,0-1 0 0 0,-1 0 0 0 0,1 0 0 0 0,-1 0 0 0 0,1 0 0 0 0,-1 0-1 0 0,1 0 1 0 0,-1 0 0 0 0,1 0 0 0 0,0 0 0 0 0,-1 0 0 0 0,1 0 0 0 0,0 0 0 0 0,0-2-181 0 0,-1 1 0 0 0,1 0 0 0 0,-1-1 0 0 0,1 1 1 0 0,-1 0-1 0 0,0-1 0 0 0,0 1 0 0 0,0 0 0 0 0,1-1 0 0 0,-1 1 0 0 0,-1-1 0 0 0,1 1 0 0 0,0 0 0 0 0,0-1 1 0 0,-1-1-1 0 0,0-7-1827 0 0</inkml:trace>
  <inkml:trace contextRef="#ctx0" brushRef="#br0" timeOffset="1">42 120 1864 0 0,'0'2'215'0'0,"0"0"0"0"0,0 0-1 0 0,0 0 1 0 0,0 0-1 0 0,0 0 1 0 0,0 0 0 0 0,0-1-1 0 0,1 1 1 0 0,-1 0-1 0 0,1 0 1 0 0,-1 0-1 0 0,1-1 1 0 0,0 1 0 0 0,-1 0-1 0 0,1 0 1 0 0,0-1-1 0 0,0 1 1 0 0,0-1 0 0 0,1 1-1 0 0,-1-1 1 0 0,0 0-1 0 0,1 1 1 0 0,1 1 0 0 0,-1-3-104 0 0,0 1 1 0 0,0-1-1 0 0,0 1 1 0 0,0-1 0 0 0,0 0-1 0 0,0 0 1 0 0,0 0-1 0 0,0 0 1 0 0,0 0 0 0 0,0 0-1 0 0,0 0 1 0 0,0-1-1 0 0,0 1 1 0 0,0-1 0 0 0,0 1-1 0 0,0-1 1 0 0,2-1-1 0 0,5-3-680 0 0,0 0 0 0 0,-1 0 0 0 0,0 0 1 0 0,0-1-1 0 0,-1 0 0 0 0,1-1 0 0 0,10-11 0 0 0,-11 8-2415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4.5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98 5409 0 0,'12'1'487'0'0,"-1"1"-1"0"0,1-1 1 0 0,-1-1-1 0 0,1 0 1 0 0,0 0 0 0 0,-1-2-1 0 0,1 1 1 0 0,-1-1-1 0 0,0-1 1 0 0,0 0 0 0 0,0-1-1 0 0,0 0 1 0 0,0 0-1 0 0,-1-1 1 0 0,1-1-1 0 0,-1 1 1 0 0,-1-2 0 0 0,1 0-1 0 0,-1 0 1 0 0,13-13-1 0 0,-21 20-454 0 0,-1-1-1 0 0,1 1 0 0 0,-1 0 1 0 0,1-1-1 0 0,0 1 0 0 0,-1-1 1 0 0,1 1-1 0 0,-1-1 1 0 0,1 1-1 0 0,-1-1 0 0 0,0 1 1 0 0,1-1-1 0 0,-1 1 0 0 0,1-1 1 0 0,-1 0-1 0 0,0 1 0 0 0,1-1 1 0 0,-1 0-1 0 0,0 1 0 0 0,0-1 1 0 0,0 0-1 0 0,0 1 0 0 0,1-1 1 0 0,-1 0-1 0 0,0 1 1 0 0,0-1-1 0 0,0 0 0 0 0,0 1 1 0 0,-1-1-1 0 0,1 0 0 0 0,0 0 1 0 0,0 1-1 0 0,-1-2 0 0 0,-23 1 188 0 0,-36 21-1260 0 0,45-13 595 0 0,1 2 0 0 0,-1 0 0 0 0,2 0 0 0 0,-1 1 0 0 0,2 1 0 0 0,-1 1 0 0 0,1-1 0 0 0,-10 15 0 0 0,19-23 423 0 0,1 1 1 0 0,-1-1 0 0 0,1 1 0 0 0,0-1-1 0 0,0 1 1 0 0,0 0 0 0 0,1 0 0 0 0,-1 0-1 0 0,1 0 1 0 0,0 0 0 0 0,0 0 0 0 0,1 0-1 0 0,-1 0 1 0 0,1 0 0 0 0,-1 1 0 0 0,2-1-1 0 0,-1 0 1 0 0,0 0 0 0 0,1 0-1 0 0,-1 1 1 0 0,1-1 0 0 0,1 0 0 0 0,-1 0-1 0 0,0 0 1 0 0,1 0 0 0 0,0-1 0 0 0,0 1-1 0 0,0 0 1 0 0,0-1 0 0 0,1 1 0 0 0,-1-1-1 0 0,1 0 1 0 0,0 0 0 0 0,0 0 0 0 0,0 0-1 0 0,5 3 1 0 0,-4-3 161 0 0,1 0 0 0 0,-1 0 0 0 0,1 0 0 0 0,0-1-1 0 0,0 0 1 0 0,0 0 0 0 0,0 0 0 0 0,1-1 0 0 0,-1 1 0 0 0,0-1 0 0 0,1-1 0 0 0,-1 1-1 0 0,0-1 1 0 0,1 0 0 0 0,-1 0 0 0 0,1 0 0 0 0,-1-1 0 0 0,0 0 0 0 0,1 0 0 0 0,-1 0-1 0 0,0-1 1 0 0,0 0 0 0 0,0 0 0 0 0,9-5 0 0 0,4-2-194 0 0,0 0 0 0 0,-1-2 0 0 0,0 0 0 0 0,0-1 0 0 0,20-21 0 0 0,-32 28-1015 0 0,0 0-1 0 0,-1 0 1 0 0,1-1-1 0 0,-1 0 1 0 0,-1 1 0 0 0,1-2-1 0 0,3-8 1 0 0,-2 3-2718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4.9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104 23 3457 0 0,'0'-2'185'0'0,"-1"1"0"0"0,0-1 1 0 0,0 1-1 0 0,-1-1 0 0 0,1 1 0 0 0,0 0 1 0 0,0 0-1 0 0,-1-1 0 0 0,1 1 0 0 0,-1 0 1 0 0,1 0-1 0 0,-1 0 0 0 0,1 0 0 0 0,-1 1 1 0 0,1-1-1 0 0,-1 0 0 0 0,0 1 0 0 0,0-1 1 0 0,1 1-1 0 0,-1-1 0 0 0,0 1 0 0 0,0 0 1 0 0,1 0-1 0 0,-1 0 0 0 0,0 0 0 0 0,0 0 1 0 0,0 0-1 0 0,1 0 0 0 0,-1 1 0 0 0,0-1 1 0 0,0 1-1 0 0,1-1 0 0 0,-1 1 0 0 0,0 0 1 0 0,1-1-1 0 0,-1 1 0 0 0,1 0 0 0 0,-1 0 1 0 0,1 0-1 0 0,-1 0 0 0 0,1 1 0 0 0,-3 1 1 0 0,1 0-166 0 0,0 0 1 0 0,0 1 0 0 0,0-1 0 0 0,0 0-1 0 0,1 1 1 0 0,-1 0 0 0 0,1 0-1 0 0,0 0 1 0 0,0 0 0 0 0,0 0-1 0 0,0 0 1 0 0,1 0 0 0 0,0 0-1 0 0,0 1 1 0 0,0-1 0 0 0,0 8 0 0 0,1-9-111 0 0,0 1 1 0 0,1-1 0 0 0,-1 0 0 0 0,1 1-1 0 0,0-1 1 0 0,0 0 0 0 0,0 1 0 0 0,0-1 0 0 0,1 0-1 0 0,-1 0 1 0 0,1 0 0 0 0,0 0 0 0 0,0 0 0 0 0,0 0-1 0 0,0-1 1 0 0,1 1 0 0 0,-1-1 0 0 0,1 1 0 0 0,5 3-1 0 0,-4-3 87 0 0,1-1 0 0 0,0 1 0 0 0,0-1 0 0 0,0 0 0 0 0,0 0 0 0 0,0-1 0 0 0,1 0-1 0 0,-1 0 1 0 0,0 0 0 0 0,1 0 0 0 0,-1-1 0 0 0,7 0 0 0 0,-7 0 137 0 0,0 0 0 0 0,0 0 0 0 0,1-1 0 0 0,-1 1 0 0 0,0-1 0 0 0,0 0 0 0 0,0-1 1 0 0,0 1-1 0 0,0-1 0 0 0,0 0 0 0 0,0-1 0 0 0,0 1 0 0 0,-1-1 0 0 0,1 0 0 0 0,-1 0 0 0 0,0 0 0 0 0,0 0 0 0 0,0-1 0 0 0,0 0 1 0 0,-1 0-1 0 0,1 0 0 0 0,-1 0 0 0 0,0 0 0 0 0,0-1 0 0 0,-1 1 0 0 0,1-1 0 0 0,1-6 0 0 0,-4 9-100 0 0,1 1-1 0 0,-1-1 0 0 0,0 0 0 0 0,0 1 1 0 0,-1-1-1 0 0,1 0 0 0 0,0 1 0 0 0,-1-1 1 0 0,1 0-1 0 0,-1 1 0 0 0,1-1 0 0 0,-1 1 0 0 0,1-1 1 0 0,-1 1-1 0 0,0-1 0 0 0,0 1 0 0 0,0 0 1 0 0,0-1-1 0 0,0 1 0 0 0,0 0 0 0 0,0 0 1 0 0,-1-1-1 0 0,1 1 0 0 0,0 0 0 0 0,-1 0 1 0 0,1 1-1 0 0,-1-1 0 0 0,1 0 0 0 0,-1 0 1 0 0,1 1-1 0 0,-1-1 0 0 0,1 1 0 0 0,-1-1 1 0 0,0 1-1 0 0,-2-1 0 0 0,-2 0-447 0 0,-1-1-1 0 0,1 1 1 0 0,0 0 0 0 0,-1 1-1 0 0,1 0 1 0 0,-1 0 0 0 0,1 0-1 0 0,-7 2 1 0 0,-32 9-6806 0 0,33-6 4124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5.3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0 124 3489 0 0,'3'2'365'0'0,"-1"-1"0"0"0,0 0 0 0 0,0 0 0 0 0,0 0 0 0 0,1 0 0 0 0,-1 0 0 0 0,1-1 0 0 0,-1 1 0 0 0,0-1 0 0 0,1 1 0 0 0,-1-1 1 0 0,1 0-1 0 0,-1 0 0 0 0,1 0 0 0 0,-1 0 0 0 0,1-1 0 0 0,-1 1 0 0 0,1-1 0 0 0,-1 1 0 0 0,4-2 0 0 0,62-24 1887 0 0,-37 14-833 0 0,54-16 660 0 0,102-36-2390 0 0,-186 64 140 0 0,-1 0 1 0 0,0 0-1 0 0,0 0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5.6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4113 0 0,'-1'12'1087'0'0,"0"1"-1"0"0,1 0 1 0 0,0 0 0 0 0,1 0 0 0 0,5 24-1 0 0,-3-27-1177 0 0,0 1 0 0 0,0-1-1 0 0,1 0 1 0 0,0 0-1 0 0,1 0 1 0 0,0 0 0 0 0,0-1-1 0 0,1 0 1 0 0,1 0-1 0 0,-1 0 1 0 0,16 14 0 0 0,-22-22 37 0 0,1-1 1 0 0,-1 1 0 0 0,0-1-1 0 0,0 0 1 0 0,1 1-1 0 0,-1-1 1 0 0,0 1 0 0 0,1-1-1 0 0,-1 0 1 0 0,1 1 0 0 0,-1-1-1 0 0,0 0 1 0 0,1 1-1 0 0,-1-1 1 0 0,1 0 0 0 0,-1 0-1 0 0,1 1 1 0 0,-1-1 0 0 0,1 0-1 0 0,-1 0 1 0 0,1 0-1 0 0,-1 0 1 0 0,1 0 0 0 0,-1 0-1 0 0,1 0 1 0 0,-1 0 0 0 0,1 0-1 0 0,-1 0 1 0 0,1 0-1 0 0,-1 0 1 0 0,1 0 0 0 0,-1 0-1 0 0,1 0 1 0 0,-1 0 0 0 0,1 0-1 0 0,-1-1 1 0 0,1 1-1 0 0,-1 0 1 0 0,1 0 0 0 0,-1-1-1 0 0,0 1 1 0 0,1 0 0 0 0,-1-1-1 0 0,1 1 1 0 0,-1 0-1 0 0,0-1 1 0 0,1 1 0 0 0,-1-1-1 0 0,0 1 1 0 0,0-1 0 0 0,1 1-1 0 0,-1 0 1 0 0,0-1-1 0 0,0 1 1 0 0,1-1 0 0 0,-1 1-1 0 0,0-1 1 0 0,0 1 0 0 0,0-1-1 0 0,0 1 1 0 0,0-2-1 0 0,2-38-3457 0 0,-3 33 2569 0 0,1-8-600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5:16.0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70 3337 0 0,'0'1'199'0'0,"0"-1"0"0"0,0 1 0 0 0,1-1 0 0 0,-1 1 0 0 0,0-1 0 0 0,0 0 1 0 0,1 1-1 0 0,-1-1 0 0 0,1 1 0 0 0,-1-1 0 0 0,0 0 0 0 0,1 1 0 0 0,-1-1 0 0 0,1 0 1 0 0,-1 0-1 0 0,1 1 0 0 0,-1-1 0 0 0,1 0 0 0 0,-1 0 0 0 0,1 0 0 0 0,-1 0 0 0 0,1 1 1 0 0,-1-1-1 0 0,1 0 0 0 0,-1 0 0 0 0,1 0 0 0 0,-1 0 0 0 0,1 0 0 0 0,-1 0 0 0 0,1 0 1 0 0,-1 0-1 0 0,1-1 0 0 0,-1 1 0 0 0,1 0 0 0 0,-1 0 0 0 0,1 0 0 0 0,-1-1 0 0 0,1 1 1 0 0,-1 0-1 0 0,1 0 0 0 0,-1-1 0 0 0,0 1 0 0 0,1 0 0 0 0,-1-1 0 0 0,1 0 0 0 0,33-16 1776 0 0,-27 13-943 0 0,12-6-10 0 0,0 2 1 0 0,1 0-1 0 0,41-10 0 0 0,-50 16-776 0 0,0 0 1 0 0,0 0-1 0 0,0 1 0 0 0,0 0 1 0 0,0 1-1 0 0,1 0 0 0 0,-1 1 1 0 0,0 0-1 0 0,15 4 0 0 0,-21-3-186 0 0,0 1 0 0 0,0-1-1 0 0,0 1 1 0 0,0 0 0 0 0,-1 0 0 0 0,1 1-1 0 0,-1-1 1 0 0,0 1 0 0 0,0 0-1 0 0,0 0 1 0 0,0 0 0 0 0,-1 1-1 0 0,4 4 1 0 0,-5-5-292 0 0,0-1 0 0 0,0 1 0 0 0,0 0 1 0 0,0-1-1 0 0,0 1 0 0 0,-1 0 0 0 0,0 0 0 0 0,0 0 0 0 0,0 0 0 0 0,0 1 0 0 0,0-1 0 0 0,-1 0 1 0 0,0 0-1 0 0,0 0 0 0 0,0 0 0 0 0,0 1 0 0 0,-1-1 0 0 0,-1 4 0 0 0,1-6-246 0 0,0 0-1 0 0,-1 0 1 0 0,1-1 0 0 0,-1 1-1 0 0,1-1 1 0 0,-1 1-1 0 0,0-1 1 0 0,1 0 0 0 0,-1 1-1 0 0,0-1 1 0 0,0 0-1 0 0,0 0 1 0 0,0 0-1 0 0,0-1 1 0 0,0 1 0 0 0,0 0-1 0 0,0-1 1 0 0,-1 1-1 0 0,1-1 1 0 0,0 0 0 0 0,0 0-1 0 0,0 0 1 0 0,0 0-1 0 0,-3 0 1 0 0,-7 1-1959 0 0,1 2-627 0 0</inkml:trace>
  <inkml:trace contextRef="#ctx0" brushRef="#br0" timeOffset="1">127 248 3745 0 0,'7'0'7509'0'0,"3"0"-3437"0"0,4 0-3466 0 0,0-2 1 0 0,0 1-1 0 0,16-5 1 0 0,-14 1-396 0 0,0-1 0 0 0,0-1 0 0 0,-1 0 0 0 0,0-1 0 0 0,0 0 0 0 0,0-1 0 0 0,13-13 0 0 0,-18 14-534 0 0,-1 0 0 0 0,-1-1 0 0 0,1 0 0 0 0,9-14 0 0 0,-13 15-830 0 0,0 0 0 0 0,-1 0-1 0 0,0 0 1 0 0,0 0 0 0 0,-1-1 0 0 0,3-13 0 0 0,-8-6-4442 0 0,4 18 2373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4T01:36:32.97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60,'1077'0,"-1031"-2,0-2,44-11,-46 7,0 2,53-1,-59 6,71-13,-92 12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4T01:36:36.11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68,'579'0,"-553"-2,0 0,0-2,31-9,-28 6,0 1,35-2,-16 6,90-8,-60 2,1 3,101 7,-48 1,-110-3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6:48.89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 45 1112 0 0,'-1'-4'112'0'0,"1"-3"-104"0"0,0-3-96 0 0,-1-2-256 0 0,3 0-392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6:51.01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95 14 1576 0 0,'0'-1'63'0'0,"0"1"0"0"0,0-1 0 0 0,0 1 0 0 0,0-1-1 0 0,0 1 1 0 0,0-1 0 0 0,0 1 0 0 0,0 0 0 0 0,0-1 0 0 0,0 1-1 0 0,0-1 1 0 0,-1 1 0 0 0,1-1 0 0 0,0 1 0 0 0,0-1 0 0 0,0 1-1 0 0,-1-1 1 0 0,1 1 0 0 0,0 0 0 0 0,-1-1 0 0 0,1 1 0 0 0,0 0-1 0 0,-1-1 1 0 0,1 1 0 0 0,0 0 0 0 0,-1-1 0 0 0,1 1 0 0 0,-1 0-1 0 0,1 0 1 0 0,-1-1 0 0 0,1 1 0 0 0,0 0 0 0 0,-1 0 0 0 0,1 0-1 0 0,-1 0 1 0 0,0-1 0 0 0,-22 7 810 0 0,-18 19-362 0 0,41-25-471 0 0,-20 11 1367 0 0,19-21 591 0 0,3-6-495 0 0,-2 17-1473 0 0,0 0 0 0 0,0 0 0 0 0,0 0 0 0 0,1-1 0 0 0,-1 1 0 0 0,0 0 0 0 0,0 0 0 0 0,1-1 0 0 0,-1 1 0 0 0,1 0 0 0 0,-1-1 0 0 0,1 1 0 0 0,-1 0 0 0 0,1-1 0 0 0,-1 1 0 0 0,1-1 0 0 0,-1 1 0 0 0,1-1 0 0 0,0 1 0 0 0,-1-1 0 0 0,1 1-1 0 0,0-1 1 0 0,-1 1 0 0 0,1-1 0 0 0,0 0 0 0 0,0 0 0 0 0,-1 1 0 0 0,1-1 0 0 0,0 0 0 0 0,0 0 0 0 0,-1 0 0 0 0,2 0 0 0 0,39 2 416 0 0,2 1-231 0 0,-15 8-13 0 0,0-1 0 0 0,1-2 0 0 0,0-1 0 0 0,0-1 0 0 0,0-1 0 0 0,1-2 0 0 0,37 0 0 0 0,92-27 635 0 0,-95 15-565 0 0,72 0 1 0 0,-107 10-120 0 0,46 9 0 0 0,2 1 21 0 0,-1-3-37 0 0,46 3 288 0 0,-7-6-394 0 0,147 25 0 0 0,-220-24-61 0 0,43 7 316 0 0,107 1-1 0 0,-119-15-60 0 0,-23 0-2 0 0,81 7 0 0 0,-90-3 88 0 0,1-2 0 0 0,65-7 0 0 0,-78 4-324 0 0,39-4 102 0 0,-19 1 26 0 0,74 3 0 0 0,-54 5-71 0 0,122 11 76 0 0,-55-3-61 0 0,30 4 11 0 0,-133-12-13 0 0,1-2 0 0 0,-1-1-1 0 0,0-1 1 0 0,1-2-1 0 0,54-11 1 0 0,45-5 77 0 0,252-13 481 0 0,-375 32-601 0 0,-1 0 0 0 0,1 0 0 0 0,-1 1 0 0 0,1 0 1 0 0,14 4-1 0 0,7 4-3687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7:11.35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67 173 192 0 0,'-25'5'1308'0'0,"24"-4"-1174"0"0,0 0 0 0 0,0-1 0 0 0,0 1 0 0 0,0-1 0 0 0,0 1 0 0 0,0-1 0 0 0,0 1 0 0 0,0-1 0 0 0,-1 0 0 0 0,1 0 0 0 0,0 0 1 0 0,0 1-1 0 0,0-1 0 0 0,0 0 0 0 0,0 0 0 0 0,-1 0 0 0 0,1-1 0 0 0,0 1 0 0 0,0 0 0 0 0,0 0 0 0 0,0-1 0 0 0,0 1 0 0 0,0 0 0 0 0,0-1 0 0 0,0 1 0 0 0,0-1 0 0 0,0 0 0 0 0,0 1 0 0 0,0-1 0 0 0,0 0 0 0 0,0 1 0 0 0,0-1 0 0 0,1 0 0 0 0,-1 0 0 0 0,0 0 0 0 0,1 0 0 0 0,-1 0 0 0 0,0 0 0 0 0,1 0 0 0 0,-1 0 0 0 0,1 0 1 0 0,-1 0-1 0 0,1 0 0 0 0,0 0 0 0 0,-1-2 0 0 0,1 2-103 0 0,0 1 1 0 0,1 0 0 0 0,-1-1-1 0 0,0 1 1 0 0,0 0 0 0 0,0 0 0 0 0,0-1-1 0 0,1 1 1 0 0,-1 0 0 0 0,0-1-1 0 0,0 1 1 0 0,0 0 0 0 0,1 0-1 0 0,-1 0 1 0 0,0-1 0 0 0,1 1 0 0 0,-1 0-1 0 0,0 0 1 0 0,0 0 0 0 0,1 0-1 0 0,-1-1 1 0 0,0 1 0 0 0,1 0-1 0 0,-1 0 1 0 0,0 0 0 0 0,1 0 0 0 0,-1 0-1 0 0,0 0 1 0 0,1 0 0 0 0,-1 0-1 0 0,0 0 1 0 0,1 0 0 0 0,-1 0-1 0 0,0 0 1 0 0,1 0 0 0 0,-1 0 0 0 0,0 0-1 0 0,1 1 1 0 0,-1-1 0 0 0,0 0-1 0 0,1 0 1 0 0,-1 0 0 0 0,0 0-1 0 0,0 1 1 0 0,1-1 0 0 0,-1 0 0 0 0,1 1-1 0 0,28 8 532 0 0,-15-4-100 0 0,-4-5-278 0 0,0 1-1 0 0,0-1 1 0 0,0-1-1 0 0,0 0 1 0 0,0-1 0 0 0,0 1-1 0 0,0-2 1 0 0,0 1 0 0 0,-1-2-1 0 0,1 1 1 0 0,10-7 0 0 0,52-13 322 0 0,-59 22-385 0 0,0 0 0 0 0,1 1 0 0 0,0 0 0 0 0,-1 1 0 0 0,1 0 0 0 0,19 6 0 0 0,-16-4 41 0 0,0 0 1 0 0,0-1-1 0 0,27 0 0 0 0,66-2 280 0 0,-76 1-162 0 0,-1-1 0 0 0,1-1 0 0 0,44-8 0 0 0,-38 3 131 0 0,50-1 1 0 0,-3 0-179 0 0,-63 5-160 0 0,0 0 0 0 0,0 2 0 0 0,0 1 0 0 0,0 0 0 0 0,0 2 0 0 0,25 7-1 0 0,-36-9-12 0 0,0 0 0 0 0,1-1 0 0 0,-1 0-1 0 0,0-1 1 0 0,0 0 0 0 0,0-1 0 0 0,0 0-1 0 0,19-7 1 0 0,-19 5-20 0 0,1 1 0 0 0,-1 0 1 0 0,1 1-1 0 0,0 0 0 0 0,0 1 0 0 0,0 1 0 0 0,26 2 1 0 0,-14 1-7 0 0,1-1 1 0 0,0-1-1 0 0,-1-1 1 0 0,1-1-1 0 0,28-5 1 0 0,29-2 293 0 0,-68 8-286 0 0,0 1-1 0 0,-1 1 0 0 0,1 1 0 0 0,0 0 1 0 0,27 10-1 0 0,-24-7 3 0 0,0-1-1 0 0,0-1 1 0 0,26 3-1 0 0,0-8 92 0 0,-1-2 0 0 0,0-2-1 0 0,72-17 1 0 0,-112 21-130 0 0,350-48 350 0 0,-200 28-128 0 0,37-3 212 0 0,-94 27-46 0 0,-69 0-51 0 0,45-3 0 0 0,-48 0-224 0 0,0 0 1 0 0,0 2-1 0 0,37 7 0 0 0,-16-2 56 0 0,48-1-28 0 0,-59-5-6 0 0,46 8-1 0 0,-57-7 8 0 0,0 0 0 0 0,0-1 0 0 0,1-2 0 0 0,29-4 0 0 0,35-1 174 0 0,-51 4-281 0 0,48-8 0 0 0,-17 1-15 0 0,60 5 327 0 0,-33 4-4779 0 0,-32-7-7103 0 0,-30 1 5512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7:27.78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52 205 2160 0 0,'0'-1'143'0'0,"-1"0"0"0"0,0-1 0 0 0,0 1 0 0 0,0 0 0 0 0,0 0 0 0 0,0 0 0 0 0,0 0 0 0 0,0 0 0 0 0,0 0 0 0 0,0 0 0 0 0,0 0 0 0 0,-1 0 0 0 0,1 0 0 0 0,0 1 0 0 0,-1-1-1 0 0,1 0 1 0 0,-1 1 0 0 0,1-1 0 0 0,0 1 0 0 0,-1 0 0 0 0,1-1 0 0 0,-3 1 0 0 0,-14-4 1025 0 0,18 4-1146 0 0,0 0 0 0 0,-1-1 0 0 0,1 1 0 0 0,0 0 0 0 0,-1 0 0 0 0,1-1 0 0 0,0 1 0 0 0,0 0 0 0 0,-1-1 0 0 0,1 1 0 0 0,0 0 0 0 0,0-1 0 0 0,0 1 0 0 0,-1 0 0 0 0,1-1 1 0 0,0 1-1 0 0,0 0 0 0 0,0-1 0 0 0,0 1 0 0 0,0-1 0 0 0,0 1 0 0 0,0 0 0 0 0,0-1 0 0 0,0 1 0 0 0,0-1 0 0 0,0 1 0 0 0,0 0 0 0 0,0-1 0 0 0,0 1 0 0 0,0-1 0 0 0,0 1 0 0 0,1 0 0 0 0,-1-1 0 0 0,0 1 0 0 0,0 0 0 0 0,0-1 0 0 0,1 1 0 0 0,-1 0 0 0 0,0-1 0 0 0,0 1 0 0 0,1 0 0 0 0,-1-1 0 0 0,0 1 0 0 0,1 0 0 0 0,-1 0 0 0 0,0-1 0 0 0,1 1 0 0 0,-1 0 0 0 0,0 0 0 0 0,1 0 0 0 0,-1 0 1 0 0,0-1-1 0 0,1 1 0 0 0,0 0 0 0 0,21-16 1206 0 0,-21 15-1210 0 0,219-122 1328 0 0,-206 118-1257 0 0,0 0 0 0 0,1 1 0 0 0,0 1 1 0 0,0 0-1 0 0,0 1 0 0 0,0 1 0 0 0,0 0 1 0 0,0 1-1 0 0,0 0 0 0 0,0 2 0 0 0,0-1 1 0 0,0 2-1 0 0,15 4 0 0 0,8 5-13 0 0,-28-8 149 0 0,0 0-1 0 0,0-1 0 0 0,1-1 1 0 0,-1 1-1 0 0,1-2 0 0 0,0 1 1 0 0,-1-2-1 0 0,1 1 1 0 0,0-1-1 0 0,0-1 0 0 0,12-2 1 0 0,17-6-108 0 0,0 2 0 0 0,0 2 0 0 0,1 1 0 0 0,-1 3 1 0 0,1 1-1 0 0,57 7 0 0 0,-47-2 72 0 0,0-3 0 0 0,0-2 0 0 0,70-8 0 0 0,40 0 295 0 0,-28 15-246 0 0,-80-3 16 0 0,82-3 1 0 0,-116-3-208 0 0,1 0-1 0 0,-1 2 1 0 0,1 0 0 0 0,-1 2-1 0 0,0 0 1 0 0,1 1 0 0 0,26 7-1 0 0,-23-4-10 0 0,0-2 0 0 0,0 0 0 0 0,1-2 0 0 0,34 0 0 0 0,-27-1 39 0 0,52 8 0 0 0,-70-6-2 0 0,0 1 1 0 0,0 0 0 0 0,-1 1-1 0 0,15 8 1 0 0,-16-7-26 0 0,0-1 1 0 0,0-1-1 0 0,0 1 1 0 0,1-2-1 0 0,22 5 1 0 0,87 16 147 0 0,-93-17-172 0 0,-1-1 1 0 0,1-1 0 0 0,1-2-1 0 0,-1 0 1 0 0,29-2 0 0 0,42-10 41 0 0,-52 3-40 0 0,1 3-1 0 0,95 4 0 0 0,-89 2 27 0 0,0-2 0 0 0,0-3 0 0 0,71-11 0 0 0,-119 12-44 0 0,65-6 66 0 0,1 3 0 0 0,-1 3 1 0 0,92 11-1 0 0,-139-9-69 0 0,-1-2 0 0 0,1 0 1 0 0,0-1-1 0 0,37-8 0 0 0,-36 4 3 0 0,0 3 0 0 0,1 0-1 0 0,49 1 1 0 0,24 12 34 0 0,-51-4 2 0 0,-1-2 0 0 0,1-1 0 0 0,61-6 1 0 0,-41-2 12 0 0,118 8 0 0 0,-161-1-54 0 0,56-2 46 0 0,91-12 0 0 0,-126 8-39 0 0,93-13 66 0 0,-71 7-12 0 0,87-1-1 0 0,403-5-39 0 0,-326 24 171 0 0,-138-3-152 0 0,-39-5 34 0 0,59-8-1 0 0,25 0 30 0 0,32 1-70 0 0,-91 2-1 0 0,97 6 1 0 0,28 5-15 0 0,-63-4-46 0 0,145-12-41 0 0,-144 1 162 0 0,-56 5-98 0 0,1 4 0 0 0,114 14 0 0 0,-161-11 23 0 0,81-2 0 0 0,-88-3-9 0 0,-1 2 0 0 0,1 1 0 0 0,-1 2 0 0 0,36 7 1 0 0,3 3-4 0 0,7-7 42 0 0,144-9-1 0 0,-187 2-46 0 0,345-5 3 0 0,48 24 174 0 0,-422-18-180 0 0,281 24 89 0 0,-235-18-65 0 0,0-3 0 0 0,66-5-1 0 0,65 5 101 0 0,-130-1-82 0 0,1-2 1 0 0,66-10-1 0 0,-8 1 59 0 0,-6 2-128 0 0,-33 2 39 0 0,123 5 0 0 0,-125 3 53 0 0,109-9 1 0 0,-16-1 46 0 0,-31 7-103 0 0,474-13-60 0 0,-260-2 78 0 0,-254 12-26 0 0,254-3 10 0 0,115 18 30 0 0,75 6 100 0 0,-137-28 387 0 0,-255 3-435 0 0,487-9 42 0 0,-11 30 180 0 0,-349-16-81 0 0,-93-1-157 0 0,36-7 14 0 0,53 1-92 0 0,-131 16-5 0 0,160 0 63 0 0,-142-10-64 0 0,188-16-1 0 0,-276 8-1249 0 0,-22 2-7583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03.9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1025 16 2369 0 0,'-19'7'915'0'0,"14"-5"-586"0"0,4-21 1500 0 0,1 19-1784 0 0,0 0 0 0 0,0 0-1 0 0,0 0 1 0 0,0-1-1 0 0,0 1 1 0 0,0 0-1 0 0,0 0 1 0 0,0 0-1 0 0,0 0 1 0 0,0-1 0 0 0,0 1-1 0 0,0 0 1 0 0,0 0-1 0 0,0 0 1 0 0,0-1-1 0 0,0 1 1 0 0,0 0-1 0 0,0 0 1 0 0,-1 0-1 0 0,1 0 1 0 0,0-1 0 0 0,0 1-1 0 0,0 0 1 0 0,0 0-1 0 0,0 0 1 0 0,0 0-1 0 0,-1 0 1 0 0,1 0-1 0 0,0-1 1 0 0,0 1-1 0 0,0 0 1 0 0,0 0 0 0 0,-1 0-1 0 0,1 0 1 0 0,0 0-1 0 0,0 0 1 0 0,0 0-1 0 0,0 0 1 0 0,-1 0-1 0 0,1 0 1 0 0,0 0 0 0 0,0 0-1 0 0,0 0 1 0 0,-1 0-1 0 0,1 0 1 0 0,0 0-1 0 0,0 0 1 0 0,-13 7 1033 0 0,-15 19-416 0 0,21-20-353 0 0,7-6-286 0 0,0 1 1 0 0,-1 0-1 0 0,1-1 0 0 0,-1 1 0 0 0,1-1 1 0 0,-1 1-1 0 0,1-1 0 0 0,-1 0 0 0 0,1 1 1 0 0,-1-1-1 0 0,0 1 0 0 0,1-1 1 0 0,-1 0-1 0 0,1 0 0 0 0,-1 1 0 0 0,0-1 1 0 0,1 0-1 0 0,-1 0 0 0 0,0 0 0 0 0,0 0 1 0 0,1 0-1 0 0,-1 0 0 0 0,0 0 0 0 0,1 0 1 0 0,-1 0-1 0 0,0 0 0 0 0,1 0 1 0 0,-1 0-1 0 0,0 0 0 0 0,1 0 0 0 0,-1-1 1 0 0,0 1-1 0 0,1 0 0 0 0,-1-1 0 0 0,0 1 1 0 0,1 0-1 0 0,-1-1 0 0 0,1 1 0 0 0,-1-1 1 0 0,1 1-1 0 0,-1-1 0 0 0,1 1 0 0 0,-1-1 1 0 0,1 1-1 0 0,-1-1 0 0 0,1 1 1 0 0,0-1-1 0 0,-1 0 0 0 0,1 1 0 0 0,0-1 1 0 0,0 1-1 0 0,-1-2 0 0 0,1 0 57 0 0,-1 1 0 0 0,0 0 1 0 0,1 0-1 0 0,-1 0 0 0 0,0 0 0 0 0,0 0 0 0 0,0 0 0 0 0,0 0 0 0 0,0 0 1 0 0,0 0-1 0 0,0 0 0 0 0,0 0 0 0 0,0 0 0 0 0,0 1 0 0 0,0-1 1 0 0,-1 0-1 0 0,1 1 0 0 0,0-1 0 0 0,0 1 0 0 0,-1 0 0 0 0,1-1 0 0 0,0 1 1 0 0,-2 0-1 0 0,-9 0 25 0 0,1 2 0 0 0,-1-1 1 0 0,1 2-1 0 0,-13 3 0 0 0,14-3 48 0 0,-1 0-1 0 0,1-1 1 0 0,-1 0-1 0 0,1 0 1 0 0,-20-1-1 0 0,0-1 227 0 0,1 0 0 0 0,0 2 0 0 0,0 2-1 0 0,-52 12 1 0 0,65-12-306 0 0,-64 8 418 0 0,63-11-421 0 0,0 1 1 0 0,0 1-1 0 0,0 0 0 0 0,0 2 1 0 0,1 0-1 0 0,-1 0 1 0 0,-17 10-1 0 0,-23 11-31 0 0,41-19 30 0 0,-1 1-1 0 0,1 0 0 0 0,0 1 0 0 0,-21 15 0 0 0,22-10-61 0 0,0 0 0 0 0,0 1-1 0 0,2 0 1 0 0,0 1 0 0 0,-18 30 0 0 0,26-38-11 0 0,1 0 1 0 0,0 0 0 0 0,0 1 0 0 0,1-1 0 0 0,0 1 0 0 0,0 0 0 0 0,1 0 0 0 0,0 0 0 0 0,1 0-1 0 0,0 0 1 0 0,1 0 0 0 0,-1 0 0 0 0,2 1 0 0 0,-1-1 0 0 0,3 10 0 0 0,-2-15 0 0 0,1-1-1 0 0,0 1 1 0 0,0 0 0 0 0,0-1-1 0 0,0 1 1 0 0,0-1 0 0 0,1 1 0 0 0,0-1-1 0 0,0 0 1 0 0,0 0 0 0 0,0 0 0 0 0,0-1-1 0 0,0 1 1 0 0,1-1 0 0 0,-1 0 0 0 0,8 4-1 0 0,69 27 44 0 0,-60-25-20 0 0,39 10 290 0 0,117 21 1 0 0,-90-22-93 0 0,-42-11-35 0 0,0-2 0 0 0,0-1 0 0 0,0-3 0 0 0,54-6 0 0 0,35 0 194 0 0,-92 3-281 0 0,0-1 1 0 0,0-2-1 0 0,0-2 1 0 0,43-15-1 0 0,-30 8 9 0 0,77-11 0 0 0,-103 22-34 0 0,-1-1 0 0 0,0-2 0 0 0,50-18-1 0 0,-60 18 40 0 0,0 0 1 0 0,-1-1-1 0 0,0-1 0 0 0,-1-1 0 0 0,1 0 0 0 0,-2-1 0 0 0,14-13 0 0 0,-23 19-44 0 0,-1 0 0 0 0,1 0-1 0 0,-1 0 1 0 0,-1 0 0 0 0,1-1-1 0 0,-1 0 1 0 0,0 0 0 0 0,0 0-1 0 0,0 0 1 0 0,-1 0 0 0 0,0 0-1 0 0,0-1 1 0 0,-1 1-1 0 0,0-1 1 0 0,0 1 0 0 0,0-10-1 0 0,-1 6-21 0 0,-1 1 0 0 0,0-1-1 0 0,-1 1 1 0 0,0-1-1 0 0,0 1 1 0 0,-1 0 0 0 0,-1 0-1 0 0,1 0 1 0 0,-1 0 0 0 0,-8-12-1 0 0,4 9-13 0 0,0 0-1 0 0,0 1 1 0 0,-1 0 0 0 0,-1 1-1 0 0,0-1 1 0 0,0 2-1 0 0,-1 0 1 0 0,0 0 0 0 0,0 1-1 0 0,-1 0 1 0 0,0 1 0 0 0,-1 0-1 0 0,0 1 1 0 0,0 1-1 0 0,-19-7 1 0 0,24 11-35 0 0,-191-35-50 0 0,164 32-50 0 0,-1 2-1 0 0,1 1 1 0 0,-61 6 0 0 0,-185 22-1731 0 0,141-29-1531 0 0,94-2-105 0 0,-50-11 0 0 0,21 0-1944 0 0,36 11 1411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07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1319 248 1280 0 0,'-12'9'1312'0'0,"13"-9"-1302"0"0,-1 0 1 0 0,1 0-1 0 0,-1 1 1 0 0,0-1-1 0 0,1 0 1 0 0,-1 0 0 0 0,1 0-1 0 0,-1 0 1 0 0,1 0-1 0 0,-1 0 1 0 0,1 0-1 0 0,-1 0 1 0 0,1 0-1 0 0,-1 0 1 0 0,1 0-1 0 0,-1 0 1 0 0,1-1-1 0 0,-1 1 1 0 0,1 0-1 0 0,-1 0 1 0 0,1 0-1 0 0,-1-1 1 0 0,1 1-1 0 0,-1 0 1 0 0,0-1-1 0 0,1 1 1 0 0,-1 0-1 0 0,0-1 1 0 0,1 1-1 0 0,0-1 1 0 0,-1 1 114 0 0,0-1 1 0 0,0 1-1 0 0,1 0 1 0 0,-1 0-1 0 0,0-1 0 0 0,0 1 1 0 0,0 0-1 0 0,0-1 1 0 0,0 1-1 0 0,1 0 0 0 0,-1 0 1 0 0,0-1-1 0 0,0 1 1 0 0,0 0-1 0 0,0-1 0 0 0,0 1 1 0 0,0 0-1 0 0,0-1 0 0 0,0 1 1 0 0,0 0-1 0 0,0-1 1 0 0,0 1-1 0 0,0 0 0 0 0,0-1 1 0 0,0 1-1 0 0,-1 0 1 0 0,1-1-1 0 0,0 1 0 0 0,0 0 1 0 0,0-1-1 0 0,0 1 1 0 0,-1 0-1 0 0,1 0 0 0 0,0-1 1 0 0,0 1-1 0 0,0 0 1 0 0,-1 0-1 0 0,1-1 0 0 0,0 1 1 0 0,-1 0-1 0 0,1 0 1 0 0,0 0-1 0 0,0 0 0 0 0,-1-1 1 0 0,1 1-1 0 0,0 0 1 0 0,-1 0-1 0 0,1 0 0 0 0,0 0 1 0 0,-1 0-1 0 0,-27-15 1482 0 0,6 4-308 0 0,8 0-764 0 0,-1 1 0 0 0,0 1 1 0 0,-1 1-1 0 0,0 0 0 0 0,-20-7 1 0 0,-44-23 215 0 0,47 20-392 0 0,-1 0 0 0 0,-1 2 0 0 0,0 1 0 0 0,-60-15 0 0 0,77 25-349 0 0,-1 1 0 0 0,1 0 0 0 0,-1 2 0 0 0,0 0 0 0 0,0 2 1 0 0,0 0-1 0 0,0 1 0 0 0,1 0 0 0 0,-1 2 0 0 0,0 0 0 0 0,-23 8 1 0 0,28-5-33 0 0,-1 0 1 0 0,1 2-1 0 0,0 0 1 0 0,1 0-1 0 0,0 1 1 0 0,-19 18-1 0 0,-67 74 43 0 0,61-60 5 0 0,21-21-14 0 0,0 0 1 0 0,1 1 0 0 0,1 1 0 0 0,1 0 0 0 0,-16 36 0 0 0,-39 126 32 0 0,49-126 8 0 0,3 1 0 0 0,3 0 1 0 0,2 1-1 0 0,3 0 0 0 0,-1 64 0 0 0,6 1 125 0 0,-2 27-6 0 0,22 239 1 0 0,22 51 427 0 0,-33-377-338 0 0,-5 96 0 0 0,-1-14-125 0 0,37 259-42 0 0,-11-205-48 0 0,8 51-123 0 0,3 44 32 0 0,-30-219 45 0 0,3 15-6 0 0,-5 112 1 0 0,-8-65 17 0 0,4-61 6 0 0,-15 108 1 0 0,4-72-20 0 0,8-70-1 0 0,-9 48 0 0 0,-35 158-225 0 0,42-221 194 0 0,1-8 33 0 0,-1 1-1 0 0,0-1 1 0 0,-1 1-1 0 0,-17 34 0 0 0,21-49-9 0 0,-1 0-1 0 0,1 0 0 0 0,0 0 1 0 0,0 0-1 0 0,0 8 1 0 0,-10 33-147 0 0,12-47 155 0 0,0-1 0 0 0,-1 0 0 0 0,1 0 0 0 0,0 0 0 0 0,0 0 0 0 0,0 1 0 0 0,0-1 0 0 0,0 0 0 0 0,0 0 0 0 0,0 0 0 0 0,0 0 0 0 0,0 1 0 0 0,0-1 0 0 0,-1 0 0 0 0,1 0 0 0 0,0 0 0 0 0,0 0 0 0 0,0 0 0 0 0,0 0 0 0 0,0 0 0 0 0,-1 1 0 0 0,1-1 0 0 0,0 0 0 0 0,0 0 0 0 0,0 0 0 0 0,0 0 0 0 0,-1 0 0 0 0,1 0 0 0 0,0 0 0 0 0,0 0 0 0 0,0 0 0 0 0,0 0 0 0 0,-1 0 0 0 0,1 0 0 0 0,0 0 0 0 0,0 0 0 0 0,0 0 0 0 0,0 0 0 0 0,-1 0 0 0 0,1 0 0 0 0,0 0 0 0 0,0 0 0 0 0,0 0 0 0 0,0-1 0 0 0,-1 1 0 0 0,1 0 0 0 0,0 0 0 0 0,0 0 0 0 0,0 0 0 0 0,0 0 0 0 0,-1-1-1 0 0,-6-11 63 0 0,-2-17 35 0 0,-7-63 56 0 0,-16-82 137 0 0,32 173-278 0 0,0 0-1 0 0,-1-1 0 0 0,1 1 0 0 0,0 0 0 0 0,-1-1 1 0 0,1 1-1 0 0,-1 0 0 0 0,1-1 0 0 0,-1 1 1 0 0,0 0-1 0 0,1 0 0 0 0,-1 0 0 0 0,0-1 0 0 0,0 1 1 0 0,0 0-1 0 0,0 0 0 0 0,0 0 0 0 0,0 1 1 0 0,0-1-1 0 0,0 0 0 0 0,-1 0 0 0 0,1 0 0 0 0,0 1 1 0 0,0-1-1 0 0,-1 1 0 0 0,1-1 0 0 0,-2 0 1 0 0,2 2-23 0 0,0-1 1 0 0,0 0 0 0 0,0 1 0 0 0,0-1-1 0 0,0 1 1 0 0,0 0 0 0 0,1-1 0 0 0,-1 1 0 0 0,0 0-1 0 0,0-1 1 0 0,0 1 0 0 0,1 0 0 0 0,-1 0 0 0 0,0 0-1 0 0,1-1 1 0 0,-1 1 0 0 0,1 0 0 0 0,-1 0 0 0 0,1 0-1 0 0,-1 0 1 0 0,1 0 0 0 0,0 0 0 0 0,-1 0 0 0 0,1 0-1 0 0,0 0 1 0 0,0 0 0 0 0,0 1 0 0 0,0-1-1 0 0,0 0 1 0 0,0 0 0 0 0,0 0 0 0 0,0 0 0 0 0,0 0-1 0 0,1 0 1 0 0,0 2 0 0 0,16 128-337 0 0,-9-91 274 0 0,-3 0-1 0 0,-1 0 1 0 0,-2 41 0 0 0,-4-66 59 0 0,1-12 8 0 0,0 1 0 0 0,1-1 1 0 0,-1 1-1 0 0,1-1 0 0 0,0 1 0 0 0,0-1 1 0 0,0 1-1 0 0,0-1 0 0 0,0 1 0 0 0,1-1 1 0 0,0 1-1 0 0,-1-1 0 0 0,1 1 0 0 0,2 4 1 0 0,37-39-108 0 0,-12 12 287 0 0,61-29 0 0 0,-60 35-1614 0 0,-1-2 0 0 0,39-28 0 0 0,-65 42 951 0 0,0-1 0 0 0,-1 1 0 0 0,1-1 0 0 0,0 0 0 0 0,-1 1 0 0 0,0-1 0 0 0,1 0 0 0 0,-1 0 0 0 0,0 0 0 0 0,0 0 0 0 0,0 0-1 0 0,0 0 1 0 0,0 0 0 0 0,0 0 0 0 0,-1-1 0 0 0,1-2 0 0 0,1-14-4458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3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96 24 2985 0 0,'-16'-22'9513'0'0,"16"22"-9363"0"0,0 0 1 0 0,-1 0-1 0 0,1-1 0 0 0,-1 1 1 0 0,1 0-1 0 0,-1 0 1 0 0,1 0-1 0 0,-1 0 1 0 0,1-1-1 0 0,0 1 1 0 0,-1 0-1 0 0,1 0 1 0 0,-1 0-1 0 0,1 0 1 0 0,-1 0-1 0 0,1 0 1 0 0,-1 0-1 0 0,1 0 0 0 0,-1 0 1 0 0,1 1-1 0 0,-1-1 1 0 0,1 0-1 0 0,-1 0 1 0 0,1 0-1 0 0,-1 0 1 0 0,1 1-1 0 0,-1-1 1 0 0,1 1-1 0 0,-4 2 33 0 0,1 1 0 0 0,0 0 0 0 0,0 0 0 0 0,0 0 0 0 0,1 1 0 0 0,0-1 0 0 0,-4 10 0 0 0,-2 8-238 0 0,0 1 0 0 0,2 0-1 0 0,1 0 1 0 0,-3 30 0 0 0,2-17-2392 0 0,7-41 1098 0 0,15-67-1220 0 0,-15 67 2802 0 0,0 0 1 0 0,0 0 0 0 0,1 1-1 0 0,0-1 1 0 0,0 0-1 0 0,1 1 1 0 0,-1-1-1 0 0,1 1 1 0 0,0 0 0 0 0,0 0-1 0 0,0 0 1 0 0,1 0-1 0 0,3-4 1 0 0,-5 8-117 0 0,-1 0 1 0 0,0 0-1 0 0,0 0 1 0 0,1 0-1 0 0,-1 0 0 0 0,0 0 1 0 0,0 0-1 0 0,1 1 1 0 0,-1-1-1 0 0,0 0 0 0 0,0 1 1 0 0,0-1-1 0 0,0 1 1 0 0,1-1-1 0 0,-1 1 0 0 0,0-1 1 0 0,0 1-1 0 0,0 0 1 0 0,0 0-1 0 0,0-1 1 0 0,0 1-1 0 0,-1 0 0 0 0,2 1 1 0 0,27 28-20 0 0,-21-21-91 0 0,10 8-402 0 0,27 29-2762 0 0,-3 3-5119 0 0,-40-43 4884 0 0,-2-2 1239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4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6 178 3105 0 0,'-1'0'133'0'0,"1"0"1"0"0,0 0 0 0 0,-1 0-1 0 0,1 1 1 0 0,0-1 0 0 0,0 0-1 0 0,-1 0 1 0 0,1 1 0 0 0,0-1-1 0 0,0 0 1 0 0,-1 1 0 0 0,1-1-1 0 0,0 0 1 0 0,0 1 0 0 0,0-1 0 0 0,0 0-1 0 0,-1 1 1 0 0,1-1 0 0 0,0 0-1 0 0,0 1 1 0 0,0-1 0 0 0,0 0-1 0 0,0 1 1 0 0,0-1 0 0 0,0 1-1 0 0,0-1 1 0 0,0 0 0 0 0,0 1-1 0 0,0-1 1 0 0,0 0 0 0 0,0 1-1 0 0,0-1 1 0 0,1 0 0 0 0,-1 1-1 0 0,0-1 1 0 0,0 1 0 0 0,0-1-1 0 0,0 0 1 0 0,1 0 0 0 0,-1 1-1 0 0,1 0 1 0 0,17-5 1862 0 0,23-16-884 0 0,44-31-186 0 0,91-60-1598 0 0,-170 105-652 0 0,-9 7 784 0 0,-13 13 561 0 0,9 1 190 0 0,1 1 0 0 0,0 0-1 0 0,1 0 1 0 0,1 1 0 0 0,0-1-1 0 0,2 1 1 0 0,0 0 0 0 0,0 0-1 0 0,2 0 1 0 0,2 29 0 0 0,-1-7-2700 0 0,-2-25 2957 0 0,-1 1-1 0 0,0-1 1 0 0,-1 0-1 0 0,0 0 0 0 0,-1 0 1 0 0,-1-1-1 0 0,-8 19 1 0 0,-52 90 1158 0 0,58-110-2004 0 0,3-7-1351 0 0,4-9 606 0 0,6-22 171 0 0,15-36 527 0 0,-17 49 648 0 0,1 0-1 0 0,0 1 0 0 0,1 0 1 0 0,1 0-1 0 0,0 1 0 0 0,0-1 1 0 0,1 2-1 0 0,1-1 0 0 0,0 1 1 0 0,14-13-1 0 0,-23 23-117 0 0,0 0 0 0 0,0 0 0 0 0,1-1 0 0 0,-1 1 0 0 0,0 0 0 0 0,1 0 0 0 0,-1 0 0 0 0,0 0 0 0 0,1 0 0 0 0,-1-1 0 0 0,0 1 0 0 0,1 0 0 0 0,-1 0 0 0 0,0 0 0 0 0,1 0 0 0 0,-1 0 0 0 0,0 0 0 0 0,1 0 0 0 0,-1 0 0 0 0,1 0 0 0 0,-1 0 0 0 0,0 1 0 0 0,1-1 0 0 0,-1 0 0 0 0,0 0 0 0 0,1 0 0 0 0,-1 0 0 0 0,0 0 0 0 0,0 1 0 0 0,1-1 0 0 0,-1 0 0 0 0,0 0 0 0 0,1 0 0 0 0,-1 1 0 0 0,8 15 1893 0 0,-2 27-483 0 0,-5-36-1103 0 0,-1 0-302 0 0,2 0-1 0 0,-1 0 0 0 0,1-1 0 0 0,0 1 0 0 0,0-1 0 0 0,1 1 1 0 0,-1-1-1 0 0,2 0 0 0 0,-1 0 0 0 0,1 0 0 0 0,6 8 0 0 0,-8-12-178 0 0,-1-1 0 0 0,1 1-1 0 0,0 0 1 0 0,0-1-1 0 0,0 1 1 0 0,0-1-1 0 0,1 0 1 0 0,-1 0-1 0 0,0 0 1 0 0,0 0-1 0 0,1 0 1 0 0,-1 0-1 0 0,0-1 1 0 0,5 1-1 0 0,-4-1-261 0 0,0 0 0 0 0,1 0 1 0 0,-1 0-1 0 0,1-1 0 0 0,-1 1 0 0 0,0-1 0 0 0,0 0 0 0 0,1 0 0 0 0,-1-1 0 0 0,0 1 0 0 0,0 0 0 0 0,0-1 0 0 0,3-2 1 0 0,-3 2-365 0 0,-1 1 0 0 0,1-1 0 0 0,-1 0 0 0 0,0 0 0 0 0,0 0 1 0 0,0-1-1 0 0,0 1 0 0 0,0 0 0 0 0,-1-1 0 0 0,1 1 1 0 0,-1-1-1 0 0,1 1 0 0 0,-1-1 0 0 0,1-3 0 0 0,5-9-3878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5.0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42 1680 0 0,'5'-5'5528'0'0,"28"-17"-3137"0"0,-27 19-1996 0 0,1 1-1 0 0,-1 0 0 0 0,1 0 0 0 0,0 0 1 0 0,-1 1-1 0 0,1 0 0 0 0,0 0 0 0 0,8 1 1 0 0,-13 0-298 0 0,-1 0 1 0 0,0 0 0 0 0,0 0-1 0 0,1 1 1 0 0,-1-1 0 0 0,0 0 0 0 0,0 1-1 0 0,0-1 1 0 0,1 1 0 0 0,-1-1-1 0 0,0 1 1 0 0,0 0 0 0 0,0 0-1 0 0,0-1 1 0 0,0 1 0 0 0,0 0 0 0 0,0 0-1 0 0,-1 0 1 0 0,2 1 0 0 0,-1 0-37 0 0,0 1 1 0 0,0-1-1 0 0,-1 0 0 0 0,1 0 1 0 0,-1 0-1 0 0,1 0 1 0 0,-1 0-1 0 0,0 1 1 0 0,0-1-1 0 0,0 0 1 0 0,0 0-1 0 0,0 0 0 0 0,0 1 1 0 0,-1-1-1 0 0,0 2 1 0 0,-28 100-200 0 0,18-67-918 0 0,-12 61 0 0 0,32-113 1085 0 0,0 0 0 0 0,1 0-1 0 0,1 1 1 0 0,23-24 0 0 0,-32 37 18 0 0,0-1 0 0 0,-1 1 1 0 0,2 0-1 0 0,-1-1 0 0 0,0 1 0 0 0,0 0 1 0 0,0 0-1 0 0,0 0 0 0 0,1 0 0 0 0,-1 1 0 0 0,0-1 1 0 0,1 1-1 0 0,-1-1 0 0 0,0 1 0 0 0,1 0 0 0 0,-1 0 1 0 0,1 0-1 0 0,-1 0 0 0 0,0 0 0 0 0,1 1 1 0 0,-1-1-1 0 0,1 1 0 0 0,-1 0 0 0 0,0-1 0 0 0,0 1 1 0 0,1 0-1 0 0,-1 0 0 0 0,0 0 0 0 0,0 1 1 0 0,0-1-1 0 0,2 2 0 0 0,8 7-379 0 0,-1-1 1 0 0,0 2-1 0 0,-1 0 1 0 0,11 15-1 0 0,13 11-6855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5.3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2048 0 0,'6'55'6660'0'0,"18"35"-4835"0"0,-5-21-1270 0 0,-4 0-380 0 0,-4-19-1273 0 0,27 83-1 0 0,-36-129-479 0 0,0-6 591 0 0,-3-14 271 0 0,-5-25 731 0 0,-30-62 898 0 0,-6-24 4642 0 0,42 126-5363 0 0,0-1-1 0 0,1 1 1 0 0,-1 0-1 0 0,0 0 1 0 0,0 0-1 0 0,1-1 1 0 0,-1 1-1 0 0,0 0 1 0 0,1 0 0 0 0,-1 0-1 0 0,1 0 1 0 0,0 0-1 0 0,-1 0 1 0 0,1 0-1 0 0,0 0 1 0 0,0 0-1 0 0,-1 0 1 0 0,1 0 0 0 0,0 0-1 0 0,0 0 1 0 0,0 1-1 0 0,0-1 1 0 0,0 0-1 0 0,0 1 1 0 0,2-2-1 0 0,40-19-1335 0 0,-20 10-364 0 0,2-4-3689 0 0,40-33-1 0 0,-45 32 2037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5.8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 4001 0 0,'-2'33'5713'0'0,"15"24"-3530"0"0,-3-17-1241 0 0,-4-1-454 0 0,-2 1 0 0 0,-2-1 1 0 0,-1 1-1 0 0,-9 71 0 0 0,3-78-2253 0 0,-1 0 0 0 0,-2 0-1 0 0,-16 42 1 0 0,23-73 1408 0 0,0 1 0 0 0,-1 0 0 0 0,1-1 0 0 0,-1 1 0 0 0,1-1 0 0 0,-1 0-1 0 0,0 0 1 0 0,0 1 0 0 0,0-1 0 0 0,0 0 0 0 0,0 0 0 0 0,-4 2 0 0 0,4-3 127 0 0,-10 12-2469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6.1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4 259 4233 0 0,'-4'5'4074'0'0,"12"-3"-2014"0"0,14-4-272 0 0,21-20 100 0 0,-2-2 0 0 0,66-48 0 0 0,-41 25-1376 0 0,-32 23-1112 0 0,43-26 2045 0 0,-35 32-4140 0 0,2 12-5598 0 0</inkml:trace>
  <inkml:trace contextRef="#ctx0" brushRef="#br0" timeOffset="1">323 244 3585 0 0,'7'49'6476'0'0,"20"27"-3881"0"0,-10-29-1628 0 0,38 143 188 0 0,-39-126-3236 0 0,0-1-3368 0 0,-17-79-805 0 0,1 3 5276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6.5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63 2320 0 0,'-19'15'6282'0'0,"18"-14"-6183"0"0,1-1-1 0 0,-1 0 0 0 0,1 1 1 0 0,-1-1-1 0 0,1 0 0 0 0,0 1 0 0 0,-1-1 1 0 0,1 0-1 0 0,0 1 0 0 0,-1-1 0 0 0,1 1 1 0 0,0-1-1 0 0,-1 1 0 0 0,1-1 1 0 0,0 1-1 0 0,0-1 0 0 0,0 1 0 0 0,-1-1 1 0 0,1 1-1 0 0,0 0 0 0 0,0-1 0 0 0,0 1 1 0 0,0-1-1 0 0,0 1 0 0 0,0-1 1 0 0,0 1-1 0 0,0 0 0 0 0,0-1 0 0 0,0 1 1 0 0,0-1-1 0 0,1 1 0 0 0,-1-1 0 0 0,0 1 1 0 0,0-1-1 0 0,1 1 0 0 0,-1-1 1 0 0,0 1-1 0 0,0-1 0 0 0,1 1 0 0 0,2-1 123 0 0,0-1 0 0 0,0 0 0 0 0,0-1-1 0 0,0 1 1 0 0,0-1 0 0 0,0 1 0 0 0,-1-1 0 0 0,1 0-1 0 0,-1 0 1 0 0,1 0 0 0 0,-1 0 0 0 0,0 0-1 0 0,0-1 1 0 0,3-2 0 0 0,0-1 187 0 0,5-3-163 0 0,0 1 1 0 0,0 0 0 0 0,1 0-1 0 0,0 1 1 0 0,19-10 0 0 0,-27 16-225 0 0,0 0 1 0 0,0 0-1 0 0,0 0 0 0 0,1 0 1 0 0,-1 0-1 0 0,0 1 1 0 0,0-1-1 0 0,1 1 0 0 0,-1 0 1 0 0,0 0-1 0 0,1 0 1 0 0,-1 1-1 0 0,0-1 1 0 0,0 1-1 0 0,1 0 0 0 0,-1-1 1 0 0,0 2-1 0 0,0-1 1 0 0,0 0-1 0 0,0 1 1 0 0,0-1-1 0 0,0 1 0 0 0,-1 0 1 0 0,1 0-1 0 0,0 0 1 0 0,-1 0-1 0 0,5 4 1 0 0,2 5 49 0 0,-1 0 0 0 0,0 0 0 0 0,-1 0 0 0 0,0 1 1 0 0,0 0-1 0 0,8 24 0 0 0,23 85 184 0 0,-19-53-198 0 0,10 7 26 0 0,-19-52-68 0 0,-2 0 1 0 0,0 1 0 0 0,-1 0 0 0 0,7 44 0 0 0,-14-68-13 0 0,0 1 0 0 0,0 0 0 0 0,0-1 1 0 0,1 1-1 0 0,-1 0 0 0 0,0 0 0 0 0,-1-1 0 0 0,1 1 1 0 0,0 0-1 0 0,0-1 0 0 0,0 1 0 0 0,0 0 1 0 0,0-1-1 0 0,-1 1 0 0 0,1 0 0 0 0,0-1 0 0 0,-1 1 1 0 0,1 0-1 0 0,0-1 0 0 0,-1 1 0 0 0,1-1 0 0 0,-1 1 1 0 0,1 0-1 0 0,-1-1 0 0 0,1 1 0 0 0,-1-1 1 0 0,1 0-1 0 0,-1 1 0 0 0,0-1 0 0 0,1 1 0 0 0,-1-1 1 0 0,0 0-1 0 0,1 0 0 0 0,-1 1 0 0 0,-1-1 0 0 0,-1 0-33 0 0,0 0 0 0 0,0 0 0 0 0,0 0-1 0 0,0 0 1 0 0,1-1 0 0 0,-1 1 0 0 0,0-1-1 0 0,0 0 1 0 0,-4-2 0 0 0,-4-1-506 0 0,1-1 0 0 0,0 0 0 0 0,0-1 1 0 0,-9-7-1 0 0,-48-47-10294 0 0,54 49 6835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6.8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0 155 4929 0 0,'1'-1'352'0'0,"-1"-1"1"0"0,0 1-1 0 0,1 0 0 0 0,-1 0 0 0 0,1 0 0 0 0,0 0 1 0 0,-1-1-1 0 0,1 1 0 0 0,0 0 0 0 0,0 0 1 0 0,0 0-1 0 0,0 1 0 0 0,-1-1 0 0 0,1 0 1 0 0,0 0-1 0 0,2 0 0 0 0,33-22 1620 0 0,-32 20-1459 0 0,61-28 1416 0 0,12-7-1912 0 0,-33 5-4072 0 0,-43 28 985 0 0,-7 1-1187 0 0,2 6 1363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7.2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1 131 6121 0 0,'0'5'6425'0'0,"0"-5"-6318"0"0,12 1 2573 0 0,12-4-923 0 0,-11-1-1540 0 0,-1 0 0 0 0,0-1 0 0 0,0 0 0 0 0,0-1 0 0 0,-1 0 0 0 0,19-13-1 0 0,27-31-7023 0 0,-43 27 320 0 0,-8 11 2461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8.8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144 8 2697 0 0,'-1'-1'201'0'0,"0"0"1"0"0,-1 0 0 0 0,1 1 0 0 0,0-1 0 0 0,-1 0 0 0 0,1 1 0 0 0,-1-1 0 0 0,1 1 0 0 0,-1-1 0 0 0,1 1 0 0 0,-1 0-1 0 0,1-1 1 0 0,-1 1 0 0 0,1 0 0 0 0,-1 0 0 0 0,1 0 0 0 0,-1 0 0 0 0,1 1 0 0 0,-1-1 0 0 0,1 0 0 0 0,-1 1 0 0 0,1-1-1 0 0,-1 0 1 0 0,-1 2 0 0 0,1 0-91 0 0,-1-1 0 0 0,1 1 0 0 0,-1 0-1 0 0,1 1 1 0 0,0-1 0 0 0,0 0 0 0 0,0 1 0 0 0,0-1-1 0 0,0 1 1 0 0,0-1 0 0 0,-1 5 0 0 0,-1 2-150 0 0,-1 1 0 0 0,2 0 1 0 0,-1 0-1 0 0,2 1 1 0 0,-4 18-1 0 0,6-23 17 0 0,-1 1 1 0 0,1-1-1 0 0,1 0 1 0 0,-1 0-1 0 0,1 0 1 0 0,0 0-1 0 0,0 0 0 0 0,1 0 1 0 0,0 0-1 0 0,0 0 1 0 0,0-1-1 0 0,5 9 1 0 0,-6-13 41 0 0,0 1 0 0 0,0-1 0 0 0,1 1 0 0 0,-1-1 0 0 0,0 1 0 0 0,0-1 0 0 0,1 0 0 0 0,-1 0 0 0 0,1 0 0 0 0,-1 0 0 0 0,1 0 0 0 0,0 0 0 0 0,-1 0 0 0 0,1 0 0 0 0,0-1 0 0 0,0 1 0 0 0,3 0 0 0 0,-3-1 81 0 0,1 0 1 0 0,0 0-1 0 0,0-1 1 0 0,-1 1-1 0 0,1-1 1 0 0,-1 1-1 0 0,1-1 1 0 0,0 0-1 0 0,-1 0 1 0 0,0 0 0 0 0,1 0-1 0 0,-1 0 1 0 0,1-1-1 0 0,-1 1 1 0 0,4-4-1 0 0,-2 1 77 0 0,0 0-1 0 0,0 0 1 0 0,-1 0-1 0 0,1-1 1 0 0,-1 1-1 0 0,0-1 0 0 0,0 0 1 0 0,-1 0-1 0 0,0 0 1 0 0,1 0-1 0 0,-1 0 1 0 0,-1 0-1 0 0,1-1 1 0 0,-1 1-1 0 0,0-1 0 0 0,-1 1 1 0 0,1-1-1 0 0,-1 1 1 0 0,0-1-1 0 0,0 1 1 0 0,-1-1-1 0 0,0-6 1 0 0,0 8-191 0 0,0 1 1 0 0,1 0-1 0 0,-1-1 1 0 0,0 1-1 0 0,0-1 1 0 0,-1 1-1 0 0,1 0 1 0 0,-1 0-1 0 0,0 0 1 0 0,0 0 0 0 0,0 0-1 0 0,0 0 1 0 0,0 1-1 0 0,0-1 1 0 0,-1 0-1 0 0,1 1 1 0 0,-1 0-1 0 0,0 0 1 0 0,0 0-1 0 0,0 0 1 0 0,0 0-1 0 0,0 0 1 0 0,0 1 0 0 0,0 0-1 0 0,-1-1 1 0 0,1 1-1 0 0,0 0 1 0 0,-1 1-1 0 0,1-1 1 0 0,-1 1-1 0 0,1-1 1 0 0,-1 1-1 0 0,1 0 1 0 0,-1 0-1 0 0,-5 1 1 0 0,3 1-718 0 0,0 0-1 0 0,0 0 1 0 0,0 0-1 0 0,1 1 1 0 0,-1 0-1 0 0,1 0 1 0 0,0 0-1 0 0,-1 1 1 0 0,2 0-1 0 0,-1 0 1 0 0,0 0-1 0 0,1 1 1 0 0,0-1-1 0 0,-5 8 1 0 0,-1 8-1948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9.1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1 129 1936 0 0,'39'-25'10013'0'0,"-10"8"-9863"0"0,0 1 1 0 0,1 1-1 0 0,35-12 1 0 0,-39 19-880 0 0,-10 2-1763 0 0,-1 1 1 0 0,29-5 0 0 0,-32 11-689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9.5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 2929 0 0,'-6'7'6889'0'0,"4"11"-4453"0"0,5 18-2091 0 0,-2-32 228 0 0,5 55-237 0 0,20 149 1046 0 0,-4-105-4322 0 0,11-6-5219 0 0,-27-85 5336 0 0</inkml:trace>
  <inkml:trace contextRef="#ctx0" brushRef="#br0" timeOffset="1">172 133 3961 0 0,'-2'8'1166'0'0,"0"1"0"0"0,0-1 0 0 0,1 0 0 0 0,0 1 0 0 0,1 9-1 0 0,6 50 825 0 0,-1-44-2506 0 0,1 1 1 0 0,2-1-1 0 0,10 26 1 0 0,-6-28-1328 0 0,-12-21 1641 0 0,0-1 0 0 0,0 1 0 0 0,1 0 0 0 0,-1-1 0 0 0,0 1 0 0 0,0-1 0 0 0,1 1 1 0 0,-1-1-1 0 0,0 1 0 0 0,1-1 0 0 0,-1 1 0 0 0,1-1 0 0 0,-1 0 0 0 0,0 1 0 0 0,1-1 0 0 0,-1 1 0 0 0,1-1 0 0 0,-1 0 0 0 0,1 0 0 0 0,-1 1 0 0 0,1-1 1 0 0,-1 0-1 0 0,1 0 0 0 0,0 1 0 0 0,-1-1 0 0 0,1 0 0 0 0,-1 0 0 0 0,1 0 0 0 0,0 0 0 0 0,-1 0 0 0 0,2 0 0 0 0,2-2-1977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19.9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72 2585 0 0,'5'-7'6431'0'0,"30"-26"-2492"0"0,-29 29-3572 0 0,-1 0 1 0 0,1 1-1 0 0,0-1 0 0 0,0 1 1 0 0,1 0-1 0 0,-1 1 0 0 0,0 0 1 0 0,1 0-1 0 0,0 0 1 0 0,11-1-1 0 0,-15 3-298 0 0,0 0 1 0 0,0 0-1 0 0,0 0 1 0 0,0 1-1 0 0,0-1 1 0 0,0 1-1 0 0,0 0 1 0 0,0 0-1 0 0,0 0 0 0 0,0 0 1 0 0,-1 0-1 0 0,1 1 1 0 0,0-1-1 0 0,-1 1 1 0 0,1 0-1 0 0,-1-1 0 0 0,1 1 1 0 0,-1 0-1 0 0,0 1 1 0 0,0-1-1 0 0,0 0 1 0 0,0 1-1 0 0,0-1 1 0 0,-1 1-1 0 0,3 5 0 0 0,12 25-492 0 0,18 53-1 0 0,-11-5-5715 0 0,-22-78 5556 0 0,0 0 0 0 0,-1 0 0 0 0,1-1 0 0 0,-1 1 0 0 0,0 0 0 0 0,0 0 0 0 0,0 0 0 0 0,0 0 0 0 0,0 0 1 0 0,-1-1-1 0 0,1 1 0 0 0,-2 5 0 0 0,0 4-2678 0 0</inkml:trace>
  <inkml:trace contextRef="#ctx0" brushRef="#br0" timeOffset="1">115 384 2865 0 0,'3'2'1880'0'0,"1"-1"-592"0"0,4-1-400 0 0,2-1-87 0 0,0-2-329 0 0,4-1-136 0 0,-1 0-136 0 0,1-2-88 0 0,1 1-80 0 0,1-3-16 0 0,1-2-120 0 0,2 1-200 0 0,-1-3-216 0 0,-1 0-304 0 0,-2-2-353 0 0,-3-1-431 0 0,9 10-1417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20.3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 4297 0 0,'-1'0'225'0'0,"0"0"0"0"0,1 0 0 0 0,-1 0 0 0 0,1 0 0 0 0,-1 0 0 0 0,0 0 0 0 0,1 0 0 0 0,-1 0 0 0 0,0 0 0 0 0,1 0 0 0 0,-1 0 0 0 0,0 0 0 0 0,1 0 0 0 0,-1 1 0 0 0,1-1 0 0 0,-1 0 0 0 0,0 0 0 0 0,1 1 0 0 0,-1-1 0 0 0,1 0 0 0 0,-1 1 0 0 0,1-1 0 0 0,-1 1 0 0 0,1-1 0 0 0,-1 1 0 0 0,1-1 0 0 0,-1 1 0 0 0,1-1 0 0 0,0 1 0 0 0,-1-1 0 0 0,1 1 0 0 0,-7 27 1987 0 0,10 34-2319 0 0,-2-58 468 0 0,2 21-699 0 0,2 0 0 0 0,1 0 0 0 0,1 0 0 0 0,1-1 0 0 0,14 28 0 0 0,35 57-8426 0 0,-44-91 6193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20.7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69 239 5345 0 0,'-4'1'582'0'0,"1"0"0"0"0,-1 1-1 0 0,1-1 1 0 0,-1 1 0 0 0,1-1-1 0 0,0 1 1 0 0,0 0 0 0 0,0 0 0 0 0,0 1-1 0 0,0-1 1 0 0,0 1 0 0 0,-3 4-1 0 0,3-3-424 0 0,0-1 0 0 0,1 1 0 0 0,0 0 0 0 0,0 0 0 0 0,0 0 0 0 0,0 0 0 0 0,1 0 0 0 0,-1 0 0 0 0,1 0 0 0 0,-1 5 0 0 0,1-6-242 0 0,1 0 0 0 0,0 1 0 0 0,-1-1 0 0 0,1 0 1 0 0,0 0-1 0 0,1 0 0 0 0,-1 0 0 0 0,0 0 0 0 0,1 0 1 0 0,0 0-1 0 0,0 1 0 0 0,0-1 0 0 0,0-1 0 0 0,0 1 1 0 0,0 0-1 0 0,1 0 0 0 0,0 0 0 0 0,-1-1 0 0 0,1 1 1 0 0,0-1-1 0 0,0 1 0 0 0,0-1 0 0 0,1 0 0 0 0,-1 0 0 0 0,1 0 1 0 0,-1 0-1 0 0,1 0 0 0 0,-1-1 0 0 0,1 1 0 0 0,0-1 1 0 0,5 3-1 0 0,-3-3 41 0 0,0 1 0 0 0,0 0 0 0 0,0-1 0 0 0,0 0 0 0 0,0 0 0 0 0,1 0 0 0 0,-1-1 0 0 0,0 0 1 0 0,1 0-1 0 0,-1 0 0 0 0,0-1 0 0 0,0 0 0 0 0,1 1 0 0 0,-1-2 0 0 0,0 1 0 0 0,0-1 0 0 0,0 0 0 0 0,0 0 0 0 0,-1 0 0 0 0,1-1 0 0 0,0 1 1 0 0,7-7-1 0 0,-9 5 117 0 0,1 1 0 0 0,-1-1 1 0 0,0 0-1 0 0,0 0 1 0 0,-1-1-1 0 0,1 1 0 0 0,-1-1 1 0 0,0 1-1 0 0,0-1 0 0 0,0 0 1 0 0,-1 0-1 0 0,0 0 1 0 0,0 0-1 0 0,0 0 0 0 0,0 0 1 0 0,-1 0-1 0 0,0 0 0 0 0,0 0 1 0 0,0 0-1 0 0,-1 0 1 0 0,0 0-1 0 0,1 0 0 0 0,-4-9 1 0 0,0 5-13 0 0,1 0 0 0 0,-1 0 0 0 0,-1 1 0 0 0,1-1-1 0 0,-2 1 1 0 0,1 0 0 0 0,-1 1 0 0 0,0-1 0 0 0,0 1 0 0 0,-1 0 0 0 0,0 1 0 0 0,-1-1 0 0 0,1 1 0 0 0,-1 1 0 0 0,0 0 0 0 0,-11-6 0 0 0,17 11-44 0 0,0-1-1 0 0,0 1 1 0 0,0 0-1 0 0,0 0 1 0 0,0 0-1 0 0,0 0 1 0 0,0 0 0 0 0,0 0-1 0 0,0 0 1 0 0,0 1-1 0 0,1-1 1 0 0,-1 1 0 0 0,0 0-1 0 0,0-1 1 0 0,0 1-1 0 0,0 0 1 0 0,1 0-1 0 0,-1 0 1 0 0,0 0 0 0 0,1 0-1 0 0,-1 1 1 0 0,0-1-1 0 0,1 0 1 0 0,0 1 0 0 0,-1-1-1 0 0,1 1 1 0 0,0-1-1 0 0,0 1 1 0 0,0 0-1 0 0,0 0 1 0 0,0-1 0 0 0,0 1-1 0 0,0 0 1 0 0,0 4-1 0 0,0-5 16 0 0,0 0 0 0 0,0 1 0 0 0,1-1 0 0 0,-1 1-1 0 0,0 0 1 0 0,1-1 0 0 0,0 1 0 0 0,-1 0 0 0 0,1-1 0 0 0,0 1-1 0 0,0 0 1 0 0,-1-1 0 0 0,1 1 0 0 0,1 0 0 0 0,-1-1 0 0 0,0 1-1 0 0,0 0 1 0 0,1-1 0 0 0,-1 1 0 0 0,1 0 0 0 0,-1-1 0 0 0,1 1-1 0 0,0-1 1 0 0,-1 1 0 0 0,1-1 0 0 0,0 1 0 0 0,0-1 0 0 0,0 0-1 0 0,0 1 1 0 0,0-1 0 0 0,1 0 0 0 0,-1 0 0 0 0,0 0 0 0 0,1 0-1 0 0,-1 0 1 0 0,0 0 0 0 0,1 0 0 0 0,2 1 0 0 0,0-2 33 0 0,-1 0 0 0 0,0 0 0 0 0,1 0 0 0 0,-1 0 1 0 0,1-1-1 0 0,-1 0 0 0 0,0 1 0 0 0,1-1 0 0 0,-1 0 1 0 0,0-1-1 0 0,0 1 0 0 0,0-1 0 0 0,4-2 0 0 0,44-30 162 0 0,-35 22-182 0 0,8-4-84 0 0,-10 9-104 0 0,-1-1-1 0 0,0-1 1 0 0,-1-1-1 0 0,0 1 1 0 0,0-2-1 0 0,-1 0 1 0 0,0 0-1 0 0,-1-1 1 0 0,9-14-1 0 0,-18 3-2205 0 0,-1 11 1871 0 0,9 26 3311 0 0,13 53 1240 0 0,-6 42-2975 0 0,-3-16-1344 0 0,29 50-4991 0 0,-23-84-2585 0 0,-18-52 5024 0 0,1-2-507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21.1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2793 0 0,'2'10'1816'0'0,"-2"5"-360"0"0,2 5-239 0 0,1-1-289 0 0,0 0-328 0 0,1 1-192 0 0,0 2-128 0 0,1 1-136 0 0,1-1-104 0 0,0-1-64 0 0,1 1-112 0 0,1-3-184 0 0,-1-2-216 0 0,1-2-240 0 0,-1-3-249 0 0,-1-2-311 0 0,3-6-136 0 0,-1-2-977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21.5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1 2080 0 0,'2'17'1924'0'0,"2"0"-1"0"0,9 27 0 0 0,17 33 239 0 0,-18-49-1576 0 0,-1 1 0 0 0,12 48 1 0 0,-21-68-547 0 0,-1 1 1 0 0,-1-1-1 0 0,0 1 1 0 0,0 0-1 0 0,-1-1 1 0 0,0 1 0 0 0,0 0-1 0 0,-3 9 1 0 0,3-17-48 0 0,1 0 0 0 0,0 0 1 0 0,-1 0-1 0 0,0-1 0 0 0,1 1 1 0 0,-1 0-1 0 0,0 0 0 0 0,0-1 1 0 0,0 1-1 0 0,0 0 0 0 0,0-1 1 0 0,0 1-1 0 0,0-1 0 0 0,0 1 1 0 0,-1-1-1 0 0,1 0 0 0 0,-1 1 1 0 0,1-1-1 0 0,-1 0 0 0 0,1 0 1 0 0,-1 0-1 0 0,0 0 0 0 0,1 0 1 0 0,-1-1-1 0 0,0 1 0 0 0,0-1 1 0 0,0 1-1 0 0,0-1 0 0 0,1 1 1 0 0,-1-1-1 0 0,0 0 0 0 0,0 0 1 0 0,0 0-1 0 0,0 0 0 0 0,0 0 1 0 0,0 0-1 0 0,0-1 0 0 0,0 1 1 0 0,1-1-1 0 0,-1 1 0 0 0,0-1 1 0 0,0 1-1 0 0,0-1 1 0 0,1 0-1 0 0,-1 0 0 0 0,0 0 1 0 0,-1-2-1 0 0,0 2 35 0 0,0-1 0 0 0,0 0 0 0 0,1 1 1 0 0,-1-1-1 0 0,1 0 0 0 0,-1 0 0 0 0,1 0 0 0 0,0-1 1 0 0,0 1-1 0 0,0 0 0 0 0,0-1 0 0 0,0 0 0 0 0,0 1 0 0 0,1-1 1 0 0,-1 0-1 0 0,1 0 0 0 0,0 0 0 0 0,0 0 0 0 0,0 0 1 0 0,0 0-1 0 0,1 0 0 0 0,-1 0 0 0 0,1 0 0 0 0,0 0 0 0 0,0 0 1 0 0,0-1-1 0 0,0 1 0 0 0,0 0 0 0 0,1 0 0 0 0,-1 0 1 0 0,1 0-1 0 0,1-4 0 0 0,2-3-445 0 0,0 1 0 0 0,1-1 0 0 0,-1 1 0 0 0,2 1 0 0 0,-1-1 0 0 0,1 1 0 0 0,1 0 0 0 0,11-12 0 0 0,18-21-4985 0 0,-25 27 2691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21.8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51 366 3577 0 0,'-4'5'924'0'0,"1"0"0"0"0,1 0 0 0 0,-1 0 0 0 0,1 1 0 0 0,0-1 0 0 0,-3 11 0 0 0,-7 69 1703 0 0,5-32-2160 0 0,4-41-518 0 0,2-8-85 0 0,-1 0 1 0 0,1 0 0 0 0,0 0 0 0 0,0 0 0 0 0,0 1 0 0 0,1-1 0 0 0,0 0 0 0 0,0 0 0 0 0,0 1 0 0 0,0-1 0 0 0,1 7-1 0 0,0-12-65 0 0,0 1-1 0 0,0 0 1 0 0,0 0-1 0 0,0-1 1 0 0,-1 1-1 0 0,1-1 0 0 0,0 1 1 0 0,0-1-1 0 0,0 1 1 0 0,-1-1-1 0 0,1 0 1 0 0,0 1-1 0 0,-1-1 1 0 0,1 0-1 0 0,-1 1 0 0 0,1-1 1 0 0,-1 0-1 0 0,1 0 1 0 0,-1 1-1 0 0,1-1 1 0 0,-1 0-1 0 0,0 0 0 0 0,1 0 1 0 0,-1 0-1 0 0,0-1 1 0 0,13-26-1513 0 0,-9 15 1436 0 0,0 0 0 0 0,0 0 0 0 0,-1-1 0 0 0,-1 1 0 0 0,1-25 1 0 0,-2 31 682 0 0,-2 1 1 0 0,1-1 0 0 0,-1 1 0 0 0,0-1 0 0 0,0 1 0 0 0,-1 0 0 0 0,0-1 0 0 0,-4-9-1 0 0,6 27 4477 0 0,9 22-3398 0 0,-2-21-1382 0 0,1 0 1 0 0,0-1-1 0 0,0 0 1 0 0,2 0 0 0 0,12 11-1 0 0,-17-17-613 0 0,1 0 0 0 0,0-1 0 0 0,0 1 0 0 0,0-1-1 0 0,0-1 1 0 0,0 1 0 0 0,1-1 0 0 0,0 0 0 0 0,-1 0 0 0 0,1-1-1 0 0,14 3 1 0 0,-2-8-3012 0 0,-12-2 710 0 0</inkml:trace>
  <inkml:trace contextRef="#ctx0" brushRef="#br0" timeOffset="1">117 0 3281 0 0,'-1'1'384'0'0,"0"-1"1"0"0,0 0 0 0 0,0 0-1 0 0,0 1 1 0 0,1-1 0 0 0,-1 0-1 0 0,0 1 1 0 0,0-1 0 0 0,0 1-1 0 0,1-1 1 0 0,-1 1 0 0 0,0-1-1 0 0,0 1 1 0 0,1-1 0 0 0,-1 1-1 0 0,1 0 1 0 0,-1 0 0 0 0,0-1-1 0 0,1 1 1 0 0,-1 0 0 0 0,0 1-1 0 0,-10 27 2830 0 0,1 29-1892 0 0,9-48-1287 0 0,1 0 0 0 0,0-1 0 0 0,0 1-1 0 0,1 0 1 0 0,1-1 0 0 0,-1 1-1 0 0,1 0 1 0 0,1-1 0 0 0,4 10 0 0 0,-7-17-26 0 0,1 0 0 0 0,0 0 0 0 0,0 0 0 0 0,0 0 0 0 0,1 0 0 0 0,-1 0 0 0 0,0-1 0 0 0,1 1 0 0 0,-1 0 0 0 0,1-1 0 0 0,-1 1 0 0 0,1-1 0 0 0,0 0 0 0 0,0 1 1 0 0,0-1-1 0 0,-1 0 0 0 0,1 0 0 0 0,0 0 0 0 0,1 0 0 0 0,-1 0 0 0 0,0-1 0 0 0,0 1 0 0 0,0-1 0 0 0,0 1 0 0 0,0-1 0 0 0,1 0 0 0 0,-1 0 0 0 0,0 0 0 0 0,0 0 0 0 0,1 0 1 0 0,-1-1-1 0 0,0 1 0 0 0,0 0 0 0 0,0-1 0 0 0,0 0 0 0 0,0 1 0 0 0,1-1 0 0 0,-1 0 0 0 0,-1 0 0 0 0,1 0 0 0 0,0-1 0 0 0,0 1 0 0 0,0 0 0 0 0,2-3 0 0 0,71-53 839 0 0,-11 6-3565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22.2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9 134 5537 0 0,'0'1'406'0'0,"-1"0"-1"0"0,0 0 0 0 0,0 0 1 0 0,0 0-1 0 0,1 0 0 0 0,-1 0 1 0 0,0 0-1 0 0,1 1 1 0 0,-1-1-1 0 0,1 0 0 0 0,0 0 1 0 0,-1 0-1 0 0,1 1 0 0 0,0-1 1 0 0,0 0-1 0 0,0 1 1 0 0,0 1-1 0 0,16-11 3117 0 0,31-34-1629 0 0,-45 41-1730 0 0,62-64 524 0 0,-24 25-3101 0 0,-38 59-5965 0 0,-9 12 6849 0 0,-8 9 2931 0 0,-10 45 1 0 0,22-71-994 0 0,0-1 0 0 0,1 1 1 0 0,1 0-1 0 0,0 0 0 0 0,1 0 1 0 0,0 0-1 0 0,4 18 0 0 0,-4-30-318 0 0,0 0 0 0 0,1 0 0 0 0,-1 0 0 0 0,1 0-1 0 0,-1 0 1 0 0,1 0 0 0 0,0 0 0 0 0,0-1 0 0 0,-1 1-1 0 0,1 0 1 0 0,0 0 0 0 0,1-1 0 0 0,-1 1-1 0 0,0-1 1 0 0,0 1 0 0 0,1-1 0 0 0,-1 0 0 0 0,1 1-1 0 0,-1-1 1 0 0,1 0 0 0 0,0 0 0 0 0,-1 0 0 0 0,1 0-1 0 0,3 1 1 0 0,-2-1 68 0 0,1-1 1 0 0,-1 0-1 0 0,1 1 0 0 0,-1-1 1 0 0,1 0-1 0 0,0-1 0 0 0,-1 1 0 0 0,1-1 1 0 0,-1 1-1 0 0,1-1 0 0 0,-1 0 1 0 0,5-2-1 0 0,8-4 269 0 0,-1-1 0 0 0,0 0 0 0 0,0-1 0 0 0,18-15 0 0 0,-29 21-419 0 0,39-36-351 0 0,-28 15-2714 0 0,-13-4-4071 0 0,-6 7 3362 0 0,5 5-127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45.8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54 1928 0 0,'-4'1'788'0'0,"1"0"-1"0"0,0 0 0 0 0,-1 0 1 0 0,1 0-1 0 0,0 0 0 0 0,0 1 1 0 0,0 0-1 0 0,0 0 0 0 0,0-1 1 0 0,0 2-1 0 0,1-1 0 0 0,-1 0 0 0 0,-3 5 1 0 0,46-15 2399 0 0,-19 5-2965 0 0,0 0 1 0 0,0 1-1 0 0,0 2 0 0 0,24 1 1 0 0,-22 0-507 0 0,-1 0 1 0 0,1-2-1 0 0,24-4 0 0 0,-44 5-155 0 0,0-1 0 0 0,-1 1 0 0 0,1-1 0 0 0,0 0 0 0 0,0 0 0 0 0,-1 0 0 0 0,1 0 0 0 0,-1 0 0 0 0,1-1 0 0 0,-1 1 0 0 0,1-1 0 0 0,-1 0 0 0 0,0 0 0 0 0,0 1 0 0 0,0-1 0 0 0,0 0 0 0 0,0-1 0 0 0,0 1 0 0 0,-1 0 0 0 0,1-1 0 0 0,-1 1 0 0 0,1-1 0 0 0,-1 1 0 0 0,0-1 0 0 0,0 1 0 0 0,0-1 0 0 0,0-3 0 0 0,2-4-2440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46.1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2040 0 0,'-4'21'4374'0'0,"8"18"-2605"0"0,0-13-506 0 0,-3 20 64 0 0,5 61 59 0 0,-4-95-2534 0 0,0 0-1 0 0,1 0 1 0 0,9 21 0 0 0,-12-33 1090 0 0,0 0 0 0 0,0 0 0 0 0,-1 0 0 0 0,1 0 0 0 0,0 1 1 0 0,0-1-1 0 0,0 0 0 0 0,0 0 0 0 0,0 0 0 0 0,0 0 0 0 0,0 0 1 0 0,1 1-1 0 0,-1-1 0 0 0,0 0 0 0 0,0 0 0 0 0,0 0 0 0 0,0 0 1 0 0,0 0-1 0 0,0 1 0 0 0,0-1 0 0 0,0 0 0 0 0,0 0 0 0 0,0 0 1 0 0,0 0-1 0 0,0 0 0 0 0,1 0 0 0 0,-1 1 0 0 0,0-1 0 0 0,0 0 1 0 0,0 0-1 0 0,0 0 0 0 0,0 0 0 0 0,0 0 0 0 0,1 0 0 0 0,-1 0 0 0 0,0 0 1 0 0,0 0-1 0 0,0 0 0 0 0,0 0 0 0 0,0 0 0 0 0,1 0 0 0 0,-1 0 1 0 0,0 0-1 0 0,0 0 0 0 0,0 0 0 0 0,0 0 0 0 0,1 0 0 0 0,-1 0 1 0 0,0 0-1 0 0,0 0 0 0 0,0 0 0 0 0,0 0 0 0 0,0 0 0 0 0,1 0 1 0 0,-1 0-1 0 0,0 0 0 0 0,0 0 0 0 0,0 0 0 0 0,3-10-2601 0 0,-2 4 1301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46.5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 2272 0 0,'0'1'314'0'0,"-1"1"0"0"0,0-1 0 0 0,1 0 0 0 0,-1 1-1 0 0,1-1 1 0 0,0 1 0 0 0,-1-1 0 0 0,1 1-1 0 0,0-1 1 0 0,0 1 0 0 0,0-1 0 0 0,0 1-1 0 0,0-1 1 0 0,0 1 0 0 0,0-1 0 0 0,1 1-1 0 0,0 2 1 0 0,10 35 1821 0 0,-6-22-1164 0 0,10 67 607 0 0,-15-28-4513 0 0,-1-55 2720 0 0,1 0 0 0 0,-1-1 0 0 0,1 1 0 0 0,0 0 0 0 0,-1-1 0 0 0,1 1 0 0 0,-1 0 0 0 0,0-1 0 0 0,1 1 0 0 0,-1-1 0 0 0,1 1 0 0 0,-1-1 0 0 0,0 1 0 0 0,1-1 0 0 0,-1 1 0 0 0,0-1 0 0 0,0 0 0 0 0,1 1 0 0 0,-1-1 0 0 0,0 0 0 0 0,0 0 0 0 0,0 1 1 0 0,1-1-1 0 0,-1 0 0 0 0,0 0 0 0 0,0 0 0 0 0,0 0 0 0 0,1 0 0 0 0,-1 0 0 0 0,0 0 0 0 0,0-1 0 0 0,0 1 0 0 0,0 0 0 0 0,1 0 0 0 0,-1-1 0 0 0,0 1 0 0 0,-1-1 0 0 0,1 1 3 0 0,-5-1-1028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46.8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1 141 2481 0 0,'5'-9'5090'0'0,"32"-18"-2279"0"0,-23 20-2498 0 0,1-1 0 0 0,0 2-1 0 0,0 0 1 0 0,1 1 0 0 0,0 1 0 0 0,0 0-1 0 0,0 1 1 0 0,0 1 0 0 0,25-1-1 0 0,20-4-1794 0 0,-58 7 1138 0 0,-1 0 0 0 0,1-1 0 0 0,0 1-1 0 0,-1-1 1 0 0,1 0 0 0 0,-1 0 0 0 0,1 1 0 0 0,-1-2 0 0 0,0 1 0 0 0,1 0 0 0 0,-1 0 0 0 0,0-1 0 0 0,0 1 0 0 0,0-1 0 0 0,0 0 0 0 0,0 0 0 0 0,0 0 0 0 0,-1 0 0 0 0,1 0 0 0 0,0 0 0 0 0,-1 0 0 0 0,0 0 0 0 0,1 0 0 0 0,0-5 0 0 0,3-4-1826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47.2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4 152 2288 0 0,'0'0'69'0'0,"0"0"0"0"0,0 0 0 0 0,0-1 0 0 0,0 1 0 0 0,-1 0 0 0 0,1 1 0 0 0,0-1 0 0 0,0 0 0 0 0,0 0 0 0 0,0 0 0 0 0,0 0 0 0 0,0 0 0 0 0,0 0-1 0 0,-1 0 1 0 0,1 0 0 0 0,0 0 0 0 0,0 0 0 0 0,0 0 0 0 0,0 0 0 0 0,0 0 0 0 0,0 0 0 0 0,0 0 0 0 0,0 0 0 0 0,-1 0 0 0 0,1 1 0 0 0,0-1-1 0 0,0 0 1 0 0,0 0 0 0 0,0 0 0 0 0,0 0 0 0 0,0 0 0 0 0,0 0 0 0 0,0 0 0 0 0,0 1 0 0 0,0-1 0 0 0,0 0 0 0 0,0 0 0 0 0,0 0 0 0 0,0 0 0 0 0,0 0-1 0 0,0 0 1 0 0,0 1 0 0 0,0-1 0 0 0,0 0 0 0 0,0 0 0 0 0,0 0 0 0 0,0 0 0 0 0,0 0 0 0 0,0 0 0 0 0,0 1 0 0 0,0-1 0 0 0,0 0 0 0 0,0 0-1 0 0,0 0 1 0 0,0 0 0 0 0,0 0 0 0 0,0 0 0 0 0,1 0 0 0 0,-1 0 0 0 0,0 1 0 0 0,0-1 0 0 0,0 0 0 0 0,0 0 0 0 0,0 0 0 0 0,0 0 0 0 0,14 3 1917 0 0,15-1-309 0 0,-16-4-1293 0 0,-1 0 1 0 0,1-1-1 0 0,-1-1 1 0 0,1 0-1 0 0,-1 0 1 0 0,0-1-1 0 0,15-10 1 0 0,-21 13-247 0 0,-6 1-118 0 0,1 1-1 0 0,0 0 1 0 0,-1 0 0 0 0,1-1 0 0 0,-1 1-1 0 0,1 0 1 0 0,0 0 0 0 0,-1 0 0 0 0,1 0-1 0 0,-1 0 1 0 0,1 0 0 0 0,0 0 0 0 0,-1 0-1 0 0,1 0 1 0 0,-1 0 0 0 0,1 0 0 0 0,0 0-1 0 0,-1 1 1 0 0,1-1 0 0 0,-1 0 0 0 0,1 0-1 0 0,0 1 1 0 0,-1-1 0 0 0,1 0 0 0 0,-1 1-1 0 0,1-1 1 0 0,-1 0 0 0 0,1 1-1 0 0,-1-1 1 0 0,1 1 0 0 0,11 23 211 0 0,-2 25-294 0 0,-9-17-547 0 0,-2-25 77 0 0,1-1 0 0 0,-1 0 0 0 0,1 0 0 0 0,1 1 0 0 0,0-1 0 0 0,-1 0 0 0 0,2 0 0 0 0,-1 0 0 0 0,1 0 0 0 0,3 8 0 0 0,-5-14 445 0 0,0 0 1 0 0,0 0 0 0 0,1 0 0 0 0,-1 0-1 0 0,0 0 1 0 0,0 0 0 0 0,0 0 0 0 0,0 0 0 0 0,0 0-1 0 0,1 0 1 0 0,-1 0 0 0 0,0 0 0 0 0,0 0-1 0 0,0 0 1 0 0,0 0 0 0 0,0 0 0 0 0,1-1-1 0 0,-1 1 1 0 0,0 0 0 0 0,0 0 0 0 0,0 0-1 0 0,0 0 1 0 0,0 0 0 0 0,0 0 0 0 0,1 0-1 0 0,-1-1 1 0 0,0 1 0 0 0,0 0 0 0 0,0 0-1 0 0,0 0 1 0 0,0 0 0 0 0,0 0 0 0 0,0-1-1 0 0,0 1 1 0 0,0 0 0 0 0,0 0 0 0 0,0 0-1 0 0,0 0 1 0 0,0 0 0 0 0,0-1 0 0 0,0 1-1 0 0,0 0 1 0 0,0 0 0 0 0,0 0 0 0 0,0 0-1 0 0,0-1 1 0 0,0 1 0 0 0,0 0 0 0 0,0 0 0 0 0,0 0-1 0 0,0 0 1 0 0,0 0 0 0 0,0-1 0 0 0,0 1-1 0 0,-1 0 1 0 0,1 0 0 0 0,0-2-309 0 0,3-4-1753 0 0</inkml:trace>
  <inkml:trace contextRef="#ctx0" brushRef="#br0" timeOffset="1">308 0 1336 0 0,'-1'7'4098'0'0,"-1"20"-1454"0"0,4-5-1126 0 0,0 15-473 0 0,2 0 0 0 0,10 40 0 0 0,-6-39-1056 0 0,7 27-703 0 0,2-28-3065 0 0,-14-49-4104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47.5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40 3313 0 0,'-1'0'364'0'0,"0"1"0"0"0,-1-1-1 0 0,1 0 1 0 0,0 0 0 0 0,0 1 0 0 0,-1-1 0 0 0,1 1 0 0 0,0-1 0 0 0,0 1 0 0 0,0-1 0 0 0,0 1 0 0 0,0 0 0 0 0,0 0 0 0 0,0-1-1 0 0,-2 3 1 0 0,-12 19 1493 0 0,12-17-1793 0 0,1 0-1 0 0,0 0 1 0 0,0 1 0 0 0,0-1-1 0 0,1 0 1 0 0,0 1 0 0 0,-1 6-1 0 0,2-6-60 0 0,1-1 0 0 0,0 0 1 0 0,0 1-1 0 0,0-1 0 0 0,1 0 0 0 0,-1 0 0 0 0,1 0 0 0 0,0 0 1 0 0,1-1-1 0 0,-1 1 0 0 0,1 0 0 0 0,0-1 0 0 0,0 0 0 0 0,0 1 1 0 0,1-1-1 0 0,-1-1 0 0 0,1 1 0 0 0,0 0 0 0 0,0-1 0 0 0,0 0 1 0 0,6 3-1 0 0,-7-4 43 0 0,1 0 1 0 0,-1 0-1 0 0,1 0 0 0 0,-1-1 1 0 0,1 1-1 0 0,0-1 1 0 0,0 0-1 0 0,0 0 0 0 0,0-1 1 0 0,0 1-1 0 0,0-1 0 0 0,0 0 1 0 0,0 0-1 0 0,0 0 1 0 0,0 0-1 0 0,-1-1 0 0 0,1 1 1 0 0,0-1-1 0 0,0 0 1 0 0,0-1-1 0 0,0 1 0 0 0,-1 0 1 0 0,1-1-1 0 0,0 0 1 0 0,-1 0-1 0 0,0 0 0 0 0,1 0 1 0 0,4-5-1 0 0,-6 4 33 0 0,1 0 0 0 0,-1-1-1 0 0,0 1 1 0 0,0-1 0 0 0,-1 1-1 0 0,1-1 1 0 0,-1 0 0 0 0,1 1-1 0 0,-1-1 1 0 0,-1 0 0 0 0,1 0 0 0 0,0 0-1 0 0,-1 0 1 0 0,0 0 0 0 0,0 0-1 0 0,0 1 1 0 0,0-1 0 0 0,0 0 0 0 0,-1 0-1 0 0,0 0 1 0 0,0 0 0 0 0,0 0-1 0 0,-2-5 1 0 0,-4-10 32 0 0,-1 0 1 0 0,0 0-1 0 0,-11-18 0 0 0,18 36-236 0 0,1-1 1 0 0,-1 1-1 0 0,0 0 1 0 0,1-1-1 0 0,-1 1 1 0 0,0 0-1 0 0,0 0 1 0 0,0 0-1 0 0,1-1 1 0 0,-1 1-1 0 0,0 0 0 0 0,-1 0 1 0 0,1 0-1 0 0,0 1 1 0 0,0-1-1 0 0,0 0 1 0 0,-1 0-1 0 0,1 1 1 0 0,0-1-1 0 0,-1 0 1 0 0,1 1-1 0 0,0-1 1 0 0,-1 1-1 0 0,1 0 0 0 0,-1 0 1 0 0,1-1-1 0 0,-3 1 1 0 0,0 1-721 0 0,0 1 0 0 0,1-1 1 0 0,-1 1-1 0 0,0 0 0 0 0,1 0 1 0 0,-1 0-1 0 0,1 1 0 0 0,-5 3 0 0 0,4-2 246 0 0,-6 5-2130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3121 0 0,'9'128'5278'0'0,"-1"-16"-3504"0"0,-6-78-1880 0 0,10 65 0 0 0,2-45-6450 0 0,-14-57 4921 0 0,0-1 41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48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16 2272 0 0,'2'-2'608'0'0,"-1"0"0"0"0,1 1-1 0 0,0-1 1 0 0,0 1-1 0 0,1 0 1 0 0,-1 0-1 0 0,0-1 1 0 0,0 1-1 0 0,1 1 1 0 0,-1-1-1 0 0,5-1 1 0 0,27 4 3159 0 0,-31-1-3685 0 0,0 0 0 0 0,0 0 0 0 0,0 0 0 0 0,-1 0 0 0 0,1 1 0 0 0,0-1 0 0 0,0 1 0 0 0,-1-1 0 0 0,1 1-1 0 0,-1 0 1 0 0,1 0 0 0 0,-1 0 0 0 0,0 1 0 0 0,0-1 0 0 0,0 0 0 0 0,0 1 0 0 0,0 0 0 0 0,-1-1 0 0 0,1 1 0 0 0,-1 0 0 0 0,0 0 0 0 0,1 0 0 0 0,-1 0 0 0 0,0 0-1 0 0,-1 0 1 0 0,1 0 0 0 0,-1 0 0 0 0,1 0 0 0 0,-1 0 0 0 0,0 6 0 0 0,-3 1-205 0 0,0-1-1 0 0,0 1 1 0 0,-1-1-1 0 0,0 0 1 0 0,-1 0 0 0 0,0-1-1 0 0,0 1 1 0 0,-1-1-1 0 0,0 0 1 0 0,0-1 0 0 0,-1 0-1 0 0,0 0 1 0 0,-1 0-1 0 0,-10 8 1 0 0,22-22-279 0 0,15-6 1101 0 0,-10 10-639 0 0,0 0 0 0 0,0 1 0 0 0,0 0-1 0 0,0 0 1 0 0,0 1 0 0 0,1 0-1 0 0,-1 1 1 0 0,0 0 0 0 0,1 1 0 0 0,-1 0-1 0 0,0 0 1 0 0,0 1 0 0 0,1 0-1 0 0,-1 0 1 0 0,-1 1 0 0 0,1 1 0 0 0,13 6-1 0 0,-18-8-36 0 0,32 11-4360 0 0,-36-13 4179 0 0,1 0 1 0 0,-1 1 0 0 0,1-1 0 0 0,-1 0 0 0 0,1 0 0 0 0,0 0 0 0 0,-1 0 0 0 0,1 0 0 0 0,-1 0 0 0 0,1 0 0 0 0,-1 0-1 0 0,1-1 1 0 0,-1 1 0 0 0,1 0 0 0 0,-1 0 0 0 0,1 0 0 0 0,-1 0 0 0 0,1-1 0 0 0,-1 1 0 0 0,1 0 0 0 0,-1-1-1 0 0,1 1 1 0 0,-1 0 0 0 0,0-1 0 0 0,1 1 0 0 0,-1 0 0 0 0,0-1 0 0 0,1 1 0 0 0,-1-1 0 0 0,0 1 0 0 0,1-1-1 0 0,-1 1 1 0 0,0-1 0 0 0,0 1 0 0 0,1-1 0 0 0,-1 1 0 0 0,0-1 0 0 0,0 1 0 0 0,0-1 0 0 0,0 1 0 0 0,0-1 0 0 0,0 1-1 0 0,0-1 1 0 0,0 1 0 0 0,0-1 0 0 0,0 1 0 0 0,0-1 0 0 0,0 0 0 0 0,0 1 0 0 0,0-1 0 0 0,-1 1 0 0 0,1-1-1 0 0,0 1 1 0 0,0-1 0 0 0,-1 0 0 0 0,0-7-1802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48.6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17 2825 0 0,'-1'-1'186'0'0,"1"1"0"0"0,0-1 0 0 0,0 0 0 0 0,0 1 0 0 0,0-1 0 0 0,0 0 0 0 0,0 0 0 0 0,0 1 0 0 0,0-1 0 0 0,0 0 0 0 0,0 1 0 0 0,1-1 0 0 0,-1 0 1 0 0,0 1-1 0 0,0-1 0 0 0,1 0 0 0 0,-1 1 0 0 0,0-1 0 0 0,1 0 0 0 0,-1 1 0 0 0,1-1 0 0 0,-1 1 0 0 0,0-1 0 0 0,2 0 0 0 0,9 9 3293 0 0,8 26-1011 0 0,-1 17-2384 0 0,-2 0 0 0 0,-3 2 0 0 0,9 70-1 0 0,-7-39-4887 0 0,-14-78 4056 0 0,1 3-2025 0 0,-3-15-2332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49.0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2417 0 0,'-4'20'5870'0'0,"9"24"-2674"0"0,-3-31-2228 0 0,-1 2-802 0 0,2 13 443 0 0,8 45 0 0 0,-10-67-929 0 0,0 0-1 0 0,1-1 0 0 0,0 1 0 0 0,0 0 0 0 0,1 0 0 0 0,-1-1 0 0 0,1 1 0 0 0,0-1 0 0 0,1 0 0 0 0,-1 0 0 0 0,1 0 0 0 0,0 0 0 0 0,8 6 0 0 0,-12-11 220 0 0,-1-1 0 0 0,1 1 0 0 0,0 0 0 0 0,0-1 0 0 0,0 1 0 0 0,0 0 0 0 0,0-1 0 0 0,0 1 0 0 0,1 0 0 0 0,-1-1 0 0 0,0 1 1 0 0,0 0-1 0 0,0-1 0 0 0,0 1 0 0 0,0 0 0 0 0,0 0 0 0 0,0-1 0 0 0,1 1 0 0 0,-1 0 0 0 0,0-1 0 0 0,0 1 0 0 0,1 0 0 0 0,-1 0 0 0 0,0-1 0 0 0,0 1 0 0 0,1 0 0 0 0,-1 0 0 0 0,0 0 0 0 0,0 0 0 0 0,1-1 0 0 0,-1 1 0 0 0,0 0 0 0 0,1 0 0 0 0,-1 0 1 0 0,0 0-1 0 0,1 0 0 0 0,-1 0 0 0 0,0 0 0 0 0,1 0 0 0 0,-1 0 0 0 0,0 0 0 0 0,1 0 0 0 0,-1 0 0 0 0,0 0 0 0 0,1 0 0 0 0,-1 0 0 0 0,0 0 0 0 0,1 0 0 0 0,-1 0 0 0 0,0 0 0 0 0,1 0 0 0 0,-1 1 0 0 0,0-1 0 0 0,0 0 0 0 0,1 0 0 0 0,-1 0 0 0 0,0 1 1 0 0,0-1-1 0 0,1 0 0 0 0,-1 0 0 0 0,0 1 0 0 0,0-1 0 0 0,0 0 0 0 0,1 0 0 0 0,-1 1 0 0 0,0-1 0 0 0,2-8-2045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49.3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0 2336 0 0,'28'68'8933'0'0,"-10"9"-5832"0"0,-17-69-3195 0 0,0 1 0 0 0,0 0 0 0 0,-1-1 1 0 0,0 1-1 0 0,-1 0 0 0 0,0-1 0 0 0,0 1 1 0 0,-1-1-1 0 0,0 1 0 0 0,0-1 0 0 0,-1 1 0 0 0,0-1 1 0 0,-1 0-1 0 0,1 0 0 0 0,-8 9 0 0 0,11-16 60 0 0,-1 0-1 0 0,0 0 1 0 0,0 0-1 0 0,0 0 1 0 0,0 0-1 0 0,0 0 1 0 0,0 0-1 0 0,0 0 0 0 0,0 0 1 0 0,0 0-1 0 0,-1-1 1 0 0,1 1-1 0 0,0-1 1 0 0,0 1-1 0 0,-1-1 1 0 0,1 1-1 0 0,0-1 1 0 0,-1 1-1 0 0,1-1 0 0 0,0 0 1 0 0,-1 0-1 0 0,1 0 1 0 0,-1 0-1 0 0,-2 0 1 0 0,1-1-1 0 0,0 0 0 0 0,1 0 1 0 0,-1 0-1 0 0,0 0 1 0 0,0-1-1 0 0,1 1 0 0 0,-1-1 1 0 0,0 1-1 0 0,1-1 1 0 0,0 0-1 0 0,-4-3 0 0 0,3 1 6 0 0,-1 0-1 0 0,0 0 0 0 0,1 0 1 0 0,0 0-1 0 0,0 0 0 0 0,0-1 0 0 0,0 1 1 0 0,1-1-1 0 0,0 0 0 0 0,0 0 1 0 0,0 0-1 0 0,0 0 0 0 0,-1-8 0 0 0,4 12 52 0 0,-1 0 0 0 0,0 0-1 0 0,1 0 1 0 0,-1 0 0 0 0,1 0-1 0 0,-1 0 1 0 0,1 0 0 0 0,-1 0-1 0 0,1 1 1 0 0,0-1 0 0 0,-1 0-1 0 0,1 0 1 0 0,0 1 0 0 0,0-1-1 0 0,-1 0 1 0 0,1 1 0 0 0,0-1-1 0 0,0 1 1 0 0,0-1 0 0 0,0 1-1 0 0,0 0 1 0 0,0-1 0 0 0,0 1-1 0 0,0 0 1 0 0,0 0 0 0 0,0-1-1 0 0,1 1 1 0 0,36-5 794 0 0,-29 4-761 0 0,6 0-131 0 0,21-4-453 0 0,-19-6-4212 0 0,-14 8 2419 0 0,5 8-1110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49.7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50 4585 0 0,'0'1'196'0'0,"0"-1"0"0"0,1 1 0 0 0,-1-1 0 0 0,1 1 0 0 0,-1-1 0 0 0,1 0 0 0 0,-1 1 0 0 0,1-1 0 0 0,-1 0 0 0 0,1 1 0 0 0,0-1 0 0 0,-1 0 0 0 0,1 1-1 0 0,-1-1 1 0 0,1 0 0 0 0,0 0 0 0 0,-1 0 0 0 0,1 0 0 0 0,-1 1 0 0 0,1-1 0 0 0,0 0 0 0 0,-1 0 0 0 0,1 0 0 0 0,0 0 0 0 0,-1-1 0 0 0,1 1 0 0 0,1 0 0 0 0,25-3 203 0 0,-22 3 147 0 0,32-2 297 0 0,-26 2-771 0 0,0 0-1 0 0,1-1 0 0 0,-1 0 1 0 0,0 0-1 0 0,0-2 1 0 0,0 1-1 0 0,0-1 0 0 0,-1-1 1 0 0,1 0-1 0 0,12-6 0 0 0,-22 9-189 0 0,0 0-1 0 0,0 0 0 0 0,0 0 0 0 0,0 0 0 0 0,0 0 0 0 0,0 0 0 0 0,0-1 1 0 0,-1 1-1 0 0,1 0 0 0 0,0 0 0 0 0,-1-1 0 0 0,1 1 0 0 0,-1 0 0 0 0,1-1 1 0 0,-1-1-1 0 0,-3 21 73 0 0,1 5 59 0 0,2 1-1 0 0,0-1 1 0 0,1 0-1 0 0,2 0 1 0 0,0 0-1 0 0,2 0 0 0 0,0 0 1 0 0,14 35-1 0 0,-19-59-105 0 0,0 1 0 0 0,0 0 0 0 0,0 0-278 0 0,0 0 278 0 0,0 0 0 0 0,1 0 0 0 0,-1-1 0 0 0,0 1 0 0 0,0 0 0 0 0,0 0 0 0 0,0 0 0 0 0,0 0 0 0 0,1 0 0 0 0,-1 0 0 0 0,0 0 0 0 0,0 0 0 0 0,0 0 0 0 0,0 0 0 0 0,0 0 0 0 0,1 0 0 0 0,-1 0 0 0 0,0 0 0 0 0,0 0 0 0 0,0 0 0 0 0,0 0 0 0 0,0 0 0 0 0,1 0 0 0 0,-1 0 0 0 0,0 0 0 0 0,0 1 0 0 0,0-1 0 0 0,0 0 1 0 0,0 0-1 0 0,0 0 0 0 0,0 0 0 0 0,1 1-372 0 0,-1-1 372 0 0,0 0 0 0 0,0-18-2658 0 0,0 15 2085 0 0,3-7-1403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50.1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 1904 0 0,'55'-10'8504'0'0,"-47"7"-8120"0"0,1 1 0 0 0,-1 0 0 0 0,1 0 0 0 0,0 1 0 0 0,-1 0-1 0 0,1 1 1 0 0,0 0 0 0 0,16 2 0 0 0,-24-2-359 0 0,-1 0 0 0 0,1 1 0 0 0,0-1 0 0 0,-1 0 0 0 0,1 1 0 0 0,0-1 0 0 0,-1 0 0 0 0,1 1 0 0 0,-1-1 1 0 0,1 1-1 0 0,-1-1 0 0 0,1 1 0 0 0,-1-1 0 0 0,1 1 0 0 0,-1-1 0 0 0,1 1 0 0 0,-1 0 0 0 0,0-1 0 0 0,1 1 0 0 0,-1-1 0 0 0,0 1 0 0 0,0 0 0 0 0,1 0 0 0 0,-1-1 0 0 0,0 1 0 0 0,0 0 0 0 0,0-1 1 0 0,0 2-1 0 0,-5 25 159 0 0,-21 20-668 0 0,15-30 123 0 0,4-5 13 0 0,0-1-1 0 0,-1-1 1 0 0,0 1-1 0 0,0-1 1 0 0,-19 16 0 0 0,30-41-187 0 0,9-6 1031 0 0,-9 18-378 0 0,0-1 0 0 0,0 1 0 0 0,1 1-1 0 0,0-1 1 0 0,-1 0 0 0 0,1 1 0 0 0,0-1 0 0 0,0 1 0 0 0,0 0 0 0 0,0 1 0 0 0,1-1 0 0 0,-1 1-1 0 0,0 0 1 0 0,1 0 0 0 0,-1 0 0 0 0,1 0 0 0 0,-1 1 0 0 0,1 0 0 0 0,7 0 0 0 0,0 2-106 0 0,0 1 0 0 0,0 1 0 0 0,0 0 0 0 0,-1 0 0 0 0,19 10 1 0 0,-3-1-1172 0 0,-26-13 1045 0 0,-1 1-79 0 0,0-1 1 0 0,1 1 0 0 0,-1-1 0 0 0,1 1 0 0 0,-1-1-1 0 0,1 0 1 0 0,-1 1 0 0 0,1-1 0 0 0,-1 0 0 0 0,1 1-1 0 0,-1-1 1 0 0,1 0 0 0 0,-1 0 0 0 0,1 0 0 0 0,-1 1-1 0 0,1-1 1 0 0,0 0 0 0 0,-1 0 0 0 0,1 0-1 0 0,-1 0 1 0 0,1 0 0 0 0,0 0 0 0 0,-1 0 0 0 0,1 0-1 0 0,-1 0 1 0 0,1 0 0 0 0,-1 0 0 0 0,1-1 0 0 0,0 1-1 0 0,-1 0 1 0 0,1 0 0 0 0,-1-1 0 0 0,1 1 0 0 0,-1 0-1 0 0,1 0 1 0 0,-1-1 0 0 0,1 1 0 0 0,-1-1 0 0 0,1 1-1 0 0,-1 0 1 0 0,0-1 0 0 0,1 1 0 0 0,-1-1 0 0 0,0 1-1 0 0,1-1 1 0 0,-1 1 0 0 0,0-1 0 0 0,1 1 0 0 0,-1-2-1 0 0,0-5-2386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38:50.5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18 2361 0 0,'2'5'4672'0'0,"7"20"-2751"0"0,25 112 243 0 0,-9 2-4399 0 0,-25-120-489 0 0,-5-25-658 0 0,-5-34 893 0 0,-1-26 2832 0 0,0-8 2713 0 0,19 63 1058 0 0,20-13-3134 0 0,-14 11-603 0 0,-9 10-273 0 0,0-1 1 0 0,-1 0-1 0 0,0 0 0 0 0,0-1 0 0 0,0 1 1 0 0,-1-1-1 0 0,1 0 0 0 0,-1 0 1 0 0,0 0-1 0 0,0 0 0 0 0,-1-1 0 0 0,0 1 1 0 0,1-1-1 0 0,-2 0 0 0 0,1 1 1 0 0,-1-1-1 0 0,0 0 0 0 0,0 0 0 0 0,0-8 1 0 0,6 79 4223 0 0,1 3-3895 0 0,14 159-704 0 0,5-77-4123 0 0,-28-113-448 0 0,0-31 2569 0 0,3-2-824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0:14.54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1 212 696 0 0,'48'-22'1589'0'0,"-41"20"-1488"0"0,-1 0 1 0 0,1-1-1 0 0,0 0 1 0 0,-1 0-1 0 0,1-1 1 0 0,-1 0-1 0 0,8-6 1 0 0,-34-1 2278 0 0,18 10-1985 0 0,16 5-158 0 0,-11-3-217 0 0,7 0 116 0 0,-1 0-1 0 0,1-1 1 0 0,0 0-1 0 0,0 0 0 0 0,-1-1 1 0 0,1 0-1 0 0,0-1 1 0 0,-1 0-1 0 0,0 0 1 0 0,11-5-1 0 0,8 0 452 0 0,-9 4-324 0 0,-1 1 1 0 0,1 1 0 0 0,-1 1-1 0 0,1 1 1 0 0,-1 0-1 0 0,36 8 1 0 0,-24-4 336 0 0,46 2 1 0 0,-66-8-434 0 0,0 0 0 0 0,0-1-1 0 0,0 0 1 0 0,0-1 0 0 0,-1 1 0 0 0,11-6 0 0 0,-13 2 654 0 0,-6 7-820 0 0,-1-1-1 0 0,1 1 1 0 0,-1-1 0 0 0,0 1-1 0 0,1-1 1 0 0,-1 0-1 0 0,1 1 1 0 0,-1-1 0 0 0,1 0-1 0 0,-1 1 1 0 0,1-1 0 0 0,0 0-1 0 0,-1 0 1 0 0,1 0-1 0 0,-1 1 1 0 0,1-1 0 0 0,-1 0-1 0 0,1 0 1 0 0,0 0-1 0 0,-1 0 1 0 0,1 0 0 0 0,-1 0-1 0 0,1 0 1 0 0,0 0-1 0 0,-1 0 1 0 0,1 0 0 0 0,-1-1-1 0 0,1 1 1 0 0,0 0 0 0 0,0 0-1 0 0,23 0 12 0 0,34 1 154 0 0,-1-3 0 0 0,1-2 0 0 0,72-14 0 0 0,-97 13-88 0 0,-1 1-1 0 0,1 2 0 0 0,0 2 1 0 0,0 0-1 0 0,38 7 0 0 0,52 1-79 0 0,106 7 103 0 0,61-27 1150 0 0,-248 9-1179 0 0,168-7 507 0 0,-128 8-538 0 0,62 2-17 0 0,18-1 99 0 0,-3 0 34 0 0,-44 2-61 0 0,191-22-1 0 0,-305 20-94 0 0,326-22 231 0 0,24 4 127 0 0,2 0-412 0 0,-154 17 163 0 0,167 3-100 0 0,-32-2-98 0 0,-133-2 110 0 0,26-2 15 0 0,100 1-108 0 0,26 8 104 0 0,13 1-8 0 0,-124-7 142 0 0,0 1 10 0 0,219 0-128 0 0,70 6-124 0 0,-347-6 53 0 0,299 13-96 0 0,-309-4 145 0 0,57 5-29 0 0,-128-7 14 0 0,-70-6-516 0 0,-1 1 1 0 0,1 2-1 0 0,58 14 0 0 0,-70-12-3529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0:34.11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87 72 80 0 0,'-15'-19'2016'0'0,"13"17"-1771"0"0,0 1-1 0 0,0 0 0 0 0,0 0 1 0 0,-1 0-1 0 0,1 0 0 0 0,0 1 1 0 0,-1-1-1 0 0,1 1 0 0 0,0-1 1 0 0,-4 1-1 0 0,-11-3 426 0 0,-10-2 1210 0 0,48 10-1340 0 0,65 15 219 0 0,-53-11-596 0 0,0-2 0 0 0,1 0 1 0 0,59 2-1 0 0,167-24 609 0 0,-64 2-461 0 0,-125 10-143 0 0,240 2 697 0 0,-152 4-491 0 0,171-17-1 0 0,16-2 127 0 0,-140 14-372 0 0,155 2 156 0 0,-237 7-197 0 0,139-1 192 0 0,319-26 450 0 0,-484 19-683 0 0,253 5 195 0 0,221 8 165 0 0,-500-16-249 0 0,83-13 1 0 0,-101 8-42 0 0,0 3 1 0 0,1 2-1 0 0,82 5 1 0 0,111 7-22 0 0,-75-5-31 0 0,-87 2 51 0 0,177 4 234 0 0,-233-10-199 0 0,27 2-560 0 0,-18 8-7513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0:36.84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65 1 544 0 0,'-6'0'739'0'0,"-1"0"1"0"0,1 0-1 0 0,-1 0 0 0 0,1 1 0 0 0,0 0 1 0 0,-1 0-1 0 0,1 0 0 0 0,-8 4 1 0 0,39 28 4026 0 0,6-22-4382 0 0,0-3 1 0 0,1 0-1 0 0,0-2 0 0 0,61 3 1 0 0,-55-5-183 0 0,135 4 8 0 0,56 8 132 0 0,-182-12-92 0 0,1-2 0 0 0,-1-2 0 0 0,80-10 0 0 0,41-1 369 0 0,336 9-178 0 0,-283-17-339 0 0,-37 0-87 0 0,58 3 51 0 0,105-3 7 0 0,-88 25-148 0 0,122-3 119 0 0,-160-13-36 0 0,214-5-159 0 0,-150 28 157 0 0,58-1-102 0 0,396-29 72 0 0,-402 16-155 0 0,17 0 212 0 0,-166 9-110 0 0,4 0 28 0 0,-172-9 0 0 0,-5-1-7 0 0,1 1 0 0 0,0 1 0 0 0,0 0-1 0 0,0 1 1 0 0,-1 1 0 0 0,1 1 0 0 0,17 4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0:39.86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11 61 928 0 0,'-10'-7'2745'0'0,"10"7"-2654"0"0,0-1 0 0 0,0 1 1 0 0,0 0-1 0 0,0-1 1 0 0,0 0-1 0 0,16-4 3263 0 0,7-3-2421 0 0,-16 6-564 0 0,1 1-1 0 0,-1-1 1 0 0,1 1-1 0 0,0 1 0 0 0,-1 0 1 0 0,16 1-1 0 0,17-1-247 0 0,-1-4-106 0 0,-24 1 257 0 0,0 1 0 0 0,1 1-1 0 0,-1 1 1 0 0,0 0-1 0 0,0 1 1 0 0,26 5-1 0 0,-10 0-124 0 0,1-2 1 0 0,0-1-1 0 0,43-1 1 0 0,-34-2 68 0 0,54 8 0 0 0,-32-2 58 0 0,-1-2 1 0 0,113-9 0 0 0,-22-1-82 0 0,34 3-9 0 0,97 2-14 0 0,-152-1-148 0 0,49 2 161 0 0,-100 5-149 0 0,150-11 0 0 0,79-31 40 0 0,-294 35-73 0 0,29-2-18 0 0,0 3 0 0 0,86 7 1 0 0,-77-1-2 0 0,82-5 0 0 0,-92-2 36 0 0,1 1 0 0 0,0 3-1 0 0,-1 1 1 0 0,47 10-1 0 0,-36-6 8 0 0,1-3 0 0 0,106-6 0 0 0,14 0-49 0 0,-17 1 17 0 0,-98-2 44 0 0,85 9 0 0 0,215 13 234 0 0,-36-3-190 0 0,45 6 112 0 0,-349-21-193 0 0,322 14-69 0 0,-206-7 107 0 0,270 1 187 0 0,-110-14-201 0 0,-285 5-26 0 0,246-20 246 0 0,-211 18-99 0 0,-46 2-216 0 0,1 0 1 0 0,0 0 0 0 0,-1 0 0 0 0,1 0-1 0 0,0 0 1 0 0,-1 0 0 0 0,1 1 0 0 0,0-1-1 0 0,-1 0 1 0 0,1 1 0 0 0,0-1 0 0 0,-1 1-1 0 0,1 0 1 0 0,-1 0 0 0 0,1-1 0 0 0,-1 1-1 0 0,0 0 1 0 0,1 0 0 0 0,-1 0 0 0 0,0 1-1 0 0,0-1 1 0 0,1 0 0 0 0,1 3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0:58.94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97 0 8 0 0,'-30'16'25'0'0,"27"-14"240"0"0,0 0 0 0 0,0 0 0 0 0,0 0 0 0 0,-1 0 0 0 0,1-1 0 0 0,0 0 0 0 0,-1 1 1 0 0,0-1-1 0 0,1-1 0 0 0,-1 1 0 0 0,1 0 0 0 0,-1-1 0 0 0,0 0 0 0 0,1 0 0 0 0,-1 0 0 0 0,0 0 0 0 0,-4-1 0 0 0,36 6 3731 0 0,42 7-2166 0 0,-8-1-1268 0 0,-24-6 0 0 0,0-3 1 0 0,1-1 0 0 0,73-7 0 0 0,-55 2-256 0 0,-24 3 52 0 0,44 6 1 0 0,32-1 129 0 0,40-1 124 0 0,-5-1-395 0 0,47-8 643 0 0,178-12-219 0 0,-76 7 63 0 0,-80 3-398 0 0,-33 4-244 0 0,-143 1-52 0 0,77-5 182 0 0,128 6 0 0 0,-15 2-88 0 0,-93-3-59 0 0,275 19-52 0 0,-74 1 49 0 0,15-6-12 0 0,-207-8-52 0 0,104-3 27 0 0,41 0 77 0 0,1-1-65 0 0,-8 2-50 0 0,-108 3 15 0 0,231 11 121 0 0,-185-15-110 0 0,-101-1 76 0 0,41-1 256 0 0,241 7 12 0 0,-132-3-118 0 0,-51 21 102 0 0,-173-19-234 0 0,70-3 0 0 0,-68-3 20 0 0,64 7 0 0 0,190 8 76 0 0,-285-13-155 0 0,82-3 119 0 0,72 3 135 0 0,-133 1-241 0 0,60-6 1 0 0,-3 1 865 0 0,-93-1-1075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1:12.47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49 104 664 0 0,'-7'-15'2106'0'0,"7"12"-1923"0"0,-1 1 1 0 0,-1-1-1 0 0,1 1 0 0 0,0-1 1 0 0,0 1-1 0 0,-1 0 0 0 0,0 0 1 0 0,1 0-1 0 0,-1 0 0 0 0,0 0 1 0 0,0 0-1 0 0,0 0 0 0 0,0 0 1 0 0,0 1-1 0 0,0-1 0 0 0,-3-1 1 0 0,4 3-116 0 0,0 0 0 0 0,1 0 1 0 0,-1-1-1 0 0,1 1 0 0 0,-1 0 0 0 0,0-1 1 0 0,1 1-1 0 0,-1 0 0 0 0,1-1 1 0 0,-1 1-1 0 0,1-1 0 0 0,-1 1 1 0 0,1-1-1 0 0,-1 1 0 0 0,1-1 1 0 0,0 1-1 0 0,-1-1 0 0 0,1 1 1 0 0,0-1-1 0 0,-1 0 0 0 0,1 1 1 0 0,0-1-1 0 0,0 1 0 0 0,0-1 1 0 0,0 0-1 0 0,-1 1 0 0 0,1-1 0 0 0,0 0 1 0 0,0 1-1 0 0,0-2 0 0 0,1 2-33 0 0,-1-1-1 0 0,1 1 1 0 0,0-1-1 0 0,-1 1 0 0 0,1 0 1 0 0,-1-1-1 0 0,1 1 1 0 0,0 0-1 0 0,-1-1 0 0 0,1 1 1 0 0,0 0-1 0 0,-1 0 0 0 0,1 0 1 0 0,0 0-1 0 0,0 0 1 0 0,-1 0-1 0 0,1 0 0 0 0,0 0 1 0 0,-1 0-1 0 0,1 0 1 0 0,0 0-1 0 0,0 0 0 0 0,-1 0 1 0 0,1 0-1 0 0,0 1 0 0 0,-1-1 1 0 0,2 1-1 0 0,19 2 177 0 0,-1 0 0 0 0,1-1 0 0 0,0-1 0 0 0,0-1 0 0 0,1-1 0 0 0,-1-1 0 0 0,39-9-1 0 0,-26 6 330 0 0,56-3 1 0 0,13 0-451 0 0,-79 4 87 0 0,1 2 0 0 0,0 0 0 0 0,46 4 0 0 0,170 12 600 0 0,-42-6-492 0 0,152 4 346 0 0,-89-8 85 0 0,-26-13-367 0 0,-50-1-110 0 0,110 25-199 0 0,-177-9 38 0 0,124-11-1 0 0,-38-1 35 0 0,-165 6-84 0 0,91-1 351 0 0,170 22-1 0 0,-256-17-276 0 0,85-3-1 0 0,-86-2-67 0 0,0 1 0 0 0,47 7-1 0 0,-13 1 7 0 0,137-5-1 0 0,-40-2 70 0 0,267 11-1 0 0,40-1-146 0 0,-315-12 66 0 0,160 2-94 0 0,-93 2 32 0 0,75 3 86 0 0,413 13-52 0 0,-211-32-7 0 0,-343 7-92 0 0,-36 4 159 0 0,135-10 7 0 0,18-1-51 0 0,-11 2-5 0 0,27-5 114 0 0,-67 7-41 0 0,159-5 97 0 0,74 27-158 0 0,-272-7 66 0 0,76-2 63 0 0,-177-8-53 0 0,35-3 101 0 0,180 13 0 0 0,-249-8 81 0 0,-38-4-3481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4:19.13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70 203 488 0 0,'-11'-5'757'0'0,"9"4"-623"0"0,0 1-1 0 0,0-1 1 0 0,0 0 0 0 0,0 0 0 0 0,0 0-1 0 0,0 0 1 0 0,1 0 0 0 0,-1-1 0 0 0,0 1 0 0 0,1 0-1 0 0,-1-1 1 0 0,1 1 0 0 0,-1-1 0 0 0,1 0 0 0 0,0 1-1 0 0,0-1 1 0 0,-1 0 0 0 0,1 0 0 0 0,1 0-1 0 0,-3-4 1 0 0,3 6-71 0 0,0-1-1 0 0,-1 0 1 0 0,1 0 0 0 0,-1 1-1 0 0,1-1 1 0 0,0 0 0 0 0,-1 1-1 0 0,0-1 1 0 0,1 0-1 0 0,-1 1 1 0 0,1-1 0 0 0,-1 1-1 0 0,0-1 1 0 0,1 1 0 0 0,-1-1-1 0 0,0 1 1 0 0,0-1 0 0 0,1 1-1 0 0,-1 0 1 0 0,0-1-1 0 0,0 1 1 0 0,0 0 0 0 0,1 0-1 0 0,-1 0 1 0 0,0 0 0 0 0,0 0-1 0 0,0 0 1 0 0,0 0-1 0 0,0 0 1 0 0,0 0 0 0 0,-2 1 528 0 0,18-5-502 0 0,99-38 315 0 0,-73 25-61 0 0,58-16 0 0 0,-19 7 527 0 0,-67 20-781 0 0,1 0-1 0 0,0 2 0 0 0,1 0 0 0 0,-1 0 0 0 0,1 1 0 0 0,0 1 1 0 0,0 1-1 0 0,29 0 0 0 0,51 6 470 0 0,-57-4-286 0 0,0 2-1 0 0,0 1 1 0 0,44 11-1 0 0,-59-10-152 0 0,0-2 0 0 0,1 0 0 0 0,-1-2 1 0 0,1 0-1 0 0,36-4 0 0 0,16 0 359 0 0,-66 4-460 0 0,0 0 0 0 0,0 0 0 0 0,-1 1 0 0 0,16 6 0 0 0,-15-5-4 0 0,0 0 0 0 0,0-1 0 0 0,0 0 0 0 0,18 1 0 0 0,89-11 70 0 0,-84 4-34 0 0,1 1 0 0 0,66 4 0 0 0,2 3 30 0 0,47-18 77 0 0,-51 4 132 0 0,-82 10-216 0 0,0 0 0 0 0,29 5 0 0 0,28-1-53 0 0,-32-6 2 0 0,-1 1 0 0 0,0 3 0 0 0,45 6 0 0 0,-2 0 110 0 0,0-4 0 0 0,143-10 1 0 0,-130 1-42 0 0,329 13 490 0 0,-371-5-454 0 0,-18 0 141 0 0,63 15 1 0 0,-66-12-191 0 0,5 0-33 0 0,0-3 0 0 0,69-2 0 0 0,1 0 153 0 0,13 0-169 0 0,-89-3 1 0 0,0 2 0 0 0,0 1-1 0 0,0 2 1 0 0,0 1 0 0 0,51 13 0 0 0,-43-8-2 0 0,1-1-1 0 0,1-2 1 0 0,-1-2-1 0 0,47-1 1 0 0,27 3 2 0 0,-46-3-31 0 0,-1-3 0 0 0,1-4 0 0 0,70-12 0 0 0,-69 8 1 0 0,57-3 54 0 0,159 7 0 0 0,126 28 67 0 0,-388-23-121 0 0,340 13 129 0 0,-175-9-81 0 0,81 7-54 0 0,-189-5 62 0 0,104-6 1 0 0,-118-3-34 0 0,1 3 0 0 0,118 16 0 0 0,-95-2-62 0 0,1-4 1 0 0,133-2 0 0 0,43 2 114 0 0,103-3-95 0 0,237-54 131 0 0,-450 29-114 0 0,67-1-46 0 0,63 12 104 0 0,126 2-94 0 0,-160 5-53 0 0,131 7 149 0 0,-264-3-97 0 0,169-16 0 0 0,-169 4 25 0 0,234-4 115 0 0,107-6-255 0 0,-130 18 196 0 0,-34 3-43 0 0,-174-11-86 0 0,312-11 154 0 0,56 10-142 0 0,-235 1 177 0 0,77 0 24 0 0,51 4-112 0 0,-118-2 68 0 0,259 12-27 0 0,304-4-12 0 0,-113-21 127 0 0,144 14 6 0 0,-632-2-89 0 0,-149 1-30 0 0,122 8 1 0 0,91 28 135 0 0,-318-34-1587 0 0,-71-16-9939 0 0,60 10 7511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4:29.694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12 21 2849 196355 57945,'-1'-1'1088'0'0,"0"-2"-192"0"0,-2-1 40 0 0,1 0 0 0 0,0 0-95 0 0,1 1-113 0 0,0 1-112 0 0,1 2-8 0 0,0 2-32 0 0,0 1 40 0 0,0 1 16 0 0,1 2-15 0 0,0 1 7 0 0,0 0-32 0 0,1 0-32 0 0,1 0 32 0 0,1 0-16 0 0,1 0-48 0 0,1 1-64 0 0,3 0-104 0 0,2 2-95 0 0,4 3-105 0 0,5 3-40 0 0,4 6-24 0 0,6 7-32 0 0,5 8 8 0 0,6 8-40 0 0,5 10 16 0 0,3 7 0 0 0,4 6 8 0 0,1 5 64 0 0,1 1 8 0 0,-3 0 48-1588 199,-1-3 0 1588-199,-3-4 0 0 0,-4-6-24 0 0,-3-5-16 0 0,-3-7-56 0 0,-4-6-8 0 0,-4-6-24 0 0,-4-4 0 0 0,-3-4-8 0 0,-2-3-80 0 0,-3-2-80 0 0,-2-2-80 0 0,-2-2-136-1602 178,-2-2-112 1602-178,-2 0-208 0 0,-1-2-305 516 959,-2-3-415-516-959,-2-1-400 0 0,-2-3-209 0 0,-2-4-135 0 0,-1-5 151 0 0,-1-5 265 0 0,-2-7 136-3364 313,-2-9-177 3364-313,-1-8 329 0 0,0 0 1288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4:30.204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1016 0 2673 197268 61917,'0'0'1296'0'0,"-1"0"-152"0"0,1 1-16 0 0,-1 0-71 0 0,-1 1-185 0 0,-1 1-176 0 0,-2 1-112 0 0,-1 1-40 0 0,-1 2-8 0 0,-2 1 72 0 0,0 1 17 0 0,-2 0 55 0 0,0 1-40 0 0,-2 1-80 0 0,0 0-48 0 0,-1 1-56 0 0,0 3-56 0 0,-2 1-8 0 0,0 2-64 0 0,-2 3-32 0 0,-2 3-64 0 0,-2 4-63 0 0,-2 3-17 0 0,-3 5-48 0 0,-3 3-8 0 0,-3 4-16 0 0,-3 3-8-1848 224,-1 3 8 1848-224,-1 3-32 0 0,-1 2 56 0 0,1 0 0 0 0,0 2-8 0 0,2-2 16 0 0,1 0-32 0 0,1-1-16 0 0,1-2-16 0 0,2 0-24 0 0,1-3 16 0 0,3-2 0 0 0,2-2-8 0 0,1-4 16 0 0,3-2-24 0 0,2-2 0 0 0,2-2-8 0 0,0-2 16 0 0,2-2-24 0 0,1-3 32-614-950,2-3-32 614 950,0-3 32 0 0,2-3-80-3624 351,1-3-48 3624-351,0-2-176 0 0,2-3-200 0 0,1-3-160 0 0,1-3-209 0 0,1-2-239 0 0,1-2-368 0 0,1-2-465 0 0,1-2-567 0 0,-1-3-393 0 0,1-3 297 0 0,-1-2-265 0 0,1 1 2257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5:33.95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91 39 448 0 0,'-14'-17'861'0'0,"13"16"-704"0"0,1-1 1 0 0,-1 1 0 0 0,0 0 0 0 0,0-1 0 0 0,0 1 0 0 0,0 0-1 0 0,0 0 1 0 0,0 0 0 0 0,0 0 0 0 0,0 0 0 0 0,0 0 0 0 0,-1 0-1 0 0,1 0 1 0 0,0 0 0 0 0,0 1 0 0 0,-1-1 0 0 0,1 0 0 0 0,-1 1-1 0 0,1-1 1 0 0,-1 1 0 0 0,1-1 0 0 0,-1 1 0 0 0,1 0 0 0 0,-1 0-1 0 0,1 0 1 0 0,-1 0 0 0 0,1 0 0 0 0,-1 0 0 0 0,1 0 0 0 0,-1 0-1 0 0,1 1 1 0 0,-1-1 0 0 0,1 0 0 0 0,-1 1 0 0 0,1-1 0 0 0,0 1-1 0 0,-1 0 1 0 0,1 0 0 0 0,0-1 0 0 0,-1 1 0 0 0,1 0 0 0 0,0 0-1 0 0,0 0 1 0 0,-1 1 0 0 0,1-2-69 0 0,0 1-1 0 0,0-1 1 0 0,0 0 0 0 0,0 1-1 0 0,0-1 1 0 0,0 0-1 0 0,1 1 1 0 0,-1-1 0 0 0,0 1-1 0 0,0-1 1 0 0,1 1-1 0 0,-1 0 1 0 0,0-1 0 0 0,1 1-1 0 0,-1 0 1 0 0,0-1-1 0 0,1 1 1 0 0,-1 0 0 0 0,1 0-1 0 0,-1-1 1 0 0,1 1 0 0 0,0 0-1 0 0,-1 0 1 0 0,1 0-1 0 0,0 0 1 0 0,0 0 0 0 0,-1 0-1 0 0,1-1 1 0 0,0 1-1 0 0,0 2 1 0 0,2-2 82 0 0,-1 0 0 0 0,1 0 1 0 0,0-1-1 0 0,-1 1 0 0 0,1 0 0 0 0,0-1 0 0 0,0 1 0 0 0,0-1 1 0 0,-1 1-1 0 0,1-1 0 0 0,0 0 0 0 0,0 0 0 0 0,0 0 0 0 0,3-1 1 0 0,114-3 2303 0 0,-112 4-2381 0 0,0 1 1 0 0,0 0-1 0 0,0 0 0 0 0,0 0 1 0 0,0 1-1 0 0,0 0 0 0 0,0 1 1 0 0,0-1-1 0 0,0 1 1 0 0,-1 1-1 0 0,0-1 0 0 0,0 1 1 0 0,10 7-1 0 0,-9-6 2 0 0,1 0-1 0 0,-1 0 0 0 0,1-1 1 0 0,0 0-1 0 0,0 0 1 0 0,1-1-1 0 0,-1 0 1 0 0,18 3-1 0 0,-3-2 362 0 0,44 11 0 0 0,-37-7-197 0 0,1-2-174 0 0,0-1 0 0 0,0-1 0 0 0,56-2 0 0 0,-77-1-585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5:51.94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113 26 760 0 0,'-8'0'877'0'0,"0"1"1"0"0,0 0-1 0 0,-1 1 0 0 0,2 0 1 0 0,-17 5-1 0 0,21-6-623 0 0,0 1-1 0 0,0-1 0 0 0,0 0 1 0 0,0 1-1 0 0,0 0 1 0 0,0-1-1 0 0,0 1 1 0 0,0 1-1 0 0,1-1 1 0 0,-1 0-1 0 0,1 0 1 0 0,-1 1-1 0 0,1 0 1 0 0,0-1-1 0 0,0 1 0 0 0,-3 6 1 0 0,6-7-146 0 0,0-1 1 0 0,0 1-1 0 0,0-1 0 0 0,0 1 1 0 0,0-1-1 0 0,0 0 0 0 0,1 1 1 0 0,-1-1-1 0 0,0 0 1 0 0,1 0-1 0 0,-1 0 0 0 0,1 0 1 0 0,-1 0-1 0 0,1 0 0 0 0,0 0 1 0 0,2 1-1 0 0,32 15 474 0 0,-27-15-545 0 0,0-1-1 0 0,0 0 1 0 0,0 0-1 0 0,0-1 1 0 0,0 0-1 0 0,-1-1 1 0 0,1 0-1 0 0,0 0 1 0 0,0-1-1 0 0,-1 0 1 0 0,1-1-1 0 0,9-4 1 0 0,-7 4 102 0 0,-1-1 0 0 0,0 2 0 0 0,1-1 1 0 0,0 1-1 0 0,0 1 0 0 0,0 0 0 0 0,20 1 1 0 0,30-2-58 0 0,-51 1-67 0 0,-1 0-1 0 0,1 1 1 0 0,-1-1 0 0 0,1 2 0 0 0,10 1-1 0 0,-1 0 64 0 0,-1-1 0 0 0,1 0 0 0 0,28-3 0 0 0,0 0 75 0 0,84-17-64 0 0,-125 18-786 0 0,-1-1 0 0 0,0 0 0 0 0,-1 0 0 0 0,1 0 0 0 0,0 0 1 0 0,-1-1-1 0 0,1 0 0 0 0,-1 0 0 0 0,0 0 0 0 0,0 0 0 0 0,0-1 0 0 0,0 0 0 0 0,0 1 0 0 0,5-9 1 0 0,-7 10 276 0 0,13-16-2769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5:55.01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37 14 2216 0 0,'-1'1'56'0'0,"-1"-1"0"0"0,1 0 0 0 0,0 0 0 0 0,-1 0 0 0 0,1 0 0 0 0,0 0 0 0 0,-1 0-1 0 0,1 0 1 0 0,0 0 0 0 0,0-1 0 0 0,-1 1 0 0 0,1 0 0 0 0,0-1 0 0 0,0 1 0 0 0,-1-1-1 0 0,1 1 1 0 0,0-1 0 0 0,0 0 0 0 0,0 0 0 0 0,0 1 0 0 0,0-1 0 0 0,0 0-1 0 0,0 0 1 0 0,0 0 0 0 0,0 0 0 0 0,0 0 0 0 0,0-2 307 0 0,-2 35 4462 0 0,11-29-4714 0 0,0 0 0 0 0,0-1 0 0 0,1 0 1 0 0,-1 0-1 0 0,0-1 0 0 0,1 0 1 0 0,-1-1-1 0 0,1 0 0 0 0,15-1 1 0 0,13 1 166 0 0,31 4 105 0 0,0-2 0 0 0,0-4 0 0 0,101-15 0 0 0,93-11 681 0 0,-210 28-715 0 0,78 9 1 0 0,-74-3-129 0 0,-9-4-129 0 0,50-4-1 0 0,-57 0 3 0 0,0 2 0 0 0,48 5-1 0 0,-71 1 243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5:56.01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53 648 0 0,'0'-1'126'0'0,"0"0"0"0"0,0 0 0 0 0,1 0 0 0 0,-1 0 0 0 0,1 0 0 0 0,-1 0 0 0 0,1 0-1 0 0,-1 0 1 0 0,1 1 0 0 0,-1-1 0 0 0,1 0 0 0 0,0 0 0 0 0,0 0 0 0 0,-1 1 0 0 0,1-1 0 0 0,0 1 0 0 0,0-1 0 0 0,0 0-1 0 0,0 1 1 0 0,0-1 0 0 0,-1 1 0 0 0,1 0 0 0 0,0-1 0 0 0,0 1 0 0 0,0 0 0 0 0,0-1 0 0 0,0 1 0 0 0,0 0 0 0 0,2 0-1 0 0,-1 0 207 0 0,0-1-1 0 0,0 1 1 0 0,0 0-1 0 0,0 0 1 0 0,0 0-1 0 0,0 0 1 0 0,0 0-1 0 0,1 0 1 0 0,-1 1-1 0 0,0-1 1 0 0,0 1-1 0 0,0-1 0 0 0,2 2 1 0 0,2 1-154 0 0,0-1 0 0 0,0 1 1 0 0,0-1-1 0 0,0 0 0 0 0,1-1 0 0 0,-1 1 1 0 0,1-1-1 0 0,9 0 0 0 0,18 4 56 0 0,-6 3 7 0 0,-1-2 0 0 0,1-1 0 0 0,0-1 0 0 0,0-1 1 0 0,0-1-1 0 0,49-4 0 0 0,86-7 397 0 0,-86 7-326 0 0,98-16 0 0 0,-146 15-226 0 0,1 1 0 0 0,-1 2 0 0 0,1 0 1 0 0,41 7-1 0 0,-39-3-53 0 0,0-1 1 0 0,1-2 0 0 0,47-4-1 0 0,-46-2 125 0 0,0 2 1 0 0,0 2-1 0 0,1 1 0 0 0,-1 1 1 0 0,0 2-1 0 0,63 14 0 0 0,-94-16-245 0 0,1-1 0 0 0,0 1-1 0 0,-1-1 1 0 0,1 0 0 0 0,0 0-1 0 0,-1 0 1 0 0,1 0-1 0 0,0 0 1 0 0,-1-1 0 0 0,1 0-1 0 0,0 0 1 0 0,-1 0 0 0 0,4-2-1 0 0,-4 2-330 0 0,-1 0-1 0 0,1-1 0 0 0,-1 1 1 0 0,1-1-1 0 0,-1 1 0 0 0,0-1 1 0 0,0 0-1 0 0,0 0 1 0 0,0 0-1 0 0,0 0 0 0 0,3-4 1 0 0,-5 5 240 0 0,0 0 0 0 0,0 0 0 0 0,1 0 1 0 0,-1 0-1 0 0,0 0 0 0 0,0 0 0 0 0,0 0 1 0 0,0 0-1 0 0,0 0 0 0 0,0 0 0 0 0,0 0 1 0 0,-1 0-1 0 0,1 0 0 0 0,0 0 0 0 0,0 0 1 0 0,-1 0-1 0 0,1 1 0 0 0,-1-1 0 0 0,1 0 1 0 0,-1 0-1 0 0,1 0 0 0 0,-3-2-178 0 0,0-1-630 0 0,-4-13-2266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5:57.33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15 384 0 0,'0'-1'71'0'0,"0"0"-1"0"0,1 0 1 0 0,-1 0 0 0 0,0 1 0 0 0,1-1-1 0 0,-1 0 1 0 0,1 0 0 0 0,-1 1-1 0 0,1-1 1 0 0,-1 0 0 0 0,1 0 0 0 0,0 1-1 0 0,-1-1 1 0 0,1 1 0 0 0,0-1-1 0 0,-1 1 1 0 0,1-1 0 0 0,9 0 1967 0 0,-18 12-253 0 0,19-6-927 0 0,0-1 0 0 0,0 0 0 0 0,1 0-1 0 0,-1-1 1 0 0,20 2 0 0 0,5 4 112 0 0,-17-5-841 0 0,0-2-1 0 0,0 0 0 0 0,0-1 1 0 0,0-1-1 0 0,0-1 0 0 0,36-6 1 0 0,-28 3 238 0 0,0 2 0 0 0,39 1 1 0 0,-62 1-355 0 0,55 5 291 0 0,113-7 1 0 0,147-22 1405 0 0,-66 25-990 0 0,-211-3-367 0 0,-1 2 0 0 0,83 11 0 0 0,-107-9-848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34.1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286 1125 1768 0 0,'-3'6'936'0'0,"0"0"-1"0"0,1 0 1 0 0,0 0-1 0 0,0 0 1 0 0,-2 12-1 0 0,2 2 3973 0 0,-38-33-1489 0 0,17 7-3266 0 0,12 1-99 0 0,0-1 0 0 0,0 0 0 0 0,0 0 0 0 0,1-1 0 0 0,0-1 0 0 0,0 1 1 0 0,1-2-1 0 0,0 1 0 0 0,0-1 0 0 0,1-1 0 0 0,0 0 0 0 0,1 0 0 0 0,0 0 0 0 0,1-1 1 0 0,-6-13-1 0 0,2 4-58 0 0,1-1 0 0 0,1 0 0 0 0,1-1-1 0 0,1 1 1 0 0,1-1 0 0 0,1-1 0 0 0,-2-34 0 0 0,6 31 22 0 0,0-1 0 0 0,7-45 1 0 0,-6 63-26 0 0,0 1 0 0 0,1 0 1 0 0,0-1-1 0 0,1 1 1 0 0,0 0-1 0 0,0 0 1 0 0,1 1-1 0 0,-1-1 1 0 0,2 1-1 0 0,-1 0 1 0 0,1 0-1 0 0,9-11 1 0 0,-8 14-9 0 0,0 1 1 0 0,0-1-1 0 0,0 1 1 0 0,0 0 0 0 0,0 0-1 0 0,1 1 1 0 0,-1 0 0 0 0,1 0-1 0 0,0 0 1 0 0,-1 1-1 0 0,1 0 1 0 0,0 0 0 0 0,0 1-1 0 0,0 0 1 0 0,9 1-1 0 0,-4 0 23 0 0,-1 0-1 0 0,1 1 1 0 0,-1 0-1 0 0,0 1 0 0 0,0 0 1 0 0,0 0-1 0 0,0 2 0 0 0,15 7 1 0 0,-25-12 2 0 0,0 1 1 0 0,0-1 0 0 0,0 1 0 0 0,0 0 0 0 0,0-1-1 0 0,0 1 1 0 0,-1 0 0 0 0,1 0 0 0 0,0-1 0 0 0,0 1 0 0 0,-1 0-1 0 0,1 0 1 0 0,0 0 0 0 0,-1 0 0 0 0,1 0 0 0 0,-1 0-1 0 0,1 0 1 0 0,-1 0 0 0 0,0 0 0 0 0,1 0 0 0 0,-1 0 0 0 0,0 0-1 0 0,0 1 1 0 0,1-1 0 0 0,-1 0 0 0 0,0 0 0 0 0,-1 1-1 0 0,1 1 6 0 0,-1-1 0 0 0,0 0-1 0 0,0 0 1 0 0,0 1 0 0 0,0-1-1 0 0,0 0 1 0 0,0 0 0 0 0,-1 0-1 0 0,1 0 1 0 0,-1-1 0 0 0,1 1-1 0 0,-4 2 1 0 0,1 0-10 0 0,-1 0 1 0 0,0 0-1 0 0,-1 0 1 0 0,1-1-1 0 0,-1 1 1 0 0,1-2-1 0 0,-1 1 0 0 0,0 0 1 0 0,-7 1-1 0 0,8-3-12 0 0,0-1-1 0 0,0 1 0 0 0,0-1 1 0 0,0 0-1 0 0,0-1 0 0 0,1 1 0 0 0,-1-1 1 0 0,0 0-1 0 0,0 0 0 0 0,1 0 1 0 0,-1-1-1 0 0,1 0 0 0 0,-1 0 1 0 0,1 0-1 0 0,-1 0 0 0 0,1-1 0 0 0,-6-4 1 0 0,5 2-1 0 0,-1-1 1 0 0,0 1-1 0 0,1-2 1 0 0,0 1-1 0 0,1 0 1 0 0,0-1 0 0 0,-1 0-1 0 0,2 0 1 0 0,-6-14-1 0 0,2-1 10 0 0,1 0-1 0 0,1 0 1 0 0,0-1 0 0 0,2 1-1 0 0,1-1 1 0 0,1-37 0 0 0,2 45 0 0 0,0-1 1 0 0,1 0-1 0 0,1 1 0 0 0,0 0 1 0 0,2 0-1 0 0,-1 0 1 0 0,2 0-1 0 0,0 1 1 0 0,12-23-1 0 0,-13 30 0 0 0,0-1 0 0 0,0 0 0 0 0,1 1 0 0 0,0 0 0 0 0,1 1 0 0 0,-1-1 0 0 0,1 1 0 0 0,0 0 0 0 0,1 1 0 0 0,-1 0 0 0 0,1 0 0 0 0,0 1 0 0 0,1 0 0 0 0,-1 0 0 0 0,1 1 0 0 0,-1 0 0 0 0,17-4 0 0 0,25 10 158 0 0,-50-3-118 0 0,-3-3 12 0 0,-1 0 0 0 0,0 0 0 0 0,0 1 0 0 0,0-1 0 0 0,0 1 1 0 0,0 0-1 0 0,-1 0 0 0 0,1 0 0 0 0,0 1 0 0 0,-6-2 0 0 0,-163-61 102 0 0,205 65-93 0 0,-1-1 1 0 0,48-8-1 0 0,84-4 1227 0 0,-162 12-1261 0 0,0 1 1 0 0,0-1-1 0 0,-1 0 0 0 0,1 1 1 0 0,0-1-1 0 0,-1 1 0 0 0,1-1 1 0 0,0 1-1 0 0,-1-1 1 0 0,1 1-1 0 0,0-1 0 0 0,-1 1 1 0 0,1 0-1 0 0,-1-1 0 0 0,1 1 1 0 0,-1 0-1 0 0,0 0 0 0 0,1-1 1 0 0,-1 1-1 0 0,0 0 1 0 0,1 0-1 0 0,-1 0 0 0 0,0-1 1 0 0,0 1-1 0 0,0 0 0 0 0,0 0 1 0 0,0 0-1 0 0,0 0 1 0 0,0-1-1 0 0,0 1 0 0 0,0 0 1 0 0,0 0-1 0 0,0 0 0 0 0,0-1 1 0 0,-1 1-1 0 0,1 0 1 0 0,0 0-1 0 0,-1 0 0 0 0,0 1 1 0 0,-13 45 245 0 0,10-36-243 0 0,0 3-400 0 0,-22 77-1584 0 0,18-61-2140 0 0,1 1-3750 0 0,7-25 3036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35.2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119 2 1080 0 0,'-14'9'11148'0'0,"0"13"-7376"0"0,-8 26-3822 0 0,20-43 550 0 0,-7 17-488 0 0,-32 86-452 0 0,27-35-2603 0 0,13-73 2917 0 0,1 1 1 0 0,0-1 0 0 0,0 0-1 0 0,0 0 1 0 0,-1 1 0 0 0,1-1-1 0 0,0 0 1 0 0,0 1 0 0 0,0-1-1 0 0,0 0 1 0 0,0 1-1 0 0,0-1 1 0 0,0 0 0 0 0,0 1-1 0 0,0-1 1 0 0,0 0 0 0 0,0 1-1 0 0,0-1 1 0 0,0 0 0 0 0,0 1-1 0 0,0-1 1 0 0,0 1-1 0 0,0-1 1 0 0,0 0 0 0 0,0 0-1 0 0,1 1 1 0 0,-1-1 0 0 0,0 0-1 0 0,0 1 1 0 0,0-1 0 0 0,0 0-1 0 0,1 1 1 0 0,-1-1-1 0 0,0 0 1 0 0,0 0 0 0 0,1 0-1 0 0,-1 1 1 0 0,0-1 0 0 0,1 0-1 0 0,8-14-2631 0 0,8-26 996 0 0,-11 11 1584 0 0,0 0 1 0 0,1-39-1 0 0,-4 36 1706 0 0,10-48-1 0 0,-13 79-1433 0 0,0 1-1 0 0,0 0 0 0 0,0-1 1 0 0,0 1-1 0 0,0 0 1 0 0,0-1-1 0 0,0 1 0 0 0,0 0 1 0 0,0-1-1 0 0,0 1 0 0 0,0 0 1 0 0,1-1-1 0 0,-1 1 1 0 0,0 0-1 0 0,0 0 0 0 0,0-1 1 0 0,0 1-1 0 0,1 0 1 0 0,-1 0-1 0 0,0-1 0 0 0,0 1 1 0 0,1 0-1 0 0,-1 0 0 0 0,0-1 1 0 0,0 1-1 0 0,1 0 1 0 0,-1 0-1 0 0,0 0 0 0 0,1 0 1 0 0,-1 0-1 0 0,0-1 0 0 0,1 1 1 0 0,-1 0-1 0 0,0 0 1 0 0,1 0-1 0 0,-1 0 0 0 0,0 0 1 0 0,1 0-1 0 0,-1 0 1 0 0,13 12 2052 0 0,14 35-592 0 0,-17-30-1027 0 0,11 13-57 0 0,45 49 0 0 0,0-16-2887 0 0,-65-63 2270 0 0,-1 1 0 0 0,0-1 0 0 0,0 1-1 0 0,0-1 1 0 0,1 0 0 0 0,-1 1 0 0 0,0-1-1 0 0,1 0 1 0 0,-1 0 0 0 0,0 1 0 0 0,1-1-1 0 0,-1 0 1 0 0,0 0 0 0 0,1 1 0 0 0,-1-1-1 0 0,0 0 1 0 0,1 0 0 0 0,-1 0 0 0 0,1 0-1 0 0,-1 0 1 0 0,0 0 0 0 0,1 1 0 0 0,-1-1-1 0 0,1 0 1 0 0,-1 0 0 0 0,0 0 0 0 0,1 0-1 0 0,-1 0 1 0 0,1-1 0 0 0,-1 1 0 0 0,1 0-1 0 0,-1 0 1 0 0,0 0 0 0 0,1 0 0 0 0,0-1-1 0 0,-1-11-4519 0 0,2 6 2524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35.6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0 122 1592 0 0,'33'8'6571'0'0,"6"-10"-3840"0"0,38-19-1924 0 0,-49 12 183 0 0,82-25 597 0 0,-61 17-1073 0 0,1 2 0 0 0,96-15-1 0 0,-145 30-535 0 0,-1 0 0 0 0,0 0 0 0 0,1-1 1 0 0,-1 1-1 0 0,0 0 0 0 0,1 0 0 0 0,-1 0 0 0 0,1 0 0 0 0,-1 0 0 0 0,0 0 0 0 0,1 0 0 0 0,-1 0 0 0 0,1 0 0 0 0,-1 0 0 0 0,0 0 0 0 0,1 0 0 0 0,-1 0 0 0 0,1 0 0 0 0,-1 0 0 0 0,0 0 0 0 0,1 1 0 0 0,-1-1 0 0 0,0 0 0 0 0,1 0 0 0 0,-1 0 0 0 0,0 1 0 0 0,1-1 0 0 0,-1 0 0 0 0,0 0 1 0 0,1 1-1 0 0,-1-1 0 0 0,0 0 0 0 0,1 1 0 0 0,-11 9-519 0 0,-22 8 193 0 0,-12-7 332 0 0,34-10 50 0 0,1 2 1 0 0,-1-1-1 0 0,0 1 0 0 0,1 0 1 0 0,-11 6-1 0 0,17-7-22 0 0,0 0 0 0 0,0 0 0 0 0,0 0 0 0 0,1 0-1 0 0,-1 1 1 0 0,1-1 0 0 0,-1 1 0 0 0,1 0 0 0 0,0 0 0 0 0,0 0-1 0 0,0 0 1 0 0,0 0 0 0 0,1 0 0 0 0,-1 0 0 0 0,1 1 0 0 0,0-1-1 0 0,0 0 1 0 0,-1 7 0 0 0,-1 7-172 0 0,1 0-1 0 0,0 0 1 0 0,1 0-1 0 0,1 0 1 0 0,1 1-1 0 0,1-1 1 0 0,0 0-1 0 0,7 27 1 0 0,3-29-3439 0 0,-12-15 3487 0 0,0 1 0 0 0,0-1 0 0 0,1 0 0 0 0,-1 0 1 0 0,0 0-1 0 0,0 0 0 0 0,0 0 0 0 0,1 1 0 0 0,-1-1 0 0 0,0 0 1 0 0,0 0-1 0 0,0 0 0 0 0,1 0 0 0 0,-1 0 0 0 0,0 0 1 0 0,0 0-1 0 0,1 0 0 0 0,-1 0 0 0 0,0 0 0 0 0,0 0 0 0 0,1 0 1 0 0,-1 0-1 0 0,0 0 0 0 0,0 0 0 0 0,1 0 0 0 0,-1 0 0 0 0,0 0 1 0 0,0 0-1 0 0,1 0 0 0 0,-1-1 0 0 0,0 1 0 0 0,0 0 0 0 0,0 0 1 0 0,1 0-1 0 0,-1 0 0 0 0,0 0 0 0 0,0-1 0 0 0,0 1 1 0 0,1 0-1 0 0,-1 0 0 0 0,0 0 0 0 0,0-1 0 0 0,0 1 0 0 0,0 0 1 0 0,0 0-1 0 0,0 0 0 0 0,0-1 0 0 0,1 1 0 0 0,-1 0 0 0 0,0 0 1 0 0,0-1-1 0 0,0 1 0 0 0,0 0 0 0 0,0 0 0 0 0,0-1 0 0 0,0 1 1 0 0,0 0-1 0 0,0-1 0 0 0,2-4-2326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36.2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68 3337 0 0,'0'-1'193'0'0,"0"1"1"0"0,0 0 0 0 0,-1 0-1 0 0,1-1 1 0 0,0 1 0 0 0,0 0 0 0 0,0-1-1 0 0,0 1 1 0 0,-1 0 0 0 0,1-1-1 0 0,0 1 1 0 0,0 0 0 0 0,0-1-1 0 0,0 1 1 0 0,0-1 0 0 0,0 1-1 0 0,0 0 1 0 0,0-1 0 0 0,0 1 0 0 0,0 0-1 0 0,0-1 1 0 0,0 1 0 0 0,0-1-1 0 0,0 1 1 0 0,1 0 0 0 0,-1-1-1 0 0,0 1 1 0 0,0 0 0 0 0,0-1-1 0 0,0 1 1 0 0,1 0 0 0 0,-1 0-1 0 0,0-1 1 0 0,0 1 0 0 0,1 0 0 0 0,-1-1-1 0 0,18-13 2648 0 0,28-6-1387 0 0,-42 18-897 0 0,0 0-478 0 0,2-1 85 0 0,0 1 1 0 0,0-1-1 0 0,0 1 1 0 0,1 0-1 0 0,-1 1 1 0 0,0-1-1 0 0,11 1 1 0 0,-16 1-143 0 0,0 0 1 0 0,0 0 0 0 0,0 0 0 0 0,0 0-1 0 0,0 1 1 0 0,0-1 0 0 0,0 0 0 0 0,0 1-1 0 0,0-1 1 0 0,0 0 0 0 0,-1 1 0 0 0,1 0-1 0 0,0-1 1 0 0,0 1 0 0 0,0-1 0 0 0,-1 1-1 0 0,1 0 1 0 0,0-1 0 0 0,-1 1 0 0 0,1 0-1 0 0,0 1 1 0 0,0 1-6 0 0,0 0 0 0 0,0 0 0 0 0,0-1-1 0 0,-1 1 1 0 0,1 0 0 0 0,-1 0 0 0 0,0 0 0 0 0,0 0-1 0 0,0-1 1 0 0,0 1 0 0 0,-1 3 0 0 0,-7 45-1686 0 0,-25 87 0 0 0,27-116 1282 0 0,29-67-1379 0 0,-22 43 1813 0 0,1 0 0 0 0,-1 0 0 0 0,0 0 0 0 0,1 0 0 0 0,-1 1 0 0 0,1-1 0 0 0,-1 1 0 0 0,1-1 0 0 0,0 1 0 0 0,0-1 1 0 0,-1 1-1 0 0,1 0 0 0 0,0 0 0 0 0,0 0 0 0 0,0 0 0 0 0,1 0 0 0 0,-1 1 0 0 0,0-1 0 0 0,0 1 0 0 0,0-1 0 0 0,0 1 0 0 0,1 0 0 0 0,-1-1 0 0 0,0 1 0 0 0,0 1 0 0 0,1-1 0 0 0,-1 0 0 0 0,0 0 0 0 0,0 1 0 0 0,0-1 0 0 0,1 1 0 0 0,1 1 1 0 0,11 7 2 0 0,0 0 1 0 0,0 1 0 0 0,-1 1 0 0 0,-1 1 0 0 0,0 0-1 0 0,22 26 1 0 0,1 0-3730 0 0,-43-47-2680 0 0,5 6 5439 0 0,-3-5-1415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36.6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3 143 1672 0 0,'-3'3'4841'0'0,"9"3"-1427"0"0,13 4-1197 0 0,-10-10-2061 0 0,1 0 0 0 0,-1-1 0 0 0,1 0 0 0 0,-1 0 0 0 0,1-1 0 0 0,-1-1 0 0 0,0 1 0 0 0,18-9 0 0 0,-9 3-1339 0 0,-1 0 0 0 0,0-2 0 0 0,23-16 1 0 0,-38 24 853 0 0,0-1 1 0 0,0 1 0 0 0,0 0-1 0 0,0-1 1 0 0,0 0 0 0 0,-1 1 0 0 0,1-1-1 0 0,-1 0 1 0 0,0 0 0 0 0,0 0 0 0 0,0 0-1 0 0,0 0 1 0 0,1-3 0 0 0,3-41 2138 0 0,-1 160 4611 0 0,17 66-8908 0 0,-18-165 1103 0 0,-1-5-1569 0 0,-8-12 208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37.0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46 1 1200 0 0,'-8'13'821'0'0,"1"0"0"0"0,1 1 0 0 0,0 0 0 0 0,-5 15 0 0 0,9-23-663 0 0,1 0 0 0 0,-1 0 0 0 0,1 0 0 0 0,0 0-1 0 0,1 0 1 0 0,-1 0 0 0 0,1 0 0 0 0,0 0 0 0 0,1 0 0 0 0,0 0 0 0 0,0 0 0 0 0,3 12 0 0 0,-3-16-91 0 0,1 0 1 0 0,-1 0 0 0 0,1 0 0 0 0,0 0 0 0 0,-1-1 0 0 0,1 1 0 0 0,0-1-1 0 0,0 1 1 0 0,0-1 0 0 0,0 0 0 0 0,0 1 0 0 0,1-1 0 0 0,-1 0 0 0 0,0 0 0 0 0,1-1-1 0 0,-1 1 1 0 0,0 0 0 0 0,1-1 0 0 0,-1 0 0 0 0,1 1 0 0 0,-1-1 0 0 0,0 0-1 0 0,1 0 1 0 0,-1 0 0 0 0,1-1 0 0 0,-1 1 0 0 0,1 0 0 0 0,3-2 0 0 0,5 0 395 0 0,0-1 0 0 0,0 0 1 0 0,0 0-1 0 0,19-10 0 0 0,-24 9-261 0 0,-1 1-1 0 0,0-1 0 0 0,1 0 1 0 0,-1-1-1 0 0,-1 1 0 0 0,1-1 0 0 0,-1 0 1 0 0,0 0-1 0 0,0-1 0 0 0,0 1 1 0 0,-1-1-1 0 0,5-11 0 0 0,-7 16-145 0 0,0-1 1 0 0,0 0-1 0 0,0 0 0 0 0,-1 0 0 0 0,1-1 1 0 0,-1 1-1 0 0,1 0 0 0 0,-1 0 0 0 0,0 0 1 0 0,0 0-1 0 0,0 0 0 0 0,0 0 1 0 0,0-1-1 0 0,0 1 0 0 0,-1 0 0 0 0,1 0 1 0 0,-1 0-1 0 0,1 0 0 0 0,-1 0 0 0 0,0 0 1 0 0,0 0-1 0 0,0 0 0 0 0,0 0 0 0 0,0 0 1 0 0,0 1-1 0 0,-1-1 0 0 0,1 0 0 0 0,-1 1 1 0 0,1-1-1 0 0,-1 1 0 0 0,1-1 0 0 0,-1 1 1 0 0,0 0-1 0 0,0 0 0 0 0,0 0 0 0 0,0 0 1 0 0,1 0-1 0 0,-1 0 0 0 0,0 0 0 0 0,-1 1 1 0 0,1-1-1 0 0,-2 0 0 0 0,0 0-68 0 0,0 0-1 0 0,0 0 1 0 0,-1 1 0 0 0,1-1-1 0 0,0 1 1 0 0,0 0 0 0 0,0 0-1 0 0,-1 0 1 0 0,1 1-1 0 0,0-1 1 0 0,0 1 0 0 0,0 0-1 0 0,0 0 1 0 0,0 1-1 0 0,0-1 1 0 0,0 1 0 0 0,-6 4-1 0 0,-22 18-1260 0 0,3 5-4001 0 0,12-12-855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38.5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105 8 2248 0 0,'-3'0'375'0'0,"0"1"0"0"0,-1-1-1 0 0,1 1 1 0 0,0 0-1 0 0,0-1 1 0 0,0 1-1 0 0,0 1 1 0 0,0-1-1 0 0,0 0 1 0 0,1 1-1 0 0,-1-1 1 0 0,0 1-1 0 0,1 0 1 0 0,-4 3-1 0 0,2-2-252 0 0,1 1 0 0 0,-1 0 0 0 0,1-1 0 0 0,0 1 0 0 0,0 1-1 0 0,0-1 1 0 0,1 0 0 0 0,0 1 0 0 0,-3 4 0 0 0,4-6-124 0 0,0-1 0 0 0,0 0 1 0 0,0 0-1 0 0,1 1 0 0 0,-1-1 1 0 0,0 1-1 0 0,1-1 0 0 0,0 1 0 0 0,-1-1 1 0 0,1 1-1 0 0,0-1 0 0 0,0 1 1 0 0,1-1-1 0 0,-1 1 0 0 0,0-1 1 0 0,1 1-1 0 0,0-1 0 0 0,-1 0 0 0 0,1 1 1 0 0,0-1-1 0 0,0 0 0 0 0,0 1 1 0 0,1-1-1 0 0,-1 0 0 0 0,0 0 0 0 0,1 0 1 0 0,-1 0-1 0 0,1 0 0 0 0,0-1 1 0 0,0 1-1 0 0,0 0 0 0 0,0-1 1 0 0,0 1-1 0 0,0-1 0 0 0,0 0 0 0 0,0 1 1 0 0,0-1-1 0 0,1 0 0 0 0,4 1 1 0 0,-3-1 107 0 0,1 0 1 0 0,0 0 0 0 0,-1 0 0 0 0,1-1-1 0 0,0 1 1 0 0,-1-1 0 0 0,1 0 0 0 0,0-1-1 0 0,-1 1 1 0 0,1-1 0 0 0,0 0 0 0 0,-1 0-1 0 0,1 0 1 0 0,-1-1 0 0 0,1 1 0 0 0,-1-1-1 0 0,0 0 1 0 0,1-1 0 0 0,-1 1 0 0 0,0-1-1 0 0,5-4 1 0 0,-7 5 33 0 0,-1 0 0 0 0,1 1 0 0 0,-1-1 0 0 0,1 0-1 0 0,-1-1 1 0 0,0 1 0 0 0,1 0 0 0 0,-1 0 0 0 0,0 0 0 0 0,-1-1 0 0 0,1 1-1 0 0,0 0 1 0 0,-1-1 0 0 0,1 1 0 0 0,-1-1 0 0 0,0 1 0 0 0,0-3 0 0 0,0 1-27 0 0,-1 0 0 0 0,1 0 0 0 0,-1 1 1 0 0,0-1-1 0 0,0 1 0 0 0,-1-1 1 0 0,1 1-1 0 0,-1-1 0 0 0,0 1 1 0 0,0 0-1 0 0,0 0 0 0 0,0 0 0 0 0,0 0 1 0 0,-4-4-1 0 0,3 4-111 0 0,0 0 1 0 0,0 0-1 0 0,-1 0 0 0 0,1 0 1 0 0,-1 0-1 0 0,0 1 0 0 0,1-1 1 0 0,-1 1-1 0 0,0 0 0 0 0,0 0 1 0 0,0 0-1 0 0,-1 1 0 0 0,1 0 0 0 0,0 0 1 0 0,-1 0-1 0 0,1 0 0 0 0,-7 0 1 0 0,8 1-281 0 0,0 1 0 0 0,0-1 1 0 0,0 1-1 0 0,0 0 0 0 0,-1 0 1 0 0,1 0-1 0 0,0 0 0 0 0,0 0 1 0 0,1 1-1 0 0,-1-1 0 0 0,0 1 1 0 0,0 0-1 0 0,1 0 0 0 0,-1 0 1 0 0,1 0-1 0 0,-1 0 0 0 0,1 1 1 0 0,0-1-1 0 0,0 1 0 0 0,0-1 1 0 0,1 1-1 0 0,-1 0 0 0 0,0 0 1 0 0,-1 5-1 0 0,-10 18-4418 0 0,9-13 1606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38.99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 4801 0 0,'-1'6'6923'0'0,"-4"24"-5576"0"0,0-1-1415 0 0,1-1 0 0 0,2 0-1 0 0,1 1 1 0 0,1-1 0 0 0,1 1 0 0 0,1-1 0 0 0,2 1 0 0 0,1-1 0 0 0,1 0-1 0 0,15 38 1 0 0,-1-23-1919 0 0,-20-42 1815 0 0,1 1 1 0 0,-1-1-1 0 0,1 1 1 0 0,0-1-1 0 0,0 0 1 0 0,0 1-1 0 0,0-1 1 0 0,0 0-1 0 0,0 0 1 0 0,0 0-1 0 0,0 0 1 0 0,1 0-1 0 0,-1 0 1 0 0,0 0 0 0 0,1 0-1 0 0,-1 0 1 0 0,0-1-1 0 0,1 1 1 0 0,-1 0-1 0 0,1-1 1 0 0,-1 1-1 0 0,1-1 1 0 0,-1 0-1 0 0,1 1 1 0 0,0-1-1 0 0,2 0 1 0 0,-3-1 79 0 0,0 0 0 0 0,0 0 0 0 0,1 0 0 0 0,-1 1 0 0 0,0-1 0 0 0,0-1 0 0 0,0 1-1 0 0,0 0 1 0 0,0 0 0 0 0,0 0 0 0 0,-1 0 0 0 0,1-1 0 0 0,0 1 0 0 0,-1 0 0 0 0,1-1 0 0 0,-1 1 0 0 0,1-1 0 0 0,-1 1 0 0 0,1 0 0 0 0,-1-1 0 0 0,0 1 0 0 0,0-1 0 0 0,0 1 0 0 0,0-1 0 0 0,0 1 0 0 0,0-1-1 0 0,0 1 1 0 0,-1-3 0 0 0,-8-46-532 0 0,8 46 512 0 0,-23-73-360 0 0,-4-12 4961 0 0,40 85-133 0 0,26 4-3843 0 0,-23 0-287 0 0,16-2-389 0 0,33-2-1173 0 0,-27-7-3494 0 0,-34 8 3087 0 0,-2 0-803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39.3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1 928 0 0,'-1'7'144'0'0,"0"0"0"0"0,1 1-1 0 0,0-1 1 0 0,0 1 0 0 0,0-1-1 0 0,1 0 1 0 0,0 1 0 0 0,1-1-1 0 0,0 0 1 0 0,0 1 0 0 0,0-1-1 0 0,1-1 1 0 0,0 1 0 0 0,1 0-1 0 0,-1-1 1 0 0,1 1 0 0 0,0-1-1 0 0,1 0 1 0 0,9 10 0 0 0,-10-12 26 0 0,0 0 1 0 0,1 0 0 0 0,-1 0-1 0 0,1 0 1 0 0,0-1-1 0 0,0 0 1 0 0,0 0 0 0 0,1 0-1 0 0,-1-1 1 0 0,0 0-1 0 0,1 0 1 0 0,0 0 0 0 0,0-1-1 0 0,-1 1 1 0 0,1-1 0 0 0,0-1-1 0 0,0 1 1 0 0,0-1-1 0 0,0 0 1 0 0,0 0 0 0 0,0-1-1 0 0,0 0 1 0 0,-1 0 0 0 0,1 0-1 0 0,7-3 1 0 0,1-2 101 0 0,-2 0 0 0 0,1 0 0 0 0,16-12 1 0 0,-25 16-453 0 0,0-1 0 0 0,0 0 0 0 0,-1 0 0 0 0,1 0 0 0 0,-1 0 0 0 0,0 0 0 0 0,1-1 0 0 0,-2 0 0 0 0,1 1 1 0 0,0-1-1 0 0,-1 0 0 0 0,0-1 0 0 0,0 1 0 0 0,2-5 0 0 0,-4 7-44 0 0,1 0 0 0 0,-1 1-1 0 0,0-1 1 0 0,0 1 0 0 0,0-1 0 0 0,-1 0-1 0 0,1 1 1 0 0,0-1 0 0 0,-1 1 0 0 0,1-1-1 0 0,-1 1 1 0 0,1-1 0 0 0,-1 1-1 0 0,-1-3 1 0 0,0-1-554 0 0,0-5-1404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39.7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 20 2809 0 0,'0'-6'1573'0'0,"-2"-8"9968"0"0,-3 22-10274 0 0,2 2-1161 0 0,0-1-1 0 0,0 2 0 0 0,1-1 0 0 0,0 0 0 0 0,1 0 0 0 0,0 1 1 0 0,1-1-1 0 0,0 1 0 0 0,2 12 0 0 0,-1-9-806 0 0,1 0-1 0 0,0 0 1 0 0,6 17 0 0 0,-1-16-1425 0 0,-5-34-8836 0 0,-1 10 8997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0.1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13 124 3345 0 0,'-1'0'231'0'0,"0"0"-1"0"0,0 1 1 0 0,1-1 0 0 0,-1 0 0 0 0,0 1 0 0 0,1-1-1 0 0,-1 1 1 0 0,0-1 0 0 0,1 1 0 0 0,-1 0-1 0 0,1-1 1 0 0,-1 1 0 0 0,1-1 0 0 0,-1 1 0 0 0,1 0-1 0 0,0 0 1 0 0,-1-1 0 0 0,1 1 0 0 0,0 0 0 0 0,-1 0-1 0 0,1-1 1 0 0,0 1 0 0 0,0 0 0 0 0,0 0 0 0 0,-1 0-1 0 0,1-1 1 0 0,0 1 0 0 0,0 0 0 0 0,0 0 0 0 0,1 0-1 0 0,-1 1 1 0 0,1-2-97 0 0,-1 1 0 0 0,1 0 0 0 0,0-1 0 0 0,-1 1 0 0 0,1 0 0 0 0,0-1 0 0 0,0 1 0 0 0,-1-1 0 0 0,1 0 0 0 0,0 1 0 0 0,0-1-1 0 0,0 0 1 0 0,0 1 0 0 0,0-1 0 0 0,0 0 0 0 0,0 0 0 0 0,-1 0 0 0 0,1 0 0 0 0,0 1 0 0 0,0-2 0 0 0,0 1 0 0 0,0 0 0 0 0,0 0 0 0 0,0 0 0 0 0,0 0 0 0 0,0 0 0 0 0,1-1-1 0 0,35-9 82 0 0,-1-1 0 0 0,0-1-1 0 0,38-20 1 0 0,-52 21-2335 0 0,0-1 0 0 0,-1-1 1 0 0,23-19-1 0 0,-33 18-1902 0 0,-5 9 1672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0.5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41 288 976 0 0,'-4'4'244'0'0,"0"-1"-1"0"0,1 1 0 0 0,-1 0 1 0 0,1 0-1 0 0,0 0 0 0 0,0 1 1 0 0,1-1-1 0 0,-1 1 0 0 0,1-1 1 0 0,0 1-1 0 0,0 0 0 0 0,1 0 1 0 0,-1 0-1 0 0,1 0 0 0 0,-1 9 1 0 0,2-11-162 0 0,1 1 1 0 0,0-1-1 0 0,-1 0 1 0 0,1 0-1 0 0,0 0 1 0 0,0 0 0 0 0,1 0-1 0 0,-1 0 1 0 0,1 0-1 0 0,-1 0 1 0 0,1 0-1 0 0,0-1 1 0 0,0 1-1 0 0,0-1 1 0 0,1 1 0 0 0,-1-1-1 0 0,0 0 1 0 0,1 0-1 0 0,0 0 1 0 0,-1 0-1 0 0,1 0 1 0 0,0-1-1 0 0,0 1 1 0 0,0-1 0 0 0,4 2-1 0 0,3 0 95 0 0,0 1 0 0 0,-1-1 0 0 0,1-1 0 0 0,0 0 0 0 0,0 0 0 0 0,1-1 0 0 0,-1-1 0 0 0,0 1 0 0 0,0-2 0 0 0,15-1 0 0 0,-23 2-85 0 0,1-1 0 0 0,0 1 0 0 0,-1-1 0 0 0,1 1 0 0 0,0-1 0 0 0,-1 0 0 0 0,1 0 0 0 0,-1 0 0 0 0,1 0 0 0 0,-1-1 0 0 0,1 1 0 0 0,-1-1 0 0 0,0 1 0 0 0,0-1 0 0 0,0 0 0 0 0,0 0 0 0 0,0 0 0 0 0,0 0 0 0 0,0 0 0 0 0,-1 0 0 0 0,1 0 0 0 0,-1-1 0 0 0,0 1 0 0 0,1-1 0 0 0,-1 1 0 0 0,0-1 0 0 0,0 1 0 0 0,-1-1 0 0 0,1 0 0 0 0,0 1 0 0 0,-1-1 0 0 0,0 0 0 0 0,0 0 0 0 0,0 1 0 0 0,0-1 0 0 0,0 0 0 0 0,0 0 0 0 0,-1 1 0 0 0,1-1 0 0 0,-1 0 0 0 0,0 1 0 0 0,-1-6 0 0 0,0 3-12 0 0,0-1-1 0 0,0 0 1 0 0,-1 1 0 0 0,1-1-1 0 0,-1 1 1 0 0,0 0 0 0 0,-1 0 0 0 0,1 0-1 0 0,-1 0 1 0 0,0 1 0 0 0,0-1 0 0 0,-1 1-1 0 0,-6-5 1 0 0,8 6-305 0 0,-1 1 0 0 0,0 0 0 0 0,1 0 0 0 0,-1 1 0 0 0,0-1-1 0 0,0 1 1 0 0,0-1 0 0 0,0 1 0 0 0,0 0 0 0 0,0 1 0 0 0,0-1 0 0 0,0 1-1 0 0,0 0 1 0 0,0 0 0 0 0,-1 0 0 0 0,1 0 0 0 0,0 1 0 0 0,0 0 0 0 0,0 0-1 0 0,-4 1 1 0 0,5-1-315 0 0,0 1 0 0 0,0-1 1 0 0,0 0-1 0 0,-1-1 0 0 0,1 1 0 0 0,0-1 0 0 0,0 1 0 0 0,0-1 0 0 0,-1 0 0 0 0,1 0 0 0 0,0 0 0 0 0,-6-2 0 0 0,1 0-1436 0 0</inkml:trace>
  <inkml:trace contextRef="#ctx0" brushRef="#br0" timeOffset="1">284 1 5513 0 0,'1'47'2211'0'0,"2"0"0"0"0,11 55-1 0 0,-3-51-3503 0 0,2 0 0 0 0,3 0 0 0 0,34 75 0 0 0,-40-94-2689 0 0,-11-27 1687 0 0</inkml:trace>
  <inkml:trace contextRef="#ctx0" brushRef="#br0" timeOffset="2">327 231 4657 0 0,'2'2'397'0'0,"0"0"1"0"0,1 0-1 0 0,-1 0 1 0 0,0 0-1 0 0,1-1 0 0 0,-1 1 1 0 0,1-1-1 0 0,0 0 0 0 0,-1 0 1 0 0,1 0-1 0 0,0 0 1 0 0,0 0-1 0 0,0-1 0 0 0,4 1 1 0 0,-2-1-213 0 0,1 0 0 0 0,-1 0-1 0 0,0-1 1 0 0,0 1 0 0 0,0-1 0 0 0,0 0 0 0 0,9-4 0 0 0,-3 1-1167 0 0,0-2 0 0 0,0 1 0 0 0,-1-1 0 0 0,1-1 1 0 0,-1 0-1 0 0,12-11 0 0 0,-13 13-785 0 0,8 7-674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0.92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34 2 3089 0 0,'-1'0'256'0'0,"0"0"0"0"0,0-1 1 0 0,0 1-1 0 0,1 0 0 0 0,-1 0 1 0 0,0 0-1 0 0,0 0 0 0 0,0 0 1 0 0,0-1-1 0 0,1 1 0 0 0,-1 1 1 0 0,0-1-1 0 0,0 0 0 0 0,0 0 1 0 0,1 0-1 0 0,-1 0 0 0 0,0 1 1 0 0,0-1-1 0 0,0 0 0 0 0,1 1 1 0 0,-1-1-1 0 0,0 0 0 0 0,0 1 1 0 0,1-1-1 0 0,-1 1 0 0 0,0-1 1 0 0,1 1-1 0 0,-1-1 0 0 0,1 1 1 0 0,-1 0-1 0 0,1-1 0 0 0,-1 1 1 0 0,0 1-1 0 0,0 1-5 0 0,0 0-1 0 0,-1 1 1 0 0,1-1 0 0 0,1 1-1 0 0,-1-1 1 0 0,0 0 0 0 0,1 1-1 0 0,0 6 1 0 0,8 70-674 0 0,-7-77 656 0 0,1 10-398 0 0,19 85-1189 0 0,-18-90 343 0 0,0 0 0 0 0,1 0 0 0 0,-1 0-1 0 0,2 0 1 0 0,6 10 0 0 0,-11-18 942 0 0,0-1-1 0 0,0 1 1 0 0,0 0-1 0 0,0 0 1 0 0,0 0-1 0 0,0 0 1 0 0,0 0-1 0 0,0 0 1 0 0,0 0-1 0 0,0 0 1 0 0,0 0-1 0 0,0-1 1 0 0,0 1-1 0 0,3 0-2708 0 0,-3-2 2463 0 0,2-4-1503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1.31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63 3041 0 0,'-14'-17'2829'0'0,"8"7"2124"0"0,29 2-2076 0 0,4-2-1961 0 0,-18 7-684 0 0,0 0 0 0 0,0 0-1 0 0,1 0 1 0 0,-1 1 0 0 0,0 1 0 0 0,12-1 0 0 0,-19 2-203 0 0,1 0 1 0 0,0 1-1 0 0,-1-1 0 0 0,1 1 0 0 0,0-1 0 0 0,-1 1 1 0 0,1 0-1 0 0,-1 0 0 0 0,0 0 0 0 0,1 0 1 0 0,-1 1-1 0 0,0-1 0 0 0,1 1 0 0 0,-1-1 0 0 0,0 1 1 0 0,0 0-1 0 0,-1 0 0 0 0,1 0 0 0 0,0 0 0 0 0,0 0 1 0 0,-1 0-1 0 0,1 0 0 0 0,-1 1 0 0 0,0-1 0 0 0,0 1 1 0 0,0-1-1 0 0,1 3 0 0 0,8 25 34 0 0,-1 0 1 0 0,10 56-1 0 0,-6 13-5207 0 0,-13-99 5117 0 0,0 11-2536 0 0,0-11 2440 0 0,0 0 1 0 0,0 0-1 0 0,0 1 0 0 0,0-1 0 0 0,0 0 0 0 0,0 0 0 0 0,0 0 0 0 0,0 0 0 0 0,0 1 0 0 0,0-1 1 0 0,0 0-1 0 0,-1 0 0 0 0,1 0 0 0 0,0 0 0 0 0,0 1 0 0 0,0-1 0 0 0,-2 1-1351 0 0,2-1 1351 0 0,0 0 0 0 0,0 0 0 0 0,0 0 0 0 0,-1 0 0 0 0,1 0 0 0 0,0 0 0 0 0,0 0 0 0 0,0 0 1 0 0,0 0-1 0 0,-1 0 0 0 0,1 0 0 0 0,0 0 0 0 0,0 0 0 0 0,0 0 0 0 0,-1 0 0 0 0,1 0 0 0 0,0 0 1 0 0,0 0-1 0 0,0 0 0 0 0,0 0 0 0 0,-1-1 0 0 0,-2 0-2443 0 0</inkml:trace>
  <inkml:trace contextRef="#ctx0" brushRef="#br0" timeOffset="1">117 304 2184 0 0,'-4'7'610'0'0,"-7"23"4655"0"0,18-24-2902 0 0,15-9-1279 0 0,-11-1-1140 0 0,-1 0 0 0 0,1 0 0 0 0,-1-1 0 0 0,0 0-1 0 0,0-1 1 0 0,0 0 0 0 0,15-13 0 0 0,-21 15-488 0 0,1 0-1 0 0,-1 0 1 0 0,0-1-1 0 0,-1 1 1 0 0,1-1 0 0 0,-1 0-1 0 0,0 0 1 0 0,0 0 0 0 0,0 0-1 0 0,0-1 1 0 0,-1 1 0 0 0,0-1-1 0 0,-1 1 1 0 0,1-1 0 0 0,-1 0-1 0 0,1-7 1 0 0,0 1-1075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1.6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 71 2689 0 0,'-1'0'104'0'0,"1"0"0"0"0,0 0 1 0 0,0 0-1 0 0,0 0 0 0 0,0 0 1 0 0,-1 0-1 0 0,1 0 1 0 0,0 1-1 0 0,0-1 0 0 0,0 0 1 0 0,0 0-1 0 0,-1 0 0 0 0,1 0 1 0 0,0 0-1 0 0,0 0 1 0 0,0 0-1 0 0,0 0 0 0 0,0 1 1 0 0,0-1-1 0 0,-1 0 0 0 0,1 0 1 0 0,0 0-1 0 0,0 0 1 0 0,0 1-1 0 0,0-1 0 0 0,0 0 1 0 0,0 0-1 0 0,0 0 0 0 0,0 0 1 0 0,0 1-1 0 0,0-1 1 0 0,0 0-1 0 0,0 0 0 0 0,0 0 1 0 0,0 1-1 0 0,0-1 0 0 0,0 0 1 0 0,0 0-1 0 0,0 0 1 0 0,0 0-1 0 0,0 1 0 0 0,0-1 1 0 0,0 0-1 0 0,0 0 0 0 0,0 0 1 0 0,0 0-1 0 0,0 1 0 0 0,0-1 1 0 0,1 0-1 0 0,-1 0 1 0 0,0 0-1 0 0,0 0 0 0 0,0 0 1 0 0,0 1-1 0 0,0-1 0 0 0,0 0 1 0 0,1 0-1 0 0,-1 0 1 0 0,0 0-1 0 0,0 0 0 0 0,0 0 1 0 0,18-2 2202 0 0,21-10-1349 0 0,29-22-431 0 0,-23 13-5072 0 0,-53 21-346 0 0,-4-7 4245 0 0,8 4-132 0 0,-8 6-1026 0 0</inkml:trace>
  <inkml:trace contextRef="#ctx0" brushRef="#br0" timeOffset="1">22 188 1184 0 0,'12'4'5172'0'0,"14"4"-3452"0"0,-19-7-1603 0 0,0-1 0 0 0,0 0-1 0 0,0 0 1 0 0,0-1-1 0 0,0 1 1 0 0,-1-2-1 0 0,1 1 1 0 0,0-1-1 0 0,-1 0 1 0 0,1-1 0 0 0,8-3-1 0 0,-9 2-928 0 0,-1 1-1 0 0,0-1 1 0 0,0 1-1 0 0,0-1 1 0 0,0-1-1 0 0,-1 1 1 0 0,7-8-1 0 0,-3 6-1522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2.0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 1 3545 0 0,'-7'12'7070'0'0,"2"22"-5621"0"0,5-29-846 0 0,-2 11-464 0 0,2 1 1 0 0,0 0 0 0 0,1 0 0 0 0,0-1-1 0 0,6 27 1 0 0,14 39-4406 0 0,-9-35-1811 0 0,-8-36 3547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2.4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 0 2529 0 0,'-1'5'367'0'0,"0"1"1"0"0,0-1-1 0 0,0 0 1 0 0,1 0-1 0 0,0 0 1 0 0,0 1 0 0 0,0-1-1 0 0,0 0 1 0 0,1 0-1 0 0,0 1 1 0 0,0-1 0 0 0,1 0-1 0 0,-1 0 1 0 0,4 6-1 0 0,-4-8-276 0 0,1-1-1 0 0,0 0 0 0 0,-1 1 1 0 0,1-1-1 0 0,0 0 1 0 0,0 0-1 0 0,0 0 0 0 0,0 0 1 0 0,1 0-1 0 0,-1-1 0 0 0,0 1 1 0 0,1-1-1 0 0,-1 1 1 0 0,1-1-1 0 0,0 0 0 0 0,-1 0 1 0 0,1 0-1 0 0,0 0 1 0 0,0-1-1 0 0,-1 1 0 0 0,1-1 1 0 0,0 1-1 0 0,0-1 0 0 0,0 0 1 0 0,0 0-1 0 0,0 0 1 0 0,4-2-1 0 0,96-19 2381 0 0,-37-2-4438 0 0,-58 15-3433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2.9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98 3 4105 0 0,'-2'-2'8494'0'0,"-2"17"-6212"0"0,-8 17-1666 0 0,2 1 0 0 0,1 0 0 0 0,-8 62 0 0 0,8-43-712 0 0,-4 7-746 0 0,-3 15-1689 0 0,12-28-5897 0 0,3-58 5462 0 0,2 3 980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3.2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 2809 0 0,'1'0'395'0'0,"0"-1"0"0"0,0 1 1 0 0,0-1-1 0 0,0 1 0 0 0,0 0 1 0 0,0-1-1 0 0,0 1 1 0 0,0 0-1 0 0,0 0 0 0 0,0 0 1 0 0,0 0-1 0 0,0 0 0 0 0,0 0 1 0 0,0 0-1 0 0,0 0 0 0 0,0 0 1 0 0,0 0-1 0 0,0 1 1 0 0,0-1-1 0 0,0 0 0 0 0,0 1 1 0 0,0-1-1 0 0,1 1 0 0 0,17 19 3418 0 0,-17-17-3811 0 0,0 0 1 0 0,1-1-1 0 0,-1 1 1 0 0,1-1 0 0 0,-1 1-1 0 0,1-1 1 0 0,0 0-1 0 0,0 0 1 0 0,0 0 0 0 0,3 2-1 0 0,11 3-194 0 0,35 12-787 0 0,-48-18 485 0 0,-1 0 0 0 0,0-1 0 0 0,0 1 0 0 0,0-1 0 0 0,0 0 0 0 0,1 1 0 0 0,-1-1-1 0 0,0-1 1 0 0,0 1 0 0 0,0 0 0 0 0,1-1 0 0 0,-1 0 0 0 0,5-1 0 0 0,-7 1 291 0 0,-1 1 0 0 0,1-1 1 0 0,-1 1-1 0 0,1 0 1 0 0,-1-1-1 0 0,0 1 0 0 0,1-1 1 0 0,-1 1-1 0 0,0-1 0 0 0,1 1 1 0 0,-1-1-1 0 0,0 1 0 0 0,0-1 1 0 0,0 1-1 0 0,1-1 1 0 0,-1 1-1 0 0,0-1 0 0 0,0 0 1 0 0,0 1-1 0 0,0-1 0 0 0,0 1 1 0 0,0-1-1 0 0,0 1 0 0 0,0-2 1 0 0,0 1 21 0 0,0-6-2062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3.6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 6 2873 0 0,'0'0'163'0'0,"-1"-1"0"0"0,1 1 0 0 0,0 0 1 0 0,0-1-1 0 0,-1 1 0 0 0,1 0 1 0 0,0-1-1 0 0,-1 1 0 0 0,1 0 0 0 0,0-1 1 0 0,-1 1-1 0 0,1 0 0 0 0,0 0 0 0 0,-1 0 1 0 0,1-1-1 0 0,-1 1 0 0 0,1 0 1 0 0,-1 0-1 0 0,1 0 0 0 0,0 0 0 0 0,-1 0 1 0 0,1 0-1 0 0,-1 0 0 0 0,1 0 1 0 0,-1 0-1 0 0,1 0 0 0 0,-1 0 0 0 0,1 0 1 0 0,0 0-1 0 0,-1 0 0 0 0,1 0 0 0 0,-1 0 1 0 0,1 0-1 0 0,-1 1 0 0 0,1-1 1 0 0,0 0-1 0 0,-1 0 0 0 0,1 0 0 0 0,-1 1 1 0 0,1-1-1 0 0,0 0 0 0 0,-1 1 0 0 0,-8 25 2251 0 0,5 31-1476 0 0,9 66-589 0 0,9-43-6528 0 0,-10-107 1163 0 0,3-12 5266 0 0,-8 33 234 0 0,1 0 0 0 0,-1 1 0 0 0,0-1 0 0 0,0 0 0 0 0,-1 0 0 0 0,0 1 0 0 0,0-1 0 0 0,0 1-1 0 0,-1-1 1 0 0,1 1 0 0 0,-5-5 0 0 0,9 11-345 0 0,0 0-1 0 0,0 0 0 0 0,0 0 1 0 0,0 0-1 0 0,0 0 0 0 0,0 0 1 0 0,0-1-1 0 0,0 1 0 0 0,0-1 0 0 0,0 1 1 0 0,1-1-1 0 0,-1 0 0 0 0,0 0 1 0 0,0 0-1 0 0,0 0 0 0 0,0 0 1 0 0,1 0-1 0 0,-1-1 0 0 0,0 1 1 0 0,0-1-1 0 0,0 0 0 0 0,0 1 0 0 0,3-3 1 0 0,2 1-193 0 0,-1 0 0 0 0,0-1 1 0 0,1 0-1 0 0,-1 0 0 0 0,0 0 1 0 0,-1-1-1 0 0,8-5 0 0 0,-10 5-64 0 0,0 0-1 0 0,0 0 1 0 0,0-1-1 0 0,-1 1 1 0 0,0-1-1 0 0,1 0 1 0 0,-2 0-1 0 0,1 0 1 0 0,-1 0-1 0 0,1 0 0 0 0,-1 0 1 0 0,-1 0-1 0 0,1 0 1 0 0,-1 0-1 0 0,0 0 1 0 0,0 0-1 0 0,0-1 1 0 0,-2-6-1 0 0,1-14 1122 0 0,3 66 929 0 0,3 0 0 0 0,8 39 0 0 0,2 9-3150 0 0,-8-1-3904 0 0,-7-86 4799 0 0,0 0-1 0 0,0 0 1 0 0,0 1 0 0 0,0-1 0 0 0,0 0 0 0 0,0 0 0 0 0,-1 0-1 0 0,1 1 1 0 0,0-1 0 0 0,-1 0 0 0 0,1 0 0 0 0,-1 0 0 0 0,1 0 0 0 0,-1 0-1 0 0,0 0 1 0 0,1 0 0 0 0,-1 0 0 0 0,-1 1 0 0 0,0 3-2402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4.0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63 0 2016 0 0,'-3'2'390'0'0,"0"1"-1"0"0,0 0 1 0 0,0-1-1 0 0,1 1 0 0 0,-1 0 1 0 0,1 0-1 0 0,0 1 1 0 0,0-1-1 0 0,0 0 1 0 0,0 1-1 0 0,0-1 0 0 0,-1 8 1 0 0,1-6-247 0 0,1 1 0 0 0,0 0 0 0 0,1 0 1 0 0,-1 0-1 0 0,1 0 0 0 0,0 0 0 0 0,1 0 0 0 0,0 0 0 0 0,-1 0 1 0 0,2-1-1 0 0,-1 1 0 0 0,5 10 0 0 0,-4-10-104 0 0,0 0 0 0 0,1 0 0 0 0,0 0 0 0 0,0 0 0 0 0,1-1-1 0 0,-1 1 1 0 0,1-1 0 0 0,0 0 0 0 0,1 0 0 0 0,-1 0 0 0 0,1-1 0 0 0,0 0 0 0 0,0 0 0 0 0,0 0-1 0 0,1 0 1 0 0,0-1 0 0 0,-1 0 0 0 0,1 0 0 0 0,0-1 0 0 0,10 4 0 0 0,-11-6 140 0 0,0 0 0 0 0,0 0 0 0 0,0 0 1 0 0,0-1-1 0 0,0 0 0 0 0,-1 0 0 0 0,1 0 0 0 0,0 0 1 0 0,0-1-1 0 0,-1 0 0 0 0,1 1 0 0 0,-1-2 0 0 0,1 1 1 0 0,-1-1-1 0 0,0 1 0 0 0,0-1 0 0 0,0 0 1 0 0,-1-1-1 0 0,1 1 0 0 0,-1-1 0 0 0,1 1 0 0 0,4-9 1 0 0,-6 10-76 0 0,0-1 0 0 0,0 0 1 0 0,0-1-1 0 0,0 1 0 0 0,0 0 1 0 0,-1 0-1 0 0,0-1 1 0 0,1 1-1 0 0,-1-1 0 0 0,-1 1 1 0 0,1-1-1 0 0,0 1 0 0 0,-1-1 1 0 0,0 1-1 0 0,0-1 0 0 0,0 0 1 0 0,0 1-1 0 0,0-1 1 0 0,-1 0-1 0 0,0 1 0 0 0,0-1 1 0 0,0 1-1 0 0,0-1 0 0 0,0 1 1 0 0,-1 0-1 0 0,1 0 1 0 0,-1-1-1 0 0,0 1 0 0 0,0 0 1 0 0,0 0-1 0 0,-4-4 0 0 0,1 4-83 0 0,0-1-1 0 0,0 1 0 0 0,0 0 0 0 0,0 1 0 0 0,-1-1 1 0 0,1 1-1 0 0,-1 0 0 0 0,1 1 0 0 0,-1-1 0 0 0,0 1 0 0 0,0 0 1 0 0,0 0-1 0 0,-10 1 0 0 0,3-1-381 0 0,-1 2 0 0 0,1-1 0 0 0,-1 2 1 0 0,-25 5-1 0 0,-3 14-1919 0 0,41-20 2035 0 0,0 0-1 0 0,0-1 0 0 0,0 1 0 0 0,0 0 0 0 0,-1 0 1 0 0,1 0-1 0 0,0 0 0 0 0,0 0 0 0 0,1 0 0 0 0,-1 0 0 0 0,0 0 1 0 0,0 0-1 0 0,0 0 0 0 0,1 0 0 0 0,-1 1 0 0 0,1-1 1 0 0,-1 0-1 0 0,1 0 0 0 0,-1 1 0 0 0,1-1 0 0 0,0 0 1 0 0,-1 1-1 0 0,1-1 0 0 0,0 1 0 0 0,0-1 0 0 0,0 0 0 0 0,0 1 1 0 0,0-1-1 0 0,1 0 0 0 0,-1 3 0 0 0,3-3-1994 0 0,4 1-549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4.65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29 1864 0 0,'-18'-6'2110'0'0,"8"4"1095"0"0,24-3-638 0 0,9 0-1296 0 0,0 1-1 0 0,0 0 1 0 0,0 2 0 0 0,44 2-1 0 0,-66 0-1229 0 0,0 0 0 0 0,0 0 0 0 0,0 0 0 0 0,0 1-1 0 0,0-1 1 0 0,0 0 0 0 0,0 1 0 0 0,0-1 0 0 0,0 1-1 0 0,0-1 1 0 0,0 1 0 0 0,0-1 0 0 0,0 1 0 0 0,-1 0-1 0 0,1-1 1 0 0,0 1 0 0 0,0 0 0 0 0,-1 0 0 0 0,1 0-1 0 0,-1-1 1 0 0,1 1 0 0 0,0 0 0 0 0,-1 0 0 0 0,0 0-1 0 0,1 0 1 0 0,-1 0 0 0 0,1 1 0 0 0,-1 2-13 0 0,1-1 0 0 0,-1 1 0 0 0,0-1 0 0 0,0 0 0 0 0,0 1 0 0 0,-1-1 0 0 0,1 0 0 0 0,-3 7 0 0 0,-2 7-333 0 0,-1-1 0 0 0,-13 25 0 0 0,16-37 172 0 0,-10 21-531 0 0,8-16 524 0 0,-1 0-1 0 0,1 1 1 0 0,0 0 0 0 0,1 0-1 0 0,0 0 1 0 0,1 1-1 0 0,0 0 1 0 0,1-1-1 0 0,-3 22 1 0 0,5-31 128 0 0,1 0 0 0 0,-1 0 0 0 0,0 0 0 0 0,0 0 0 0 0,1 0 0 0 0,-1 0 0 0 0,0 0 0 0 0,1 0 0 0 0,-1 0 0 0 0,1 0 0 0 0,-1 0 0 0 0,1-1 0 0 0,0 1 1 0 0,-1 0-1 0 0,1 0 0 0 0,0 0 0 0 0,-1-1 0 0 0,1 1 0 0 0,0 0 0 0 0,0-1 0 0 0,0 1 0 0 0,0-1 0 0 0,-1 1 0 0 0,1-1 0 0 0,2 1 0 0 0,31 1 101 0 0,-23-3 103 0 0,0-1-1 0 0,-1-1 0 0 0,21-7 1 0 0,-21 5-69 0 0,0-1 1 0 0,0 1-1 0 0,-1-2 1 0 0,1 1-1 0 0,-1-2 1 0 0,-1 1-1 0 0,1-1 1 0 0,-1 0-1 0 0,9-12 1 0 0,17-24-4847 0 0,-32 41 4309 0 0,3-12-7205 0 0,-5 10 5042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5.14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 4 2953 0 0,'-10'-4'7792'0'0,"11"13"-3272"0"0,2 5-4366 0 0,5 24 293 0 0,20 61 1 0 0,-17-66-1047 0 0,-2 1-1 0 0,9 54 1 0 0,-16-72 30 0 0,0-8-574 0 0,-1 1-1 0 0,0 0 1 0 0,-1 0-1 0 0,-1 15 1 0 0,4-65-5885 0 0,-5-31 7591 0 0,1 44-670 0 0,0 13 1052 0 0,-1-1 1 0 0,0 1-1 0 0,-1 0 1 0 0,0 0-1 0 0,-1 0 1 0 0,-1 0-1 0 0,-13-26 1 0 0,18 41-571 0 0,3 1 32 0 0,0 0 1 0 0,-1 1-1 0 0,1-1 0 0 0,0 0 1 0 0,0 0-1 0 0,0-1 1 0 0,0 1-1 0 0,0 0 1 0 0,0-1-1 0 0,0 0 0 0 0,3 0 1 0 0,48-5 1506 0 0,-43 3-2122 0 0,0 1 0 0 0,0 0 0 0 0,0 0 0 0 0,0 1 0 0 0,0 1 0 0 0,13 2 1 0 0,-20-3-34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5.5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1 1632 0 0,'0'0'108'0'0,"-1"0"-1"0"0,1 1 1 0 0,-1-1-1 0 0,1 1 1 0 0,-1-1-1 0 0,1 1 1 0 0,-1-1-1 0 0,1 0 1 0 0,0 1-1 0 0,-1 0 1 0 0,1-1-1 0 0,0 1 1 0 0,-1-1-1 0 0,1 1 1 0 0,0-1-1 0 0,0 1 1 0 0,0 0-1 0 0,0-1 1 0 0,-1 1-1 0 0,1-1 1 0 0,0 1-1 0 0,0 0 1 0 0,0-1-1 0 0,0 1 0 0 0,0 0 1 0 0,0-1-1 0 0,1 1 1 0 0,-1-1-1 0 0,0 1 1 0 0,0 0-1 0 0,0-1 1 0 0,1 1-1 0 0,-1-1 1 0 0,1 2-1 0 0,21 10 2269 0 0,30-3-108 0 0,-38-9-2047 0 0,0-1-1 0 0,1 0 1 0 0,24-6 0 0 0,-8-6-3727 0 0,-30 13 3382 0 0,-1-1 1 0 0,0 1-1 0 0,0 0 0 0 0,0 0 1 0 0,0 0-1 0 0,1 0 1 0 0,-1-1-1 0 0,0 1 0 0 0,0 0 1 0 0,0 0-1 0 0,0-1 1 0 0,0 1-1 0 0,1 0 0 0 0,-1 0 1 0 0,0 0-1 0 0,0-1 1 0 0,0 1-1 0 0,0 0 0 0 0,0 0 1 0 0,0-1-1 0 0,0 1 1 0 0,0 0-1 0 0,0 0 0 0 0,0-1 1 0 0,0 1-1 0 0,0 0 1 0 0,0 0-1 0 0,0-1 0 0 0,0 1 1 0 0,0 0-1 0 0,0 0 0 0 0,-1-1 1 0 0,1 1-1 0 0,0 0 1 0 0,0 0-1 0 0,0 0 0 0 0,0-1 1 0 0,-1-1-609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5.9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 3 2296 0 0,'-14'15'2494'0'0,"13"-15"-2394"0"0,1 0 1 0 0,0 1-1 0 0,0-1 0 0 0,0 0 0 0 0,0 1 0 0 0,0-1 1 0 0,0 1-1 0 0,0-1 0 0 0,0 0 0 0 0,0 1 0 0 0,0-1 0 0 0,0 0 1 0 0,1 1-1 0 0,-1-1 0 0 0,0 0 0 0 0,0 1 0 0 0,0-1 1 0 0,0 0-1 0 0,0 1 0 0 0,1-1 0 0 0,-1 0 0 0 0,0 0 1 0 0,0 1-1 0 0,1-1 0 0 0,-1 0 0 0 0,0 0 0 0 0,0 1 1 0 0,1-1-1 0 0,-1 0 0 0 0,0 0 0 0 0,1 0 0 0 0,1 1 136 0 0,0 0 0 0 0,0 0 0 0 0,1-1 0 0 0,-1 1 0 0 0,0-1 0 0 0,1 1-1 0 0,-1-1 1 0 0,0 0 0 0 0,0 0 0 0 0,1 0 0 0 0,-1-1 0 0 0,0 1 0 0 0,4-1-1 0 0,157-27 5449 0 0,-162 28-5639 0 0,-1 0 0 0 0,1-1 0 0 0,0 1 0 0 0,0 0 0 0 0,0 0 0 0 0,-1 0-1 0 0,1 0 1 0 0,0-1 0 0 0,0 1 0 0 0,0 0 0 0 0,-1 0 0 0 0,1 1 0 0 0,0-1-1 0 0,0 0 1 0 0,0 0 0 0 0,-1 0 0 0 0,1 0 0 0 0,0 1 0 0 0,0-1 0 0 0,-1 0 0 0 0,1 1-1 0 0,0-1 1 0 0,0 1 0 0 0,-1-1 0 0 0,1 0 0 0 0,0 1 0 0 0,-1 0 0 0 0,1-1 0 0 0,-1 1-1 0 0,1-1 1 0 0,-1 1 0 0 0,1 0 0 0 0,0 27 895 0 0,-2-5-978 0 0,0 44 54 0 0,-1-54-338 0 0,1 0 0 0 0,1 1 0 0 0,0-1 0 0 0,1 0 0 0 0,0 1 0 0 0,1-1-1 0 0,1 0 1 0 0,5 17 0 0 0,-8-29 207 0 0,0-1-1 0 0,0 1 1 0 0,0-1-1 0 0,0 0 1 0 0,0 1-1 0 0,0-1 1 0 0,0 1-1 0 0,1-1 1 0 0,-1 0 0 0 0,0 1-1 0 0,0-1 1 0 0,0 1-1 0 0,1-1 1 0 0,-1 0-1 0 0,0 1 1 0 0,0-1-1 0 0,1 0 1 0 0,-1 1-1 0 0,0-1 1 0 0,1 0-1 0 0,-1 1 1 0 0,0-1-1 0 0,1 0 1 0 0,-1 0-1 0 0,0 0 1 0 0,1 1 0 0 0,-1-1-1 0 0,1 0 1 0 0,-1 0-1 0 0,0 0 1 0 0,1 0-1 0 0,-1 0 1 0 0,1 0-1 0 0,-1 0 1 0 0,1 1-1 0 0,-1-1 1 0 0,0-1-1 0 0,1 1 1 0 0,-1 0-1 0 0,1 0 1 0 0,-1 0 0 0 0,1 0-1 0 0,-1 0 1 0 0,0 0-1 0 0,1 0 1 0 0,-1 0-1 0 0,1-1 1 0 0,-1 1-1 0 0,0 0 1 0 0,1 0-1 0 0,-1-1 1 0 0,0 1-1 0 0,1 0 1 0 0,-1 0-1 0 0,1-1 1 0 0,0 0-203 0 0,-1-1 1 0 0,1 1-1 0 0,0 0 1 0 0,-1-1-1 0 0,1 1 1 0 0,-1-1-1 0 0,1 1 1 0 0,-1 0-1 0 0,1-1 1 0 0,-1 1-1 0 0,0-1 1 0 0,0 1-1 0 0,0-1 1 0 0,0 1-1 0 0,0-1 1 0 0,0 1-1 0 0,-1-3 1 0 0,-4-16-1477 0 0,6 5-289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6.32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3625 0 0,'1'11'7446'0'0,"-1"23"-5498"0"0,-1-19-920 0 0,2 19-86 0 0,2 0 1 0 0,12 60-1 0 0,26 65-3387 0 0,-41-158 2394 0 0,1 6-1702 0 0,0 4-6232 0 0,5 0 4769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46.7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 88 1752 0 0,'0'-1'233'0'0,"-1"1"-1"0"0,1-1 1 0 0,0 1-1 0 0,-1-1 1 0 0,1 1-1 0 0,0-1 1 0 0,0 1-1 0 0,-1-1 1 0 0,1 1-1 0 0,0-1 1 0 0,0 1-1 0 0,0-1 1 0 0,0 1-1 0 0,0-1 1 0 0,0 1-1 0 0,0-1 1 0 0,0 0 0 0 0,0 1-1 0 0,0-1 1 0 0,0 1-1 0 0,0-1 1 0 0,0 1-1 0 0,0-1 1 0 0,0 1-1 0 0,1-1 1 0 0,-1 1-1 0 0,0-1 1 0 0,0 1-1 0 0,1-1 1 0 0,-1 1-1 0 0,0-1 1 0 0,1 1-1 0 0,-1-1 1 0 0,0 1-1 0 0,1-1 1 0 0,-1 1-1 0 0,1 0 1 0 0,-1-1-1 0 0,0 1 1 0 0,1 0-1 0 0,-1 0 1 0 0,2-1-1 0 0,23 5 8259 0 0,-4-2-7073 0 0,-9-15-1353 0 0,-18 9-395 0 0,-26 13-448 0 0,21-2 1182 0 0,6-4-1790 0 0,18-32-7434 0 0,-8 1 3551 0 0,0 11 1252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55.52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30 464 0 0,'8'-23'7346'0'0,"39"20"-5085"0"0,116 34-337 0 0,-153-29-1716 0 0,0 0 1 0 0,-1-1 0 0 0,1 0 0 0 0,0-1-1 0 0,0 0 1 0 0,-1 0 0 0 0,1-1 0 0 0,0 0-1 0 0,-1-1 1 0 0,1 0 0 0 0,0-1 0 0 0,13-5-1 0 0,-16 7-178 0 0,0-1-1 0 0,-1 1 0 0 0,1 1 0 0 0,0-1 0 0 0,0 1 0 0 0,0 0 0 0 0,0 1 0 0 0,8 1 0 0 0,34 0 36 0 0,-5-9 9 0 0,-36 5-37 0 0,1 1 0 0 0,-1 0-1 0 0,1 0 1 0 0,0 0 0 0 0,-1 1-1 0 0,1 0 1 0 0,0 1 0 0 0,15 3-1 0 0,2 0 49 0 0,-1-1-1 0 0,1-1 1 0 0,0-1 0 0 0,0-2-1 0 0,0 0 1 0 0,38-8-1 0 0,-6 2 200 0 0,41 6 84 0 0,-70 2-354 0 0,-1-2-1 0 0,39-4 1 0 0,-56 4 18 0 0,1 0-1 0 0,-1 1 1 0 0,1 1 0 0 0,-1 0 0 0 0,1 0 0 0 0,12 4 0 0 0,-12-2 9 0 0,-1-1-1 0 0,1 0 1 0 0,-1-1 0 0 0,1-1-1 0 0,0 1 1 0 0,18-4 0 0 0,-19 1-24 0 0,0-1 1 0 0,1 2 0 0 0,-1 0 0 0 0,1 0-1 0 0,-1 1 1 0 0,1 0 0 0 0,0 1 0 0 0,-1 0-1 0 0,0 1 1 0 0,1 0 0 0 0,-1 1 0 0 0,21 7-1 0 0,-19-6 43 0 0,0 0 0 0 0,1-2 0 0 0,-1 0-1 0 0,1 0 1 0 0,-1-1 0 0 0,1-1-1 0 0,23-2 1 0 0,47 2 189 0 0,-43 4-160 0 0,69-5 0 0 0,-40 0 212 0 0,55 9-97 0 0,-114-9 75 0 0,-7 0-268 0 0,1 0 0 0 0,0 1 0 0 0,0 0-1 0 0,-1 0 1 0 0,1 0 0 0 0,0 0 0 0 0,8 2-1 0 0,-13-1 30 0 0,-16-9 396 0 0,-1 1-700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7:58.03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28 157 112 0 0,'-1'-1'28'0'0,"-1"0"0"0"0,0 0 0 0 0,0 1 0 0 0,1-1 0 0 0,-1 0 0 0 0,1-1 0 0 0,-1 1 0 0 0,1 0 0 0 0,-1 0 0 0 0,1-1-1 0 0,0 1 1 0 0,-1 0 0 0 0,1-1 0 0 0,0 0 0 0 0,0 1 0 0 0,0-1 0 0 0,0 0 0 0 0,0 1 0 0 0,1-1 0 0 0,-2-3 0 0 0,2 1 335 0 0,8-35 7442 0 0,-7 40-7582 0 0,0 0 0 0 0,1 0 1 0 0,-1-1-1 0 0,1 1 0 0 0,-1-1 1 0 0,1 1-1 0 0,-1-1 0 0 0,1 0 0 0 0,-1 1 1 0 0,1-1-1 0 0,-1 0 0 0 0,1 0 0 0 0,0 0 1 0 0,2-1-1 0 0,17 1 460 0 0,0 0 0 0 0,0 1 0 0 0,0 0 0 0 0,35 9 0 0 0,-49-9-671 0 0,5 0 68 0 0,1-2-1 0 0,-1 0 1 0 0,0 0-1 0 0,0-1 1 0 0,-1 0-1 0 0,1-1 1 0 0,0 0-1 0 0,17-9 1 0 0,4 1 263 0 0,-22 9-277 0 0,0 0 0 0 0,0 1 0 0 0,0 0 0 0 0,0 1 0 0 0,0 0 0 0 0,18 3-1 0 0,44-1 9 0 0,-30-8-33 0 0,-25 3 54 0 0,0 0 0 0 0,0 2 0 0 0,0 0 1 0 0,1 1-1 0 0,25 3 0 0 0,-7 1 41 0 0,0-2 0 0 0,70-5-1 0 0,-16 0-8 0 0,181-14 425 0 0,-267 17-548 0 0,31 0 27 0 0,0-1 1 0 0,-1-1 0 0 0,63-13-1 0 0,-66 10-31 0 0,0 0-1 0 0,40 1 1 0 0,-27 1 28 0 0,198 5-67 0 0,-130-5 101 0 0,115 12 0 0 0,-192-6-51 0 0,132 0-13 0 0,35 3-37 0 0,227 13 148 0 0,-269-7 50 0 0,-124-6-141 0 0,0-3 0 0 0,-1 0-1 0 0,1-3 1 0 0,0-1 0 0 0,57-9 0 0 0,-51 3 19 0 0,0 2 1 0 0,1 3 0 0 0,46 1 0 0 0,-50 2 419 0 0,-67-16-5413 0 0,-13-7-3100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9:10.66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53 992 0 0,'0'0'4'0'0,"0"0"0"0"0,0 1 0 0 0,0-1 0 0 0,0 0-1 0 0,0 0 1 0 0,0 0 0 0 0,0 0 0 0 0,0 1 0 0 0,0-1 0 0 0,0 0 0 0 0,0 0-1 0 0,0 0 1 0 0,0 0 0 0 0,0 1 0 0 0,0-1 0 0 0,0 0 0 0 0,0 0 0 0 0,1 0-1 0 0,-1 0 1 0 0,0 0 0 0 0,0 0 0 0 0,0 1 0 0 0,0-1 0 0 0,0 0-1 0 0,0 0 1 0 0,1 0 0 0 0,-1 0 0 0 0,0 0 0 0 0,0 0 0 0 0,0 0 0 0 0,0 0-1 0 0,1 0 1 0 0,-1 0 0 0 0,0 0 0 0 0,0 0 0 0 0,0 0 0 0 0,0 0 0 0 0,1 0-1 0 0,-1 0 1 0 0,0 0 0 0 0,0 0 0 0 0,0 0 0 0 0,0 0 0 0 0,1 0-1 0 0,-1 0 1 0 0,0 0 0 0 0,0 0 0 0 0,0 0 0 0 0,0 0 0 0 0,0 0 0 0 0,1-1-1 0 0,13-6 39 0 0,8-12-38 0 0,-14-2 926 0 0,-8 21-902 0 0,0-1-1 0 0,0 1 1 0 0,0 0-1 0 0,0 0 1 0 0,0-1-1 0 0,0 1 1 0 0,0 0-1 0 0,0-1 1 0 0,0 1-1 0 0,0 0 1 0 0,0-1-1 0 0,-1 1 0 0 0,1 0 1 0 0,0-1-1 0 0,0 1 1 0 0,0 0-1 0 0,0 0 1 0 0,-1-1-1 0 0,1 1 1 0 0,0 0-1 0 0,0 0 1 0 0,0-1-1 0 0,-1 1 1 0 0,1 0-1 0 0,0 0 1 0 0,0 0-1 0 0,-1 0 0 0 0,1-1 1 0 0,0 1-1 0 0,0 0 1 0 0,-1 0-1 0 0,1 0 1 0 0,0 0-1 0 0,-1 0 1 0 0,1 0-1 0 0,0 0 1 0 0,-1 0-1 0 0,1 0 1 0 0,0 0-1 0 0,-1 0 0 0 0,1 0 1 0 0,0 0-1 0 0,-1 0 1 0 0,1 0-1 0 0,0 0 1 0 0,0 0-1 0 0,-1 0 1 0 0,1 0-1 0 0,0 0 1 0 0,-1 0-1 0 0,1 0 1 0 0,0 1-1 0 0,0-1 1 0 0,-1 0-1 0 0,1 0 0 0 0,0 0 1 0 0,0 1-1 0 0,-1-1 1 0 0,1 0-1 0 0,0 0 1 0 0,0 1-1 0 0,0-1 1 0 0,-1 0-1 0 0,0 2 11 0 0,-1 0-1 0 0,0-1 1 0 0,1 1-1 0 0,0 0 1 0 0,-1 0-1 0 0,1-1 1 0 0,0 1-1 0 0,0 0 1 0 0,0 0 0 0 0,0 1-1 0 0,0-1 1 0 0,1 0-1 0 0,-1 0 1 0 0,1 0-1 0 0,-1 0 1 0 0,1 1-1 0 0,0 3 1 0 0,-1 46 648 0 0,2-37 31 0 0,-1-13-660 0 0,1-1-1 0 0,0 0 0 0 0,1 0 0 0 0,-1 0 1 0 0,0 0-1 0 0,0-1 0 0 0,0 1 1 0 0,0 0-1 0 0,1 0 0 0 0,-1-1 0 0 0,0 1 1 0 0,1-1-1 0 0,-1 1 0 0 0,0-1 1 0 0,1 1-1 0 0,-1-1 0 0 0,1 0 0 0 0,-1 0 1 0 0,1 0-1 0 0,-1 0 0 0 0,1 0 1 0 0,-1 0-1 0 0,0 0 0 0 0,1 0 0 0 0,-1-1 1 0 0,1 1-1 0 0,1-1 0 0 0,47-6 85 0 0,30-23 795 0 0,-69 25-809 0 0,0-1 0 0 0,1 2-1 0 0,-1 0 1 0 0,1 0 0 0 0,0 1 0 0 0,0 0 0 0 0,0 1-1 0 0,0 0 1 0 0,0 1 0 0 0,0 1 0 0 0,16 0 0 0 0,-13 2-28 0 0,0-2 0 0 0,-1 0 0 0 0,1 0 0 0 0,0-2 0 0 0,25-4 0 0 0,-23 2 23 0 0,-1 2 0 0 0,1 0 0 0 0,0 1 0 0 0,20 1 0 0 0,35 10 419 0 0,89 25-1 0 0,-126-28-384 0 0,0-1 0 0 0,1-2 0 0 0,0-1 0 0 0,-1-2-1 0 0,53-5 1 0 0,-54 3 13 0 0,47 5 0 0 0,-56-2-57 0 0,1 0 1 0 0,0-2-1 0 0,47-6 0 0 0,-21-3 37 0 0,-15 1-46 0 0,0 2 0 0 0,0 1-1 0 0,1 2 1 0 0,38 2 0 0 0,-53 2-17 0 0,-2 1 0 0 0,1 1-1 0 0,0 1 1 0 0,32 10 0 0 0,-39-11-42 0 0,0 0 0 0 0,0-1 0 0 0,0-1 0 0 0,0 0 0 0 0,0-1 0 0 0,27-4 1 0 0,43 3 137 0 0,-35 3-69 0 0,-1-2 0 0 0,56-7 0 0 0,-93 6-87 0 0,32-1 11 0 0,49 5 0 0 0,29-1 19 0 0,92-25-20 0 0,-14 2-10 0 0,-46 24-27 0 0,-46 1 14 0 0,10 0 20 0 0,68-3 33 0 0,-77-2 29 0 0,-74 2-35 0 0,1-2 1 0 0,54-7-1 0 0,-49 2-37 0 0,73 1-1 0 0,-76 4-36 0 0,0-1 0 0 0,56-9 0 0 0,-57 4 37 0 0,1 2 0 0 0,0 2 1 0 0,48 1-1 0 0,115 16 144 0 0,-166-12-124 0 0,49-4 0 0 0,-14 0 23 0 0,-7 0 0 0 0,-46 0-40 0 0,1 1-1 0 0,-1 1 1 0 0,1 0-1 0 0,-1 1 1 0 0,1 1 0 0 0,-1 1-1 0 0,0 0 1 0 0,0 2 0 0 0,0-1-1 0 0,18 9 1 0 0,-23-9-1009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9:12.92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51 83 776 0 0,'-21'8'842'0'0,"-8"4"5379"0"0,30-11-6085 0 0,1-1 0 0 0,0 0 0 0 0,-1 1 0 0 0,1-1 0 0 0,0 0 0 0 0,-1 0 0 0 0,1 0 0 0 0,0-1 0 0 0,-1 1-1 0 0,1 0 1 0 0,0 0 0 0 0,-1-1 0 0 0,3 0 0 0 0,9-4 110 0 0,0 1-1 0 0,1 0 1 0 0,-1 1 0 0 0,1 1-1 0 0,-1 0 1 0 0,1 1 0 0 0,21 0-1 0 0,9-1 11 0 0,109-5 514 0 0,74-8-115 0 0,-157 3-346 0 0,-43 7-156 0 0,0 1 0 0 0,39-2 0 0 0,-31 4-106 0 0,63-11-1 0 0,-72 8-9 0 0,0 1-1 0 0,1 2 1 0 0,-1 0 0 0 0,46 3-1 0 0,54 9 293 0 0,157-7 0 0 0,5-2-222 0 0,-131 2-181 0 0,85 7 242 0 0,-195-7-62 0 0,0-2 1 0 0,81-8-1 0 0,14-1 38 0 0,197 5 71 0 0,-218-2-98 0 0,49 2 223 0 0,-100 5-319 0 0,64 5 78 0 0,-120-5-51 0 0,0 0 0 0 0,0 1 0 0 0,0 1 0 0 0,0 0 0 0 0,0 1 0 0 0,24 12 0 0 0,-26-10 1196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49:15.16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90 1336 0 0,'0'-3'1231'0'0,"10"-4"-1220"0"0,9-8 4074 0 0,15 26-2703 0 0,-13-3-1076 0 0,-4-6-37 0 0,-1-2-1 0 0,1 1 1 0 0,-1-2-1 0 0,1 0 1 0 0,0-1-1 0 0,24-6 1 0 0,-21 3-58 0 0,0 2 1 0 0,1 0-1 0 0,38 1 1 0 0,29 1 389 0 0,-71 0-362 0 0,1 0 1 0 0,0 1-1 0 0,-1 1 1 0 0,1 0-1 0 0,-1 1 1 0 0,1 1-1 0 0,21 7 1 0 0,-23-6-162 0 0,0 0-1 0 0,1-1 1 0 0,-1-1 0 0 0,1-1 0 0 0,0 0 0 0 0,28-3 0 0 0,-23 1 116 0 0,0 0 0 0 0,0 2 0 0 0,27 4 0 0 0,-27 0-117 0 0,0-1 0 0 0,0-1 0 0 0,1-2 0 0 0,-1 0-1 0 0,1-1 1 0 0,0-1 0 0 0,25-5 0 0 0,-28 3 62 0 0,0 2-1 0 0,0 0 1 0 0,-1 1-1 0 0,1 1 1 0 0,0 1-1 0 0,0 0 1 0 0,0 2-1 0 0,19 6 1 0 0,31 1 196 0 0,1-3 0 0 0,0-2 1 0 0,80-6-1 0 0,-108 0-269 0 0,26-3 148 0 0,102-19 0 0 0,-99 11-90 0 0,29-13-64 0 0,-77 17-27 0 0,0 1-1 0 0,0 1 1 0 0,0 1-1 0 0,30-1 1 0 0,-21 3 13 0 0,0-1 0 0 0,53-12 0 0 0,-55 8 51 0 0,1 1-1 0 0,55-2 1 0 0,7 3-58 0 0,-64 2 123 0 0,-1 1 0 0 0,58 4 0 0 0,41 3-430 0 0,-120-5-8 0 0,-5 0-304 0 0,-1 0 0 0 0,1 0 0 0 0,0-1 0 0 0,0 1 0 0 0,-1-1-1 0 0,1 0 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1:40.73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66 37 104 0 0,'-15'-5'307'0'0,"13"5"-132"0"0,0-1 0 0 0,0 1-1 0 0,-1-1 1 0 0,1 1 0 0 0,0-1 0 0 0,0 0 0 0 0,0 0 0 0 0,0 0 0 0 0,0 0 0 0 0,0-1 0 0 0,0 1 0 0 0,0 0-1 0 0,1-1 1 0 0,-1 1 0 0 0,-18-10 3976 0 0,20 11-4130 0 0,0 0 1 0 0,0 1-1 0 0,0-1 1 0 0,0 1-1 0 0,0-1 1 0 0,0 0-1 0 0,0 1 1 0 0,0-1-1 0 0,0 1 1 0 0,0-1-1 0 0,0 1 1 0 0,0-1-1 0 0,0 0 1 0 0,0 1-1 0 0,0-1 0 0 0,1 1 1 0 0,-1-1-1 0 0,0 0 1 0 0,0 1-1 0 0,0-1 1 0 0,1 0-1 0 0,-1 1 1 0 0,0-1-1 0 0,0 0 1 0 0,1 1-1 0 0,-1-1 1 0 0,0 0-1 0 0,1 0 0 0 0,-1 1 1 0 0,0-1-1 0 0,1 0 1 0 0,-1 0-1 0 0,1 1 1 0 0,-1-1-1 0 0,0 0 1 0 0,1 0-1 0 0,-1 0 1 0 0,1 0-1 0 0,-1 0 1 0 0,0 0-1 0 0,1 0 1 0 0,-1 0-1 0 0,1 0 0 0 0,-1 0 1 0 0,1 0-1 0 0,105 20 1374 0 0,-98-17-1271 0 0,1-2-1 0 0,-1 1 1 0 0,1-1-1 0 0,-1-1 0 0 0,1 1 1 0 0,-1-2-1 0 0,1 1 1 0 0,-1-1-1 0 0,1 0 0 0 0,-1-1 1 0 0,0 0-1 0 0,11-4 0 0 0,-8 3-32 0 0,-1 1 0 0 0,1-1 0 0 0,0 2 0 0 0,-1-1 0 0 0,1 1 0 0 0,17 2 0 0 0,17 9 122 0 0,-39-7-195 0 0,1-1 1 0 0,0-1 0 0 0,0 1 0 0 0,0-1-1 0 0,0 0 1 0 0,0-1 0 0 0,0 1 0 0 0,11-2-1 0 0,11-2 122 0 0,1 2-1 0 0,-1 1 0 0 0,0 1 1 0 0,49 8-1 0 0,6 0-94 0 0,85-6 594 0 0,-129-1-607 0 0,52-2 1 0 0,-31-1 96 0 0,-6 3 33 0 0,-30-1-99 0 0,48-3 0 0 0,172-13 1048 0 0,-166 17-1031 0 0,-5 1-5 0 0,-42-6-7 0 0,0 1 0 0 0,58 6 0 0 0,-74-3-57 0 0,-1 0 1 0 0,29-4-1 0 0,-31 2-6 0 0,1 0 0 0 0,-1 1 0 0 0,0 0 0 0 0,22 4 0 0 0,-14-2-4 0 0,0-2 0 0 0,0 1 0 0 0,0-2 1 0 0,35-6-1 0 0,-27 3-1 0 0,185-8 135 0 0,-211 12-135 0 0,337-14 265 0 0,-252 9-225 0 0,-59 4-6 0 0,56-7-1 0 0,-74 6-15 0 0,1 1 0 0 0,-1 1-1 0 0,1 0 1 0 0,18 3 0 0 0,13 0 160 0 0,23 3 98 0 0,-12 0-216 0 0,-42-4-2155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14.87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44 312 0 0,'12'-23'6673'0'0,"33"26"-2720"0"0,-25-5-3586 0 0,1 0 0 0 0,25-6 0 0 0,-33 5-230 0 0,0 0 1 0 0,0 1 0 0 0,0 0-1 0 0,0 1 1 0 0,1 1 0 0 0,-1 0-1 0 0,0 1 1 0 0,21 3 0 0 0,-4 5-84 0 0,-9-2 116 0 0,0 0-1 0 0,1-2 1 0 0,0 0-1 0 0,0-2 1 0 0,0 0-1 0 0,0-1 1 0 0,38-3-1 0 0,-32-1 35 0 0,1 1 0 0 0,40 4-1 0 0,2 0-11 0 0,-16-6-82 0 0,-38 2-56 0 0,0 0 1 0 0,0 1 0 0 0,0 1-1 0 0,20 3 1 0 0,4 0-1015 0 0,-38-4 307 0 0,1 0-1 0 0,-1 0 0 0 0,1 0 0 0 0,-1-1 0 0 0,1 0 0 0 0,-1 0 0 0 0,0 0 0 0 0,1 0 0 0 0,-1 0 0 0 0,0-1 0 0 0,0 1 0 0 0,0-1 0 0 0,9-7-1307 0 0,4-3-1483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27.04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 97 8 0 0,'-5'-45'7090'0'0,"7"44"-6890"0"0,43 23 2967 0 0,-34-23-3031 0 0,0 0 0 0 0,0-1 0 0 0,0 0 0 0 0,18-6 0 0 0,-20 4-32 0 0,-1 2 1 0 0,1 0 0 0 0,0 0-1 0 0,0 0 1 0 0,0 1 0 0 0,0 0-1 0 0,0 1 1 0 0,11 1 0 0 0,-13-1-56 0 0,0 0 1 0 0,0 0-1 0 0,0 0 1 0 0,0-1-1 0 0,0 0 1 0 0,0-1 0 0 0,9-2-1 0 0,-10 2 10 0 0,0 0-1 0 0,0 1 0 0 0,0-1 0 0 0,0 1 1 0 0,0 1-1 0 0,1-1 0 0 0,-1 1 0 0 0,0 1 1 0 0,0-1-1 0 0,7 2 0 0 0,-2-1 14 0 0,-1 1 1 0 0,1-1-1 0 0,0-1 0 0 0,-1 0 1 0 0,1-1-1 0 0,0 0 0 0 0,13-3 0 0 0,-12 2 9 0 0,0 1-1 0 0,0-1 0 0 0,0 2 1 0 0,0 0-1 0 0,16 2 0 0 0,-22-2-60 0 0,0 1 0 0 0,1-1 0 0 0,-1-1-1 0 0,1 1 1 0 0,-1-1 0 0 0,7-2 0 0 0,23-1 75 0 0,-29 4-1170 0 0,1 0-1 0 0,0 0 1 0 0,0-1 0 0 0,-1 0 0 0 0,1-1 0 0 0,-1 1 0 0 0,1-1-1 0 0,-1-1 1 0 0,8-3 0 0 0,-1 3-1751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28.43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67 33 136 0 0,'-5'2'229'0'0,"0"1"58"0"0,1-1-1 0 0,-1 1 1 0 0,0-1 0 0 0,0 0-1 0 0,0-1 1 0 0,0 1-1 0 0,-22 1 5178 0 0,60-6-4176 0 0,-22 0-1006 0 0,1 1 0 0 0,0 0-1 0 0,0 0 1 0 0,-1 1 0 0 0,1 1-1 0 0,0 0 1 0 0,0 0 0 0 0,13 3-1 0 0,-13-2-189 0 0,0 0-1 0 0,1-1 0 0 0,-1-1 0 0 0,0 0 0 0 0,16-4 0 0 0,37-2 521 0 0,-16 11-162 0 0,-37-3-354 0 0,0 0 0 0 0,0 0 1 0 0,1-1-1 0 0,17-3 0 0 0,151-10 540 0 0,-72-8-302 0 0,-108 21-311 0 0,0 0 0 0 0,0 0 0 0 0,0 0 0 0 0,0 0 0 0 0,0 0 0 0 0,0 0 0 0 0,0 0 1 0 0,0 1-1 0 0,0-1 0 0 0,0 0 0 0 0,0 1 0 0 0,0-1 0 0 0,0 0 0 0 0,0 1 0 0 0,0-1 0 0 0,0 1 0 0 0,0 0 0 0 0,-1-1 0 0 0,3 2 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1.9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223 4 2585 0 0,'0'-3'11841'0'0,"-15"8"-10148"0"0,14-5-1599 0 0,-1 1 0 0 0,0 0 0 0 0,1 0 0 0 0,-1-1 0 0 0,1 1 0 0 0,-1 1 0 0 0,1-1 0 0 0,0 0 0 0 0,-1 0 0 0 0,1 0 0 0 0,0 1 0 0 0,0-1 0 0 0,0 1 0 0 0,0-1 0 0 0,0 1-1 0 0,0-1 1 0 0,0 1 0 0 0,0-1 0 0 0,1 1 0 0 0,-1 0 0 0 0,1-1 0 0 0,-1 1 0 0 0,1 0 0 0 0,-1 3 0 0 0,-4 51 28 0 0,4-43 15 0 0,2 177 68 0 0,-3 41-109 0 0,-1-191-84 0 0,3-25-3 0 0,-1-1-1 0 0,0 1 0 0 0,-1-1 0 0 0,0 1 1 0 0,-1-1-1 0 0,-1 0 0 0 0,0 0 0 0 0,-1 0 1 0 0,-11 21-1 0 0,16-35-12 0 0,-1 0 0 0 0,1 0 0 0 0,0 1-1 0 0,0-1 1 0 0,0 0 0 0 0,-1 0 0 0 0,1 1 0 0 0,0-1 0 0 0,0 0 0 0 0,-1 0 0 0 0,1 0 0 0 0,0 1 0 0 0,0-1 0 0 0,-1 0 0 0 0,1 0-1 0 0,0 0 1 0 0,0 0 0 0 0,-1 0 0 0 0,1 0 0 0 0,0 0 0 0 0,-1 0 0 0 0,1 0 0 0 0,0 0 0 0 0,-1 0 0 0 0,1 0 0 0 0,0 0 0 0 0,-1 0 0 0 0,1 0-1 0 0,0 0 1 0 0,0 0 0 0 0,-1 0 0 0 0,1 0 0 0 0,0 0 0 0 0,-1 0 0 0 0,1-1 0 0 0,0 1 0 0 0,0 0 0 0 0,-1 0 0 0 0,1 0 0 0 0,0 0-1 0 0,0-1 1 0 0,-1 1 0 0 0,-12-17-74 0 0,-6-21 94 0 0,13 20 14 0 0,-2 1 0 0 0,0-1 0 0 0,-1 1-1 0 0,0 1 1 0 0,-1 0 0 0 0,-24-28-1 0 0,34 44-26 0 0,0 0-1 0 0,0 0 0 0 0,0 0 0 0 0,-1-1 0 0 0,1 1 0 0 0,0 0 1 0 0,0 0-1 0 0,0 0 0 0 0,0 0 0 0 0,0 0 0 0 0,0 0 0 0 0,0 0 1 0 0,-1 0-1 0 0,1 0 0 0 0,0 0 0 0 0,0 0 0 0 0,0 0 0 0 0,0 0 1 0 0,0 1-1 0 0,0-1 0 0 0,-1 0 0 0 0,1 0 0 0 0,0 0 0 0 0,0 0 1 0 0,0 0-1 0 0,0 0 0 0 0,0 0 0 0 0,0 0 0 0 0,0 0 0 0 0,0 0 1 0 0,0 0-1 0 0,-1 0 0 0 0,1 1 0 0 0,0-1 0 0 0,0 0 0 0 0,0 0 1 0 0,0 0-1 0 0,0 0 0 0 0,0 0 0 0 0,0 0 0 0 0,0 0 0 0 0,0 0 1 0 0,0 1-1 0 0,0-1 0 0 0,0 0 0 0 0,0 0 0 0 0,0 0 0 0 0,0 0 1 0 0,0 0-1 0 0,0 0 0 0 0,0 1 0 0 0,0-1 0 0 0,0 0 0 0 0,0 0 1 0 0,0 0-1 0 0,0 0 0 0 0,0 0 0 0 0,0 0 0 0 0,0 0 0 0 0,0 1 1 0 0,0-1-1 0 0,1 0 0 0 0,-1 0 0 0 0,0 0 0 0 0,0 0 0 0 0,0 0 1 0 0,0 0-1 0 0,0 0 0 0 0,0 0 0 0 0,3 20 59 0 0,6 19-46 0 0,18 21-22 0 0,49 83 0 0 0,-75-142 14 0 0,-1 0 0 0 0,0 0 1 0 0,1 0-1 0 0,-1 0 0 0 0,1 0 0 0 0,-1-1 1 0 0,1 1-1 0 0,0 0 0 0 0,-1 0 0 0 0,1 0 1 0 0,0-1-1 0 0,0 1 0 0 0,-1 0 1 0 0,1-1-1 0 0,0 1 0 0 0,0-1 0 0 0,0 1 1 0 0,0-1-1 0 0,0 1 0 0 0,0-1 0 0 0,0 0 1 0 0,0 1-1 0 0,0-1 0 0 0,0 0 1 0 0,0 0-1 0 0,0 0 0 0 0,0 0 0 0 0,0 0 1 0 0,0 0-1 0 0,0 0 0 0 0,0 0 0 0 0,0 0 1 0 0,0 0-1 0 0,0 0 0 0 0,0-1 0 0 0,0 1 1 0 0,0 0-1 0 0,0-1 0 0 0,0 1 1 0 0,0-1-1 0 0,-1 1 0 0 0,1-1 0 0 0,0 0 1 0 0,0 1-1 0 0,0-1 0 0 0,-1 0 0 0 0,1 1 1 0 0,0-1-1 0 0,-1 0 0 0 0,2-1 1 0 0,6-8 106 0 0,0-1 1 0 0,-1 1-1 0 0,10-20 1 0 0,-2 4-72 0 0,-5 13-41 0 0,0 1 0 0 0,1 0 0 0 0,1 0 0 0 0,23-18-1 0 0,6 7-4840 0 0,-41 22 4628 0 0,1 1 1 0 0,-1 0 0 0 0,0 0 0 0 0,1 0 0 0 0,-1-1 0 0 0,0 1-1 0 0,0 0 1 0 0,1 0 0 0 0,-1-1 0 0 0,0 1 0 0 0,0 0-1 0 0,1 0 1 0 0,-1-1 0 0 0,0 1 0 0 0,0 0 0 0 0,0-1 0 0 0,1 1-1 0 0,-1-1 1 0 0,0 1 0 0 0,0 0 0 0 0,0-1 0 0 0,0 1-1 0 0,0 0 1 0 0,0-1 0 0 0,0 1 0 0 0,0-1 0 0 0,0 1 0 0 0,0 0-1 0 0,0-1 1 0 0,0 1 0 0 0,0-1 0 0 0,0 1 0 0 0,0 0-1 0 0,-1-1 1 0 0,1-4-1802 0 0,3-5-2504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2.8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28 152 2593 0 0,'-4'2'223'0'0,"-19"8"5119"0"0,39-14-893 0 0,111-27-722 0 0,-72 20-3649 0 0,-1-3 0 0 0,52-21 0 0 0,-78 17-3120 0 0,-27 17 2610 0 0,1-1 0 0 0,-1 0 0 0 0,0 1 0 0 0,1-1 0 0 0,-1 0 0 0 0,0 1 1 0 0,0-1-1 0 0,0 0 0 0 0,0 0 0 0 0,0 0 0 0 0,-1 0 0 0 0,1 0 1 0 0,0 0-1 0 0,-1 0 0 0 0,0-1 0 0 0,1 1 0 0 0,-1 0 0 0 0,0 0 1 0 0,0 0-1 0 0,0-3 0 0 0,0-3-1339 0 0,6 10-227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3.3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 7 696 0 0,'-5'9'730'0'0,"1"1"0"0"0,0 0 0 0 0,0 0 0 0 0,1 0 0 0 0,1 0 0 0 0,0 0 0 0 0,0 1 0 0 0,1-1 0 0 0,0 21 0 0 0,3 8 261 0 0,9 53-1 0 0,-1-12-615 0 0,-8-51-527 0 0,1 5-1254 0 0</inkml:trace>
  <inkml:trace contextRef="#ctx0" brushRef="#br0" timeOffset="1">146 1 2016 0 0,'7'91'7055'0'0,"-7"0"-4415"0"0,4 73-6455 0 0,-3-138-250 0 0,1-13 1154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3.7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1 128 2513 0 0,'0'3'334'0'0,"0"-1"1"0"0,0 0-1 0 0,0 0 1 0 0,0 0 0 0 0,1 0-1 0 0,-1 1 1 0 0,1-1 0 0 0,0 0-1 0 0,-1 0 1 0 0,1 0 0 0 0,0 0-1 0 0,0 0 1 0 0,1-1 0 0 0,-1 1-1 0 0,0 0 1 0 0,0 0 0 0 0,1-1-1 0 0,-1 1 1 0 0,1-1 0 0 0,0 1-1 0 0,3 2 1 0 0,-1-2-69 0 0,1 0-1 0 0,0 0 1 0 0,-1 0 0 0 0,1 0 0 0 0,0-1 0 0 0,0 1-1 0 0,0-1 1 0 0,0 0 0 0 0,7 0 0 0 0,2-1-137 0 0,0 0-1 0 0,0-1 1 0 0,0 0 0 0 0,0-1-1 0 0,-1-1 1 0 0,19-5 0 0 0,-25 6-268 0 0,0-1 1 0 0,0 0-1 0 0,0-1 1 0 0,0 0 0 0 0,-1 0-1 0 0,1 0 1 0 0,-1-1-1 0 0,0 0 1 0 0,-1 0 0 0 0,1 0-1 0 0,6-9 1 0 0,-8 9-378 0 0,-1 0 0 0 0,0 1 0 0 0,0-1 0 0 0,-1-1 1 0 0,0 1-1 0 0,1 0 0 0 0,-2-1 0 0 0,1 1 0 0 0,-1-1 0 0 0,1 1 1 0 0,-2-1-1 0 0,1 0 0 0 0,-1 1 0 0 0,1-1 0 0 0,-2-8 0 0 0,1-8-2315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4.0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0 218 2200 0 0,'18'-13'5276'0'0,"16"-5"-2156"0"0,5-3-1412 0 0,-8-5-269 0 0,-24 19-1123 0 0,0 1 0 0 0,0 1-1 0 0,0-1 1 0 0,1 1 0 0 0,11-6 0 0 0,-18 11-254 0 0,0 0-1 0 0,-1 0 1 0 0,1 0 0 0 0,0 1 0 0 0,-1-1-1 0 0,1 0 1 0 0,-1 1 0 0 0,1-1-1 0 0,0 0 1 0 0,-1 1 0 0 0,1-1-1 0 0,-1 1 1 0 0,1-1 0 0 0,-1 1 0 0 0,1-1-1 0 0,-1 1 1 0 0,0-1 0 0 0,1 1-1 0 0,-1-1 1 0 0,0 1 0 0 0,1 0-1 0 0,-1-1 1 0 0,0 1 0 0 0,0-1 0 0 0,1 1-1 0 0,-1 0 1 0 0,0-1 0 0 0,0 1-1 0 0,0 0 1 0 0,0 1 0 0 0,8 33 59 0 0,-5-20-44 0 0,7 25-151 0 0,-1 0 0 0 0,2 48 0 0 0,-3 25-3146 0 0,-3-86-1104 0 0,2-44-2774 0 0,-3 1 4789 0 0</inkml:trace>
  <inkml:trace contextRef="#ctx0" brushRef="#br0" timeOffset="1">351 0 1808 0 0,'9'7'6561'0'0,"-3"10"-4549"0"0,-2 17-1974 0 0,-4-31 460 0 0,4 67 555 0 0,-7 73-1 0 0,-1-22-7426 0 0,-1-107 1604 0 0,4-13 4007 0 0,1 3-344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4.4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 0 2144 0 0,'-2'19'2123'0'0,"0"-1"0"0"0,-1 1 0 0 0,-9 26 0 0 0,6-24-1866 0 0,2-1 1 0 0,0 1-1 0 0,-2 27 1 0 0,6-43-266 0 0,0 1 0 0 0,0-1 1 0 0,1 1-1 0 0,-1-1 0 0 0,1 0 1 0 0,0 1-1 0 0,1-1 0 0 0,-1 0 1 0 0,1 0-1 0 0,0 0 0 0 0,1 0 1 0 0,-1 0-1 0 0,1 0 0 0 0,0-1 1 0 0,0 1-1 0 0,0-1 0 0 0,5 5 1 0 0,-6-7 1 0 0,0 0 1 0 0,0 0 0 0 0,0-1-1 0 0,0 1 1 0 0,0 0 0 0 0,0-1-1 0 0,1 0 1 0 0,-1 0 0 0 0,0 0-1 0 0,1 0 1 0 0,-1 0 0 0 0,1 0-1 0 0,-1 0 1 0 0,1-1 0 0 0,-1 1-1 0 0,1-1 1 0 0,0 0 0 0 0,-1 0-1 0 0,1 0 1 0 0,-1 0 0 0 0,4 0-1 0 0,-1-2 43 0 0,-1 1 0 0 0,0-1-1 0 0,1 1 1 0 0,-1-1 0 0 0,0 0 0 0 0,0-1-1 0 0,0 1 1 0 0,0-1 0 0 0,0 0 0 0 0,0 0 0 0 0,3-3-1 0 0,1-2 91 0 0,-1-1-1 0 0,0 1 0 0 0,0-1 1 0 0,0 0-1 0 0,-1-1 0 0 0,-1 0 1 0 0,0 0-1 0 0,0 0 0 0 0,4-13 1 0 0,-8 19-72 0 0,0 0-1 0 0,0 0 1 0 0,-1-1 0 0 0,1 1-1 0 0,-1 0 1 0 0,0 0 0 0 0,0-1-1 0 0,-1 1 1 0 0,1 0 0 0 0,-1 0 0 0 0,0 0-1 0 0,0 0 1 0 0,0-1 0 0 0,-1 1-1 0 0,1 0 1 0 0,-1 1 0 0 0,0-1-1 0 0,0 0 1 0 0,0 1 0 0 0,-1-1 0 0 0,1 1-1 0 0,-1-1 1 0 0,0 1 0 0 0,0 0-1 0 0,0 0 1 0 0,0 1 0 0 0,-5-4 0 0 0,3 3-154 0 0,0 0 1 0 0,0 0 0 0 0,0 1 0 0 0,0-1 0 0 0,-1 1 0 0 0,1 1-1 0 0,0-1 1 0 0,-12-1 0 0 0,12 3-373 0 0,-1-1 0 0 0,0 1 0 0 0,1 0 0 0 0,-1 1 1 0 0,0-1-1 0 0,0 1 0 0 0,1 0 0 0 0,-1 1 0 0 0,-6 2 0 0 0,-6 2-3986 0 0,12-3 1076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4.8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4753 0 0,'26'145'5843'0'0,"-11"78"-6826"0"0,-12-147-651 0 0,-2-26-2395 0 0,1-29 1023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5.2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54 2000 0 0,'10'-7'5386'0'0,"19"-1"-3855"0"0,-22 6-659 0 0,28-10 835 0 0,-25 7-1422 0 0,0 1 1 0 0,1 1-1 0 0,0-1 0 0 0,-1 2 0 0 0,1-1 0 0 0,0 2 0 0 0,0-1 0 0 0,0 2 0 0 0,22 0 0 0 0,-32 0-269 0 0,0 0 0 0 0,0 1 0 0 0,-1-1 0 0 0,1 1 0 0 0,0-1-1 0 0,0 0 1 0 0,0 1 0 0 0,0 0 0 0 0,0-1 0 0 0,-1 1 0 0 0,1-1 0 0 0,0 1 0 0 0,0 0 0 0 0,-1 0 0 0 0,1-1-1 0 0,0 1 1 0 0,-1 0 0 0 0,1 0 0 0 0,-1 0 0 0 0,1 0 0 0 0,-1 0 0 0 0,0 0 0 0 0,1 0 0 0 0,-1 0 0 0 0,0 0-1 0 0,1 1 1 0 0,-6 32-72 0 0,-24 27-821 0 0,20-45 521 0 0,0-1 1 0 0,-2 0-1 0 0,0-1 1 0 0,0 0-1 0 0,-1 0 1 0 0,-1-1-1 0 0,-27 21 0 0 0,45-35 619 0 0,0-1 0 0 0,0 0 0 0 0,0 1 0 0 0,1 0 0 0 0,-1 1-1 0 0,0-1 1 0 0,1 1 0 0 0,-1 0 0 0 0,1 0 0 0 0,8 2 0 0 0,83 11 705 0 0,-39-5-772 0 0,-47-6-472 0 0,32 1-1888 0 0,-15-6-5498 0 0,-20 1 3966 0 0</inkml:trace>
  <inkml:trace contextRef="#ctx0" brushRef="#br0" timeOffset="1">446 10 3801 0 0,'-4'11'8242'0'0,"5"18"-8349"0"0,-1-26 728 0 0,21 260-225 0 0,2-89-7466 0 0,-20-150 4720 0 0,1-1-431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5.6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2256 0 0,'5'27'8956'0'0,"-3"33"-8595"0"0,-1-23 127 0 0,13 97-248 0 0,-6-72-2030 0 0,-2 0-3389 0 0,-4-50 3054 0 0,6 4-314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6.0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0 238 536 0 0,'3'-2'136'0'0,"4"4"224"0"0,1-2 104 0 0,0 0 208 0 0,-1 1 273 0 0,1 1-209 0 0,3-2-72 0 0,-1 0-120 0 0,3-3-304 0 0,-1-2-96 0 0,1 0-96 0 0,1-3-32 0 0,0-1-128 0 0,0-2-296 0 0,-2-2-432 0 0,-3-1-344 0 0,-4-2-169 0 0,1 0-95 0 0</inkml:trace>
  <inkml:trace contextRef="#ctx0" brushRef="#br0" timeOffset="1">188 0 1256 0 0,'-1'0'302'0'0,"1"1"0"0"0,-1-1 0 0 0,0 0 0 0 0,0 0-1 0 0,0 0 1 0 0,0 0 0 0 0,0 1 0 0 0,0-1 0 0 0,1 0-1 0 0,-1 1 1 0 0,0-1 0 0 0,0 1 0 0 0,0-1 0 0 0,1 1 0 0 0,-1-1-1 0 0,0 1 1 0 0,1 0 0 0 0,-1-1 0 0 0,0 1 0 0 0,1 0-1 0 0,-1-1 1 0 0,1 1 0 0 0,-1 0 0 0 0,0 1 0 0 0,-6 28 3107 0 0,10 45-2502 0 0,-2-54-466 0 0,3 25-475 0 0,-2-31-732 0 0,0 0 0 0 0,-2 1-1 0 0,0-1 1 0 0,0 0 0 0 0,-1 1 0 0 0,-4 15 0 0 0,-4-14-3535 0 0,4-10 1312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6.4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87 2689 0 0,'11'-6'5337'0'0,"23"-1"-4870"0"0,-25 6-126 0 0,1-1-522 0 0,-1 0-1 0 0,0-1 1 0 0,-1 0 0 0 0,1-1-1 0 0,-1 0 1 0 0,11-6 0 0 0,-16 8-321 0 0,1 0 0 0 0,-1-1 0 0 0,0 0 0 0 0,-1 1 0 0 0,1-1 0 0 0,0 0 0 0 0,-1 0 0 0 0,0 0 0 0 0,1-1 0 0 0,2-6 0 0 0,-1 3-1245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6.8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1 119 3177 0 0,'47'-19'4444'0'0,"-34"15"-4298"0"0,-1-1 0 0 0,0 0 0 0 0,16-10 1 0 0,-6 1 208 0 0,1 0 1 0 0,1 1-1 0 0,44-16 0 0 0,-68 28-336 0 0,1 1-1 0 0,-1 0 1 0 0,0 0-1 0 0,0 0 0 0 0,0 0 1 0 0,0 0-1 0 0,1 0 1 0 0,-1 0-1 0 0,0 0 1 0 0,0 0-1 0 0,0 0 0 0 0,0 0 1 0 0,1 0-1 0 0,-1 0 1 0 0,0 0-1 0 0,0 0 0 0 0,0 0 1 0 0,0 0-1 0 0,0 0 1 0 0,1 1-1 0 0,-1-1 1 0 0,0 0-1 0 0,0 0 0 0 0,0 0 1 0 0,0 0-1 0 0,0 0 1 0 0,0 0-1 0 0,1 0 0 0 0,-1 0 1 0 0,0 1-1 0 0,0-1 1 0 0,0 0-1 0 0,0 0 1 0 0,0 0-1 0 0,0 0 0 0 0,0 0 1 0 0,0 1-1 0 0,0-1 1 0 0,0 0-1 0 0,1 0 1 0 0,-1 0-1 0 0,0 0 0 0 0,0 0 1 0 0,0 1-1 0 0,0-1 1 0 0,0 0-1 0 0,0 0 0 0 0,0 1 1 0 0,-3 13 608 0 0,-11 19 95 0 0,11-26-554 0 0,-1 4-103 0 0,1 0 1 0 0,0 1 0 0 0,1-1-1 0 0,0 1 1 0 0,1 0 0 0 0,0-1-1 0 0,0 1 1 0 0,2 14 0 0 0,3 9-2946 0 0,11 48-1 0 0,-14-72-1565 0 0,0-7 2303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7.2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86 1232 0 0,'4'-5'1042'0'0,"-1"1"0"0"0,1-1 0 0 0,0 1 0 0 0,0 0 0 0 0,1 0-1 0 0,5-4 1 0 0,-4 4-648 0 0,1 0-1 0 0,-1 0 0 0 0,1 0 1 0 0,0 1-1 0 0,0 0 0 0 0,0 0 1 0 0,1 1-1 0 0,-1 0 1 0 0,0 1-1 0 0,1-1 0 0 0,-1 1 1 0 0,1 1-1 0 0,11-1 0 0 0,-18 1-350 0 0,0 0 0 0 0,0 1 0 0 0,0-1-1 0 0,0 0 1 0 0,0 0 0 0 0,0 1 0 0 0,0-1 0 0 0,0 0-1 0 0,0 1 1 0 0,0-1 0 0 0,-1 1 0 0 0,1-1-1 0 0,0 1 1 0 0,0 0 0 0 0,0-1 0 0 0,-1 1 0 0 0,1 0-1 0 0,0-1 1 0 0,-1 1 0 0 0,1 0 0 0 0,-1 0-1 0 0,1 0 1 0 0,-1 0 0 0 0,1-1 0 0 0,-1 1 0 0 0,1 2-1 0 0,0 31 390 0 0,-23 34-760 0 0,21-65 279 0 0,-42 90-1717 0 0,38-84 1503 0 0,0 0 1 0 0,0-1-1 0 0,-1 0 0 0 0,0 0 1 0 0,0-1-1 0 0,-1 1 0 0 0,1-1 0 0 0,-12 8 1 0 0,19-18 348 0 0,0-1 1 0 0,1 1 0 0 0,-1-1-1 0 0,1 1 1 0 0,0 0 0 0 0,0 0 0 0 0,4-6-1 0 0,1 4 246 0 0,1 0 0 0 0,-1 1-1 0 0,1-1 1 0 0,0 1 0 0 0,0 1 0 0 0,0-1-1 0 0,0 2 1 0 0,0-1 0 0 0,1 1-1 0 0,0 0 1 0 0,-1 1 0 0 0,13-1 0 0 0,41 3 771 0 0,0 6-4014 0 0,-19-1-2837 0 0,-35-10 741 0 0,-4 2 2148 0 0</inkml:trace>
  <inkml:trace contextRef="#ctx0" brushRef="#br0" timeOffset="1">414 1 3857 0 0,'13'8'6156'0'0,"-4"12"-3759"0"0,0 25-1951 0 0,-8-39-53 0 0,11 77 32 0 0,3 23-2165 0 0,3-39-6643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7.63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0 179 832 0 0,'0'-1'66'0'0,"1"0"0"0"0,-1 0 1 0 0,0-1-1 0 0,0 1 0 0 0,0 0 0 0 0,1 0 0 0 0,-1 0 0 0 0,1 0 0 0 0,-1 0 0 0 0,1 0 0 0 0,-1 0 0 0 0,1 0 1 0 0,-1 0-1 0 0,1 0 0 0 0,0 0 0 0 0,0 0 0 0 0,-1 0 0 0 0,1 1 0 0 0,0-1 0 0 0,0 0 0 0 0,0 0 1 0 0,2 0-1 0 0,34-27 2370 0 0,-16 12-1017 0 0,-12 8-1206 0 0,-1-1 0 0 0,0 0 0 0 0,-1 0 0 0 0,0-1 0 0 0,8-15 0 0 0,12-16 1968 0 0,-25 101 2512 0 0,4 25-4155 0 0,24 115 0 0 0,17-13-5972 0 0,-47-185 5098 0 0,4 14-1631 0 0,-6-7-2290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8.24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 1 3065 0 0,'0'0'2195'0'0,"0"10"3346"0"0,-1 15-4283 0 0,-14 235 515 0 0,14-87-7715 0 0,1-164 5320 0 0,-1 1-1561 0 0,1-10 2114 0 0,0 0 1 0 0,-1 0-1 0 0,1 0 1 0 0,0 0-1 0 0,0-1 1 0 0,0 1-1 0 0,0 0 1 0 0,0 0-1 0 0,0 0 1 0 0,-1-1-686 0 0,1 1 685 0 0,0 0 1 0 0,0 0-1 0 0,0 0 1 0 0,0 0-1 0 0,0 0 1 0 0,0 0-1 0 0,-1 0 1 0 0,1 0-1 0 0,0 0 1 0 0,0 0-1 0 0,0 0 1 0 0,0 0-1 0 0,0 0 1 0 0,0 0-1 0 0,0 0 1 0 0,0 0-1 0 0,-1 0 1 0 0,1 0-1 0 0,0 0 1 0 0,0 1-1 0 0,0-1 0 0 0,0 0 1 0 0,0 0-1 0 0,0 0 1 0 0,-1 1-549 0 0,1-6-627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8.6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3 227 1088 0 0,'-3'5'4449'0'0,"12"0"-1902"0"0,15-4-633 0 0,-3-12-1608 0 0,-1 0-1 0 0,0-1 1 0 0,-1-2-1 0 0,20-17 1 0 0,28-34-4597 0 0,-39 23 1166 0 0,-27 40 3138 0 0,0 0 0 0 0,0 0 0 0 0,0-1 1 0 0,0 1-1 0 0,0 0 0 0 0,0-1 0 0 0,0 1 0 0 0,-1-1 1 0 0,1 1-1 0 0,-1 0 0 0 0,0-1 0 0 0,0 1 1 0 0,0-1-1 0 0,0 1 0 0 0,0-1 0 0 0,-1 1 0 0 0,0-5 1 0 0,1 7 71 0 0,0 0 1 0 0,0 0-1 0 0,-1-1 1 0 0,1 1-1 0 0,0 0 0 0 0,0 0 1 0 0,0-1-1 0 0,0 1 1 0 0,-1 0-1 0 0,1 0 1 0 0,0-1-1 0 0,0 1 1 0 0,-1 0-1 0 0,1 0 1 0 0,0 0-1 0 0,0 0 1 0 0,-1-1-1 0 0,1 1 1 0 0,0 0-1 0 0,0 0 1 0 0,-1 0-1 0 0,1 0 1 0 0,0 0-1 0 0,-1 0 1 0 0,1 0-1 0 0,0 0 0 0 0,-1 0 1 0 0,1 0-1 0 0,0 0 1 0 0,0 0-1 0 0,-1 0 1 0 0,1 0-1 0 0,0 0 1 0 0,-1 0-1 0 0,1 0 1 0 0,0 0-1 0 0,-1 0 1 0 0,1 1-1 0 0,0-1 1 0 0,-14 12 2176 0 0,-5 17 344 0 0,16-15-2437 0 0,1-1 0 0 0,0 1 1 0 0,0-1-1 0 0,2 1 0 0 0,-1 0 0 0 0,2-1 1 0 0,0 1-1 0 0,3 14 0 0 0,1 42-2830 0 0,-5-67 2196 0 0,0-1 1 0 0,0 0-1 0 0,0 1 0 0 0,-1-1 0 0 0,1 0 0 0 0,-1 1 0 0 0,0-1 1 0 0,1 0-1 0 0,-1 0 0 0 0,0 0 0 0 0,0 0 0 0 0,0 0 1 0 0,-1 0-1 0 0,1 0 0 0 0,0 0 0 0 0,-3 2 0 0 0,-2 3-2410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1 312 1000 0 0,'9'-5'1769'0'0,"0"1"0"0"0,1-2 0 0 0,-2 1 0 0 0,16-14 0 0 0,-1 3 199 0 0,-5 3-4186 0 0,-1 0 1 0 0,0-1-1 0 0,28-30 0 0 0,-33 31-188 0 0</inkml:trace>
  <inkml:trace contextRef="#ctx0" brushRef="#br0" timeOffset="0.99">329 0 2024 0 0,'-4'2'5622'0'0,"2"10"-4082"0"0,4 14-1435 0 0,-2-26 58 0 0,6 151-67 0 0,-14-51-3879 0 0,-4-73-37 0 0,10-24 2995 0 0,-1 4-273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9.3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60 832 0 0,'-2'-16'565'0'0,"1"-4"4238"0"0,23 32-519 0 0,-17-8-4242 0 0,0-1 0 0 0,0-1 0 0 0,1 1 0 0 0,-1-1 0 0 0,0 0 0 0 0,1 0 0 0 0,-1-1 0 0 0,1 0 0 0 0,0 0 1 0 0,-1 0-1 0 0,1 0 0 0 0,0-1 0 0 0,0 0 0 0 0,-1 0 0 0 0,1-1 0 0 0,9-1 0 0 0,-10 1-435 0 0,0 0 1 0 0,0-1-1 0 0,0 1 0 0 0,0-1 0 0 0,0 0 0 0 0,0 0 0 0 0,-1-1 1 0 0,1 1-1 0 0,-1-1 0 0 0,1 0 0 0 0,5-6 0 0 0,-3-9-3726 0 0,-4 11 2057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39.7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58 3849 0 0,'1'1'233'0'0,"0"0"0"0"0,0-1 0 0 0,-1 1 0 0 0,1-1-1 0 0,0 1 1 0 0,0 0 0 0 0,0-1 0 0 0,0 1 0 0 0,1-1 0 0 0,-1 0 0 0 0,0 1 0 0 0,0-1 0 0 0,0 0 0 0 0,0 0 0 0 0,0 0 0 0 0,0 0 0 0 0,0 0-1 0 0,1 0 1 0 0,-1 0 0 0 0,0 0 0 0 0,0 0 0 0 0,0 0 0 0 0,0-1 0 0 0,0 1 0 0 0,2-1 0 0 0,38-12 505 0 0,-29 8 65 0 0,33-10 403 0 0,24-9-284 0 0,-64 23-871 0 0,1-1 0 0 0,-1 1 1 0 0,0 1-1 0 0,0-1 0 0 0,0 1 0 0 0,0 0 1 0 0,0 0-1 0 0,1 0 0 0 0,-1 1 0 0 0,8 2 1 0 0,-12-3-34 0 0,0 0 0 0 0,0 1 1 0 0,1-1-1 0 0,-1 1 0 0 0,0 0 1 0 0,0-1-1 0 0,0 1 0 0 0,0 0 1 0 0,0 0-1 0 0,0 0 0 0 0,0 0 0 0 0,0 0 1 0 0,0 0-1 0 0,0 0 0 0 0,-1 0 1 0 0,1 0-1 0 0,0 0 0 0 0,-1 0 1 0 0,1 1-1 0 0,-1-1 0 0 0,1 0 1 0 0,-1 0-1 0 0,1 2 0 0 0,-1 0-20 0 0,1 1 0 0 0,-1-1 0 0 0,0 1 0 0 0,0 0 1 0 0,0-1-1 0 0,-1 1 0 0 0,1-1 0 0 0,-3 6 0 0 0,0 3-107 0 0,-1-1 1 0 0,-1 0-1 0 0,0 0 1 0 0,-7 12 0 0 0,2-11-102 0 0,1 1 1 0 0,-1-1-1 0 0,-1-1 1 0 0,-15 13 0 0 0,14-12-34 0 0,-1 0 1 0 0,-19 26 0 0 0,31-38 249 0 0,0 1 1 0 0,1-1-1 0 0,-1 1 0 0 0,0 0 1 0 0,1 0-1 0 0,-1-1 0 0 0,1 1 1 0 0,-1 0-1 0 0,1 0 0 0 0,-1-1 1 0 0,1 1-1 0 0,-1 0 0 0 0,1 0 1 0 0,0 0-1 0 0,0 0 0 0 0,-1 0 1 0 0,1-1-1 0 0,0 1 0 0 0,0 0 1 0 0,0 0-1 0 0,0 0 0 0 0,0 0 1 0 0,0 0-1 0 0,0 0 1 0 0,0 0-1 0 0,0 0 0 0 0,1 0 1 0 0,-1 0-1 0 0,0-1 0 0 0,1 1 1 0 0,-1 0-1 0 0,1 1 0 0 0,1-1 40 0 0,0 0 0 0 0,0 0 0 0 0,0-1 0 0 0,-1 1 0 0 0,1-1 0 0 0,0 1 0 0 0,0-1 0 0 0,0 0 0 0 0,0 0 0 0 0,0 0 0 0 0,0 0 0 0 0,0 0 0 0 0,0 0-1 0 0,2-1 1 0 0,11-2 210 0 0,0 0-1 0 0,0-1 1 0 0,14-6-1 0 0,-4-1-214 0 0,0 0 0 0 0,-1-2 1 0 0,-1-1-1 0 0,40-30 0 0 0,-53 35-1403 0 0,0 0 1 0 0,0-1-1 0 0,14-19 1 0 0,-16 19-1418 0 0,2 3-1036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40.2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90 1 3337 0 0,'-7'69'9727'0'0,"-17"42"-9193"0"0,9-51-72 0 0,-13 63-1401 0 0,15-72-2161 0 0,10-40-458 0 0,46-212-1746 0 0,-43 200 5465 0 0,0 1 0 0 0,0-1 0 0 0,1 1 0 0 0,-1-1 0 0 0,0 1 0 0 0,0-1 0 0 0,1 1-1 0 0,-1-1 1 0 0,1 1 0 0 0,-1-1 0 0 0,0 1 0 0 0,1 0 0 0 0,-1-1 0 0 0,1 1 0 0 0,-1 0 0 0 0,1-1 0 0 0,-1 1 0 0 0,1 0 0 0 0,-1 0 0 0 0,1-1 0 0 0,-1 1 0 0 0,1 0 0 0 0,-1 0 0 0 0,1 0 0 0 0,-1 0 0 0 0,1 0-1 0 0,0 0 1 0 0,-1 0 0 0 0,1 0 0 0 0,-1 0 0 0 0,1 0 0 0 0,-1 0 0 0 0,1 0 0 0 0,-1 0 0 0 0,1 0 0 0 0,0 0 0 0 0,-1 1 0 0 0,1-1 0 0 0,-1 0 0 0 0,1 0 0 0 0,-1 1 0 0 0,1-1 0 0 0,-1 0 0 0 0,0 1-1 0 0,1-1 1 0 0,-1 0 0 0 0,1 1 0 0 0,39 25 1762 0 0,-12-9-1554 0 0,21 0-853 0 0,-23-17-2164 0 0,-25-1 2271 0 0,0 1 0 0 0,0-1 1 0 0,1 1-1 0 0,-1 0 0 0 0,0-1 0 0 0,0 0 0 0 0,0 1 0 0 0,0-1 0 0 0,0 0 1 0 0,0 0-1 0 0,0 1 0 0 0,0-1 0 0 0,0 0 0 0 0,0 0 0 0 0,0 0 1 0 0,0-2-1 0 0,4-3-1157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40.7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53 1840 0 0,'3'22'8387'0'0,"3"18"-5818"0"0,12 88-3437 0 0,-14-99 269 0 0,0 19-4659 0 0,-7-75 152 0 0,-3-3 4139 0 0,-4-37 4404 0 0,42 55 531 0 0,-8 4-2708 0 0,-16 4-1175 0 0,-1-1 1 0 0,0 0-1 0 0,0-1 0 0 0,0 0 1 0 0,0 0-1 0 0,-1 0 0 0 0,0-1 1 0 0,0 0-1 0 0,-1 0 0 0 0,6-10 0 0 0,-1-2 110 0 0,-1 0-1 0 0,0 0 0 0 0,6-24 0 0 0,-7 84 3542 0 0,0 129-2343 0 0,-6-114-3448 0 0,-1 1-3325 0 0,0-38 917 0 0,10-2 1678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41.1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 0 1072 0 0,'-1'10'241'0'0,"0"-1"1"0"0,0 0-1 0 0,1 1 0 0 0,0-1 0 0 0,1 0 1 0 0,0 0-1 0 0,1 1 0 0 0,-1-1 0 0 0,2 0 1 0 0,-1 0-1 0 0,1 0 0 0 0,9 16 0 0 0,-10-21-92 0 0,0-1 0 0 0,1 1 0 0 0,0-1 0 0 0,0 0 0 0 0,0 1 0 0 0,0-1 0 0 0,0-1 0 0 0,1 1 0 0 0,-1 0 0 0 0,1-1 0 0 0,0 0 0 0 0,-1 1 0 0 0,1-2-1 0 0,0 1 1 0 0,0 0 0 0 0,1-1 0 0 0,-1 0 0 0 0,0 0 0 0 0,0 0 0 0 0,1 0 0 0 0,-1-1 0 0 0,0 1 0 0 0,1-1 0 0 0,-1 0 0 0 0,1-1 0 0 0,-1 1 0 0 0,0-1 0 0 0,0 0 0 0 0,7-2 0 0 0,-5 1 119 0 0,0 0 0 0 0,0 0 0 0 0,-1-1 0 0 0,1 0 0 0 0,-1 0 0 0 0,0-1 0 0 0,0 1 0 0 0,0-1 1 0 0,0 0-1 0 0,-1 0 0 0 0,1-1 0 0 0,-1 1 0 0 0,0-1 0 0 0,-1 0 0 0 0,1 0 0 0 0,2-6 0 0 0,-4 9-203 0 0,-1-1-1 0 0,0 1 0 0 0,0-1 0 0 0,0 1 1 0 0,0-1-1 0 0,0 0 0 0 0,0 1 0 0 0,-1-1 0 0 0,1 0 1 0 0,-1 1-1 0 0,0-1 0 0 0,0 0 0 0 0,0 0 1 0 0,0 1-1 0 0,0-1 0 0 0,-1 0 0 0 0,1 0 1 0 0,-1 1-1 0 0,0-1 0 0 0,1 0 0 0 0,-1 1 0 0 0,0-1 1 0 0,-1 1-1 0 0,1-1 0 0 0,0 1 0 0 0,-1 0 1 0 0,0 0-1 0 0,1-1 0 0 0,-1 1 0 0 0,0 0 1 0 0,0 0-1 0 0,0 1 0 0 0,0-1 0 0 0,0 0 0 0 0,-1 1 1 0 0,1-1-1 0 0,0 1 0 0 0,-4-2 0 0 0,1 1-83 0 0,-1 1-1 0 0,1 0 0 0 0,0-1 1 0 0,-1 2-1 0 0,1-1 1 0 0,-1 1-1 0 0,1-1 0 0 0,-1 2 1 0 0,1-1-1 0 0,-1 0 0 0 0,1 1 1 0 0,-1 0-1 0 0,1 1 1 0 0,0-1-1 0 0,-1 1 0 0 0,1 0 1 0 0,0 0-1 0 0,-5 3 1 0 0,-44 25-2976 0 0,13 2-3601 0 0,32-22 4201 0 0,4-1-322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41.6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50 25 1672 0 0,'-35'-23'5763'0'0,"35"23"-5641"0"0,-1 0 0 0 0,1 0 0 0 0,-1-1 0 0 0,1 1 0 0 0,0 0 0 0 0,-1 0 0 0 0,1 0 1 0 0,-1 0-1 0 0,1 0 0 0 0,-1 0 0 0 0,1 0 0 0 0,-1 0 0 0 0,1 0 0 0 0,-1 0 0 0 0,1 0 0 0 0,-1 0 0 0 0,1 0 0 0 0,-1 0 1 0 0,1 0-1 0 0,0 0 0 0 0,-1 1 0 0 0,1-1 0 0 0,-1 0 0 0 0,1 0 0 0 0,-1 1 0 0 0,1-1 0 0 0,-1 1 0 0 0,1 0 30 0 0,-1 0-1 0 0,1 0 1 0 0,0 0-1 0 0,0 1 1 0 0,-1-1-1 0 0,1 0 1 0 0,0 0-1 0 0,0 1 1 0 0,0-1-1 0 0,0 0 0 0 0,1 0 1 0 0,-1 0-1 0 0,0 1 1 0 0,0-1-1 0 0,1 0 1 0 0,0 2-1 0 0,4 10 253 0 0,0 0 0 0 0,1 0 0 0 0,1-1 0 0 0,0 0 0 0 0,1 0 0 0 0,0-1 0 0 0,0 0 0 0 0,1 0 0 0 0,1-1 0 0 0,0 0 0 0 0,22 16 0 0 0,12 6-471 0 0,85 45-1 0 0,-55-35 191 0 0,-11 3-923 0 0,13 6-2994 0 0,-76-50 3643 0 0,1 0-1 0 0,0-1 1 0 0,-1 1 0 0 0,1-1 0 0 0,0 1 0 0 0,-1-1 0 0 0,1 1 0 0 0,0-1 0 0 0,0 0 0 0 0,0 1 0 0 0,-1-1 0 0 0,1 0 0 0 0,0 0 0 0 0,0 1 0 0 0,0-1 0 0 0,0 0 0 0 0,0 0 0 0 0,-1 0 0 0 0,1 0 0 0 0,0 0-1 0 0,0 0 1 0 0,0 0 0 0 0,0-1 0 0 0,0 1 0 0 0,-1 0 0 0 0,1 0 0 0 0,0-1 0 0 0,0 1 0 0 0,0 0 0 0 0,-1-1 0 0 0,1 1 0 0 0,0-1 0 0 0,0 1 0 0 0,-1-1 0 0 0,1 1 0 0 0,-1-1 0 0 0,1 0 0 0 0,0 1-1 0 0,-1-1 1 0 0,1 0 0 0 0,-1 1 0 0 0,1-1 0 0 0,-1 0 0 0 0,1-1 0 0 0,0-2-549 0 0,0 0 0 0 0,0 0-1 0 0,-1 0 1 0 0,0-1 0 0 0,0 1-1 0 0,0 0 1 0 0,-1-7 0 0 0,1-4-530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2:41.9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325 3 3817 0 0,'-1'0'373'0'0,"0"0"-1"0"0,1-1 1 0 0,-1 1 0 0 0,1 0 0 0 0,-1-1-1 0 0,0 1 1 0 0,1 0 0 0 0,-1 0 0 0 0,0 0 0 0 0,1 0-1 0 0,-1 0 1 0 0,0 0 0 0 0,1 0 0 0 0,-1 0-1 0 0,0 0 1 0 0,1 0 0 0 0,-1 0 0 0 0,0 0-1 0 0,1 0 1 0 0,-1 1 0 0 0,1-1 0 0 0,-1 0 0 0 0,0 0-1 0 0,1 1 1 0 0,-1-1 0 0 0,1 0 0 0 0,-1 1-1 0 0,1-1 1 0 0,-1 1 0 0 0,0 0 0 0 0,-25 23 2581 0 0,-17 33-2309 0 0,12-2-216 0 0,2 1 0 0 0,-39 108-1 0 0,-22 127-3365 0 0,73-230 694 0 0,19-85-7489 0 0,0 4 5746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9:03.7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 1 2737 0 0,'-8'25'8764'0'0,"5"24"-5256"0"0,3-46-3263 0 0,6 160 2274 0 0,18 80-3610 0 0,-22-226 631 0 0,14 72-1923 0 0,-14-82 1406 0 0,0 1 1 0 0,1-1-1 0 0,0 0 1 0 0,0 1 0 0 0,6 7-1 0 0,-1-10-3418 0 0,-2-6 1554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9:04.19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3529 0 0,'1'0'246'0'0,"0"0"1"0"0,-1 0 0 0 0,1 0-1 0 0,0 0 1 0 0,0 0 0 0 0,0 1-1 0 0,0-1 1 0 0,0 0 0 0 0,-1 1-1 0 0,1-1 1 0 0,0 1-1 0 0,0-1 1 0 0,0 1 0 0 0,-1-1-1 0 0,1 1 1 0 0,0-1 0 0 0,-1 1-1 0 0,1 0 1 0 0,-1-1 0 0 0,2 2-1 0 0,7 22 1528 0 0,-4 28-1196 0 0,-4-46-88 0 0,-7 124 1488 0 0,2-87-1640 0 0,3 61 0 0 0,0-104-343 0 0,1 1 0 0 0,0 0 0 0 0,0-1 0 0 0,0 1 0 0 0,0 0 0 0 0,0-1 0 0 0,0 1 0 0 0,0 0 0 0 0,0-1 0 0 0,0 1 0 0 0,0 0 0 0 0,1-1 0 0 0,-1 1 0 0 0,0 0 0 0 0,0-1 0 0 0,1 1 0 0 0,-1 0 0 0 0,0-1 0 0 0,1 1 0 0 0,-1-1 0 0 0,0 1 0 0 0,1-1 0 0 0,-1 1 0 0 0,1-1 0 0 0,-1 1 0 0 0,1-1 0 0 0,-1 1 0 0 0,1-1 0 0 0,-1 0 0 0 0,1 1 0 0 0,0-1 0 0 0,-1 0 0 0 0,1 1 0 0 0,0-1 0 0 0,-1 0 0 0 0,1 0 0 0 0,0 0 0 0 0,-1 1 0 0 0,1-1 0 0 0,0 0 0 0 0,-1 0 0 0 0,1 0 0 0 0,0 0 0 0 0,-1 0 0 0 0,1 0 0 0 0,0-1 0 0 0,-1 1 0 0 0,1 0 0 0 0,0 0 0 0 0,-1 0 0 0 0,1-1 0 0 0,0 1 0 0 0,-1 0 0 0 0,1-1 0 0 0,-1 1 0 0 0,1 0 0 0 0,-1-1 0 0 0,1 1 0 0 0,0-1 0 0 0,45-38 225 0 0,-24 19 26 0 0,-11 12-57 0 0,1 1 1 0 0,0 0-1 0 0,0 1 1 0 0,25-9-1 0 0,-34 14-114 0 0,1 0-1 0 0,-1-1 0 0 0,1 1 1 0 0,0 0-1 0 0,0 1 1 0 0,-1-1-1 0 0,1 1 0 0 0,0 0 1 0 0,0 0-1 0 0,0 0 1 0 0,0 0-1 0 0,0 0 1 0 0,-1 1-1 0 0,1 0 0 0 0,0 0 1 0 0,0 0-1 0 0,-1 0 1 0 0,1 1-1 0 0,-1-1 0 0 0,1 1 1 0 0,4 3-1 0 0,-5-1-38 0 0,0 0-1 0 0,0-1 1 0 0,-1 1-1 0 0,0 0 1 0 0,0 1-1 0 0,0-1 1 0 0,0 0-1 0 0,0 0 1 0 0,-1 1-1 0 0,0-1 0 0 0,0 1 1 0 0,0 0-1 0 0,-1-1 1 0 0,1 1-1 0 0,-1-1 1 0 0,0 1-1 0 0,-1 0 1 0 0,1-1-1 0 0,-2 6 1 0 0,-1 13-390 0 0,-2 1 0 0 0,-9 27 0 0 0,13-49 330 0 0,-4 15-634 0 0,-1 0 0 0 0,-1 0 1 0 0,-13 24-1 0 0,18-37 303 0 0,0 0 1 0 0,0 0 0 0 0,-1-1-1 0 0,0 1 1 0 0,1-1 0 0 0,-1 0-1 0 0,0 1 1 0 0,-1-1 0 0 0,1 0-1 0 0,0-1 1 0 0,-1 1-1 0 0,0-1 1 0 0,1 1 0 0 0,-1-1-1 0 0,0 0 1 0 0,0-1 0 0 0,0 1-1 0 0,-1-1 1 0 0,1 0 0 0 0,-7 2-1 0 0,9-3 78 0 0,0-1-1 0 0,-1 1 0 0 0,1 0 1 0 0,0-1-1 0 0,-1 0 0 0 0,1 1 0 0 0,0-1 1 0 0,0 0-1 0 0,-1 0 0 0 0,1 0 1 0 0,0 0-1 0 0,0-1 0 0 0,-2-1 0 0 0,1 1-55 0 0,-13-9-1711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9:04.5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 3 3761 0 0,'-1'5'682'0'0,"0"-1"0"0"0,0 1 0 0 0,0-1 0 0 0,1 0 0 0 0,0 1 1 0 0,0-1-1 0 0,0 1 0 0 0,0-1 0 0 0,1 1 0 0 0,0-1 0 0 0,0 1 0 0 0,0-1 0 0 0,3 8 1 0 0,-3-10-556 0 0,0-1 0 0 0,0 1 0 0 0,0-1 0 0 0,0 1 0 0 0,1-1 1 0 0,-1 1-1 0 0,1-1 0 0 0,-1 1 0 0 0,1-1 0 0 0,-1 0 1 0 0,1 0-1 0 0,-1 0 0 0 0,1 0 0 0 0,0 0 0 0 0,0 0 1 0 0,0-1-1 0 0,0 1 0 0 0,-1 0 0 0 0,1-1 0 0 0,0 0 0 0 0,0 1 1 0 0,0-1-1 0 0,0 0 0 0 0,0 0 0 0 0,0 0 0 0 0,0 0 1 0 0,0 0-1 0 0,0-1 0 0 0,0 1 0 0 0,0-1 0 0 0,0 1 1 0 0,2-2-1 0 0,24-7 542 0 0,51-23 0 0 0,-51 18-1307 0 0,46-13 0 0 0,-63 24-1226 0 0,1 0-1 0 0,-1 1 0 0 0,1 1 1 0 0,15-1-1 0 0,-23 3-1098 0 0,4 1-929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9:04.94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3545 0 0,'0'47'6659'0'0,"-1"48"-1876"0"0,2-37-5218 0 0,3 1 0 0 0,11 63 0 0 0,-15-120 197 0 0,1 0 1 0 0,-1 0 0 0 0,1 1 0 0 0,0-1-1 0 0,0 0 1 0 0,0 0 0 0 0,0 0 0 0 0,0 0-1 0 0,0 0 1 0 0,0 0 0 0 0,1 0 0 0 0,2 3 0 0 0,6-6-3049 0 0,-3-18 668 0 0,-4 0 717 0 0,3-2-388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9:05.39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279 1 2625 0 0,'1'70'7581'0'0,"0"22"-4038"0"0,-1-62-3474 0 0,-2 0 0 0 0,-1 0 0 0 0,-1 0 1 0 0,-1 0-1 0 0,-10 32 0 0 0,13-56-144 0 0,0 0 0 0 0,0-1 0 0 0,-1 1 0 0 0,0-1 0 0 0,0 1-1 0 0,0-1 1 0 0,-1 0 0 0 0,1 0 0 0 0,-1-1 0 0 0,0 1 0 0 0,0-1-1 0 0,-1 0 1 0 0,-8 7 0 0 0,10-10 49 0 0,0 1 0 0 0,0-1-1 0 0,0 0 1 0 0,1 0 0 0 0,-1 0 0 0 0,0 0-1 0 0,-1-1 1 0 0,1 1 0 0 0,0-1 0 0 0,0 0-1 0 0,0 0 1 0 0,0 0 0 0 0,0 0 0 0 0,0 0-1 0 0,0-1 1 0 0,0 1 0 0 0,0-1 0 0 0,0 0-1 0 0,0 0 1 0 0,0 0 0 0 0,0 0 0 0 0,0 0 0 0 0,0-1-1 0 0,1 0 1 0 0,-1 1 0 0 0,0-1 0 0 0,-3-4-1 0 0,-19-12 2 0 0,14 10 178 0 0,0 0-1 0 0,0-1 0 0 0,0 0 1 0 0,1-1-1 0 0,0 0 0 0 0,-11-17 1 0 0,21 27-109 0 0,0-1-1 0 0,0 0 1 0 0,0 0 0 0 0,0 0 0 0 0,0 1 0 0 0,1-1-1 0 0,-1 0 1 0 0,0 0 0 0 0,0 1 0 0 0,1-1-1 0 0,-1 0 1 0 0,0 0 0 0 0,1 1 0 0 0,-1-1-1 0 0,1 0 1 0 0,-1 1 0 0 0,1-1 0 0 0,-1 1 0 0 0,1-1-1 0 0,0 0 1 0 0,-1 1 0 0 0,1-1 0 0 0,0 1-1 0 0,-1 0 1 0 0,1-1 0 0 0,0 1 0 0 0,0 0 0 0 0,-1-1-1 0 0,1 1 1 0 0,0 0 0 0 0,1 0 0 0 0,33-15 815 0 0,-28 12-560 0 0,24-10 170 0 0,0 1-1 0 0,0 1 1 0 0,1 2-1 0 0,1 1 1 0 0,53-5-1 0 0,-68 13-254 0 0,0 1 0 0 0,32 6 0 0 0,4 0-1050 0 0,0-9-3560 0 0,-54 2 4222 0 0,1 0 0 0 0,-1 0 1 0 0,1 0-1 0 0,-1 0 0 0 0,0 0 0 0 0,1 0 0 0 0,-1 0 0 0 0,1 0 1 0 0,-1-1-1 0 0,0 1 0 0 0,1 0 0 0 0,-1 0 0 0 0,0-1 0 0 0,1 1 1 0 0,-1 0-1 0 0,0 0 0 0 0,1-1 0 0 0,-1 1 0 0 0,0 0 0 0 0,1-1 1 0 0,-1 1-1 0 0,0 0 0 0 0,0-1 0 0 0,0 1 0 0 0,1 0 0 0 0,-1-1 1 0 0,0 1-1 0 0,0-1 0 0 0,0 1 0 0 0,0 0 0 0 0,0-1 0 0 0,0 1 1 0 0,0-1-1 0 0,0 1 0 0 0,0-1 0 0 0,0 1 0 0 0,0 0 0 0 0,0-1 1 0 0,0 1-1 0 0,0-1 0 0 0,0 1 0 0 0,0 0 0 0 0,0-1 0 0 0,0 1 1 0 0,-1-1-1 0 0,1 1 0 0 0,0-1 0 0 0,-1-6-1380 0 0,5 1-1395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9:05.7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42 1 3593 0 0,'-26'69'7462'0'0,"14"2"-4130"0"0,9 78-3364 0 0,3-40-256 0 0,3-49-1735 0 0,1-11-5675 0 0,-3-41 4712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9:06.1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 1 4209 0 0,'-1'1'525'0'0,"0"1"1"0"0,0 0-1 0 0,0-1 1 0 0,0 1-1 0 0,0 0 1 0 0,0 0-1 0 0,1 0 1 0 0,-1 0-1 0 0,0 0 1 0 0,1 0-1 0 0,0 0 1 0 0,-1 3-1 0 0,2 54-18 0 0,0-36-63 0 0,-4 26-408 0 0,1-38-57 0 0,0-1 0 0 0,1 1 1 0 0,1-1-1 0 0,0 1 0 0 0,0-1 0 0 0,1 0 0 0 0,1 1 1 0 0,4 17-1 0 0,-6-27 46 0 0,1 0-1 0 0,0 0 1 0 0,0 0 0 0 0,0 0 0 0 0,0 0-1 0 0,0 0 1 0 0,0 0 0 0 0,1-1 0 0 0,-1 1 0 0 0,0 0-1 0 0,0-1 1 0 0,1 1 0 0 0,-1 0 0 0 0,0-1-1 0 0,1 0 1 0 0,-1 1 0 0 0,0-1 0 0 0,1 0-1 0 0,-1 0 1 0 0,1 0 0 0 0,-1 1 0 0 0,0-1 0 0 0,1-1-1 0 0,-1 1 1 0 0,1 0 0 0 0,-1 0 0 0 0,0-1-1 0 0,1 1 1 0 0,0-1 0 0 0,51-15 1108 0 0,-40 11-767 0 0,260-75 3286 0 0,-271 79-4013 0 0,-1 1 1 0 0,0-1-1 0 0,1 1 0 0 0,-1-1 0 0 0,0 0 0 0 0,0 0 0 0 0,1 1 0 0 0,-1-1 0 0 0,0 0 0 0 0,0 0 0 0 0,0 0 0 0 0,0 0 0 0 0,0 0 0 0 0,0-1 0 0 0,-1 1 0 0 0,1 0 0 0 0,0 0 0 0 0,0-1 0 0 0,-1 1 0 0 0,1 0 0 0 0,-1-1 0 0 0,1 1 0 0 0,-1 0 0 0 0,0-1 0 0 0,0 1 0 0 0,1-1 0 0 0,-1 1 0 0 0,0 0 0 0 0,0-1 0 0 0,0 1 1 0 0,0-1-1 0 0,-1-2 0 0 0,2-8-3910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4:46.30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 39 2024 0 0,'-10'9'2399'0'0,"20"-12"-1848"0"0,21-12-464 0 0,-4-4 3478 0 0,-25 18-3265 0 0,-1 1-1 0 0,0 0 1 0 0,1-1 0 0 0,-1 1-1 0 0,1 0 1 0 0,-1 0-1 0 0,0 0 1 0 0,1 1 0 0 0,-1-1-1 0 0,1 0 1 0 0,-1 0-1 0 0,3 2 1 0 0,-1-2-276 0 0,22 2 443 0 0,-1-2 0 0 0,0 0 0 0 0,30-5-1 0 0,-32 2-359 0 0,-1 1-1 0 0,1 1 1 0 0,0 1-1 0 0,33 5 1 0 0,-20 1 53 0 0,0-2 0 0 0,1-1 0 0 0,0-2 0 0 0,0-1 1 0 0,0-2-1 0 0,39-7 0 0 0,-63 7-175 0 0,64-6 248 0 0,-71 8-298 0 0,1 0 0 0 0,0 0 1 0 0,-1 1-1 0 0,1 0 0 0 0,-1 0 0 0 0,1 0 1 0 0,-1 0-1 0 0,1 1 0 0 0,-1 0 0 0 0,10 5 0 0 0,-9 2-1665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4:47.61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 2425 0 0,'9'47'2089'0'0,"-10"-46"-1951"0"0,1 0 0 0 0,0 1-1 0 0,0-1 1 0 0,-1 0 0 0 0,1 0-1 0 0,0 1 1 0 0,0-1 0 0 0,0 0 0 0 0,1 0-1 0 0,-1 1 1 0 0,0-1 0 0 0,0 0-1 0 0,1 0 1 0 0,-1 1 0 0 0,1-1-1 0 0,-1 0 1 0 0,1 0 0 0 0,-1 0 0 0 0,1 0-1 0 0,0 0 1 0 0,-1 0 0 0 0,1 0-1 0 0,0 0 1 0 0,0 0 0 0 0,0 0-1 0 0,0 0 1 0 0,0-1 0 0 0,0 1-1 0 0,0 0 1 0 0,0-1 0 0 0,0 1 0 0 0,0 0-1 0 0,0-1 1 0 0,3 1 0 0 0,2 0-5 0 0,0 0 0 0 0,0 0 0 0 0,1 0 1 0 0,-1-1-1 0 0,0 0 0 0 0,8-1 0 0 0,4 0 252 0 0,1 2-1 0 0,35 4 0 0 0,-39-2-219 0 0,1-1-1 0 0,-1-1 0 0 0,1 0 1 0 0,-1-2-1 0 0,19-1 0 0 0,45-17 204 0 0,-47 11-191 0 0,67-10 0 0 0,-91 17-111 0 0,0 0 1 0 0,0 1 0 0 0,0 0-1 0 0,0 1 1 0 0,0 0 0 0 0,0 0-1 0 0,0 0 1 0 0,-1 1 0 0 0,1 0 0 0 0,0 1-1 0 0,-1 0 1 0 0,0 0 0 0 0,11 6-1 0 0,25 8 956 0 0,-8-5-798 0 0,-44-11 98 0 0,-5 2-2281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5:01.10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 18 1000 0 0,'-5'26'5131'0'0,"6"-27"-5064"0"0,0 0 1 0 0,0 0 0 0 0,0 0 0 0 0,0 1 0 0 0,0-1 0 0 0,0 0-1 0 0,0 1 1 0 0,1-1 0 0 0,-1 1 0 0 0,0-1 0 0 0,0 1-1 0 0,1 0 1 0 0,-1 0 0 0 0,0-1 0 0 0,0 1 0 0 0,1 0 0 0 0,-1 0-1 0 0,0 0 1 0 0,0 0 0 0 0,1 0 0 0 0,-1 1 0 0 0,0-1-1 0 0,1 0 1 0 0,-1 1 0 0 0,0-1 0 0 0,1 1 0 0 0,36 21 468 0 0,-4-2 171 0 0,-15-17-498 0 0,0-1 1 0 0,0-1-1 0 0,0 0 1 0 0,0-1-1 0 0,0-1 1 0 0,0-1-1 0 0,25-6 1 0 0,38-1 514 0 0,-2 8-323 0 0,-55 2-274 0 0,0-1 0 0 0,0-2 0 0 0,0 0 0 0 0,27-7 0 0 0,-24 4 50 0 0,0 1-1 0 0,0 1 1 0 0,0 1 0 0 0,37 3-1 0 0,-15 0-126 0 0,179 7 327 0 0,-122-2-188 0 0,226-8 614 0 0,-218-9-442 0 0,144-8-135 0 0,-82 7-76 0 0,-130 6-22 0 0,-1 3 1 0 0,1 1 0 0 0,0 2 0 0 0,48 7-1 0 0,-42-1-50 0 0,99-3 0 0 0,17 1 5 0 0,-120-1 62 0 0,87-8-1 0 0,-94 2-59 0 0,1 2 0 0 0,84 7 0 0 0,-13 6 168 0 0,194-4-1 0 0,-214-9-211 0 0,-9 4-7 0 0,-49-1 26 0 0,1-1-1 0 0,60-7 1 0 0,-39 0 70 0 0,107 3 1 0 0,-95 4-93 0 0,388-21 226 0 0,-280 23-220 0 0,105-1 76 0 0,1 1 109 0 0,-149-2-161 0 0,268 37-1 0 0,-385-36-74 0 0,147 13 275 0 0,166-5 0 0 0,-168 0-166 0 0,-101-4-50 0 0,79-3 0 0 0,-92-3-32 0 0,85 11 0 0 0,-85-5 30 0 0,84-1 0 0 0,-92-4-18 0 0,0 1 0 0 0,54 9 0 0 0,-55-5-2 0 0,0-1 0 0 0,56-2 1 0 0,47-16 306 0 0,46-2-221 0 0,146-4-53 0 0,-229 26-37 0 0,-75-3 3 0 0,-1-2-1 0 0,1-1 0 0 0,37-4 1 0 0,-18 0-12 0 0,1 2 1 0 0,78 7 0 0 0,12 2-6 0 0,5-5-30 0 0,-57 1 75 0 0,96-10 0 0 0,-89 2-39 0 0,1 4 0 0 0,125 16 0 0 0,69 2-8 0 0,-36-10-51 0 0,102-3 114 0 0,-13-9-42 0 0,-239 5-39 0 0,32 4-47 0 0,-76-1 109 0 0,91-5 0 0 0,37-6-67 0 0,48-5 86 0 0,90-11-97 0 0,-210 17 75 0 0,56 12-17 0 0,-40 1 52 0 0,-60-7-112 0 0,3 2 71 0 0,88-12 0 0 0,-117 7-47 0 0,82 4 0 0 0,-88 1 17 0 0,1-2-1 0 0,76-9 1 0 0,-78 4-5 0 0,-1 2 0 0 0,1 2-1 0 0,0 2 1 0 0,49 7 0 0 0,57 1 48 0 0,-37-14-1 0 0,-69 2-54 0 0,0 1-1 0 0,67 7 1 0 0,-69-2 13 0 0,0-2 0 0 0,52-4-1 0 0,2-1-5 0 0,-62 4-17 0 0,259-9 128 0 0,-213 4-109 0 0,87 8 0 0 0,-96 0-24 0 0,-1-3-1 0 0,76-9 0 0 0,73-9-30 0 0,9 0 156 0 0,127-7-101 0 0,-215 20 42 0 0,324-11 62 0 0,-34 14-65 0 0,-147 32-19 0 0,-186-19 95 0 0,-47-5-92 0 0,51 1-1 0 0,-59-7-23 0 0,-20 1-17 0 0,0 0 0 0 0,0-2 0 0 0,0 0 0 0 0,-1-1-1 0 0,1-1 1 0 0,17-5 0 0 0,-29 7-54 0 0,1 0-1 0 0,-1 0 1 0 0,1 1 0 0 0,-1 0-1 0 0,11 1 1 0 0,0-1-659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5:41.49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0 103 2641 0 0,'18'-29'1911'0'0,"-3"4"-752"0"0,-15 24-1049 0 0,0 0 0 0 0,-1 0 0 0 0,1 0-1 0 0,0 0 1 0 0,0 0 0 0 0,0 0 0 0 0,-1 0 0 0 0,1 0 0 0 0,0 0-1 0 0,-1 0 1 0 0,1 0 0 0 0,-1 0 0 0 0,1 1 0 0 0,-1-1 0 0 0,0 0 0 0 0,1 0-1 0 0,-1 0 1 0 0,0 1 0 0 0,1-1 0 0 0,-1 0 0 0 0,0 1 0 0 0,0-1-1 0 0,0 1 1 0 0,0-1 0 0 0,0 1 0 0 0,0-1 0 0 0,0 1 0 0 0,-1-1 0 0 0,77 31 691 0 0,-40-15-335 0 0,0-1-1 0 0,1-2 0 0 0,1-2 1 0 0,72 11-1 0 0,-78-17-105 0 0,0-2-1 0 0,0-1 0 0 0,0-2 0 0 0,39-6 1 0 0,-34 3-271 0 0,0 2-1 0 0,60 3 1 0 0,-39 3 84 0 0,1-4 0 0 0,57-6-1 0 0,75 0 103 0 0,-148 6-126 0 0,0-2 1 0 0,45-7 0 0 0,-49 3-45 0 0,1 3 0 0 0,66 1 0 0 0,-43 4-27 0 0,-1-3 0 0 0,65-10 0 0 0,-27 3 124 0 0,206-15-2 0 0,-171 24-132 0 0,-81 1-4 0 0,94-10 0 0 0,364-28 15 0 0,-408 32-57 0 0,133 6 34 0 0,-1 0 10 0 0,63-3 29 0 0,15-1-98 0 0,-13 8 169 0 0,-198 1-150 0 0,160-12 0 0 0,-213 0 12 0 0,-7-1 15 0 0,1 3 0 0 0,60 3-1 0 0,155 11 256 0 0,-237-7-1821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6:10.31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12 0 560 0 0,'-12'16'3604'0'0,"13"-17"-3593"0"0,0 0 0 0 0,-1 1-1 0 0,1-1 1 0 0,0 0 0 0 0,0 0 0 0 0,-1 1 0 0 0,1-1 0 0 0,0 0 0 0 0,0 1 0 0 0,0-1 0 0 0,0 1 0 0 0,0-1 0 0 0,0 1 0 0 0,0 0 0 0 0,0-1 0 0 0,0 1 0 0 0,0 0 0 0 0,0 0 0 0 0,0 0 0 0 0,0 0 0 0 0,0-1 0 0 0,0 1 0 0 0,0 1 0 0 0,0-1 0 0 0,0 0 0 0 0,0 0 0 0 0,0 0 0 0 0,0 1 0 0 0,0-1 0 0 0,0 0 0 0 0,1 1 0 0 0,41 8-67 0 0,-41-9 110 0 0,22 5 344 0 0,0-2-1 0 0,-1-1 1 0 0,1 0-1 0 0,48-5 1 0 0,-3 1-319 0 0,-14 7 474 0 0,-44-3-511 0 0,1-1 0 0 0,-1 0 0 0 0,1 0 0 0 0,20-3 0 0 0,-19-1 56 0 0,1 1 1 0 0,-1 0-1 0 0,1 1 0 0 0,-1 1 1 0 0,1 0-1 0 0,0 0 0 0 0,-1 2 1 0 0,1 0-1 0 0,-1 0 0 0 0,0 1 1 0 0,24 9-1 0 0,-20-7 38 0 0,1 0 1 0 0,-1-1-1 0 0,1-1 0 0 0,0-1 1 0 0,0 0-1 0 0,21-2 0 0 0,-16 1 5 0 0,1 0-1 0 0,45 9 0 0 0,-48-6-3 0 0,1-1 0 0 0,24 0-1 0 0,2 1-80 0 0,-6-2 172 0 0,-1-1 0 0 0,44-6 0 0 0,19 1-127 0 0,145 11 275 0 0,-20-3 154 0 0,14 5 18 0 0,-170-4-445 0 0,1-4 0 0 0,87-8 0 0 0,-152 6-67 0 0,89-9 278 0 0,1 4 0 0 0,149 10 0 0 0,101 14 47 0 0,-277-26-316 0 0,-60 5-15 0 0,0 1 0 0 0,1 1-1 0 0,-1 0 1 0 0,1 0 0 0 0,-1 2 0 0 0,25 2-1 0 0,-36-3-93 0 0,-1 0 0 0 0,1 0 0 0 0,-1 0 0 0 0,0 0 0 0 0,1 0 0 0 0,-1 0 0 0 0,1 0 0 0 0,-1 0 0 0 0,0 1-1 0 0,1-1 1 0 0,-1 0 0 0 0,1 0 0 0 0,-1 0 0 0 0,0 0 0 0 0,1 1 0 0 0,-1-1 0 0 0,0 0 0 0 0,1 0 0 0 0,-1 1 0 0 0,1 0-193 0 0,-1-1 193 0 0,0 0 0 0 0,1 1 0 0 0,-1-1 0 0 0,0 0 0 0 0,0 1 0 0 0,0-1-1 0 0,0 1 1 0 0,1-1 0 0 0,-1 0 0 0 0,0 1 0 0 0,0-1 0 0 0,0 1 0 0 0,0-1 0 0 0,0 0 0 0 0,0 1 0 0 0,0-1 0 0 0,0 1-1 0 0,0 0 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6:24.91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93 664 0 0,'1'1'66'0'0,"-1"-1"0"0"0,1 1 0 0 0,-1-1 0 0 0,0 1 0 0 0,1-1 0 0 0,-1 1 0 0 0,1-1 0 0 0,-1 1 0 0 0,1-1-1 0 0,0 1 1 0 0,-1-1 0 0 0,1 0 0 0 0,-1 1 0 0 0,1-1 0 0 0,0 0 0 0 0,-1 0 0 0 0,1 1 0 0 0,-1-1 0 0 0,1 0 0 0 0,0 0 0 0 0,-1 0 0 0 0,1 0 0 0 0,0 0-1 0 0,-1 0 1 0 0,1 0 0 0 0,0 0 0 0 0,0 0 0 0 0,-1 0 0 0 0,1 0 0 0 0,-1 0 0 0 0,1-1 0 0 0,0 1 0 0 0,-1 0 0 0 0,1 0 0 0 0,0-1 0 0 0,-1 1 0 0 0,1 0 0 0 0,-1-1-1 0 0,1 1 1 0 0,-1-1 0 0 0,1 1 0 0 0,-1-1 0 0 0,1 1 0 0 0,-1-1 0 0 0,1 1 0 0 0,-1-1 0 0 0,0 1 0 0 0,1-1 0 0 0,-1 0 0 0 0,0 1 0 0 0,1-1 0 0 0,-1 1-1 0 0,0-1 1 0 0,0 0 0 0 0,0 1 0 0 0,0-1 0 0 0,1 0 0 0 0,-1 1 0 0 0,0-1 0 0 0,0 0 0 0 0,0 1 0 0 0,0-1 0 0 0,-1-1 0 0 0,3 4 46 0 0,-1 0 1 0 0,1 0 0 0 0,0 0-1 0 0,0 0 1 0 0,0 0-1 0 0,0 0 1 0 0,0-1 0 0 0,1 1-1 0 0,-1-1 1 0 0,0 0-1 0 0,1 0 1 0 0,-1 1 0 0 0,1-1-1 0 0,-1-1 1 0 0,1 1 0 0 0,-1 0-1 0 0,1-1 1 0 0,0 1-1 0 0,-1-1 1 0 0,1 0 0 0 0,0 0-1 0 0,-1 0 1 0 0,6-1 0 0 0,68-10 522 0 0,-65 8-498 0 0,416-74 2682 0 0,-409 75-2728 0 0,-1 1-1 0 0,1 0 1 0 0,-1 1-1 0 0,1 1 1 0 0,-1 1-1 0 0,1 1 1 0 0,18 4-1 0 0,-10-2 60 0 0,-1-1 0 0 0,34 1 0 0 0,167 5 573 0 0,94 28 412 0 0,-204-25-751 0 0,225-4 0 0 0,-199-6-126 0 0,-96 0-126 0 0,80-4-1 0 0,-57-2-8 0 0,0 3-1 0 0,108 14 1 0 0,-55-3 123 0 0,154-5 150 0 0,-84-3-306 0 0,-132 1-40 0 0,1-3 1 0 0,64-7-1 0 0,341-26 186 0 0,-348 30-146 0 0,-34 0 11 0 0,99 9-1 0 0,381 15 315 0 0,-366-35-279 0 0,-129 6-17 0 0,104 2-1 0 0,95 1-2 0 0,-84-1-53 0 0,236-14-142 0 0,143 12 255 0 0,-163-8-202 0 0,142-38 388 0 0,-452 47-352 0 0,0 3 0 0 0,0 4-1 0 0,112 17 1 0 0,6 1 37 0 0,-192-11-1738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6:43.16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149 103 600 0 0,'-3'0'175'0'0,"0"-1"1"0"0,-1 1-1 0 0,1-1 0 0 0,0 0 0 0 0,0 0 0 0 0,0 0 1 0 0,0 0-1 0 0,0-1 0 0 0,0 1 0 0 0,-3-3 1 0 0,3 2 151 0 0,0 0 1 0 0,0 1 0 0 0,-1-1 0 0 0,1 1 0 0 0,0-1 0 0 0,-1 1 0 0 0,1 0 0 0 0,-1 1 0 0 0,1-1 0 0 0,-6 0 0 0 0,-3 0 276 0 0,0-1 0 0 0,0-1 0 0 0,-21-11 1367 0 0,33 14-1949 0 0,16-5 692 0 0,19 0 22 0 0,130-11 987 0 0,-116 18-1416 0 0,33-2 95 0 0,116-19 560 0 0,-109 17-712 0 0,-66 3-224 0 0,0-1 1 0 0,0-1-1 0 0,24-5 0 0 0,-39 4-152 0 0,13-1 602 0 0,-21 4-500 0 0,1-1 0 0 0,-1 0 0 0 0,0 0 0 0 0,0 0 0 0 0,1 0 0 0 0,-1 0 0 0 0,0 0 0 0 0,0 1 0 0 0,1-1 0 0 0,-1 0 1 0 0,0 0-1 0 0,0 0 0 0 0,0 1 0 0 0,0-1 0 0 0,1 0 0 0 0,-1 0 0 0 0,0 1 0 0 0,0-1 0 0 0,0 0 0 0 0,0 0 0 0 0,0 1 1 0 0,0-1-1 0 0,1 0 0 0 0,-1 1 0 0 0,0-1 0 0 0,0 0 0 0 0,0 0 0 0 0,0 1 0 0 0,0-1 0 0 0,0 0 0 0 0,0 1 0 0 0,0-1 1 0 0,0 0-1 0 0,0 0 0 0 0,-1 1 0 0 0,1-1 0 0 0,0 0 0 0 0,0 1 0 0 0,0-1 0 0 0,0 0 0 0 0,0 0 0 0 0,0 1 0 0 0,-1-1 1 0 0,1 0-1 0 0,0 0 0 0 0,0 0 0 0 0,0 1 0 0 0,-1-1 0 0 0,1 0 0 0 0,0 0 0 0 0,0 0 0 0 0,0 0 0 0 0,-1 1 0 0 0,1-1 1 0 0,-1 0-1 0 0,-3 17-3752 0 0,4-12 2832 0 0,-1-1 0 0 0,1 1 0 0 0,0-1 0 0 0,0 1 1 0 0,2 6-1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6:47.46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49 57 8 0 0,'-8'5'182'0'0,"-16"7"86"0"0,23-12-221 0 0,0-1 0 0 0,0 0 1 0 0,0 1-1 0 0,0-1 0 0 0,0 0 1 0 0,0 1-1 0 0,0-1 0 0 0,0 0 0 0 0,0 0 1 0 0,0 0-1 0 0,1 0 0 0 0,-1 0 0 0 0,0 0 1 0 0,1 0-1 0 0,-1 0 0 0 0,1 0 0 0 0,-1 0 1 0 0,1 0-1 0 0,-1 0 0 0 0,1 0 1 0 0,0 0-1 0 0,0 0 0 0 0,-1-2 0 0 0,2 5 225 0 0,0-1 0 0 0,0 1 0 0 0,1-1 0 0 0,-1 1 0 0 0,0-1 0 0 0,1 1 0 0 0,-1-1 0 0 0,1 0 0 0 0,-1 1 0 0 0,1-1 0 0 0,0 0 0 0 0,-1 0 0 0 0,1 0 0 0 0,0-1 0 0 0,0 1 0 0 0,0 0 0 0 0,0-1 0 0 0,0 1 0 0 0,0-1 0 0 0,0 1 0 0 0,-1-1 0 0 0,1 0-1 0 0,4 0 1 0 0,64-1 1696 0 0,-24 0-1347 0 0,-35 2-522 0 0,-1-2 0 0 0,1 0 0 0 0,-1 0 0 0 0,0-1 0 0 0,0 0 0 0 0,0 0 0 0 0,0-2 0 0 0,12-4 0 0 0,-11 4 139 0 0,-1 0 1 0 0,1 1 0 0 0,0 0-1 0 0,0 1 1 0 0,23-2 0 0 0,-3 3 157 0 0,45-6 0 0 0,-51 5-114 0 0,45 1 0 0 0,-54 2-197 0 0,0 0 1 0 0,0-2-1 0 0,0 0 0 0 0,-1 0 1 0 0,1-1-1 0 0,30-9 1 0 0,-44 10-73 0 0,-1 0 1 0 0,1 0-1 0 0,-1 0 1 0 0,1 1-1 0 0,0-1 1 0 0,-1 1 0 0 0,1-1-1 0 0,0 1 1 0 0,0 0-1 0 0,-1-1 1 0 0,1 1 0 0 0,0 0-1 0 0,0 0 1 0 0,-1 0-1 0 0,1 1 1 0 0,0-1-1 0 0,0 0 1 0 0,-1 1 0 0 0,1-1-1 0 0,0 1 1 0 0,-1-1-1 0 0,1 1 1 0 0,0 0 0 0 0,-1 0-1 0 0,1 0 1 0 0,1 1-1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6:52.21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11 158 296 0 0,'0'-2'110'0'0,"0"1"0"0"0,0-1 0 0 0,1 0 0 0 0,-1 0-1 0 0,0 0 1 0 0,1 0 0 0 0,0 0 0 0 0,-1 1 0 0 0,1-1 0 0 0,0 0 0 0 0,0 1-1 0 0,1-3 1 0 0,0-2 918 0 0,-20 4 1341 0 0,18 2-2316 0 0,0 0 0 0 0,0-1-1 0 0,-1 1 1 0 0,1 0 0 0 0,0-1 0 0 0,0 1-1 0 0,0 0 1 0 0,0-1 0 0 0,-1 1 0 0 0,1 0 0 0 0,0-1-1 0 0,0 1 1 0 0,0-1 0 0 0,0 1 0 0 0,0 0-1 0 0,0-1 1 0 0,0 1 0 0 0,0 0 0 0 0,0-1 0 0 0,0 1-1 0 0,0-1 1 0 0,0 1 0 0 0,0 0 0 0 0,0-1-1 0 0,1 1 1 0 0,-1 0 0 0 0,0-1 0 0 0,0 1-1 0 0,0 0 1 0 0,1-1 0 0 0,-1 1 0 0 0,0 0 0 0 0,0-1-1 0 0,0 1 1 0 0,1 0 0 0 0,-1 0 0 0 0,0-1-1 0 0,1 1 1 0 0,-1 0 0 0 0,0 0 0 0 0,1 0-1 0 0,-1-1 1 0 0,0 1 0 0 0,1 0 0 0 0,0 0 0 0 0,16-16 772 0 0,114-17 1573 0 0,-124 31-2298 0 0,0 1 0 0 0,0 0-1 0 0,0 1 1 0 0,1 0 0 0 0,-1 0 0 0 0,11 1 0 0 0,29-1-15 0 0,215-24 1715 0 0,-172 9-1653 0 0,-47 7-102 0 0,85-4 1 0 0,-116 20 119 0 0,0-1-2106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7:06.25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86 51 168 0 0,'-26'-7'1372'0'0,"25"7"-1286"0"0,0 1 1 0 0,0-1-1 0 0,0 0 1 0 0,0 0-1 0 0,1 0 0 0 0,-1 0 1 0 0,0 0-1 0 0,0 0 1 0 0,0-1-1 0 0,0 1 1 0 0,0 0-1 0 0,1 0 0 0 0,-1 0 1 0 0,0-1-1 0 0,0 1 1 0 0,0-1-1 0 0,1 1 1 0 0,-1 0-1 0 0,0-1 0 0 0,0 1 1 0 0,1-1-1 0 0,-1 0 1 0 0,0 1-1 0 0,1-1 1 0 0,-1 0-1 0 0,1 1 0 0 0,-1-1 1 0 0,1 0-1 0 0,-1 1 1 0 0,1-1-1 0 0,0 0 1 0 0,-1 0-1 0 0,1 0 0 0 0,0 1 1 0 0,-1-1-1 0 0,1 0 1 0 0,0 0-1 0 0,0 0 1 0 0,0 0-1 0 0,0 0 0 0 0,0 1 1 0 0,0-1-1 0 0,0 0 1 0 0,0-2-1 0 0,0 3-42 0 0,1-1-1 0 0,-1 1 1 0 0,0-1-1 0 0,0 1 1 0 0,0-1-1 0 0,0 1 1 0 0,0-1 0 0 0,0 1-1 0 0,0-1 1 0 0,0 1-1 0 0,0-1 1 0 0,-1 1-1 0 0,1-1 1 0 0,0 1-1 0 0,0-1 1 0 0,0 1 0 0 0,0-1-1 0 0,-1 1 1 0 0,1-1-1 0 0,0 1 1 0 0,-1-1-1 0 0,1 1 1 0 0,0 0-1 0 0,-1-1 1 0 0,1 1-1 0 0,0-1 1 0 0,-1 1 0 0 0,1 0-1 0 0,-1-1 1 0 0,1 1-1 0 0,-1 0 1 0 0,1 0-1 0 0,0-1 1 0 0,-1 1-1 0 0,1 0 1 0 0,-1 0 0 0 0,0 0-1 0 0,-16 9 1302 0 0,16-8-1297 0 0,1-1-1 0 0,-1 0 1 0 0,1 1 0 0 0,-1-1-1 0 0,1 1 1 0 0,-1-1 0 0 0,1 1-1 0 0,-1-1 1 0 0,1 1 0 0 0,-1-1-1 0 0,1 1 1 0 0,0-1 0 0 0,-1 1-1 0 0,1-1 1 0 0,0 1 0 0 0,-1 0-1 0 0,1-1 1 0 0,0 1-1 0 0,0-1 1 0 0,0 1 0 0 0,0 0-1 0 0,0-1 1 0 0,-1 1 0 0 0,1 0-1 0 0,0-1 1 0 0,0 1 0 0 0,1 0-1 0 0,-1-1 1 0 0,0 1 0 0 0,0 0-1 0 0,0-1 1 0 0,0 1 0 0 0,0 0-1 0 0,1-1 1 0 0,-1 1 0 0 0,0-1-1 0 0,1 1 1 0 0,-1 0 0 0 0,0-1-1 0 0,1 1 1 0 0,-1-1 0 0 0,1 1-1 0 0,-1-1 1 0 0,1 1 0 0 0,-1-1-1 0 0,1 0 1 0 0,-1 1 0 0 0,1-1-1 0 0,-1 0 1 0 0,1 1 0 0 0,-1-1-1 0 0,1 0 1 0 0,0 1 0 0 0,-1-1-1 0 0,1 0 1 0 0,0 0 0 0 0,-1 0-1 0 0,1 0 1 0 0,0 0-1 0 0,-1 0 1 0 0,1 0 0 0 0,0 0-1 0 0,-1 0 1 0 0,1 0 0 0 0,0 0-1 0 0,7 0 99 0 0,-1 1 0 0 0,1 1 0 0 0,-1-1 0 0 0,0 1 0 0 0,12 4 0 0 0,-13-3-88 0 0,0-1 0 0 0,1 0 0 0 0,0 0-1 0 0,-1-1 1 0 0,1 0 0 0 0,0 0 0 0 0,0 0 0 0 0,10-1 0 0 0,46-4 655 0 0,30-4 422 0 0,5 1-349 0 0,-95 7-775 0 0,0 0 0 0 0,1 0 1 0 0,-1 0-1 0 0,0 1 1 0 0,0-1-1 0 0,1 1 0 0 0,-1-1 1 0 0,0 1-1 0 0,0 0 0 0 0,4 2 1 0 0,-3-1-6 0 0,-1-1 0 0 0,1 0 0 0 0,0 0 0 0 0,-1 0 0 0 0,1 0 0 0 0,0-1 0 0 0,0 1 0 0 0,-1-1 0 0 0,5 0 0 0 0,9-3 44 0 0,-1 1 1 0 0,1 1-1 0 0,0 1 0 0 0,-1 0 0 0 0,20 4 0 0 0,-24-4-381 0 0,0-1 0 0 0,0 1-1 0 0,0-2 1 0 0,0 0 0 0 0,0 0-1 0 0,0-1 1 0 0,19-8 0 0 0,32-6-3800 0 0,-62 17 3894 0 0,1 0 0 0 0,-1-1 0 0 0,1 1-1 0 0,-1 0 1 0 0,1-1 0 0 0,-1 1 0 0 0,0-1 0 0 0,1 0 0 0 0,-1 0 0 0 0,1 1 0 0 0,-1-1 0 0 0,0 0-1 0 0,0 0 1 0 0,0 0 0 0 0,2-2 0 0 0,21-9-4631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7:07.33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21 1256 0 0,'20'-4'5314'0'0,"41"-10"-1267"0"0,-57 13-3901 0 0,0 0 1 0 0,0 1-1 0 0,1-1 1 0 0,-1 1-1 0 0,0 0 1 0 0,0 0-1 0 0,0 1 1 0 0,0-1-1 0 0,0 1 1 0 0,0 0-1 0 0,0 0 1 0 0,5 2-1 0 0,-7-1-3 0 0,1 0 0 0 0,-1 0 0 0 0,0 0 1 0 0,0 0-1 0 0,0 0 0 0 0,0 1 0 0 0,0-1 0 0 0,-1 1 0 0 0,3 4 0 0 0,-2-4-110 0 0,-1 0 1 0 0,1-1 0 0 0,-1 1 0 0 0,1-1-1 0 0,0 1 1 0 0,0-1 0 0 0,0 0-1 0 0,0 0 1 0 0,1 0 0 0 0,-1 0-1 0 0,0 0 1 0 0,4 1 0 0 0,7 3-6 0 0,0-1 0 0 0,1-1 1 0 0,-1 0-1 0 0,1-1 1 0 0,0 0-1 0 0,0-1 0 0 0,1-1 1 0 0,-1-1-1 0 0,0 1 0 0 0,0-2 1 0 0,27-4-1 0 0,-40 5-24 0 0,228-5 336 0 0,-227 5-327 0 0,0 0 1 0 0,0 0-1 0 0,0 0 1 0 0,0 0 0 0 0,0 0-1 0 0,0 0 1 0 0,0 0-1 0 0,0 1 1 0 0,-1-1-1 0 0,1 1 1 0 0,0 0-1 0 0,0-1 1 0 0,0 1-1 0 0,-1 0 1 0 0,1 0-1 0 0,0 0 1 0 0,1 2-1 0 0,11 6-2465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7:08.62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13 76 736 0 0,'-13'1'5383'0'0,"14"0"-5260"0"0,-1-1 1 0 0,1 0-1 0 0,0 1 1 0 0,-1-1-1 0 0,1 0 0 0 0,-1 0 1 0 0,1 1-1 0 0,0-1 1 0 0,-1 0-1 0 0,1 0 1 0 0,0 0-1 0 0,0 0 1 0 0,-1 0-1 0 0,1 0 1 0 0,0 0-1 0 0,-1 0 0 0 0,1 0 1 0 0,0 0-1 0 0,-1 0 1 0 0,2-1-1 0 0,50-1 1425 0 0,-39 0-1293 0 0,1 1 0 0 0,-1 1 0 0 0,0 0 0 0 0,1 1 0 0 0,23 5 0 0 0,-32-6-191 0 0,0 1 0 0 0,0-1-1 0 0,0-1 1 0 0,-1 1 0 0 0,1-1-1 0 0,0 1 1 0 0,-1-1 0 0 0,1-1-1 0 0,0 1 1 0 0,-1-1 0 0 0,1 0-1 0 0,-1 0 1 0 0,6-3 0 0 0,-6 2-54 0 0,0 1 1 0 0,0 0-1 0 0,1 0 1 0 0,-1 0-1 0 0,1 1 0 0 0,-1-1 1 0 0,1 1-1 0 0,-1 0 1 0 0,1 0-1 0 0,0 1 1 0 0,-1-1-1 0 0,1 1 1 0 0,0 0-1 0 0,-1 1 1 0 0,9 0-1 0 0,-8 1 8 0 0,1-1 0 0 0,-1 0-1 0 0,1 0 1 0 0,0-1 0 0 0,-1 0 0 0 0,1 0-1 0 0,0 0 1 0 0,-1 0 0 0 0,1-1 0 0 0,0 0-1 0 0,-1 0 1 0 0,1-1 0 0 0,-1 1 0 0 0,0-1-1 0 0,1 0 1 0 0,5-4 0 0 0,41-11 500 0 0,-52 17-508 0 0,1 0 0 0 0,0 0 0 0 0,0 0 0 0 0,0 0 0 0 0,0 0 0 0 0,0 0 0 0 0,-1 0 0 0 0,1 0 0 0 0,0 0 0 0 0,0 0 1 0 0,0 1-1 0 0,-1-1 0 0 0,1 0 0 0 0,0 0 0 0 0,0 1 0 0 0,-1-1 0 0 0,1 1 0 0 0,0-1 0 0 0,-1 1 0 0 0,1-1 0 0 0,0 1 0 0 0,-1-1 0 0 0,1 1 0 0 0,-1 0 0 0 0,1-1 0 0 0,-1 1 0 0 0,1 0 0 0 0,-1-1 0 0 0,1 1 0 0 0,-1 0 0 0 0,0 0 0 0 0,1-1 0 0 0,-1 1 0 0 0,0 0 0 0 0,0 0 0 0 0,1 0 0 0 0,-1 1 0 0 0,0-2-41 0 0,0 1-1 0 0,0 0 1 0 0,0-1 0 0 0,0 1-1 0 0,0 0 1 0 0,0-1 0 0 0,1 1-1 0 0,-1 0 1 0 0,0-1-1 0 0,1 1 1 0 0,-1 0 0 0 0,0-1-1 0 0,1 1 1 0 0,-1-1-1 0 0,0 1 1 0 0,1-1 0 0 0,-1 1-1 0 0,1-1 1 0 0,-1 1 0 0 0,1-1-1 0 0,-1 1 1 0 0,1-1-1 0 0,0 0 1 0 0,-1 1 0 0 0,1-1-1 0 0,-1 0 1 0 0,1 0 0 0 0,0 1-1 0 0,-1-1 1 0 0,1 0-1 0 0,0 0 1 0 0,-1 0 0 0 0,1 0-1 0 0,0 0 1 0 0,-1 0-1 0 0,1 0 1 0 0,0 0 0 0 0,-1 0-1 0 0,1 0 1 0 0,0 0 0 0 0,-1 0-1 0 0,1 0 1 0 0,0 0-1 0 0,-1-1 1 0 0,1 1 0 0 0,0 0-1 0 0,-1-1 1 0 0,1 1 0 0 0,-1 0-1 0 0,1-1 1 0 0,0 1-1 0 0,-1-1 1 0 0,1 0 0 0 0,22-11-1061 0 0,-19 11 459 0 0,0-1 0 0 0,0 0 1 0 0,1-1-1 0 0,-2 1 0 0 0,1-1 0 0 0,0 0 0 0 0,0 1 0 0 0,-1-2 0 0 0,1 1 1 0 0,-1 0-1 0 0,4-6 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08.60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20 228 216 0 0,'-19'-6'4296'0'0,"30"-10"-2900"0"0,-8 12-1245 0 0,1-1 1 0 0,0 2 0 0 0,0-1-1 0 0,0 0 1 0 0,1 1-1 0 0,-1 0 1 0 0,1 0-1 0 0,-1 0 1 0 0,1 1-1 0 0,0-1 1 0 0,0 1 0 0 0,11-3-1 0 0,0 2 483 0 0,1 0 0 0 0,31-1 0 0 0,-32 4-412 0 0,0-1-1 0 0,1-1 1 0 0,22-6-1 0 0,-23 5-43 0 0,1 0 1 0 0,-1 1-1 0 0,1 1 0 0 0,-1 1 0 0 0,1 0 0 0 0,21 4 1 0 0,48-1 470 0 0,175-1 66 0 0,-132-6-330 0 0,72-5 226 0 0,-179 8-521 0 0,1 0 1 0 0,-1 2 0 0 0,24 3 0 0 0,-28-2-49 0 0,0 0 0 0 0,1-1 1 0 0,-1-1-1 0 0,1-1 1 0 0,26-4-1 0 0,-14-3-1 0 0,1 1-1 0 0,0 2 0 0 0,0 1 1 0 0,1 2-1 0 0,-1 1 1 0 0,53 5-1 0 0,23 4 77 0 0,-79-8-32 0 0,0 2 1 0 0,0 1 0 0 0,46 11 0 0 0,-56-10-43 0 0,1-1-1 0 0,0 0 1 0 0,0-2 0 0 0,40-2-1 0 0,-33 0-3 0 0,50 5 0 0 0,-25 4 9 0 0,-14-1-24 0 0,0-2 1 0 0,0-1-1 0 0,0-2 0 0 0,67-6 0 0 0,-50-1 61 0 0,0 2-1 0 0,62 6 1 0 0,-15-1-86 0 0,-44-3 25 0 0,-23 0-33 0 0,0 1 1 0 0,1 2-1 0 0,40 7 1 0 0,231 34 31 0 0,-31-7 37 0 0,-200-25-57 0 0,95 0 0 0 0,-96-8 7 0 0,106 17 0 0 0,-23 2 69 0 0,1-6 0 0 0,218-7 1 0 0,-228-15 27 0 0,181-33 1 0 0,-199 21-78 0 0,77 8 40 0 0,5 0 16 0 0,-122 2-4 0 0,128 5 0 0 0,-125 4-58 0 0,73 10 25 0 0,-1 0 1 0 0,115-30-11 0 0,-72 1-36 0 0,129-20 58 0 0,-77 4 9 0 0,-191 28-91 0 0,14-3 5 0 0,1 4 0 0 0,112 8 0 0 0,-116 0 66 0 0,116-9 0 0 0,-101 1-29 0 0,75 8 35 0 0,10 0-57 0 0,154-9-49 0 0,-210 7 75 0 0,248-12 114 0 0,-154 4-100 0 0,-142 7-16 0 0,81-10-1 0 0,44-1 30 0 0,6 0 65 0 0,-127 5-107 0 0,0 4 1 0 0,1 3 0 0 0,86 13 0 0 0,-123-10-20 0 0,-12-1-4 0 0,299 16 48 0 0,170-11 58 0 0,-355 1-112 0 0,-48-2-22 0 0,160-9 1 0 0,274-24 156 0 0,-363 21-173 0 0,200 1 67 0 0,118-5 29 0 0,-125-19-144 0 0,-149 22 213 0 0,57-6-64 0 0,-44-4-17 0 0,29-5 28 0 0,-40 4 22 0 0,-160 14-71 0 0,290 12-17 0 0,-251-4 17 0 0,-29-1-29 0 0,225 4 40 0 0,-123-12 135 0 0,76-5 102 0 0,-210 5-240 0 0,-17 1 7 0 0,1 1 1 0 0,-1 1 0 0 0,1 1-1 0 0,-1 0 1 0 0,0 1-1 0 0,1 1 1 0 0,21 4-1 0 0,-21 3-391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49.96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332 209 1224 0 0,'3'-4'7726'0'0,"4"-6"-5430"0"0,-8 3-1932 0 0,0 1-1 0 0,0-1 1 0 0,-1 1-1 0 0,0-1 0 0 0,0 1 1 0 0,0 0-1 0 0,-1 0 0 0 0,0 0 1 0 0,0 0-1 0 0,-8-10 1 0 0,-44-50 929 0 0,50 61-1208 0 0,1 1 0 0 0,-1-1 0 0 0,0 1 0 0 0,0 0 0 0 0,0 1-1 0 0,-1-1 1 0 0,1 1 0 0 0,-1 0 0 0 0,0 0 0 0 0,0 1 0 0 0,0 0 0 0 0,0 0 0 0 0,0 0 0 0 0,0 1 0 0 0,-8-1 0 0 0,10 2-71 0 0,-1 0 0 0 0,1 1 1 0 0,-1 0-1 0 0,1 0 0 0 0,-1 0 1 0 0,1 0-1 0 0,0 1 0 0 0,0-1 1 0 0,0 1-1 0 0,0 0 0 0 0,0 0 1 0 0,0 1-1 0 0,0-1 0 0 0,1 1 1 0 0,-1 0-1 0 0,1 0 0 0 0,-1 0 1 0 0,1 1-1 0 0,0-1 0 0 0,1 1 1 0 0,-1-1-1 0 0,-2 6 0 0 0,-6 8-89 0 0,2 1-1 0 0,0 0 0 0 0,1 0 0 0 0,1 1 1 0 0,-10 38-1 0 0,14-46 41 0 0,1 0-1 0 0,0 1 1 0 0,0-1 0 0 0,2 1-1 0 0,-1-1 1 0 0,1 1-1 0 0,1 0 1 0 0,0-1 0 0 0,1 1-1 0 0,0-1 1 0 0,6 20-1 0 0,-7-29 15 0 0,0 0 0 0 0,0 0 0 0 0,0 1-1 0 0,0-1 1 0 0,1 0 0 0 0,-1 0 0 0 0,0 0 0 0 0,1 0-1 0 0,0 0 1 0 0,-1 0 0 0 0,1-1 0 0 0,0 1-1 0 0,0-1 1 0 0,0 1 0 0 0,0-1 0 0 0,0 1 0 0 0,0-1-1 0 0,0 0 1 0 0,1 0 0 0 0,-1 0 0 0 0,3 0-1 0 0,-1 0 4 0 0,0-1 0 0 0,-1 0-1 0 0,1 0 1 0 0,-1 0-1 0 0,1-1 1 0 0,0 1 0 0 0,-1-1-1 0 0,1 0 1 0 0,-1 0 0 0 0,0 0-1 0 0,1 0 1 0 0,-1-1-1 0 0,4-1 1 0 0,4-4 8 0 0,0 0 0 0 0,0 0 0 0 0,-1-1 0 0 0,0-1 0 0 0,-1 0 0 0 0,0 0 0 0 0,9-11 0 0 0,-6 2 51 0 0,-1 0 0 0 0,14-28 0 0 0,-18 31 66 0 0,0 0-1 0 0,2 0 1 0 0,0 1 0 0 0,0 0-1 0 0,14-14 1 0 0,-23 28-87 0 0,1 1 0 0 0,0-1 0 0 0,-1 0-1 0 0,1 1 1 0 0,0-1 0 0 0,-1 0 0 0 0,1 1 0 0 0,-1-1-1 0 0,1 1 1 0 0,0-1 0 0 0,-1 1 0 0 0,1-1 0 0 0,-1 1 0 0 0,0-1-1 0 0,1 1 1 0 0,-1-1 0 0 0,1 1 0 0 0,-1 0 0 0 0,0-1 0 0 0,1 1-1 0 0,-1 0 1 0 0,0-1 0 0 0,0 1 0 0 0,0 0 0 0 0,0-1 0 0 0,1 1-1 0 0,-1 0 1 0 0,0 0 0 0 0,0-1 0 0 0,0 1 0 0 0,-1 1 0 0 0,9 30 29 0 0,11 107 30 0 0,2 184 0 0 0,-18-125-2965 0 0,0-209-2928 0 0,-1 4 4969 0 0,0 1-1 0 0,0-1 1 0 0,0 0-1 0 0,-1 0 1 0 0,1-8-1 0 0,-4-13-1816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0.6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5 2232 0 0,'-6'-5'7316'0'0,"14"25"-6244"0"0,9 43-196 0 0,46 213-724 0 0,-63-273-159 0 0,1 0 0 0 0,-1-1 1 0 0,0 1-1 0 0,1 0 0 0 0,-1-1 0 0 0,1 1 1 0 0,0-1-1 0 0,0 1 0 0 0,0-1 1 0 0,0 1-1 0 0,0-1 0 0 0,1 0 0 0 0,-1 1 1 0 0,1-1-1 0 0,-1 0 0 0 0,1 0 0 0 0,0 0 1 0 0,0 0-1 0 0,0 0 0 0 0,0-1 1 0 0,0 1-1 0 0,3 1 0 0 0,-2-2 25 0 0,0-1 0 0 0,0 1 0 0 0,0-1 0 0 0,0 0 0 0 0,0 0 0 0 0,0 0 0 0 0,0 0 0 0 0,1-1 0 0 0,-1 1-1 0 0,0-1 1 0 0,0 0 0 0 0,-1 0 0 0 0,1 0 0 0 0,0 0 0 0 0,0 0 0 0 0,0-1 0 0 0,-1 1 0 0 0,1-1 0 0 0,2-2 0 0 0,6-4 152 0 0,0 0 0 0 0,-1 0 0 0 0,0-1 0 0 0,-1-1 0 0 0,0 1 0 0 0,0-2 0 0 0,10-16 0 0 0,-3 2 865 0 0,-1-1 1 0 0,14-35-1 0 0,-28 57-985 0 0,-1 0 0 0 0,1-1 0 0 0,0 1 1 0 0,-1 0-1 0 0,0 0 0 0 0,0-1 0 0 0,0 1 0 0 0,-1 0 0 0 0,1-1 0 0 0,-1 1 0 0 0,0 0 0 0 0,0 0 1 0 0,-1 0-1 0 0,1 0 0 0 0,-1 0 0 0 0,-2-5 0 0 0,1 3-54 0 0,1 0-1 0 0,0 0 0 0 0,0 0 1 0 0,0 0-1 0 0,1 0 1 0 0,-1-10-1 0 0,4 9-1010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1.0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 58 1808 0 0,'0'-1'172'0'0,"0"1"0"0"0,-1 0 0 0 0,1 0 0 0 0,-1-1-1 0 0,1 1 1 0 0,0 0 0 0 0,-1 0 0 0 0,1-1-1 0 0,-1 1 1 0 0,1 0 0 0 0,-1 0 0 0 0,1 0 0 0 0,-1 0-1 0 0,1 0 1 0 0,-1 0 0 0 0,1 0 0 0 0,-1 0-1 0 0,1 0 1 0 0,-1 0 0 0 0,1 0 0 0 0,-1 0 0 0 0,1 0-1 0 0,-1 0 1 0 0,1 0 0 0 0,0 1 0 0 0,-1-1-1 0 0,1 0 1 0 0,-1 0 0 0 0,1 1 0 0 0,-1-1 0 0 0,1 0-1 0 0,0 0 1 0 0,-1 1 0 0 0,1-1 0 0 0,0 0-1 0 0,-1 1 1 0 0,1 0-43 0 0,1 0-1 0 0,-1-1 0 0 0,1 1 0 0 0,0-1 1 0 0,-1 1-1 0 0,1 0 0 0 0,0-1 1 0 0,-1 0-1 0 0,1 1 0 0 0,0-1 0 0 0,-1 1 1 0 0,1-1-1 0 0,0 0 0 0 0,0 0 1 0 0,0 1-1 0 0,-1-1 0 0 0,1 0 0 0 0,0 0 1 0 0,0 0-1 0 0,0 0 0 0 0,0 0 1 0 0,-1 0-1 0 0,1 0 0 0 0,0 0 0 0 0,1 0 1 0 0,80-4 2012 0 0,83-15 0 0 0,-114 12-1700 0 0,-14 3-370 0 0,23-4 298 0 0,-22-1-3362 0 0,-54-3-8438 0 0,13 9 9504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1.43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3105 0 0,'1'0'294'0'0,"0"0"-1"0"0,0 0 1 0 0,1 0 0 0 0,-1 0 0 0 0,0 1 0 0 0,0-1 0 0 0,0 0 0 0 0,0 1-1 0 0,0-1 1 0 0,0 1 0 0 0,0-1 0 0 0,0 1 0 0 0,0 0 0 0 0,0-1 0 0 0,0 1 0 0 0,0 0-1 0 0,0 0 1 0 0,0 1 0 0 0,12 22 1677 0 0,-1 31-1574 0 0,-11-48 45 0 0,19 157 203 0 0,20 108-5370 0 0,-39-266 4255 0 0,0-4 159 0 0,0 0-1 0 0,-1 0 1 0 0,1 1-1 0 0,-1-1 1 0 0,0 0 0 0 0,1 0-1 0 0,-1 1 1 0 0,0-1-1 0 0,0 0 1 0 0,0 0-1 0 0,-1 0 1 0 0,1 1-1 0 0,0-1 1 0 0,-2 3-1 0 0,1-2-1588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1.8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43 0 5001 0 0,'-2'1'219'0'0,"0"0"1"0"0,0 0-1 0 0,0 0 0 0 0,0 1 1 0 0,0-1-1 0 0,1 0 1 0 0,-1 1-1 0 0,0-1 0 0 0,1 1 1 0 0,-1-1-1 0 0,1 1 0 0 0,-1 0 1 0 0,1 0-1 0 0,0 0 0 0 0,0 0 1 0 0,0 0-1 0 0,0 0 0 0 0,0 0 1 0 0,0 0-1 0 0,1 0 1 0 0,-1 0-1 0 0,1 0 0 0 0,-1 4 1 0 0,-5 60-326 0 0,4-43 388 0 0,1-10-351 0 0,0 0 1 0 0,1 1-1 0 0,0-1 0 0 0,1 0 0 0 0,3 17 0 0 0,-4-28 83 0 0,0 0 0 0 0,1 0 0 0 0,-1 0 1 0 0,1 0-1 0 0,-1 0 0 0 0,1 0 0 0 0,0 0 0 0 0,0 0 0 0 0,0-1 0 0 0,0 1 0 0 0,0 0 0 0 0,0 0 0 0 0,1-1 0 0 0,-1 1 0 0 0,1-1 0 0 0,-1 0 0 0 0,1 1 1 0 0,-1-1-1 0 0,1 0 0 0 0,0 0 0 0 0,-1 0 0 0 0,1 0 0 0 0,0 0 0 0 0,0 0 0 0 0,0 0 0 0 0,0-1 0 0 0,0 1 0 0 0,0-1 0 0 0,0 1 0 0 0,0-1 0 0 0,0 0 0 0 0,0 0 1 0 0,0 0-1 0 0,0 0 0 0 0,0 0 0 0 0,0 0 0 0 0,0 0 0 0 0,0-1 0 0 0,0 1 0 0 0,0-1 0 0 0,0 0 0 0 0,4-1 0 0 0,69-24 2145 0 0,66-21-2009 0 0,-136 46-1097 0 0,3-4-5795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2.4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0 179 2481 0 0,'7'1'4133'0'0,"25"4"-1178"0"0,139 1 2531 0 0,85-10-4583 0 0,-151 2-1003 0 0,-61 2-3261 0 0,-56-17-5988 0 0,-8-25 7952 0 0,19 37 1410 0 0,-3-10 202 0 0,-1 1-1 0 0,0-1 1 0 0,-12-22 0 0 0,16 34-74 0 0,0 1 0 0 0,-1 0 0 0 0,1-1-1 0 0,0 1 1 0 0,-1 0 0 0 0,0 0 0 0 0,1 0-1 0 0,-1 0 1 0 0,0 0 0 0 0,0 0 0 0 0,0 0-1 0 0,0 0 1 0 0,-1 1 0 0 0,1 0 0 0 0,0-1 0 0 0,-1 1-1 0 0,1 0 1 0 0,-1 0 0 0 0,1 0 0 0 0,-1 0-1 0 0,1 0 1 0 0,-1 1 0 0 0,0-1 0 0 0,1 1-1 0 0,-1 0 1 0 0,0 0 0 0 0,1 0 0 0 0,-6 0-1 0 0,7 0-49 0 0,0 1 0 0 0,0-1 0 0 0,0 0-1 0 0,0 0 1 0 0,0 0 0 0 0,-1 0-1 0 0,1 1 1 0 0,0-1 0 0 0,0 1 0 0 0,0-1-1 0 0,0 0 1 0 0,0 1 0 0 0,0 0-1 0 0,0-1 1 0 0,1 1 0 0 0,-1 0 0 0 0,0-1-1 0 0,0 1 1 0 0,0 0 0 0 0,1 0-1 0 0,-1 0 1 0 0,0 0 0 0 0,1-1 0 0 0,-1 1-1 0 0,1 0 1 0 0,-1 0 0 0 0,1 0-1 0 0,-1 0 1 0 0,1 1 0 0 0,0-1 0 0 0,-1 0-1 0 0,1 0 1 0 0,0 0 0 0 0,0 0-1 0 0,0 0 1 0 0,0 0 0 0 0,0 0 0 0 0,0 0-1 0 0,0 0 1 0 0,0 1 0 0 0,0-1-1 0 0,1 0 1 0 0,-1 0 0 0 0,0 0 0 0 0,1 0-1 0 0,0 2 1 0 0,1 0 112 0 0,0 0-1 0 0,0 1 1 0 0,0-1 0 0 0,1 0 0 0 0,-1 0-1 0 0,1 0 1 0 0,0 0 0 0 0,-1-1-1 0 0,1 1 1 0 0,1-1 0 0 0,-1 1 0 0 0,4 1-1 0 0,43 11 754 0 0,-43-14-872 0 0,0 0 1 0 0,0 1 0 0 0,-1 0-1 0 0,1 0 1 0 0,-1 1-1 0 0,1 0 1 0 0,-1 0 0 0 0,0 0-1 0 0,9 6 1 0 0,-14-7-53 0 0,0 0 0 0 0,0 0 0 0 0,0 0 0 0 0,-1 0 0 0 0,1 0 0 0 0,0 0 0 0 0,-1 0 0 0 0,1 0 0 0 0,-1 0 0 0 0,0 1 0 0 0,0-1 1 0 0,0 0-1 0 0,0 0 0 0 0,0 0 0 0 0,0 0 0 0 0,0 0 0 0 0,-1 0 0 0 0,1 0 0 0 0,-1 1 0 0 0,0-1 0 0 0,1 0 0 0 0,-2 2 0 0 0,-23 48 227 0 0,22-46-231 0 0,-44 69-61 0 0,-2 2-1226 0 0,26-24-2555 0 0,23-53 3742 0 0,1 0 0 0 0,-1 0 0 0 0,0-1 0 0 0,0 1 0 0 0,0 0 0 0 0,0 0 0 0 0,1 0 0 0 0,-1 0 0 0 0,0 0 0 0 0,0 0 0 0 0,0 0 0 0 0,0 0 0 0 0,1 0 0 0 0,-1 0 0 0 0,0 0 0 0 0,0 0 0 0 0,0 0 0 0 0,0 0 0 0 0,1 0-1 0 0,-1 0 1 0 0,0 1 0 0 0,0-1 0 0 0,0 0 0 0 0,0 0 0 0 0,1 0 0 0 0,-1 0 0 0 0,0 0 0 0 0,0 0 0 0 0,0 0 0 0 0,0 0 0 0 0,0 1 0 0 0,0-1 0 0 0,0 0 0 0 0,1 0 0 0 0,-1 0 0 0 0,0 0 0 0 0,0 0 0 0 0,0 1 0 0 0,0-1 0 0 0,0 0 0 0 0,0 0 0 0 0,0 0 0 0 0,0 0 0 0 0,0 1 0 0 0,0-1 0 0 0,0 0 0 0 0,0 0 0 0 0,0 0 0 0 0,0 0 0 0 0,0 1 0 0 0,0-1 0 0 0,0 0 0 0 0,0 0 0 0 0,0 0 0 0 0,0 0 0 0 0,0 1 0 0 0,0-1 0 0 0,0 0 0 0 0,0 0 0 0 0,0 0 0 0 0,-1 1 0 0 0,13-14-2575 0 0,-4-6 681 0 0,9-1 16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2.9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208 9 2465 0 0,'0'-1'221'0'0,"-1"1"0"0"0,1-1 0 0 0,-1 0 1 0 0,1 1-1 0 0,-1-1 0 0 0,1 1 1 0 0,-1-1-1 0 0,1 1 0 0 0,-1-1 1 0 0,0 1-1 0 0,1 0 0 0 0,-1-1 1 0 0,0 1-1 0 0,1 0 0 0 0,-1-1 1 0 0,0 1-1 0 0,0 0 0 0 0,1 0 1 0 0,-1-1-1 0 0,0 1 0 0 0,0 0 1 0 0,1 0-1 0 0,-1 0 0 0 0,0 0 1 0 0,0 0-1 0 0,1 0 0 0 0,-1 1 1 0 0,0-1-1 0 0,0 0 0 0 0,1 0 1 0 0,-1 0-1 0 0,0 1 0 0 0,0-1 1 0 0,-17 26 2205 0 0,-16 53-1953 0 0,3 1 0 0 0,-29 123 0 0 0,36-117-1988 0 0,17-56 230 0 0,-1 3-1203 0 0,6-28-255 0 0,2-12-1562 0 0,3-4 2932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3.2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1768 0 0,'5'44'4928'0'0,"-3"-29"-4386"0"0,1 1-1 0 0,1 0 1 0 0,0-1-1 0 0,1 1 1 0 0,14 27 0 0 0,-15-35-541 0 0,0-1-1 0 0,0 0 1 0 0,0 0 0 0 0,1 0 0 0 0,0-1 0 0 0,0 1 0 0 0,1-1 0 0 0,0-1 0 0 0,0 1 0 0 0,0-1-1 0 0,1 0 1 0 0,0 0 0 0 0,10 5 0 0 0,-17-10-89 0 0,1 1 1 0 0,0-1-1 0 0,0 1 0 0 0,0-1 0 0 0,0 1 0 0 0,0-1 1 0 0,0 0-1 0 0,0 0 0 0 0,0 1 0 0 0,0-1 1 0 0,0 0-1 0 0,0 0 0 0 0,0 0 0 0 0,1 0 0 0 0,-1 0 1 0 0,0-1-1 0 0,0 1 0 0 0,0 0 0 0 0,0 0 1 0 0,0-1-1 0 0,0 1 0 0 0,0 0 0 0 0,0-1 0 0 0,-1 1 1 0 0,1-1-1 0 0,0 1 0 0 0,0-1 0 0 0,0 0 1 0 0,0 1-1 0 0,-1-1 0 0 0,1 0 0 0 0,0 0 0 0 0,0 1 1 0 0,-1-1-1 0 0,1 0 0 0 0,-1 0 0 0 0,1 0 1 0 0,-1 0-1 0 0,1-1 0 0 0,1-2-512 0 0,-1-1-1 0 0,0 1 1 0 0,0 0-1 0 0,0-1 1 0 0,-1 1-1 0 0,1 0 1 0 0,-2-9-1 0 0,1-4-906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3.6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1 186 2977 0 0,'0'3'326'0'0,"1"0"0"0"0,0 0 1 0 0,0-1-1 0 0,0 1 0 0 0,0 0 1 0 0,0-1-1 0 0,1 1 0 0 0,-1-1 1 0 0,1 1-1 0 0,-1-1 0 0 0,1 0 1 0 0,0 1-1 0 0,0-1 0 0 0,0 0 1 0 0,0 0-1 0 0,0-1 0 0 0,1 1 1 0 0,-1 0-1 0 0,1-1 0 0 0,2 2 1 0 0,1-1-97 0 0,-1 0 0 0 0,1 0 0 0 0,0 0 0 0 0,0-1 0 0 0,0 0 0 0 0,0 0 0 0 0,0-1-1 0 0,0 0 1 0 0,8 0 0 0 0,0-2-226 0 0,1 0 0 0 0,0 0 0 0 0,-1-1 0 0 0,0-1 0 0 0,0-1 0 0 0,0 0 0 0 0,17-9 0 0 0,-21 8-723 0 0,1-1-1 0 0,-2 0 1 0 0,1-1-1 0 0,-1 0 1 0 0,0-1-1 0 0,0 0 1 0 0,-1 0-1 0 0,8-12 1 0 0,3-9-882 0 0,25-50-1 0 0,-41 66 7821 0 0,-19 50-2984 0 0,9 5-2901 0 0,2 1-1 0 0,2 0 1 0 0,3 63 0 0 0,7-28-2244 0 0,7-2-3283 0 0,-14-69 1438 0 0,2-3 1701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4.0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1 64 0 0,'-1'7'257'0'0,"-1"1"0"0"0,1-1 1 0 0,0 1-1 0 0,0-1 0 0 0,1 1 0 0 0,0-1 1 0 0,1 1-1 0 0,0-1 0 0 0,0 1 0 0 0,0-1 0 0 0,1 1 1 0 0,0-1-1 0 0,5 12 0 0 0,-5-15-127 0 0,0-1 0 0 0,0 0 0 0 0,0 0 0 0 0,0-1 0 0 0,0 1-1 0 0,1 0 1 0 0,-1-1 0 0 0,1 0 0 0 0,-1 1 0 0 0,1-1 0 0 0,0 0 0 0 0,0 0 0 0 0,0-1 0 0 0,0 1 0 0 0,1 0-1 0 0,-1-1 1 0 0,0 0 0 0 0,1 0 0 0 0,-1 0 0 0 0,0 0 0 0 0,1-1 0 0 0,-1 1 0 0 0,1-1 0 0 0,0 0-1 0 0,-1 0 1 0 0,1 0 0 0 0,-1 0 0 0 0,1-1 0 0 0,-1 0 0 0 0,1 1 0 0 0,3-3 0 0 0,-1 2 78 0 0,0-1 1 0 0,0-1 0 0 0,0 1 0 0 0,-1-1 0 0 0,1 0-1 0 0,-1 0 1 0 0,0 0 0 0 0,0-1 0 0 0,0 0-1 0 0,0 0 1 0 0,0 0 0 0 0,7-10 0 0 0,-11 12-141 0 0,0 1 1 0 0,0-1 0 0 0,0 1-1 0 0,0-1 1 0 0,0 0-1 0 0,0 0 1 0 0,0 0 0 0 0,-1 1-1 0 0,1-1 1 0 0,-1 0 0 0 0,1 0-1 0 0,-1 0 1 0 0,0 0 0 0 0,1 0-1 0 0,-1 0 1 0 0,0 0-1 0 0,0 0 1 0 0,-1 0 0 0 0,1 0-1 0 0,0 0 1 0 0,-1 0 0 0 0,1 0-1 0 0,-1 0 1 0 0,1 0 0 0 0,-1 1-1 0 0,0-1 1 0 0,0 0-1 0 0,0 0 1 0 0,0 1 0 0 0,0-1-1 0 0,0 1 1 0 0,-1-1 0 0 0,1 1-1 0 0,0-1 1 0 0,-1 1-1 0 0,1 0 1 0 0,-1-1 0 0 0,0 1-1 0 0,1 0 1 0 0,-1 0 0 0 0,0 0-1 0 0,-3-1 1 0 0,-2-1-226 0 0,1 1 1 0 0,-1 0 0 0 0,0 0-1 0 0,0 1 1 0 0,0-1-1 0 0,0 1 1 0 0,0 1-1 0 0,0 0 1 0 0,0 0-1 0 0,-1 0 1 0 0,1 1 0 0 0,0 0-1 0 0,0 0 1 0 0,-7 2-1 0 0,-42 4-4116 0 0,54-7 4050 0 0,1 0 1 0 0,0-1-1 0 0,-1 1 0 0 0,1 0 1 0 0,0 0-1 0 0,0-1 0 0 0,-1 1 1 0 0,1-1-1 0 0,0 1 0 0 0,0-1 1 0 0,0 1-1 0 0,0-1 0 0 0,-1 0 1 0 0,1 0-1 0 0,0 1 0 0 0,0-1 1 0 0,0 0-1 0 0,0-1 1 0 0,-2-6-1903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4.4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 1 4441 0 0,'-5'13'7985'0'0,"2"28"-8357"0"0,3-31 910 0 0,0-7-554 0 0,0 63-491 0 0,0-62 508 0 0,1 0-1 0 0,-1 0 1 0 0,1 0 0 0 0,0 0-1 0 0,0 0 1 0 0,0 0 0 0 0,1 0-1 0 0,-1 0 1 0 0,1 0 0 0 0,0-1 0 0 0,0 1-1 0 0,0-1 1 0 0,4 5 0 0 0,-4-7 60 0 0,0 0 1 0 0,0 0 0 0 0,0 0 0 0 0,0 0 0 0 0,0 0-1 0 0,0-1 1 0 0,0 1 0 0 0,0-1 0 0 0,0 1 0 0 0,0-1-1 0 0,1 0 1 0 0,-1 0 0 0 0,0 0 0 0 0,0 0 0 0 0,0 0-1 0 0,4-1 1 0 0,43-9 369 0 0,-33 6-335 0 0,29-8 118 0 0,-34 8-683 0 0,1 1 0 0 0,0 0 0 0 0,0 1 0 0 0,17-2 0 0 0,-36 5-5233 0 0,-11 1 2353 0 0,9 1 1315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4.80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63 2881 0 0,'15'-3'4770'0'0,"23"6"-2790"0"0,-35-3-1546 0 0,-2 1-403 0 0,39 4 1224 0 0,-1-2 0 0 0,70-3 1 0 0,-95-1-1508 0 0,0-1 0 0 0,0-1-1 0 0,0 0 1 0 0,21-8 0 0 0,-26 7-420 0 0,0 0 0 0 0,0-1 0 0 0,0 0 0 0 0,0-1 0 0 0,-1 0 0 0 0,0 0-1 0 0,10-10 1 0 0,-26 19-4425 0 0,5 2 3314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5.1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73 1 1904 0 0,'-3'1'421'0'0,"0"1"0"0"0,0 0-1 0 0,0 0 1 0 0,1 0 0 0 0,-1 1-1 0 0,1-1 1 0 0,-1 1-1 0 0,1-1 1 0 0,0 1 0 0 0,0 0-1 0 0,-2 4 1 0 0,1-2-205 0 0,0 1 1 0 0,0 0-1 0 0,1 0 1 0 0,0 0-1 0 0,0 0 0 0 0,0 7 1 0 0,1-8-204 0 0,0 1 0 0 0,0 0 0 0 0,1 0 0 0 0,0-1 0 0 0,0 1 0 0 0,0 0 0 0 0,1 0 0 0 0,0 0 0 0 0,0-1 0 0 0,0 1 0 0 0,1 0 0 0 0,0-1 0 0 0,0 1 0 0 0,5 9 0 0 0,-6-14 21 0 0,0 1 0 0 0,0-1 1 0 0,0 0-1 0 0,0 1 0 0 0,1-1 1 0 0,-1 0-1 0 0,0 1 0 0 0,1-1 0 0 0,-1 0 1 0 0,0 0-1 0 0,1 0 0 0 0,-1 0 0 0 0,1 0 1 0 0,0-1-1 0 0,-1 1 0 0 0,1 0 1 0 0,0-1-1 0 0,-1 1 0 0 0,1-1 0 0 0,0 0 1 0 0,0 1-1 0 0,-1-1 0 0 0,1 0 1 0 0,0 0-1 0 0,0 0 0 0 0,1-1 0 0 0,1 0 85 0 0,-1 0 0 0 0,0 0 0 0 0,0 0 0 0 0,0-1 0 0 0,0 0 0 0 0,0 1 0 0 0,0-1-1 0 0,0 0 1 0 0,0 0 0 0 0,-1-1 0 0 0,1 1 0 0 0,3-6 0 0 0,-2 4 119 0 0,0 0 0 0 0,-1-1 1 0 0,0 0-1 0 0,0 1 1 0 0,0-1-1 0 0,0 0 0 0 0,-1-1 1 0 0,0 1-1 0 0,0 0 0 0 0,0-1 1 0 0,-1 1-1 0 0,1-1 0 0 0,-1 1 1 0 0,-1-1-1 0 0,1 0 0 0 0,-1-10 1 0 0,-2 14-161 0 0,1-1 1 0 0,-1 0-1 0 0,0 1 1 0 0,0-1-1 0 0,0 1 1 0 0,0 0-1 0 0,-1-1 1 0 0,1 1-1 0 0,0 0 1 0 0,-1 0-1 0 0,0 1 1 0 0,1-1-1 0 0,-1 1 1 0 0,0-1-1 0 0,0 1 1 0 0,0 0-1 0 0,0 0 1 0 0,0 0-1 0 0,0 0 1 0 0,0 0-1 0 0,0 1 1 0 0,0 0-1 0 0,-1-1 1 0 0,1 1-1 0 0,-5 1 1 0 0,-42 4-1581 0 0,47-4 892 0 0,0 0 0 0 0,0 0 0 0 0,-1 0 1 0 0,1 0-1 0 0,0 1 0 0 0,0-1 0 0 0,0 1 1 0 0,0 0-1 0 0,-4 3 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5.6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82 8 1488 0 0,'-1'-1'247'0'0,"0"0"0"0"0,0 0 0 0 0,0 1-1 0 0,0-1 1 0 0,0 0 0 0 0,0 1 0 0 0,0-1-1 0 0,-1 1 1 0 0,1-1 0 0 0,0 1-1 0 0,0 0 1 0 0,-1 0 0 0 0,1-1 0 0 0,0 1-1 0 0,-1 0 1 0 0,1 0 0 0 0,0 0 0 0 0,0 0-1 0 0,-1 0 1 0 0,1 1 0 0 0,0-1 0 0 0,-1 0-1 0 0,1 1 1 0 0,0-1 0 0 0,0 1 0 0 0,0-1-1 0 0,-1 1 1 0 0,1-1 0 0 0,-1 2 0 0 0,-1 1 63 0 0,1-1 0 0 0,0 1 0 0 0,-1 0 1 0 0,1 0-1 0 0,0-1 0 0 0,1 2 0 0 0,-1-1 1 0 0,0 0-1 0 0,1 0 0 0 0,-2 7 1 0 0,-1 4 135 0 0,0 1 0 0 0,2 0 0 0 0,-1 0 0 0 0,1 20 0 0 0,6 155 466 0 0,-3 131-724 0 0,-5-272-295 0 0,-3 146-824 0 0,8-157-953 0 0,8 52 1 0 0,-3-76-2903 0 0,-2-29 2200 0 0,0-28 425 0 0,-6 22 1464 0 0,3 0 106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1:58:57.1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307 0 2200 0 0,'1'1'277'0'0,"0"-1"0"0"0,-1 1-1 0 0,1 0 1 0 0,-1 0-1 0 0,1-1 1 0 0,-1 1-1 0 0,1 0 1 0 0,-1 0-1 0 0,0 0 1 0 0,1-1-1 0 0,-1 1 1 0 0,0 0-1 0 0,0 0 1 0 0,0 0-1 0 0,1 0 1 0 0,-1 0-1 0 0,0 0 1 0 0,0 0 0 0 0,0 0-1 0 0,-1-1 1 0 0,1 1-1 0 0,0 0 1 0 0,0 2-1 0 0,-15 21 2383 0 0,-33 19-1934 0 0,41-37-247 0 0,-8 6-279 0 0,-24 19-213 0 0,0 1-1 0 0,2 2 1 0 0,-61 74-1 0 0,97-107-20 0 0,-1 1-1 0 0,1 0 1 0 0,-1 1 0 0 0,1-1-1 0 0,0 0 1 0 0,0 0-1 0 0,0 0 1 0 0,0 1 0 0 0,0-1-1 0 0,0 1 1 0 0,1-1-1 0 0,-1 5 1 0 0,1-6 29 0 0,1 0 0 0 0,-1-1 0 0 0,1 1 0 0 0,-1 0 0 0 0,1 0 0 0 0,-1 0 0 0 0,1-1 0 0 0,0 1 0 0 0,-1 0 1 0 0,1-1-1 0 0,0 1 0 0 0,0-1 0 0 0,-1 1 0 0 0,1-1 0 0 0,0 1 0 0 0,0-1 0 0 0,0 1 0 0 0,0-1 0 0 0,0 0 0 0 0,0 0 0 0 0,-1 1 0 0 0,1-1 0 0 0,0 0 0 0 0,0 0 0 0 0,0 0 0 0 0,0 0 0 0 0,0 0 1 0 0,0 0-1 0 0,0 0 0 0 0,0 0 0 0 0,0-1 0 0 0,0 1 0 0 0,0 0 0 0 0,1-1 0 0 0,165-20 719 0 0,-114 12-436 0 0,0 2 0 0 0,0 3 0 0 0,69 2 1 0 0,-98 4 153 0 0,0 1 1 0 0,-1 0 0 0 0,37 12 0 0 0,-78-19 1555 0 0,11 3-1947 0 0,0 0 1 0 0,0-1-1 0 0,0 0 0 0 0,1 0 1 0 0,-1 0-1 0 0,0-1 0 0 0,-8-4 1 0 0,4-2-76 0 0,-1 1 1 0 0,1-2-1 0 0,0 0 1 0 0,1 0 0 0 0,0 0-1 0 0,1-1 1 0 0,0-1-1 0 0,-8-14 1 0 0,12 18 3 0 0,1 0 0 0 0,0 0 0 0 0,0 0 0 0 0,1-1 0 0 0,0 1 0 0 0,0-1 0 0 0,1 0 1 0 0,1 0-1 0 0,-1 0 0 0 0,1 0 0 0 0,1 0 0 0 0,0 0 0 0 0,0 0 0 0 0,2-9 0 0 0,-41 58 557 0 0,-81 68 0 0 0,-16-10-991 0 0,177-128 280 0 0,-2-1 0 0 0,-2-2 0 0 0,-1-2 0 0 0,61-76 1 0 0,-143 147 1326 0 0,7-9-1091 0 0,-97 102-417 0 0,100-92 85 0 0,93-75-493 0 0,-19 7 870 0 0,2 3 0 0 0,1 1 0 0 0,1 2 1 0 0,59-26-1 0 0,-189 140 1212 0 0,74-76-1419 0 0,2 1 0 0 0,0 0-1 0 0,0 1 1 0 0,2 0-1 0 0,-11 19 1 0 0,76-74-448 0 0,-19 12 754 0 0,54-32 0 0 0,-84 60 256 0 0,-9 11-156 0 0,-11 11-40 0 0,-13 1-167 0 0,21-19-98 0 0,-1 1-1 0 0,1 0 1 0 0,0 1 0 0 0,1-1 0 0 0,0 1 0 0 0,-8 11-1 0 0,52-27-395 0 0,-28 6 387 0 0,48-15 6 0 0,-56 18 23 0 0,1 0 0 0 0,0 0 0 0 0,-1 1 0 0 0,1-1 1 0 0,0 1-1 0 0,0 0 0 0 0,-1 0 0 0 0,1 0 0 0 0,0 0 0 0 0,0 1 0 0 0,-1-1 0 0 0,6 3 1 0 0,5 0 226 0 0,-1-11-4989 0 0,-2-22-4612 0 0,-10 24 8918 0 0,5-13-2944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04:20.56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66 121 464 0 0,'-8'-3'1052'0'0,"1"1"0"0"0,-1-2 0 0 0,1 1 0 0 0,-1-1 0 0 0,1 0 0 0 0,1-1 1 0 0,-8-5-1 0 0,14 9-1019 0 0,0 1 0 0 0,0-1 0 0 0,0 0 0 0 0,0 0 0 0 0,-1 1 0 0 0,1-1 0 0 0,1 0 0 0 0,-1 0 0 0 0,0 0 0 0 0,0 1 0 0 0,0-1 1 0 0,0 0-1 0 0,1 0 0 0 0,-1 1 0 0 0,0-1 0 0 0,0 0 0 0 0,1 0 0 0 0,-1 1 0 0 0,1-1 0 0 0,-1 0 0 0 0,1 1 0 0 0,-1-1 0 0 0,1 1 0 0 0,-1-1 1 0 0,1 1-1 0 0,-1-1 0 0 0,1 1 0 0 0,0-1 0 0 0,-1 1 0 0 0,1-1 0 0 0,0 1 0 0 0,0 0 0 0 0,-1-1 0 0 0,1 1 0 0 0,0 0 0 0 0,1-1 1 0 0,27-14 98 0 0,-14 12 115 0 0,0 1 0 0 0,-1 1 1 0 0,1 0-1 0 0,0 0 0 0 0,-1 1 1 0 0,1 1-1 0 0,0 1 0 0 0,0 0 0 0 0,-1 1 1 0 0,0 1-1 0 0,17 5 0 0 0,-18-4-18 0 0,-1 0-139 0 0,0 0 0 0 0,0-1 0 0 0,0-1 0 0 0,1 0 0 0 0,-1 0 0 0 0,1-2 1 0 0,16 2-1 0 0,3-3 60 0 0,192-5 629 0 0,-126 2-684 0 0,52-5 596 0 0,-95 3-534 0 0,0 3 0 0 0,1 2 0 0 0,77 10 0 0 0,-51-5 52 0 0,100-6 1 0 0,-102-1-64 0 0,111 9 1 0 0,-148-3-70 0 0,1-2 0 0 0,0-2 1 0 0,0-2-1 0 0,-1-2 0 0 0,1-2 0 0 0,-1-1 0 0 0,53-17 0 0 0,-60 15-6 0 0,2 2-1 0 0,-1 1 0 0 0,48 0 0 0 0,114 8 104 0 0,-22 18-75 0 0,-1 0 42 0 0,-155-19-102 0 0,253 1 477 0 0,-117-4-101 0 0,11-1-248 0 0,-104 1-62 0 0,66 5 1 0 0,36 0 20 0 0,-38 1-89 0 0,-93 0-18 0 0,0-3 0 0 0,55-3 1 0 0,-50-4 64 0 0,0 3 1 0 0,0 1 0 0 0,0 2-1 0 0,1 1 1 0 0,76 14 0 0 0,-69-7-34 0 0,2-3 0 0 0,-1-1 0 0 0,58-4 1 0 0,83 7 120 0 0,-4 9-54 0 0,75 12-13 0 0,-211-24-41 0 0,0-1 0 0 0,0-3-1 0 0,51-6 1 0 0,-6 0-44 0 0,-6 2 21 0 0,-37 0 20 0 0,0 3 1 0 0,91 8-1 0 0,-78-1 13 0 0,124-4-1 0 0,-115-4-7 0 0,76 8 0 0 0,78 9 12 0 0,60 7-24 0 0,-196-14 6 0 0,1-5 0 0 0,0-3 0 0 0,94-14 0 0 0,7 2 4 0 0,317-20-71 0 0,-221 29 76 0 0,-147 2-12 0 0,60-6 11 0 0,136-15 67 0 0,-247 19-100 0 0,11-3-3 0 0,152-1 83 0 0,178-12 87 0 0,-373 14-195 0 0,269-3 88 0 0,-3 16 269 0 0,-184-5-315 0 0,-46 0-13 0 0,177-18-1 0 0,-188 7 73 0 0,99 3 1 0 0,-34 2-45 0 0,40 7-29 0 0,-122-1-12 0 0,98-7-1 0 0,40-4 12 0 0,6-1 62 0 0,243-3-58 0 0,-308 13-48 0 0,-37-1-30 0 0,244-5 136 0 0,-166 12-18 0 0,1-1-40 0 0,16-6-57 0 0,-7 0-1 0 0,3-4 38 0 0,136-11 20 0 0,-255 9-42 0 0,-1 4 1 0 0,95 9-1 0 0,13 0-1 0 0,-51-1 40 0 0,45-1 18 0 0,118-17-45 0 0,-4-1 38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04:24.94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0 166 4073 0 0,'12'3'1518'0'0,"-11"-2"-1515"0"0,0-1 1 0 0,0 1 0 0 0,0-1 0 0 0,0 1 0 0 0,0-1 0 0 0,0 0 0 0 0,0 0 0 0 0,0 1 0 0 0,0-1 0 0 0,0 0-1 0 0,0 0 1 0 0,0 0 0 0 0,0 0 0 0 0,0 0 0 0 0,0 0 0 0 0,0-1 0 0 0,0 1 0 0 0,0 0 0 0 0,0 0-1 0 0,0-1 1 0 0,0 1 0 0 0,0-1 0 0 0,0 1 0 0 0,0 0 0 0 0,-1-1 0 0 0,1 0 0 0 0,0 1 0 0 0,0-1 0 0 0,0 0-1 0 0,-1 1 1 0 0,1-1 0 0 0,0 0 0 0 0,-1 0 0 0 0,1 1 0 0 0,0-1 0 0 0,-1 0 0 0 0,1-1 0 0 0,2-2 273 0 0,1 0 0 0 0,-1 0 1 0 0,1 1-1 0 0,0 0 1 0 0,0-1-1 0 0,0 2 1 0 0,1-1-1 0 0,-1 0 1 0 0,0 1-1 0 0,1 0 0 0 0,0 0 1 0 0,0 0-1 0 0,0 0 1 0 0,-1 1-1 0 0,1 0 1 0 0,7-1-1 0 0,40-16 1680 0 0,-35 11-1725 0 0,1 2 0 0 0,0-1 1 0 0,0 2-1 0 0,0 1 0 0 0,0 0 0 0 0,1 1 0 0 0,26 1 1 0 0,-10-1 291 0 0,129 1 283 0 0,-14 0-146 0 0,-6-2-2 0 0,60-5-198 0 0,-153 5-318 0 0,0 3-1 0 0,55 6 0 0 0,-53-2 24 0 0,95-5 0 0 0,60 0 345 0 0,-35 1-64 0 0,8 2-69 0 0,-65 1-236 0 0,-112-3-133 0 0,427-16 534 0 0,-390 11-489 0 0,168-11 818 0 0,-190 15-793 0 0,-1-1 1 0 0,1 0 0 0 0,32-10-1 0 0,-37 10-67 0 0,0 0-1 0 0,1 1 1 0 0,-1 0 0 0 0,0 1-1 0 0,0 1 1 0 0,15 2 0 0 0,-16-4 358 0 0,1-2-2557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07:28.37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37 0 2160 0 0,'-21'14'669'0'0,"9"-5"764"0"0,12-9-1361 0 0,-1 1-1 0 0,1 0 1 0 0,0-1-1 0 0,-1 1 1 0 0,1 0-1 0 0,-1-1 1 0 0,1 1-1 0 0,0 0 1 0 0,0-1-1 0 0,0 1 1 0 0,-1 0-1 0 0,1 0 1 0 0,0-1-1 0 0,0 1 1 0 0,0 0-1 0 0,0 0 0 0 0,0-1 1 0 0,0 1-1 0 0,0 0 1 0 0,0 0-1 0 0,1-1 1 0 0,-1 1-1 0 0,0 0 1 0 0,0 0-1 0 0,1-1 1 0 0,-1 1-1 0 0,0 0 1 0 0,1-1-1 0 0,-1 1 1 0 0,0-1-1 0 0,1 1 1 0 0,-1 0-1 0 0,1-1 1 0 0,-1 1-1 0 0,1-1 1 0 0,0 1-1 0 0,-1-1 1 0 0,1 1-1 0 0,-1-1 1 0 0,1 0-1 0 0,0 1 1 0 0,26 22 1426 0 0,0-13-1066 0 0,-1-1 0 0 0,1-2 0 0 0,0-1 1 0 0,1 0-1 0 0,51 2 0 0 0,-62-8-162 0 0,1 0 0 0 0,0-1 0 0 0,21-4 1 0 0,-21 3-152 0 0,0 0 1 0 0,0 1-1 0 0,19 1 1 0 0,8 4 131 0 0,0-2 1 0 0,51-5 0 0 0,-72 2-112 0 0,44 4 1 0 0,-46-1-49 0 0,0-1 0 0 0,37-3 0 0 0,45-4 217 0 0,-66 5-75 0 0,53-8-1 0 0,-46 4 40 0 0,1 1 0 0 0,79 5 0 0 0,-78 1-94 0 0,0-2 0 0 0,71-9 0 0 0,-55 0-16 0 0,56-12-21 0 0,-85 15-61 0 0,1 1 0 0 0,0 2 0 0 0,48 2 0 0 0,-74 1-83 0 0,50 8 32 0 0,-48-6-12 0 0,-1 0-1 0 0,1 0 0 0 0,-1-1 0 0 0,20-1 0 0 0,103-8 206 0 0,-40 3 708 0 0,-92 2-943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07:33.65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 97 2505 0 0,'0'-1'71'0'0,"0"-1"0"0"0,1 0 0 0 0,-1 1 0 0 0,1-1 1 0 0,0 1-1 0 0,0-1 0 0 0,-1 1 0 0 0,1 0 1 0 0,0-1-1 0 0,0 1 0 0 0,0 0 0 0 0,1-1 1 0 0,-1 1-1 0 0,2-1 0 0 0,1-4 644 0 0,-25 12 1992 0 0,47-24-449 0 0,-23 15-2145 0 0,-1 0 0 0 0,1 1 1 0 0,0 0-1 0 0,0-1 0 0 0,0 1 0 0 0,0 0 0 0 0,1 1 0 0 0,-1-1 1 0 0,0 1-1 0 0,1-1 0 0 0,-1 1 0 0 0,1 0 0 0 0,0 0 0 0 0,-1 0 1 0 0,5 0-1 0 0,9 0 150 0 0,1-1 0 0 0,0 0 0 0 0,23-8 0 0 0,-30 7-161 0 0,0 0 0 0 0,-1 1 0 0 0,1 0 0 0 0,0 0 0 0 0,0 1 0 0 0,1 1 0 0 0,-1 0 0 0 0,0 0 0 0 0,0 1 0 0 0,0 1 0 0 0,14 3 0 0 0,-14-3 13 0 0,0 1 0 0 0,0-2-1 0 0,0 1 1 0 0,0-1 0 0 0,0-1-1 0 0,12-1 1 0 0,-11 1 80 0 0,1 0-1 0 0,-1 0 0 0 0,0 1 1 0 0,24 6-1 0 0,-16-3 113 0 0,0 0 0 0 0,38 1 0 0 0,-38-4-175 0 0,0 1 1 0 0,-1 1 0 0 0,25 6-1 0 0,-21-4-37 0 0,1-1-1 0 0,0-1 1 0 0,0-1-1 0 0,35-2 1 0 0,26 3 214 0 0,17-4 275 0 0,-79 0-459 0 0,0 0 1 0 0,1 1 0 0 0,42 7 0 0 0,-49-5-84 0 0,1-1-1 0 0,-1-1 1 0 0,0 0 0 0 0,1-1 0 0 0,-1-1 0 0 0,21-5 0 0 0,-17 3 62 0 0,-1 1-1 0 0,1 1 1 0 0,41 2 0 0 0,-32 3-36 0 0,1-1 1 0 0,56-4-1 0 0,-67 2 219 0 0,-13 9-2040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19.8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41 11 1104 0 0,'-1'-1'322'0'0,"0"0"0"0"0,0 0-1 0 0,0 0 1 0 0,0 0 0 0 0,-1 0 0 0 0,1 0-1 0 0,0 1 1 0 0,0-1 0 0 0,-1 1 0 0 0,1-1-1 0 0,-1 1 1 0 0,1-1 0 0 0,-1 1 0 0 0,1-1-1 0 0,0 1 1 0 0,-1 0 0 0 0,1 0 0 0 0,-1 0-1 0 0,1 0 1 0 0,-1 0 0 0 0,1 0 0 0 0,-2 1-1 0 0,-5 13 4674 0 0,7 4-5130 0 0,1-9 150 0 0,0-1 0 0 0,1 1 0 0 0,0-1 0 0 0,0 1-1 0 0,1-1 1 0 0,0 0 0 0 0,1 1 0 0 0,-1-1 0 0 0,2 0 0 0 0,-1-1 0 0 0,1 1-1 0 0,0 0 1 0 0,1-1 0 0 0,-1 0 0 0 0,2 0 0 0 0,-1-1 0 0 0,8 8 0 0 0,-5-7-5 0 0,0-1 1 0 0,0 0 0 0 0,1 0 0 0 0,0-1 0 0 0,0 0-1 0 0,1-1 1 0 0,-1 0 0 0 0,1 0 0 0 0,0-1 0 0 0,0 0 0 0 0,0-1-1 0 0,0 0 1 0 0,19 0 0 0 0,26 0 213 0 0,66-9 0 0 0,8 1-160 0 0,165 5 256 0 0,-166 3-13 0 0,-49 1 70 0 0,127-12 1 0 0,117-16 310 0 0,-235 21-593 0 0,244-29 262 0 0,-211 19-260 0 0,-73 6 80 0 0,72-1 0 0 0,-57 8-15 0 0,83-12 1 0 0,34 3-78 0 0,-6 1-7 0 0,152-20 15 0 0,-256 24-57 0 0,0 2 0 0 0,0 3 0 0 0,0 4 0 0 0,114 19 0 0 0,-149-14 10 0 0,-1 1-1 0 0,0 1 0 0 0,-1 2 1 0 0,0 1-1 0 0,-1 2 0 0 0,0 1 1 0 0,-2 2-1 0 0,36 28 0 0 0,-50-34-10 0 0,0 1-1 0 0,-2 0 0 0 0,0 2 1 0 0,0-1-1 0 0,-2 2 1 0 0,0 0-1 0 0,-1 0 0 0 0,16 34 1 0 0,-12-16-11 0 0,-1 1 0 0 0,-2 1 0 0 0,12 67 0 0 0,-12-40-52 0 0,8 32 62 0 0,10 159 0 0 0,-36 187-205 0 0,-5-356-95 0 0,-2-1 0 0 0,-33 107 0 0 0,25-93 66 0 0,16-70 92 0 0,-1-1-1 0 0,-1 0 1 0 0,-1 0 0 0 0,-1 0-1 0 0,-19 36 1 0 0,28-63 100 0 0,0 0 1 0 0,0-1-1 0 0,0 1 0 0 0,-1 0 1 0 0,1-1-1 0 0,0 1 1 0 0,0-1-1 0 0,-1 1 0 0 0,1 0 1 0 0,-1-1-1 0 0,1 1 1 0 0,0-1-1 0 0,-1 1 1 0 0,1-1-1 0 0,-1 1 0 0 0,1-1 1 0 0,-1 0-1 0 0,1 1 1 0 0,-1-1-1 0 0,1 1 1 0 0,-1-1-1 0 0,0 0 0 0 0,1 0 1 0 0,-1 1-1 0 0,1-1 1 0 0,-1 0-1 0 0,0 0 1 0 0,1 0-1 0 0,-1 0 0 0 0,0 0 1 0 0,1 1-1 0 0,-1-1 1 0 0,0 0-1 0 0,1-1 0 0 0,-2 1 1 0 0,1-1 11 0 0,0 0 0 0 0,0-1 1 0 0,0 1-1 0 0,0 0 0 0 0,0-1 0 0 0,0 1 1 0 0,0-1-1 0 0,1 0 0 0 0,-1 1 0 0 0,0-1 1 0 0,1 0-1 0 0,-1 1 0 0 0,1-3 0 0 0,-11-74 439 0 0,10 67-391 0 0,-9-59 858 0 0,-24-93-1 0 0,94 508-355 0 0,-60-343-559 0 0,0-1 1 0 0,0 1 0 0 0,0 0-1 0 0,1-1 1 0 0,-1 1 0 0 0,0 0 0 0 0,1-1-1 0 0,0 1 1 0 0,-1 0 0 0 0,1-1 0 0 0,0 1-1 0 0,0-1 1 0 0,0 1 0 0 0,2 1 0 0 0,-3-2 3 0 0,1-1 0 0 0,0 1 0 0 0,-1-1 1 0 0,1 1-1 0 0,0-1 0 0 0,0 0 0 0 0,0 1 1 0 0,-1-1-1 0 0,1 0 0 0 0,0 0 0 0 0,0 0 1 0 0,0 1-1 0 0,0-1 0 0 0,0 0 0 0 0,0 0 1 0 0,-1 0-1 0 0,1 0 0 0 0,0 0 0 0 0,0-1 1 0 0,1 1-1 0 0,5-2 22 0 0,-1-1 0 0 0,0 0 0 0 0,-1 0 0 0 0,1 0 0 0 0,0-1 0 0 0,5-4 0 0 0,-9 6-4 0 0,71-55 263 0 0,-52 39-429 0 0,0 1 0 0 0,1 1 0 0 0,1 1 1 0 0,1 1-1 0 0,0 1 0 0 0,26-10 0 0 0,-46 22-671 0 0,0-1 0 0 0,0 0-1 0 0,0 0 1 0 0,0 0 0 0 0,0 0-1 0 0,0-1 1 0 0,-1 1 0 0 0,1-1 0 0 0,-1 0-1 0 0,0 0 1 0 0,0 0 0 0 0,0-1 0 0 0,4-5-1 0 0,2-5-4503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0.5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27 1 2168 0 0,'-1'0'438'0'0,"0"0"0"0"0,0 0 0 0 0,0 0-1 0 0,0-1 1 0 0,0 1 0 0 0,0 0 0 0 0,0 0 0 0 0,0 0-1 0 0,0 1 1 0 0,0-1 0 0 0,0 0 0 0 0,0 0-1 0 0,0 0 1 0 0,0 1 0 0 0,0-1 0 0 0,0 1-1 0 0,0-1 1 0 0,0 1 0 0 0,0-1 0 0 0,0 1-1 0 0,0-1 1 0 0,1 1 0 0 0,-1 0 0 0 0,0-1-1 0 0,0 2 1 0 0,1-1-154 0 0,0 0-1 0 0,0 0 1 0 0,1 0-1 0 0,-1 0 1 0 0,1 0-1 0 0,-1 0 1 0 0,1 0-1 0 0,-1 0 1 0 0,1 0-1 0 0,0 0 1 0 0,-1 0 0 0 0,1-1-1 0 0,0 1 1 0 0,0 0-1 0 0,0 0 1 0 0,-1-1-1 0 0,1 1 1 0 0,2 0-1 0 0,50 30 1686 0 0,-41-27-1881 0 0,-1 0 1 0 0,1-1 0 0 0,0 0-1 0 0,13 1 1 0 0,-22-3-165 0 0,0-1 0 0 0,-1 0 1 0 0,1 0-1 0 0,0 0 0 0 0,0-1 0 0 0,-1 1 0 0 0,1-1 1 0 0,0 1-1 0 0,-1-1 0 0 0,1 0 0 0 0,2-1 0 0 0,-4 1-49 0 0,0 1-1 0 0,0-1 0 0 0,0 0 0 0 0,0 0 1 0 0,0 0-1 0 0,0 0 0 0 0,0 0 1 0 0,0 0-1 0 0,0 0 0 0 0,-1 0 1 0 0,1 0-1 0 0,0 0 0 0 0,-1 0 0 0 0,1-1 1 0 0,-1 1-1 0 0,1 0 0 0 0,-1 0 1 0 0,0-1-1 0 0,1 1 0 0 0,-1 0 1 0 0,0-1-1 0 0,0 1 0 0 0,0-3 0 0 0,0 4 105 0 0,-1-1 0 0 0,1 1 0 0 0,-1-1-1 0 0,1 1 1 0 0,-1-1 0 0 0,1 1 0 0 0,-1-1-1 0 0,1 1 1 0 0,-1-1 0 0 0,1 1-1 0 0,-1 0 1 0 0,0-1 0 0 0,1 1 0 0 0,-1 0-1 0 0,0 0 1 0 0,1-1 0 0 0,-1 1 0 0 0,0 0-1 0 0,1 0 1 0 0,-1 0 0 0 0,0 0 0 0 0,1 0-1 0 0,-1 0 1 0 0,0 0 0 0 0,1 0 0 0 0,-1 0-1 0 0,0 0 1 0 0,1 0 0 0 0,-1 1-1 0 0,0-1 1 0 0,1 0 0 0 0,-1 0 0 0 0,1 1-1 0 0,-1-1 1 0 0,0 1 0 0 0,-35 10 174 0 0,29-9-197 0 0,-1 0-23 0 0,-3 1 180 0 0,0 0 1 0 0,0 1-1 0 0,1 0 0 0 0,-1 1 1 0 0,-14 9-1 0 0,21-12-56 0 0,1 1-1 0 0,0 0 0 0 0,1-1 1 0 0,-1 1-1 0 0,0 0 1 0 0,1 0-1 0 0,0 1 1 0 0,0-1-1 0 0,0 1 1 0 0,0-1-1 0 0,0 1 0 0 0,1-1 1 0 0,-1 1-1 0 0,1 0 1 0 0,0 0-1 0 0,0 0 1 0 0,1-1-1 0 0,-1 1 1 0 0,0 8-1 0 0,2 24 53 0 0,1 0-1 0 0,10 61 1 0 0,4 30 14 0 0,-16-110-114 0 0,6 57 24 0 0,-6-72-37 0 0,0 0 1 0 0,1 1-1 0 0,-1-1 1 0 0,1 1 0 0 0,0-1-1 0 0,-1 0 1 0 0,1 0-1 0 0,0 1 1 0 0,1-1-1 0 0,-1 0 1 0 0,0 0-1 0 0,0 0 1 0 0,1 0-1 0 0,0 0 1 0 0,-1 0-1 0 0,1-1 1 0 0,0 1-1 0 0,0 0 1 0 0,-1-1-1 0 0,1 0 1 0 0,1 1-1 0 0,-1-1 1 0 0,0 0 0 0 0,3 1-1 0 0,-1-1 26 0 0,-1-1 0 0 0,0-1 0 0 0,0 1 0 0 0,1 0 0 0 0,-1-1 0 0 0,0 0-1 0 0,0 1 1 0 0,1-1 0 0 0,-1 0 0 0 0,0-1 0 0 0,0 1 0 0 0,0-1 0 0 0,0 1 0 0 0,5-5 0 0 0,43-34 258 0 0,-34 26-238 0 0,9 0-364 0 0,-3 2-3991 0 0,-9-2-6457 0 0,-11 9 7660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0.9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78 3297 0 0,'0'-1'352'0'0,"-1"1"1"0"0,1 0 0 0 0,-1-1 0 0 0,1 1-1 0 0,-1-1 1 0 0,1 1 0 0 0,-1 0 0 0 0,0-1-1 0 0,1 1 1 0 0,-1 0 0 0 0,0-1 0 0 0,1 1-1 0 0,-1 0 1 0 0,1 0 0 0 0,-1 0 0 0 0,0 0-1 0 0,0 0 1 0 0,1 0 0 0 0,-1 0 0 0 0,0 0-1 0 0,1 0 1 0 0,-1 0 0 0 0,0 0 0 0 0,1 0-1 0 0,-1 0 1 0 0,0 0 0 0 0,0 1 0 0 0,1 0-231 0 0,0-1 0 0 0,0 1 1 0 0,1-1-1 0 0,-1 1 0 0 0,0-1 1 0 0,1 1-1 0 0,-1-1 1 0 0,1 1-1 0 0,-1-1 0 0 0,0 1 1 0 0,1-1-1 0 0,-1 0 0 0 0,1 1 1 0 0,-1-1-1 0 0,1 0 0 0 0,-1 1 1 0 0,1-1-1 0 0,0 0 1 0 0,-1 0-1 0 0,1 0 0 0 0,-1 1 1 0 0,1-1-1 0 0,0 0 0 0 0,-1 0 1 0 0,1 0-1 0 0,-1 0 1 0 0,1 0-1 0 0,0 0 0 0 0,-1 0 1 0 0,1 0-1 0 0,-1 0 0 0 0,2-1 1 0 0,14 2-187 0 0,1 0-1 0 0,0-2 1 0 0,0 0 0 0 0,-1-1 0 0 0,1 0 0 0 0,-1-2 0 0 0,1 0-1 0 0,22-9 1 0 0,-38 13-270 0 0,1-1-1 0 0,-1 1 1 0 0,0-1-1 0 0,1 0 1 0 0,-1 1-1 0 0,0-1 1 0 0,1 0-1 0 0,-1 0 1 0 0,0 0-1 0 0,0 0 1 0 0,0 0-1 0 0,1 0 1 0 0,-1-1-1 0 0,-1 1 1 0 0,1 0-1 0 0,0 0 1 0 0,0-1-1 0 0,0 1 1 0 0,-1 0-1 0 0,1-1 1 0 0,0 1-1 0 0,-1-1 1 0 0,0 1-1 0 0,1-1 1 0 0,-1 1-1 0 0,0-1 1 0 0,0 1-1 0 0,1-1 1 0 0,-1 1-1 0 0,-1-1 1 0 0,1 1-1 0 0,0-1 1 0 0,0 0-1 0 0,0 1 1 0 0,-1-1-1 0 0,1 1 1 0 0,-1-2 0 0 0,2-6-2846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1.3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 1 6089 0 0,'-4'7'9480'0'0,"3"12"-6647"0"0,4 21-3406 0 0,-2-35 1411 0 0,8 129-84 0 0,11 82-3294 0 0,-14-199-948 0 0,0-27-4717 0 0,-5-1 4425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1.71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130 131 1288 0 0,'-2'-9'1495'0'0,"0"-5"75"0"0,0 0 1 0 0,-1 0-1 0 0,-1 0 1 0 0,-8-19 0 0 0,11 31-1491 0 0,1 0 0 0 0,-1 0 1 0 0,0 1-1 0 0,0-1 1 0 0,0 0-1 0 0,0 0 0 0 0,0 1 1 0 0,0-1-1 0 0,0 1 0 0 0,0-1 1 0 0,-1 1-1 0 0,1 0 1 0 0,0-1-1 0 0,-1 1 0 0 0,0 0 1 0 0,1 0-1 0 0,-1 0 0 0 0,1 0 1 0 0,-1 0-1 0 0,0 0 1 0 0,0 1-1 0 0,0-1 0 0 0,1 1 1 0 0,-1-1-1 0 0,0 1 1 0 0,0 0-1 0 0,0-1 0 0 0,0 1 1 0 0,0 0-1 0 0,0 0 0 0 0,0 0 1 0 0,0 1-1 0 0,0-1 1 0 0,1 0-1 0 0,-1 1 0 0 0,0-1 1 0 0,0 1-1 0 0,0 0 0 0 0,1-1 1 0 0,-1 1-1 0 0,0 0 1 0 0,0 0-1 0 0,-1 1 0 0 0,1 0-74 0 0,0-1 0 0 0,-1 0 0 0 0,1 1 0 0 0,0 0 0 0 0,0-1 0 0 0,0 1 0 0 0,0 0 0 0 0,0 0 0 0 0,0 0 0 0 0,1 1 0 0 0,-1-1 0 0 0,1 0 1 0 0,-1 0-1 0 0,1 1 0 0 0,0-1 0 0 0,0 1 0 0 0,0-1 0 0 0,0 1 0 0 0,0 0 0 0 0,1-1 0 0 0,-1 1 0 0 0,1 0 0 0 0,0 0 0 0 0,0-1 0 0 0,0 1 0 0 0,0 0 0 0 0,0-1 0 0 0,0 1 0 0 0,1 0 0 0 0,0-1 0 0 0,-1 1 0 0 0,1 0 0 0 0,0-1 0 0 0,0 1 0 0 0,0-1 0 0 0,0 1 0 0 0,1-1 0 0 0,-1 0 0 0 0,1 1 0 0 0,0-1 0 0 0,-1 0 0 0 0,5 3 0 0 0,-2 0-7 0 0,0 1-1 0 0,1-1 1 0 0,0-1 0 0 0,0 1-1 0 0,1-1 1 0 0,-1 0 0 0 0,1 0-1 0 0,0 0 1 0 0,0-1 0 0 0,0 0-1 0 0,0 0 1 0 0,1-1 0 0 0,-1 1-1 0 0,1-2 1 0 0,-1 1 0 0 0,10 1-1 0 0,-14-3 86 0 0,1 0 0 0 0,0 0-1 0 0,-1 0 1 0 0,1 0-1 0 0,0-1 1 0 0,-1 1-1 0 0,1-1 1 0 0,-1 1-1 0 0,1-1 1 0 0,-1 0 0 0 0,1 0-1 0 0,-1 0 1 0 0,1-1-1 0 0,-1 1 1 0 0,0 0-1 0 0,1-1 1 0 0,-1 0-1 0 0,0 1 1 0 0,0-1 0 0 0,0 0-1 0 0,-1 0 1 0 0,1 0-1 0 0,0 0 1 0 0,-1 0-1 0 0,1-1 1 0 0,-1 1-1 0 0,0 0 1 0 0,0-1 0 0 0,0 1-1 0 0,0-1 1 0 0,0 1-1 0 0,0-5 1 0 0,0 4-137 0 0,-1 0 0 0 0,0 0 0 0 0,0-1 0 0 0,0 1 0 0 0,-1 0 0 0 0,1 0 0 0 0,-1 0 0 0 0,0-1 0 0 0,0 1 0 0 0,0 0-1 0 0,0 0 1 0 0,0 0 0 0 0,-1 0 0 0 0,1 1 0 0 0,-1-1 0 0 0,0 0 0 0 0,0 0 0 0 0,0 1 0 0 0,0 0 0 0 0,-1-1 0 0 0,1 1 0 0 0,0 0 0 0 0,-1 0 0 0 0,0 0 0 0 0,1 0 0 0 0,-5-1 0 0 0,-16-10-2896 0 0,-13-7-7652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2.0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168 1 384 0 0,'-6'118'7171'0'0,"1"3"-863"0"0,10-41-5775 0 0,-2-65-1199 0 0,-3-15 475 0 0,1 1-1 0 0,-1-1 1 0 0,0 1 0 0 0,1-1 0 0 0,-1 1 0 0 0,0-1 0 0 0,0 1 0 0 0,1-1 0 0 0,-1 1-1 0 0,0-1 1 0 0,0 1 0 0 0,0 0 0 0 0,0-1 0 0 0,0 1 0 0 0,0-1 0 0 0,0 1 0 0 0,0-1-1 0 0,0 1 1 0 0,0 0 0 0 0,0-1 0 0 0,0 1 0 0 0,0-1 0 0 0,0 1 0 0 0,-1-1 0 0 0,1 1-1 0 0,0-1 1 0 0,0 1 0 0 0,-1-1 0 0 0,1 1 0 0 0,0-1 0 0 0,-1 1 0 0 0,1-1 0 0 0,0 1-1 0 0,-1-1 1 0 0,1 1 0 0 0,-1-1 0 0 0,1 0 0 0 0,-1 1 0 0 0,1-1 0 0 0,-1 0 0 0 0,1 0-1 0 0,-1 1 1 0 0,1-1 0 0 0,-1 0 0 0 0,1 0 0 0 0,-1 0 0 0 0,1 1 0 0 0,-1-1 0 0 0,0 0-1 0 0,1 0 1 0 0,-1 0 0 0 0,1 0 0 0 0,-1 0 0 0 0,1 0 0 0 0,-1 0 0 0 0,0-1 0 0 0,1 1-1 0 0,-1 0 1 0 0,1 0 0 0 0,-2-1 0 0 0,-3 3-1560 0 0</inkml:trace>
  <inkml:trace contextRef="#ctx0" brushRef="#br0" timeOffset="1">27 380 1112 0 0,'-1'0'305'0'0,"0"0"1"0"0,0 0-1 0 0,0 0 0 0 0,-1 0 0 0 0,1 1 0 0 0,0-1 1 0 0,0 0-1 0 0,0 1 0 0 0,0-1 0 0 0,0 0 0 0 0,0 1 1 0 0,0-1-1 0 0,0 1 0 0 0,0 0 0 0 0,0-1 0 0 0,0 1 0 0 0,0 0 1 0 0,0-1-1 0 0,0 1 0 0 0,1 0 0 0 0,-1 0 0 0 0,0 0 1 0 0,0 0-1 0 0,1 0 0 0 0,-1 0 0 0 0,1 0 0 0 0,-1 0 1 0 0,0 2-1 0 0,1-2-193 0 0,0-1 1 0 0,0 1-1 0 0,0 0 1 0 0,1 0 0 0 0,-1-1-1 0 0,0 1 1 0 0,0 0-1 0 0,0-1 1 0 0,1 1 0 0 0,-1 0-1 0 0,0-1 1 0 0,1 1-1 0 0,-1-1 1 0 0,1 1-1 0 0,-1 0 1 0 0,1-1 0 0 0,-1 1-1 0 0,1-1 1 0 0,-1 1-1 0 0,1-1 1 0 0,-1 1-1 0 0,1-1 1 0 0,0 0 0 0 0,-1 1-1 0 0,1-1 1 0 0,0 0-1 0 0,-1 1 1 0 0,1-1 0 0 0,0 0-1 0 0,-1 0 1 0 0,1 0-1 0 0,0 0 1 0 0,0 0-1 0 0,-1 0 1 0 0,1 0 0 0 0,0 0-1 0 0,0 0 1 0 0,-1 0-1 0 0,1 0 1 0 0,0 0-1 0 0,-1 0 1 0 0,1 0 0 0 0,0-1-1 0 0,-1 1 1 0 0,1 0-1 0 0,1-1 1 0 0,203-38 3803 0 0,-137 21-6214 0 0,-3-4-3897 0 0,-49 10 674 0 0,-10 7 1669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2.4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1 5521 0 0,'-2'13'9668'0'0,"4"44"-8045"0"0,-2-21-949 0 0,5 118-507 0 0,6-52-7877 0 0,-12-87 2896 0 0,-1-8 1101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2.8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 1 4137 0 0,'-2'1'664'0'0,"0"1"0"0"0,0 0 0 0 0,0 0 0 0 0,0 0-1 0 0,0 0 1 0 0,0 0 0 0 0,1 0 0 0 0,-1 0 0 0 0,1 1 0 0 0,-1-1 0 0 0,1 1 0 0 0,-2 4 0 0 0,-4 38 1577 0 0,8-24-2626 0 0,1 1-1 0 0,7 28 0 0 0,-7-37 953 0 0,-2-11-556 0 0,1-1 1 0 0,-1 1-1 0 0,1 0 1 0 0,0 0-1 0 0,0-1 0 0 0,-1 1 1 0 0,1 0-1 0 0,0-1 0 0 0,0 1 1 0 0,1-1-1 0 0,-1 1 0 0 0,0-1 1 0 0,0 1-1 0 0,1-1 0 0 0,-1 0 1 0 0,1 0-1 0 0,-1 0 1 0 0,1 0-1 0 0,0 0 0 0 0,-1 0 1 0 0,1 0-1 0 0,0 0 0 0 0,-1-1 1 0 0,1 1-1 0 0,0-1 0 0 0,0 1 1 0 0,0-1-1 0 0,0 0 1 0 0,-1 0-1 0 0,1 0 0 0 0,0 0 1 0 0,0 0-1 0 0,3 0 0 0 0,10-2 245 0 0,-1 0-1 0 0,0 0 1 0 0,23-8-1 0 0,-11 3 85 0 0,-17 5-315 0 0,0-1 0 0 0,-1 1 0 0 0,1-2 0 0 0,-1 1 0 0 0,1-1-1 0 0,8-7 1 0 0,5-9-4988 0 0,-23 5-1127 0 0,2 8 2082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3.2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17 2977 0 0,'0'-1'212'0'0,"0"1"1"0"0,0 0 0 0 0,0-1 0 0 0,0 1-1 0 0,0 0 1 0 0,0-1 0 0 0,0 1 0 0 0,0 0-1 0 0,0-1 1 0 0,0 1 0 0 0,0 0 0 0 0,0-1-1 0 0,1 1 1 0 0,-1 0 0 0 0,0-1 0 0 0,0 1-1 0 0,0 0 1 0 0,0 0 0 0 0,1-1-1 0 0,-1 1 1 0 0,0 0 213 0 0,1-1-214 0 0,-1 1 1 0 0,0 0 0 0 0,0 0 0 0 0,1 0-1 0 0,-1-1 1 0 0,0 1 0 0 0,1 0 0 0 0,-1 0-1 0 0,0 0 1 0 0,0 0 0 0 0,1 0 0 0 0,-1 0-1 0 0,0 0 1 0 0,1-1 0 0 0,-1 1 0 0 0,0 0-1 0 0,1 0 1 0 0,27-4 2957 0 0,35 2-2183 0 0,-59 2-514 0 0,-2 0-437 0 0,0-1 1 0 0,1 1 0 0 0,-1 0-1 0 0,0 0 1 0 0,0 0 0 0 0,0 0-1 0 0,0 1 1 0 0,0-1 0 0 0,1 1-1 0 0,-1-1 1 0 0,0 1 0 0 0,0 0-1 0 0,0-1 1 0 0,0 1 0 0 0,0 0-1 0 0,-1 0 1 0 0,1 1 0 0 0,0-1-1 0 0,0 0 1 0 0,-1 1-1 0 0,1-1 1 0 0,-1 1 0 0 0,2 1-1 0 0,-2 0 0 0 0,0 0 0 0 0,-1 0-1 0 0,1 0 1 0 0,-1 0 0 0 0,0 0-1 0 0,0 0 1 0 0,0 0 0 0 0,0 0-1 0 0,0 0 1 0 0,-1 1 0 0 0,0-1-1 0 0,1 0 1 0 0,-1-1 0 0 0,0 1-1 0 0,-1 0 1 0 0,-1 4-1 0 0,-5 10-215 0 0,-1-1-1 0 0,0 1 1 0 0,-1-2-1 0 0,-1 0 0 0 0,0 0 1 0 0,-1-1-1 0 0,0 0 0 0 0,-22 17 1 0 0,45-45-483 0 0,-8 9 743 0 0,0 1 0 0 0,1-1-1 0 0,-1 1 1 0 0,1-1-1 0 0,0 1 1 0 0,6-5-1 0 0,-5 7-16 0 0,-1 0 0 0 0,1 0 0 0 0,0 1 0 0 0,-1 0 0 0 0,1-1 0 0 0,0 1 0 0 0,0 1 0 0 0,0-1 0 0 0,0 1 0 0 0,0 0 0 0 0,0 0 0 0 0,-1 0-1 0 0,1 1 1 0 0,0 0 0 0 0,0 0 0 0 0,0 0 0 0 0,0 0 0 0 0,5 3 0 0 0,42 5-1307 0 0,-51-9 865 0 0,-1-1-1 0 0,1 0 1 0 0,-1 0-1 0 0,1 0 1 0 0,0 0-1 0 0,-1 0 1 0 0,1 0-1 0 0,-1 0 1 0 0,0 0-1 0 0,1 0 1 0 0,-1 0-1 0 0,0 0 1 0 0,0 0-1 0 0,1 0 1 0 0,-1 0-1 0 0,0 0 1 0 0,0 0-1 0 0,0 0 1 0 0,0 0-1 0 0,0 0 1 0 0,-1 0-1 0 0,1 0 1 0 0,0 0-1 0 0,0 0 1 0 0,-1 0-1 0 0,1 0 1 0 0,-1-2-1 0 0,0 0-696 0 0,-1-7-2217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3.6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2849 0 0,'13'2'8685'0'0,"5"2"-4021"0"0,-10-2-4434 0 0,0 0 0 0 0,0 0 1 0 0,0 1-1 0 0,-1 0 0 0 0,1 1 1 0 0,-1-1-1 0 0,0 1 1 0 0,0 1-1 0 0,11 9 0 0 0,-17-13-232 0 0,-1 0-1 0 0,0 1 1 0 0,1-1-1 0 0,-1 1 1 0 0,0-1-1 0 0,0 0 1 0 0,0 1-1 0 0,0-1 1 0 0,0 1-1 0 0,0-1 1 0 0,-1 0-1 0 0,1 1 1 0 0,0-1-1 0 0,-1 0 1 0 0,1 1-1 0 0,-1-1 1 0 0,1 0-1 0 0,-1 0 1 0 0,0 1-1 0 0,1-1 1 0 0,-1 0-1 0 0,0 0 1 0 0,0 0-1 0 0,0 0 1 0 0,-1 2-1 0 0,-31 31-1168 0 0,28-29 960 0 0,5-5 193 0 0,-1 1 1 0 0,1-1-1 0 0,0 0 0 0 0,-1 0 0 0 0,1 1 0 0 0,-1-1 0 0 0,1 1 0 0 0,0-1 0 0 0,0 0 1 0 0,-1 1-1 0 0,1-1 0 0 0,0 0 0 0 0,0 1 0 0 0,-1-1 0 0 0,1 1 0 0 0,0-1 0 0 0,0 1 1 0 0,0-1-1 0 0,0 1 0 0 0,0-1 0 0 0,0 1 0 0 0,0-1 0 0 0,0 0 0 0 0,0 1 0 0 0,0-1 0 0 0,0 1 1 0 0,0-1-1 0 0,0 1 0 0 0,0-1 0 0 0,0 1 0 0 0,0-1 0 0 0,1 1 0 0 0,-1-1 0 0 0,0 1 1 0 0,0-1-1 0 0,0 0 0 0 0,1 1 0 0 0,-1 0 0 0 0,23 9-45 0 0,43 0 453 0 0,-52-9-469 0 0,-10 0-130 0 0,1-1 0 0 0,0 1 0 0 0,-1-1 0 0 0,1 0 0 0 0,-1-1-1 0 0,1 1 1 0 0,0-1 0 0 0,-1 0 0 0 0,8-2 0 0 0,2-6-3859 0 0,-4-5-3415 0 0,-10 9 4832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3.98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219 0 3297 0 0,'-11'74'7518'0'0,"5"37"-8156"0"0,6-112 560 0 0,0 1 0 0 0,0 0-1 0 0,0 0 1 0 0,0 0 0 0 0,0 0 0 0 0,0 0 0 0 0,0 0 0 0 0,0-1-1 0 0,-1 1 1 0 0,1 0 0 0 0,0 0 0 0 0,0 0 0 0 0,0 0 0 0 0,0 0-1 0 0,0 0 1 0 0,0 0 0 0 0,0-1 0 0 0,0 1 0 0 0,0 0 0 0 0,0 0 0 0 0,0 0-1 0 0,-1 0 1 0 0,1 0 0 0 0,0 0 0 0 0,0 0 0 0 0,0 0 0 0 0,0 0-1 0 0,0 0 1 0 0,0 0 0 0 0,0 0 0 0 0,-1 0 0 0 0,1-1 0 0 0,0 1-1 0 0,0 0 1 0 0,0 0 0 0 0,0 0 0 0 0,0 0 0 0 0,0 0 0 0 0,-1 0-1 0 0,1 0 1 0 0,0 1 0 0 0,0-1 0 0 0,0 0 0 0 0,0 0 0 0 0,0 0 0 0 0,0 0-1 0 0,-1 0 1 0 0,1 0 0 0 0,0 0 0 0 0,0 0 0 0 0,0 0 0 0 0,0 0-1 0 0,0 0 1 0 0,0 0 0 0 0,0 0 0 0 0,0 0 0 0 0,-1 1 0 0 0,1-1-1 0 0,0 0 1 0 0,0 0 0 0 0,0 0 0 0 0,0 0 0 0 0,0 0 0 0 0,0 0 0 0 0,0 0-1 0 0,0 1 1 0 0,0-1 55 0 0</inkml:trace>
  <inkml:trace contextRef="#ctx0" brushRef="#br0" timeOffset="1">1 232 3201 0 0,'9'-4'6580'0'0,"18"-2"-5324"0"0,-22 5-424 0 0,202-37 2782 0 0,-163 24-6745 0 0,-42 13 2549 0 0,0 0 0 0 0,0-1 0 0 0,0 1 0 0 0,0 0-1 0 0,0-1 1 0 0,-1 1 0 0 0,1-1 0 0 0,0 0 0 0 0,-1 1 0 0 0,1-1 0 0 0,-1 0 0 0 0,0 0 0 0 0,0 0 0 0 0,0 0 0 0 0,0 0 0 0 0,2-4 0 0 0,-1 2-1499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4.3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 2657 0 0,'1'1'265'0'0,"-1"-1"0"0"0,1 1 0 0 0,-1-1 0 0 0,1 1 1 0 0,-1 0-1 0 0,1-1 0 0 0,-1 1 0 0 0,1-1 0 0 0,-1 1 1 0 0,1-1-1 0 0,0 0 0 0 0,-1 1 0 0 0,1-1 0 0 0,0 0 0 0 0,-1 1 1 0 0,1-1-1 0 0,0 0 0 0 0,0 0 0 0 0,-1 0 0 0 0,1 1 1 0 0,0-1-1 0 0,0 0 0 0 0,-1 0 0 0 0,1 0 0 0 0,0 0 1 0 0,0 0-1 0 0,-1-1 0 0 0,3 1 0 0 0,30-3 1229 0 0,-25 2-655 0 0,27-2 678 0 0,-23 1-1206 0 0,0 1 0 0 0,0 0-1 0 0,1 0 1 0 0,-1 1 0 0 0,0 1 0 0 0,1 0 0 0 0,-1 0-1 0 0,0 2 1 0 0,0-1 0 0 0,12 5 0 0 0,-21-5-296 0 0,-1 0 1 0 0,1 0-1 0 0,-1 0 1 0 0,0 0-1 0 0,0 0 1 0 0,0 1 0 0 0,0-1-1 0 0,0 1 1 0 0,-1-1-1 0 0,1 1 1 0 0,-1 0-1 0 0,0-1 1 0 0,1 1-1 0 0,-1 0 1 0 0,0 0-1 0 0,-1 0 1 0 0,1 0-1 0 0,0 0 1 0 0,-1 0 0 0 0,0 0-1 0 0,0 6 1 0 0,1 9-2009 0 0,-2 0 0 0 0,-4 27 0 0 0,3-27-2039 0 0,-2-12 109 0 0,2-6 2817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4.7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98 44 3337 0 0,'0'-3'672'0'0,"-1"0"0"0"0,0 0 0 0 0,0 0 0 0 0,0-1 1 0 0,-1 1-1 0 0,1 0 0 0 0,-1 1 0 0 0,0-1 0 0 0,0 0 0 0 0,0 0 1 0 0,-3-3-1 0 0,4 5-599 0 0,0 1 0 0 0,0-1 0 0 0,0 1 0 0 0,0-1 0 0 0,0 1 0 0 0,0 0 1 0 0,-1-1-1 0 0,1 1 0 0 0,0 0 0 0 0,0 0 0 0 0,0 0 0 0 0,0 0 0 0 0,0 0 0 0 0,0 0 0 0 0,0 0 1 0 0,-1 0-1 0 0,1 0 0 0 0,0 1 0 0 0,0-1 0 0 0,0 0 0 0 0,0 1 0 0 0,0-1 0 0 0,0 1 0 0 0,0-1 0 0 0,0 1 1 0 0,0-1-1 0 0,0 1 0 0 0,0 0 0 0 0,1-1 0 0 0,-1 1 0 0 0,0 0 0 0 0,0 0 0 0 0,0 0 0 0 0,1 0 1 0 0,-1 0-1 0 0,1 0 0 0 0,-1 0 0 0 0,1 0 0 0 0,-1 1 0 0 0,-2 2-54 0 0,1 0 0 0 0,-1 1 0 0 0,1-1 0 0 0,1 1 0 0 0,-1 0 0 0 0,1-1-1 0 0,-1 1 1 0 0,1 0 0 0 0,1 0 0 0 0,-1 0 0 0 0,1 0 0 0 0,0 0 0 0 0,0 0 0 0 0,0 0 0 0 0,1 0 0 0 0,-1 0 0 0 0,1 0-1 0 0,2 6 1 0 0,-2-7-13 0 0,0-1-1 0 0,0 1 0 0 0,1 0 0 0 0,-1-1 0 0 0,1 1 1 0 0,0-1-1 0 0,0 1 0 0 0,0-1 0 0 0,0 0 0 0 0,0 0 1 0 0,1 1-1 0 0,0-2 0 0 0,-1 1 0 0 0,1 0 0 0 0,0-1 1 0 0,0 1-1 0 0,1-1 0 0 0,-1 0 0 0 0,0 0 0 0 0,1 0 1 0 0,-1 0-1 0 0,1-1 0 0 0,7 3 0 0 0,-9-4 36 0 0,0 0 0 0 0,0 0 0 0 0,-1 0-1 0 0,1 0 1 0 0,0 0 0 0 0,0 0 0 0 0,0-1 0 0 0,0 1-1 0 0,0 0 1 0 0,0-1 0 0 0,0 0 0 0 0,0 1 0 0 0,0-1-1 0 0,-1 0 1 0 0,1 0 0 0 0,0 0 0 0 0,-1 0 0 0 0,1 0-1 0 0,-1 0 1 0 0,1-1 0 0 0,-1 1 0 0 0,1 0 0 0 0,-1-1 0 0 0,0 0-1 0 0,0 1 1 0 0,0-1 0 0 0,0 1 0 0 0,0-1 0 0 0,0 0-1 0 0,0 0 1 0 0,0 0 0 0 0,-1 1 0 0 0,1-1 0 0 0,-1 0-1 0 0,1 0 1 0 0,-1 0 0 0 0,0 0 0 0 0,0-3 0 0 0,1 1 17 0 0,0-1 0 0 0,-1 0 1 0 0,0 0-1 0 0,0 0 0 0 0,0 0 0 0 0,-1 0 1 0 0,0 1-1 0 0,0-1 0 0 0,0 0 1 0 0,0 0-1 0 0,-1 1 0 0 0,0-1 0 0 0,0 1 1 0 0,-4-7-1 0 0,4 8-335 0 0,-1 0 0 0 0,0 0 0 0 0,0 1 0 0 0,0-1 0 0 0,-1 1 0 0 0,1 0 0 0 0,0 0 0 0 0,-1 0 0 0 0,0 0 0 0 0,1 1 1 0 0,-1 0-1 0 0,0-1 0 0 0,0 1 0 0 0,0 1 0 0 0,0-1 0 0 0,0 0 0 0 0,0 1 0 0 0,0 0 0 0 0,1 0 0 0 0,-1 0 0 0 0,-6 1 0 0 0,-29-2-6943 0 0,31 0 4112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5.1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1 125 4273 0 0,'11'3'7043'0'0,"16"3"-5336"0"0,-9-5-1143 0 0,1 0 0 0 0,-1-2 0 0 0,32-4 0 0 0,-42 3-1056 0 0,1 1-1 0 0,-1-1 1 0 0,0-1-1 0 0,1 0 1 0 0,-1 0-1 0 0,-1 0 1 0 0,1-1-1 0 0,0 0 1 0 0,-1-1 0 0 0,8-5-1 0 0,-12 6 57 0 0,-1 0 0 0 0,1 0 1 0 0,-1 0-1 0 0,0 0 0 0 0,0 0 0 0 0,-1 0 0 0 0,1 0 0 0 0,-1-1 1 0 0,0 1-1 0 0,0-1 0 0 0,0 1 0 0 0,-1-1 0 0 0,0 1 0 0 0,1-1 0 0 0,-2-7 1 0 0,1 12 555 0 0,-1 0 0 0 0,1-1 1 0 0,0 1-1 0 0,0 0 1 0 0,-1-1-1 0 0,1 1 1 0 0,0 0-1 0 0,-1 0 1 0 0,1-1-1 0 0,0 1 0 0 0,-1 0 1 0 0,1 0-1 0 0,0-1 1 0 0,-1 1-1 0 0,1 0 1 0 0,-1 0-1 0 0,1 0 1 0 0,0 0-1 0 0,-1-1 0 0 0,1 1 1 0 0,-1 0-1 0 0,1 0 1 0 0,-1 0-1 0 0,1 0 1 0 0,0 0-1 0 0,-1 0 0 0 0,1 0 1 0 0,-1 0-1 0 0,1 1 1 0 0,-1-1-1 0 0,1 0 1 0 0,0 0-1 0 0,-1 0 1 0 0,1 0-1 0 0,-1 0 0 0 0,1 1 1 0 0,0-1-1 0 0,-1 0 1 0 0,1 0-1 0 0,0 1 1 0 0,-1-1-1 0 0,0 1 158 0 0,0 0-1 0 0,0-1 0 0 0,1 1 1 0 0,-1 0-1 0 0,0-1 1 0 0,1 1-1 0 0,-1 0 1 0 0,0 0-1 0 0,1-1 1 0 0,-1 1-1 0 0,1 0 1 0 0,-1 0-1 0 0,1 0 1 0 0,-1 0-1 0 0,1 0 0 0 0,0 0 1 0 0,0 0-1 0 0,-1 1 1 0 0,4 54 1672 0 0,13 77 0 0 0,0-10-2592 0 0,-14-98 102 0 0,4 37-1244 0 0,5-24-2508 0 0,-11-38 4199 0 0,0 0 1 0 0,0 0 0 0 0,0 1-1 0 0,0-1 1 0 0,0 0-1 0 0,0 0 1 0 0,0 1-1 0 0,0-1 1 0 0,0 0 0 0 0,0 0-1 0 0,1 0 1 0 0,-1 0-1 0 0,0 1 1 0 0,0-1 0 0 0,0 0-1 0 0,0 0 1 0 0,0 0-1 0 0,1 0 1 0 0,-1 1 0 0 0,0-1-1 0 0,0 0 1 0 0,0 0-1 0 0,0 0 1 0 0,1 0-1 0 0,-1 0 1 0 0,0 0 0 0 0,0 0-1 0 0,0 1 1 0 0,1-1-1 0 0,-1 0 1 0 0,0 0 0 0 0,0 0-1 0 0,0 0 1 0 0,1 0-1 0 0,-1 0 1 0 0,0 0 0 0 0,0 0-1 0 0,0 0 1 0 0,1 0-1 0 0,-1 0 1 0 0,0 0-1 0 0,0 0 1 0 0,0-1 0 0 0,1 1-1 0 0,-1 0 1 0 0,0 0-1 0 0,0 0 1 0 0,0 0 0 0 0,1 0-1 0 0,-1 0 1 0 0,0 0-1 0 0,0-1 1 0 0,0 1 0 0 0,0 0-1 0 0,1 0 1 0 0,-1 0-1 0 0,0 0 1 0 0,0 0-1 0 0,0-1 1 0 0,0 1 0 0 0,0 0-1 0 0,0 0 1 0 0,0 0-1 0 0,0-1 1 0 0,1 1 0 0 0,-1 0-1 0 0,0-1 1 0 0,4-5-2677 0 0</inkml:trace>
  <inkml:trace contextRef="#ctx0" brushRef="#br0" timeOffset="1">418 0 1512 0 0,'-1'12'9838'0'0,"-2"51"-7182"0"0,28 222-186 0 0,-9-133-5283 0 0,-16-148 2775 0 0,20-12-12203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5.7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1 2625 0 0,'0'5'8203'0'0,"-1"10"-3696"0"0,1 87-1531 0 0,7-18-2369 0 0,33 151 1 0 0,-12-87-6496 0 0,-28-160-4067 0 0,0 2 6912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6.1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90 44 2120 0 0,'-16'-14'3610'0'0,"14"12"-3158"0"0,0 0 0 0 0,-1 0 1 0 0,1 0-1 0 0,0 0 0 0 0,-1 0 0 0 0,1 1 1 0 0,-1-1-1 0 0,1 1 0 0 0,-6-2 0 0 0,7 3-391 0 0,0 0 0 0 0,0 0-1 0 0,0 0 1 0 0,0 0 0 0 0,0 1-1 0 0,-1-1 1 0 0,1 0 0 0 0,0 1-1 0 0,0-1 1 0 0,0 1 0 0 0,0-1-1 0 0,0 1 1 0 0,0 0 0 0 0,0-1-1 0 0,0 1 1 0 0,1 0 0 0 0,-1 0-1 0 0,0-1 1 0 0,0 1 0 0 0,1 0-1 0 0,-1 0 1 0 0,0 0 0 0 0,1 0 0 0 0,-1 0-1 0 0,1 0 1 0 0,-1 0 0 0 0,1 0-1 0 0,-1 0 1 0 0,1 1 0 0 0,0-1-1 0 0,0 0 1 0 0,-1 1 0 0 0,-1 6-40 0 0,1-1 0 0 0,-1 1 0 0 0,1 0 0 0 0,0 0 1 0 0,1 0-1 0 0,0-1 0 0 0,0 1 0 0 0,1 0 0 0 0,0 0 1 0 0,0-1-1 0 0,1 1 0 0 0,0 0 0 0 0,0-1 0 0 0,1 1 0 0 0,0-1 1 0 0,5 10-1 0 0,-6-13-10 0 0,0-1 0 0 0,0 1 0 0 0,0-1 0 0 0,0 0 0 0 0,0 1 0 0 0,0-1 0 0 0,1 0 0 0 0,0-1 0 0 0,-1 1 0 0 0,1 0-1 0 0,0-1 1 0 0,0 0 0 0 0,1 1 0 0 0,-1-1 0 0 0,0-1 0 0 0,1 1 0 0 0,-1 0 0 0 0,1-1 0 0 0,0 0 0 0 0,-1 0 0 0 0,1 0 0 0 0,0 0 0 0 0,0 0 0 0 0,0-1 0 0 0,0 0 0 0 0,-1 1 0 0 0,1-1 0 0 0,0-1 0 0 0,0 1 0 0 0,0-1 0 0 0,0 1 0 0 0,-1-1 0 0 0,1 0 0 0 0,5-3 0 0 0,-6 3 93 0 0,0 0 1 0 0,0-1 0 0 0,0 1-1 0 0,-1-1 1 0 0,1 0-1 0 0,-1 0 1 0 0,0 0-1 0 0,1 0 1 0 0,-1 0 0 0 0,0 0-1 0 0,0 0 1 0 0,0-1-1 0 0,0 1 1 0 0,-1-1-1 0 0,1 0 1 0 0,-1 1 0 0 0,1-1-1 0 0,-1 0 1 0 0,0 0-1 0 0,1-6 1 0 0,-1 4 20 0 0,0-1 0 0 0,-1 1 1 0 0,0-1-1 0 0,0 1 0 0 0,-1-1 1 0 0,1 1-1 0 0,-1-1 0 0 0,0 1 0 0 0,-1 0 1 0 0,1-1-1 0 0,-4-6 0 0 0,3 6-143 0 0,-1 0 0 0 0,0-1-1 0 0,0 1 1 0 0,0 1 0 0 0,-1-1 0 0 0,0 0-1 0 0,0 1 1 0 0,0 0 0 0 0,-1 0-1 0 0,0 0 1 0 0,0 1 0 0 0,0-1-1 0 0,0 1 1 0 0,-1 1 0 0 0,0-1 0 0 0,0 1-1 0 0,0-1 1 0 0,0 2 0 0 0,0-1-1 0 0,-7-1 1 0 0,-35 8-3788 0 0,15 0-5549 0 0,30-3 6610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6.5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4561 0 0,'3'14'5914'0'0,"3"3"-3503"0"0,3 13-440 0 0,9 155 1225 0 0,6 41-5048 0 0,-17-203-768 0 0,1-39-10721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6.9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99 20 2625 0 0,'-2'-1'323'0'0,"1"-1"1"0"0,-1 0 0 0 0,1 1 0 0 0,-1-1 0 0 0,1 1 0 0 0,-1 0 0 0 0,0 0-1 0 0,0-1 1 0 0,0 1 0 0 0,0 0 0 0 0,0 0 0 0 0,0 1 0 0 0,0-1 0 0 0,0 0-1 0 0,0 1 1 0 0,0-1 0 0 0,-1 1 0 0 0,1 0 0 0 0,0 0 0 0 0,0 0 0 0 0,-3 0 0 0 0,3 1-164 0 0,-1-1 1 0 0,1 1 0 0 0,0 0 0 0 0,0 0 0 0 0,0 1 0 0 0,0-1 0 0 0,1 0-1 0 0,-1 1 1 0 0,0-1 0 0 0,0 1 0 0 0,1-1 0 0 0,-1 1 0 0 0,1 0 0 0 0,-1 0 0 0 0,1 0-1 0 0,-2 3 1 0 0,-1 2-130 0 0,1 0-1 0 0,0 1 1 0 0,1-1-1 0 0,-1 1 1 0 0,1-1-1 0 0,1 1 1 0 0,0-1 0 0 0,0 1-1 0 0,0 0 1 0 0,1 14-1 0 0,1-16-26 0 0,0-1-1 0 0,0 1 1 0 0,1 0-1 0 0,0-1 1 0 0,0 1 0 0 0,0-1-1 0 0,0 1 1 0 0,1-1-1 0 0,0 0 1 0 0,0 0-1 0 0,1 0 1 0 0,-1 0 0 0 0,1-1-1 0 0,0 0 1 0 0,0 1-1 0 0,1-1 1 0 0,-1-1 0 0 0,1 1-1 0 0,0-1 1 0 0,0 0-1 0 0,0 0 1 0 0,6 3-1 0 0,-7-5 72 0 0,0 1-1 0 0,1-1 0 0 0,-1 0 0 0 0,1 0 0 0 0,-1 0 0 0 0,1-1 0 0 0,-1 0 0 0 0,1 0 0 0 0,-1 0 1 0 0,1 0-1 0 0,0-1 0 0 0,-1 1 0 0 0,1-1 0 0 0,-1 0 0 0 0,0-1 0 0 0,1 1 0 0 0,-1-1 1 0 0,0 0-1 0 0,0 0 0 0 0,0 0 0 0 0,0 0 0 0 0,0-1 0 0 0,-1 0 0 0 0,1 1 0 0 0,-1-1 0 0 0,1-1 1 0 0,-1 1-1 0 0,0 0 0 0 0,3-5 0 0 0,-4 5-25 0 0,0 0 0 0 0,1 1-1 0 0,-1-1 1 0 0,0 0 0 0 0,-1 0 0 0 0,1-1 0 0 0,0 1 0 0 0,-1 0 0 0 0,0-1-1 0 0,0 1 1 0 0,0-1 0 0 0,0 1 0 0 0,0-1 0 0 0,-1 1 0 0 0,1-1 0 0 0,-1 1-1 0 0,0-1 1 0 0,0 0 0 0 0,-1 1 0 0 0,1-1 0 0 0,-1 1 0 0 0,0-1 0 0 0,0 1-1 0 0,0-1 1 0 0,-2-4 0 0 0,0 3-113 0 0,0 1 0 0 0,0 0 1 0 0,0 1-1 0 0,0-1 0 0 0,-1 1 0 0 0,1-1 0 0 0,-1 1 1 0 0,0 0-1 0 0,0 0 0 0 0,0 1 0 0 0,-1-1 0 0 0,1 1 0 0 0,0 0 1 0 0,-1 0-1 0 0,0 0 0 0 0,1 1 0 0 0,-11-3 0 0 0,-6 2-1036 0 0,-24-5-1053 0 0,44 7 1828 0 0,-1 0 0 0 0,1-1 0 0 0,0 1 0 0 0,-1 0 0 0 0,1-1 0 0 0,0 0 0 0 0,-1 1 0 0 0,1-1-1 0 0,0 1 1 0 0,-1-1 0 0 0,1 0 0 0 0,0 0 0 0 0,0 0 0 0 0,0 0 0 0 0,0 0 0 0 0,0 0 0 0 0,0 0 0 0 0,0 0 0 0 0,0 0 0 0 0,0 0 0 0 0,1-1 0 0 0,-2 0 0 0 0,3-5-1786 0 0,3 1 24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7.3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2881 0 0,'3'5'1137'0'0,"-1"0"1"0"0,-1 1-1 0 0,1-1 1 0 0,-1 1-1 0 0,0 0 1 0 0,1 6-1 0 0,-2 69 2365 0 0,-2-30-2545 0 0,3-16-728 0 0,2-1 0 0 0,9 45 0 0 0,-8-62-1676 0 0,1 0 1 0 0,1 0 0 0 0,12 25 0 0 0,-15-32-3265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7.7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103 1 4401 0 0,'-29'37'5625'0'0,"4"8"-3398"0"0,14-21-2265 0 0,2 0 0 0 0,0 0 0 0 0,-9 49 0 0 0,18-70-205 0 0,-1-1 0 0 0,1 0 0 0 0,-1 1 1 0 0,1-1-1 0 0,0 1 0 0 0,0-1 0 0 0,0 1 0 0 0,1-1 0 0 0,-1 1 0 0 0,0-1 0 0 0,2 4 0 0 0,4-8-3528 0 0,5-17 378 0 0,-5 3 1595 0 0</inkml:trace>
  <inkml:trace contextRef="#ctx0" brushRef="#br0" timeOffset="1">83 31 1696 0 0,'-1'-1'210'0'0,"0"1"0"0"0,0 0 1 0 0,1-1-1 0 0,-1 1 0 0 0,0 0 0 0 0,0 0 0 0 0,0-1 0 0 0,1 1 0 0 0,-1 0 0 0 0,0 0 0 0 0,0 0 0 0 0,0 0 0 0 0,0 0 0 0 0,0 0 0 0 0,1 0 0 0 0,-1 1 0 0 0,0-1 0 0 0,0 0 0 0 0,0 0 0 0 0,0 1 1 0 0,1-1-1 0 0,-1 0 0 0 0,0 1 0 0 0,0-1 0 0 0,1 1 0 0 0,-1-1 0 0 0,0 1 0 0 0,1-1 0 0 0,-2 2 0 0 0,1-1 21 0 0,1 1 0 0 0,-1 0 0 0 0,1-1-1 0 0,-1 1 1 0 0,1-1 0 0 0,-1 1 0 0 0,1 0 0 0 0,0 0 0 0 0,0-1-1 0 0,0 1 1 0 0,0 0 0 0 0,0 0 0 0 0,1 2 0 0 0,0 2 27 0 0,0 0 1 0 0,1 0 0 0 0,0 0-1 0 0,0 0 1 0 0,0-1 0 0 0,0 1-1 0 0,7 10 1 0 0,-4-12-289 0 0,-1 0 0 0 0,1 0 0 0 0,-1-1-1 0 0,1 1 1 0 0,0-1 0 0 0,1 0 0 0 0,-1 0 0 0 0,0-1 0 0 0,1 0 0 0 0,0 0 0 0 0,-1 0 0 0 0,1 0-1 0 0,0-1 1 0 0,0 0 0 0 0,0-1 0 0 0,9 1 0 0 0,-9-1-334 0 0,0 0 1 0 0,0 0 0 0 0,-1-1-1 0 0,1 0 1 0 0,0 0-1 0 0,-1-1 1 0 0,11-3-1 0 0,-13 4-79 0 0,0-1-1 0 0,0 0 0 0 0,0 1 0 0 0,0-1 1 0 0,0 0-1 0 0,0-1 0 0 0,-1 1 1 0 0,1 0-1 0 0,-1-1 0 0 0,1 0 1 0 0,-1 1-1 0 0,0-1 0 0 0,2-3 0 0 0,4-9-2399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8.1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83 3 2040 0 0,'-45'59'5755'0'0,"10"7"-4303"0"0,33-57-1965 0 0,8-12-1282 0 0,8-16-1790 0 0,-2-8 1319 0 0,8-21 1315 0 0,-19 46 1171 0 0,0 0 0 0 0,0 0 1 0 0,-1 0-1 0 0,1 0 0 0 0,-1 0 0 0 0,0 0 0 0 0,0 0 0 0 0,0 0 0 0 0,0 0 1 0 0,0-1-1 0 0,0 1 0 0 0,0 0 0 0 0,0 0 0 0 0,-1 0 0 0 0,1 0 0 0 0,-1 0 0 0 0,-1-3 1 0 0,5 15 7337 0 0,11 17-5004 0 0,-11-24-2570 0 0,1 1 0 0 0,-1-1 0 0 0,1 0 0 0 0,-1 1 0 0 0,1-2 0 0 0,0 1 0 0 0,0 0 0 0 0,1-1-1 0 0,-1 0 1 0 0,0 0 0 0 0,1 0 0 0 0,-1 0 0 0 0,1-1 0 0 0,0 1 0 0 0,-1-1 0 0 0,1-1 0 0 0,0 1 0 0 0,0-1-1 0 0,0 1 1 0 0,8-2 0 0 0,-7 0-577 0 0,0 0-1 0 0,1-1 1 0 0,-1 1-1 0 0,0-1 0 0 0,0-1 1 0 0,0 1-1 0 0,0-1 1 0 0,-1 0-1 0 0,1 0 0 0 0,-1-1 1 0 0,0 0-1 0 0,0 0 1 0 0,0 0-1 0 0,0 0 1 0 0,4-6-1 0 0,3-2-1616 0 0,-2 1 259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34 78 624 0 0,'-22'-29'2365'0'0,"21"29"-2267"0"0,1-1 0 0 0,-1 0 0 0 0,0 1 0 0 0,1-1-1 0 0,-1 0 1 0 0,1 1 0 0 0,-1-1 0 0 0,1 0 0 0 0,-1 0-1 0 0,1 0 1 0 0,0 0 0 0 0,0 1 0 0 0,-1-1-1 0 0,1 0 1 0 0,0 0 0 0 0,0 0 0 0 0,0 0 0 0 0,0 0-1 0 0,0 0 1 0 0,0 0 0 0 0,0 0 0 0 0,0 1 0 0 0,0-1-1 0 0,0 0 1 0 0,0 0 0 0 0,1 0 0 0 0,-1 0 0 0 0,0 0-1 0 0,1 0 1 0 0,-1 1 0 0 0,1-1 0 0 0,-1 0-1 0 0,1 0 1 0 0,0 0 0 0 0,2 0 312 0 0,1 1 0 0 0,-1 0 1 0 0,1 0-1 0 0,-1 0 0 0 0,1 1 0 0 0,-1-1 0 0 0,1 1 0 0 0,-1 0 1 0 0,5 1-1 0 0,18 3 852 0 0,-19-5-951 0 0,59-3 1192 0 0,-61 2-1466 0 0,0 0 0 0 0,-1 0 1 0 0,0 0-1 0 0,1 0 0 0 0,-1 0 0 0 0,0-1 0 0 0,1 0 1 0 0,-1 0-1 0 0,0 0 0 0 0,0-1 0 0 0,-1 1 0 0 0,5-5 1 0 0,-20 15 46 0 0,0-1 1 0 0,-1 0 0 0 0,-19 6 0 0 0,2 0-88 0 0,-4 0 21 0 0,26-11-31 0 0,1 0 0 0 0,0 1 0 0 0,0 0 0 0 0,1 0 1 0 0,-10 6-1 0 0,14-7 1 0 0,0-1-1 0 0,1 1 1 0 0,-1 0 0 0 0,0 0 0 0 0,1 0-1 0 0,-1 0 1 0 0,1 0 0 0 0,-1 0 0 0 0,1 0-1 0 0,0 0 1 0 0,0 0 0 0 0,0 1 0 0 0,0-1-1 0 0,1 0 1 0 0,-1 1 0 0 0,0-1 0 0 0,1 1-1 0 0,0-1 1 0 0,-1 1 0 0 0,1 3 0 0 0,0 8-15 0 0,0 0-1 0 0,1-1 1 0 0,1 1 0 0 0,0-1 0 0 0,5 21 0 0 0,-6-31 39 0 0,0 0 0 0 0,1 0-1 0 0,-1 0 1 0 0,0 0 0 0 0,1 0 0 0 0,0 0 0 0 0,-1-1 0 0 0,1 1 0 0 0,0-1 0 0 0,1 1-1 0 0,-1-1 1 0 0,0 0 0 0 0,1 0 0 0 0,-1 0 0 0 0,1 0 0 0 0,0 0 0 0 0,-1 0-1 0 0,1-1 1 0 0,0 1 0 0 0,0-1 0 0 0,0 0 0 0 0,0 0 0 0 0,0 0 0 0 0,1 0 0 0 0,-1-1-1 0 0,0 1 1 0 0,0-1 0 0 0,7 0 0 0 0,99-6 491 0 0,-99 5-599 0 0,1-1 1 0 0,-1 0-1 0 0,0-1 1 0 0,0 0-1 0 0,0 0 0 0 0,-1-1 1 0 0,1 0-1 0 0,12-8 1 0 0,-20 10-380 0 0,-1 0 1 0 0,1 1-1 0 0,-1-1 0 0 0,1 0 1 0 0,-1 0-1 0 0,0 1 1 0 0,0-1-1 0 0,0 0 1 0 0,0 0-1 0 0,0-1 1 0 0,0 1-1 0 0,-1 0 1 0 0,1 0-1 0 0,0 0 1 0 0,-1 0-1 0 0,0-1 0 0 0,0 1 1 0 0,1 0-1 0 0,-1 0 1 0 0,-1-1-1 0 0,1-2 1 0 0,0-1-477 0 0,1-2-1240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9.39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4561 0 0,'4'20'7765'0'0,"1"11"-6408"0"0,-2 89-278 0 0,7 97-1262 0 0,-6-185-1283 0 0,1 0-1 0 0,14 42 1 0 0,-11-56-3895 0 0,-6-40 1226 0 0,-2 9 3459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39.7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14 448 928 0 0,'-4'-19'1401'0'0,"-5"-27"930"0"0,11 18 2459 0 0,1 28-4385 0 0,0 0 0 0 0,-1 1-1 0 0,1-1 1 0 0,0 0 0 0 0,-1 1 0 0 0,1 0 0 0 0,-1 0-1 0 0,1 0 1 0 0,-1 0 0 0 0,1 0 0 0 0,-1 0 0 0 0,3 2-1 0 0,6 2 211 0 0,14 3-320 0 0,1-1 0 0 0,0-2 1 0 0,33 4-1 0 0,-46-8-1248 0 0,0 0 1 0 0,0-1-1 0 0,-1-1 1 0 0,1 0-1 0 0,13-3 1 0 0,-24 4 683 0 0,-1-1 0 0 0,0 1 0 0 0,0 0 0 0 0,0-1 0 0 0,0 1 0 0 0,0-1 0 0 0,0 1 0 0 0,0-1 0 0 0,0 1 0 0 0,0-1 0 0 0,0 0 0 0 0,0 1 0 0 0,0-1 0 0 0,-1 0 0 0 0,1 0-1 0 0,0 0 1 0 0,0 1 0 0 0,-1-1 0 0 0,1 0 0 0 0,-1 0 0 0 0,1 0 0 0 0,-1 0 0 0 0,1 0 0 0 0,-1-1 0 0 0,1 0 0 0 0,5-6-2761 0 0</inkml:trace>
  <inkml:trace contextRef="#ctx0" brushRef="#br0" timeOffset="1">307 10 2353 0 0,'-3'-10'5930'0'0,"6"16"-2381"0"0,6 19-1006 0 0,10 134 338 0 0,-16-114-2807 0 0,2 0 0 0 0,2 0 1 0 0,18 61-1 0 0,-16-90-871 0 0,-4-7-2024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40.2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45 35 3897 0 0,'3'1'7022'0'0,"9"3"-2372"0"0,-15-4-4446 0 0,-33 2 1632 0 0,35-2-1804 0 0,0 0 1 0 0,0 1 0 0 0,0-1 0 0 0,0 0 0 0 0,0 1 0 0 0,0-1 0 0 0,0 1 0 0 0,0-1 0 0 0,0 1 0 0 0,0-1 0 0 0,0 1-1 0 0,1 0 1 0 0,-1-1 0 0 0,0 1 0 0 0,0 0 0 0 0,1 0 0 0 0,-1 0 0 0 0,0-1 0 0 0,1 1 0 0 0,-1 0 0 0 0,1 0 0 0 0,-1 0-1 0 0,1 0 1 0 0,0 0 0 0 0,-1 0 0 0 0,1 0 0 0 0,0 0 0 0 0,0 0 0 0 0,0 0 0 0 0,-1 0 0 0 0,1 0 0 0 0,0 1 0 0 0,0-1-1 0 0,1 0 1 0 0,-1 0 0 0 0,0 0 0 0 0,0 0 0 0 0,1 2 0 0 0,-1-3-33 0 0,0 0 1 0 0,0 1-1 0 0,0-1 1 0 0,1 1-1 0 0,-1-1 1 0 0,0 0-1 0 0,0 1 1 0 0,0-1-1 0 0,0 0 0 0 0,1 0 1 0 0,-1 1-1 0 0,0-1 1 0 0,0 0-1 0 0,1 1 1 0 0,-1-1-1 0 0,0 0 1 0 0,0 0-1 0 0,1 0 0 0 0,-1 1 1 0 0,0-1-1 0 0,1 0 1 0 0,-1 0-1 0 0,0 0 1 0 0,1 0-1 0 0,-1 1 1 0 0,0-1-1 0 0,1 0 0 0 0,-1 0 1 0 0,0 0-1 0 0,1 0 1 0 0,-1 0-1 0 0,1 0 1 0 0,-1 0-1 0 0,0 0 1 0 0,1 0-1 0 0,0 0 0 0 0,17-9 39 0 0,9-16 45 0 0,-26 25-63 0 0,-1 0 1 0 0,0 0-1 0 0,1 0 1 0 0,-1-1-1 0 0,0 1 1 0 0,0 0-1 0 0,1 0 1 0 0,-1 0-1 0 0,0-1 0 0 0,0 1 1 0 0,1 0-1 0 0,-1 0 1 0 0,0-1-1 0 0,0 1 1 0 0,0 0-1 0 0,0 0 1 0 0,1-1-1 0 0,-1 1 1 0 0,0 0-1 0 0,0-1 1 0 0,0 1-1 0 0,0 0 1 0 0,0-1-1 0 0,0 1 0 0 0,0 0 1 0 0,0-1-1 0 0,0 1 1 0 0,0 0-1 0 0,0-1 1 0 0,0 1-1 0 0,0 0 1 0 0,0-1-1 0 0,0 1 1 0 0,0 0-1 0 0,0-1 1 0 0,0 1-1 0 0,-1 0 1 0 0,1 0-1 0 0,0-1 1 0 0,0 1-1 0 0,0 0 0 0 0,0 0 1 0 0,-1-1-1 0 0,1 1 1 0 0,0 0-1 0 0,0 0 1 0 0,-1-1-1 0 0,1 1 1 0 0,0 0-1 0 0,0 0 1 0 0,-1 0-1 0 0,1-1 1 0 0,-1 1-1 0 0,-17 4 606 0 0,8-27-15455 0 0,10 8 10327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42.3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18 100 5249 0 0,'-17'4'10222'0'0,"33"-9"-6626"0"0,2-1-3385 0 0,0 1-1 0 0,0 1 1 0 0,0 0 0 0 0,1 2 0 0 0,-1 0-1 0 0,22 1 1 0 0,29-4-45 0 0,138-27 28 0 0,42-5-2 0 0,-187 36-995 0 0,-22 11-5661 0 0,-24-8-402 0 0,-5-4 1905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2:43.41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86 269 8 0 0,'-1'-2'42'0'0,"0"1"1"0"0,0-1-1 0 0,0 0 0 0 0,0 1 0 0 0,0-1 1 0 0,0 0-1 0 0,0 0 0 0 0,1 0 1 0 0,-1 0-1 0 0,1 0 0 0 0,-1 1 0 0 0,1-1 1 0 0,0-2-1 0 0,0 2 43 0 0,0 0-1 0 0,0 1 1 0 0,0-1-1 0 0,-1 1 1 0 0,1-1 0 0 0,0 1-1 0 0,-1-1 1 0 0,1 1-1 0 0,-1-1 1 0 0,0 1 0 0 0,1-1-1 0 0,-1 1 1 0 0,0 0-1 0 0,0-1 1 0 0,0 1-1 0 0,0 0 1 0 0,0 0 0 0 0,0 0-1 0 0,0 0 1 0 0,0-1-1 0 0,0 2 1 0 0,0-1 0 0 0,-1 0-1 0 0,1 0 1 0 0,0 0-1 0 0,-1 0 1 0 0,-2 0 0 0 0,-1-1 218 0 0,-35-15 6835 0 0,39 16-7017 0 0,1 1 1 0 0,0 0-1 0 0,-1 0 0 0 0,1-1 1 0 0,0 1-1 0 0,-1 0 0 0 0,1-1 1 0 0,0 1-1 0 0,0 0 0 0 0,-1-1 0 0 0,1 1 1 0 0,0 0-1 0 0,0-1 0 0 0,0 1 1 0 0,-1-1-1 0 0,1 1 0 0 0,0 0 0 0 0,0-1 1 0 0,0 1-1 0 0,0-1 0 0 0,0 1 1 0 0,0-1-1 0 0,0 1 0 0 0,0 0 1 0 0,0-1-1 0 0,0 1 0 0 0,0-1 0 0 0,0 1 1 0 0,0-1-1 0 0,0 1 0 0 0,1-1 1 0 0,20-13 1532 0 0,5 5-1471 0 0,0 2 0 0 0,0 1 0 0 0,1 2 0 0 0,52-4 0 0 0,-17 3-112 0 0,246-52-799 0 0,-207 31-2221 0 0,-1-3-3635 0 0,-69 20 1865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3:15.83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 29 1928 0 0,'-8'9'10079'0'0,"27"7"-9783"0"0,-17-14-227 0 0,1 1 0 0 0,-1-1 0 0 0,1-1 0 0 0,0 1 0 0 0,0 0 0 0 0,0-1 0 0 0,0 1 0 0 0,0-1 0 0 0,0 0 0 0 0,0 0 0 0 0,1 0 0 0 0,-1-1 1 0 0,0 1-1 0 0,1-1 0 0 0,-1 1 0 0 0,0-1 0 0 0,1 0 0 0 0,2-1 0 0 0,10-1 167 0 0,-1-1 0 0 0,28-8 0 0 0,-31 8-135 0 0,-1 0 0 0 0,1 0-1 0 0,22-1 1 0 0,20-4 336 0 0,-48 7-398 0 0,-1-1-1 0 0,0 1 1 0 0,1-1 0 0 0,-1 2-1 0 0,1-1 1 0 0,-1 0-1 0 0,1 1 1 0 0,0 0 0 0 0,-1 1-1 0 0,1-1 1 0 0,-1 1 0 0 0,1 0-1 0 0,-1 0 1 0 0,1 1-1 0 0,-1 0 1 0 0,0-1 0 0 0,0 2-1 0 0,0-1 1 0 0,7 5-1 0 0,-9-5-17 0 0,1 1-1 0 0,0-1 0 0 0,0 0 0 0 0,0 0 1 0 0,0-1-1 0 0,0 1 0 0 0,0-1 0 0 0,0 0 1 0 0,1 0-1 0 0,-1 0 0 0 0,8 0 0 0 0,56-1 292 0 0,-9-1 50 0 0,-24 3-115 0 0,52-3 0 0 0,-53 0 45 0 0,54 3-1 0 0,187 11 611 0 0,6 4-250 0 0,-98-12-240 0 0,-160-4-382 0 0,-1 1 1 0 0,1 2-1 0 0,30 8 1 0 0,-31-7 29 0 0,0 0 0 0 0,1-1 0 0 0,31 1 1 0 0,179 3 573 0 0,-205-10-582 0 0,53-9 0 0 0,-5 0 7 0 0,135-15 72 0 0,-18-5 52 0 0,-141 26-121 0 0,-41 5-4 0 0,-1-1 0 0 0,1 0 0 0 0,-1 0 0 0 0,1-1 0 0 0,-1-1 0 0 0,16-5 0 0 0,5-5-3853 0 0,-25 11 2594 0 0,0 0-1 0 0,0-1 0 0 0,0 0 1 0 0,0 0-1 0 0,0 0 0 0 0,18-16-2403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3:21.60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0 383 6265 0 0,'13'17'1810'0'0,"10"11"-581"0"0,-22-27-1112 0 0,0 0 1 0 0,0 0 0 0 0,0 0-1 0 0,1 0 1 0 0,-1-1 0 0 0,0 1-1 0 0,1-1 1 0 0,-1 1 0 0 0,0-1-1 0 0,1 1 1 0 0,-1-1 0 0 0,1 0-1 0 0,-1 0 1 0 0,1 0 0 0 0,-1 0 0 0 0,1 0-1 0 0,-1 0 1 0 0,1 0 0 0 0,-1 0-1 0 0,0 0 1 0 0,1-1 0 0 0,-1 1-1 0 0,3-1 1 0 0,20-7 319 0 0,2 2-1 0 0,-1 1 1 0 0,1 1-1 0 0,39-1 1 0 0,-27 3-108 0 0,42-9 1 0 0,30-7 162 0 0,2 6-1 0 0,187 2 1 0 0,-182 12-203 0 0,-42 1-98 0 0,137-14 1 0 0,289-18 373 0 0,-124 14 130 0 0,-132-4-85 0 0,181-17-264 0 0,35-5 304 0 0,-213 22-264 0 0,-48 6-387 0 0,438-45 588 0 0,-188 19-295 0 0,34 22 192 0 0,-262 8-376 0 0,159-9 3 0 0,144 5 377 0 0,-463 13-463 0 0,194-8 192 0 0,-98-4-41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5:04.45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1 316 696 0 0,'4'-6'189'0'0,"1"1"-1"0"0,0-1 1 0 0,0 1-1 0 0,0 0 1 0 0,1 0 0 0 0,-1 0-1 0 0,1 1 1 0 0,1 0-1 0 0,-1 0 1 0 0,0 0 0 0 0,1 1-1 0 0,11-4 1 0 0,-7 2-154 0 0,-1 0-1 0 0,1 0 1 0 0,-2-1 0 0 0,13-9 517 0 0,-22 14-487 0 0,1 1 0 0 0,-1 0-1 0 0,0-1 1 0 0,0 1 0 0 0,0 0-1 0 0,0-1 1 0 0,0 1-1 0 0,1 0 1 0 0,-1-1 0 0 0,0 1-1 0 0,0 0 1 0 0,0-1 0 0 0,0 1-1 0 0,0-1 1 0 0,0 1 0 0 0,0 0-1 0 0,0-1 1 0 0,0 1 0 0 0,0 0-1 0 0,-1-1 1 0 0,1 1 0 0 0,0 0-1 0 0,-2-3 583 0 0,2 2-583 0 0,-1 1-3 0 0,1-1 0 0 0,-1 1-1 0 0,1-1 1 0 0,0 1 0 0 0,-1-1-1 0 0,1 1 1 0 0,0-1-1 0 0,0 1 1 0 0,0-1 0 0 0,-1 1-1 0 0,1-1 1 0 0,0 1 0 0 0,0-1-1 0 0,0 1 1 0 0,0-1-1 0 0,0 1 1 0 0,0-1 0 0 0,0 0-1 0 0,0 1 1 0 0,0-1 0 0 0,0 1-1 0 0,0-1 1 0 0,0 1-1 0 0,0-1 1 0 0,0 0 0 0 0,1 1-1 0 0,-1-1 1 0 0,0 1 0 0 0,0-1-1 0 0,1 1 1 0 0,-1-1-1 0 0,0 1 1 0 0,1 0 0 0 0,-1-1-1 0 0,0 1 1 0 0,1-1 0 0 0,-1 1-1 0 0,1-1 1 0 0,16-28 1075 0 0,-16 27-1044 0 0,-1 0 0 0 0,1 0 1 0 0,0 0-1 0 0,-1 0 0 0 0,1 0 1 0 0,0 0-1 0 0,0 0 0 0 0,1 1 1 0 0,-1-1-1 0 0,0 0 0 0 0,0 1 1 0 0,1-1-1 0 0,-1 1 0 0 0,1-1 1 0 0,0 1-1 0 0,-1 0 0 0 0,1 0 1 0 0,0 0-1 0 0,0 0 0 0 0,-1 0 1 0 0,1 0-1 0 0,2-1 0 0 0,38-12 362 0 0,0 1 0 0 0,0 2 0 0 0,1 3 0 0 0,1 1 0 0 0,76-3-1 0 0,176-3 358 0 0,-248 11-587 0 0,49-8-1 0 0,-49 3-104 0 0,49 1-1 0 0,286 1 589 0 0,-150-5-153 0 0,-106 6-233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5:40.84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 50 1128 0 0,'-6'-3'4743'0'0,"6"2"-4666"0"0,12-8 2434 0 0,21-8-1142 0 0,-31 16-1274 0 0,1-1-36 0 0,0 1 0 0 0,0 0 0 0 0,0-1 0 0 0,0 2 0 0 0,0-1 0 0 0,1 0 0 0 0,-1 1 0 0 0,0-1 0 0 0,1 1 0 0 0,-1 0 0 0 0,0 0 0 0 0,1 0 0 0 0,-1 1 0 0 0,0-1 0 0 0,0 1 0 0 0,1 0 0 0 0,-1 0 0 0 0,6 2 0 0 0,31 7 637 0 0,-26-10-484 0 0,-1 0 0 0 0,0-1 0 0 0,1-1 0 0 0,-1 0 0 0 0,22-6 0 0 0,-24 4-120 0 0,0 2 0 0 0,1-1 1 0 0,-1 1-1 0 0,0 1 1 0 0,1 0-1 0 0,-1 1 0 0 0,1 0 1 0 0,21 3-1 0 0,-2 2 379 0 0,-1-1 0 0 0,53-1-1 0 0,-50-3-328 0 0,0 2-1 0 0,40 6 0 0 0,145 22 760 0 0,-189-26-664 0 0,0-3 1 0 0,47-2 0 0 0,31 2 23 0 0,-73 0-96 0 0,58-4-1 0 0,-59 0-80 0 0,0 2 0 0 0,37 4 1 0 0,23 2 108 0 0,0-4 1 0 0,109-12-1 0 0,-128-1-84 0 0,-55 8-65 0 0,0 0 0 0 0,34-1 0 0 0,-52 5-34 0 0,-1 1-20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5:44.86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72 5057 0 0,'1'0'-10'0'0,"-1"-1"0"0"0,0 1 0 0 0,1-1-1 0 0,-1 1 1 0 0,0 0 0 0 0,1 0 0 0 0,-1-1 0 0 0,0 1-1 0 0,1 0 1 0 0,-1 0 0 0 0,1-1 0 0 0,-1 1 0 0 0,0 0-1 0 0,1 0 1 0 0,-1 0 0 0 0,1 0 0 0 0,-1 0 0 0 0,21 6 4439 0 0,-21-7-4395 0 0,1 0-1 0 0,0 1 0 0 0,-1-1 1 0 0,1 1-1 0 0,0-1 0 0 0,0 1 1 0 0,-1-1-1 0 0,1 1 0 0 0,0 0 1 0 0,0-1-1 0 0,0 1 0 0 0,0 0 1 0 0,0-1-1 0 0,-1 1 0 0 0,1 0 1 0 0,0 0-1 0 0,0 0 0 0 0,0 0 0 0 0,0 0 1 0 0,0 0-1 0 0,0 0 0 0 0,0 0 1 0 0,0 1-1 0 0,0-1 0 0 0,-1 0 1 0 0,1 0-1 0 0,0 1 0 0 0,0-1 1 0 0,0 0-1 0 0,0 1 0 0 0,-1-1 1 0 0,2 2-1 0 0,34 15 259 0 0,-31-15-53 0 0,3 1-90 0 0,1 0 0 0 0,0 0 0 0 0,-1-1 0 0 0,1 0-1 0 0,0-1 1 0 0,0 0 0 0 0,0 0 0 0 0,0-1 0 0 0,0-1 0 0 0,0 1-1 0 0,11-3 1 0 0,16-3 619 0 0,46-15-1 0 0,-79 20-724 0 0,29-7 249 0 0,0 1 0 0 0,59-5 0 0 0,-20 6-51 0 0,115-5 145 0 0,7 4 281 0 0,88 2 34 0 0,-101 7 46 0 0,-95-3-614 0 0,-49-18-1498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19:04.89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64 163 1152 0 0,'-14'-18'2164'0'0,"14"17"-2093"0"0,-1 0 0 0 0,1 1 0 0 0,-1-1 0 0 0,1 0 0 0 0,-1 0 1 0 0,0 0-1 0 0,1 0 0 0 0,-1 0 0 0 0,0 1 0 0 0,0-1 0 0 0,1 0 0 0 0,-1 0 1 0 0,0 1-1 0 0,0-1 0 0 0,0 1 0 0 0,0-1 0 0 0,0 1 0 0 0,0-1 0 0 0,0 1 1 0 0,0 0-1 0 0,0-1 0 0 0,0 1 0 0 0,0 0 0 0 0,0 0 0 0 0,0 0 0 0 0,-1 0 1 0 0,0 0-1 0 0,-23-1 2002 0 0,30-1-1501 0 0,7-2-9 0 0,72-12 1493 0 0,-52 8-1618 0 0,1 0 1 0 0,65-4 0 0 0,-26 4 92 0 0,-6 3 187 0 0,0 2 1 0 0,0 3-1 0 0,81 12 1 0 0,-58-5-321 0 0,6-6 563 0 0,-64-2-721 0 0,-1 2 1 0 0,59 7-1 0 0,-65-5-142 0 0,0-1 1 0 0,1-2-1 0 0,-1 0 1 0 0,1-2-1 0 0,-1 0 0 0 0,29-8 1 0 0,46-3 228 0 0,-18 7-154 0 0,339-15 478 0 0,-357 22-489 0 0,201-10 553 0 0,-182 6-559 0 0,-61 4-130 0 0,-1-2 0 0 0,1 0 0 0 0,-1-2 0 0 0,34-7 0 0 0,-36 7-22 0 0,0 0 0 0 0,1 0 0 0 0,-1 2 0 0 0,1 0 0 0 0,24 3 0 0 0,-17-1 30 0 0,47-4-1 0 0,-3-2 31 0 0,141 6 0 0 0,-71 3 43 0 0,110 4 430 0 0,-33 11-437 0 0,1 0 94 0 0,-147-17-114 0 0,-28-1 23 0 0,50-4-1 0 0,86-19 143 0 0,-142 18-230 0 0,71 3-1 0 0,13-2 8 0 0,-106 3 40 0 0,1 0 0 0 0,29 4 0 0 0,10 0 28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0:27.84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679 1 1128 0 0,'-2'0'196'0'0,"0"0"0"0"0,0 0 0 0 0,0 0 0 0 0,0 0 0 0 0,0 1 0 0 0,0-1-1 0 0,0 0 1 0 0,0 1 0 0 0,0 0 0 0 0,0-1 0 0 0,0 1 0 0 0,1 0 0 0 0,-1 0 0 0 0,0 0 0 0 0,1 0-1 0 0,-1 1 1 0 0,1-1 0 0 0,-1 0 0 0 0,1 1 0 0 0,-1-1 0 0 0,1 1 0 0 0,0-1 0 0 0,0 1 0 0 0,0-1-1 0 0,0 1 1 0 0,0 0 0 0 0,0 0 0 0 0,0 0 0 0 0,0-1 0 0 0,1 1 0 0 0,-1 0 0 0 0,0 3 0 0 0,-3 9 314 0 0,0-1 0 0 0,1 1 0 0 0,-2 15 0 0 0,-6 98 456 0 0,5 0 0 0 0,14 166 1 0 0,-1 56-199 0 0,-17 51-461 0 0,0 1-18 0 0,-33 381-162 0 0,20-383-138 0 0,8-104 3 0 0,1 165 44 0 0,17-166-174 0 0,-2-235 151 0 0,-3 1 0 0 0,-2-1 1 0 0,-16 81-1 0 0,20-138 8 0 0,0 0 0 0 0,-1-1 0 0 0,1 1 0 0 0,0 0 0 0 0,-1 0 0 0 0,1 0 0 0 0,-1-1 0 0 0,0 1 0 0 0,1 0 0 0 0,-1 0 0 0 0,0-1 0 0 0,0 1 0 0 0,0-1 0 0 0,0 1 0 0 0,0-1 0 0 0,-1 1 0 0 0,1-1 0 0 0,0 0 0 0 0,-1 1 0 0 0,1-1 0 0 0,-1 0 0 0 0,1 0 0 0 0,-3 1 0 0 0,2-2 5 0 0,0 0 0 0 0,0 0 1 0 0,0 0-1 0 0,0 0 0 0 0,0 0 1 0 0,1-1-1 0 0,-1 1 0 0 0,0-1 1 0 0,0 1-1 0 0,0-1 1 0 0,1 0-1 0 0,-1 0 0 0 0,0 1 1 0 0,1-1-1 0 0,-1 0 0 0 0,1-1 1 0 0,-1 1-1 0 0,-1-2 0 0 0,-7-7 35 0 0,0 0-1 0 0,1-1 0 0 0,0 1 0 0 0,-13-23 1 0 0,-66-112 138 0 0,-56-99 199 0 0,21 2-190 0 0,228 441-636 0 0,-92-170 424 0 0,29 66-55 0 0,4-1-1 0 0,4-3 0 0 0,74 104 0 0 0,-107-174 64 0 0,0-2 0 0 0,1 0-1 0 0,36 30 1 0 0,-53-49-4 0 0,-1 0 0 0 0,1 0-1 0 0,0 0 1 0 0,0 1 0 0 0,0-1 0 0 0,0 0 0 0 0,-1 0-1 0 0,1-1 1 0 0,0 1 0 0 0,0 0 0 0 0,0 0 0 0 0,-1 0-1 0 0,1 0 1 0 0,0-1 0 0 0,0 1 0 0 0,0 0 0 0 0,-1-1-1 0 0,1 1 1 0 0,0-1 0 0 0,-1 1 0 0 0,1-1 0 0 0,0 1 0 0 0,-1-1-1 0 0,1 1 1 0 0,-1-1 0 0 0,1 1 0 0 0,0-1 0 0 0,-1 0-1 0 0,0 1 1 0 0,1-1 0 0 0,-1 0 0 0 0,1 0 0 0 0,-1 1-1 0 0,0-1 1 0 0,1 0 0 0 0,-1 0 0 0 0,0-1 0 0 0,18-38-24 0 0,-15 33 42 0 0,192-389 228 0 0,-84 185-155 0 0,-101 192-107 0 0,0-1 0 0 0,1 2 0 0 0,1-1 0 0 0,1 2 0 0 0,15-18 0 0 0,-27 35-110 0 0,-1-1 1 0 0,4-2-755 0 0,-3 2 754 0 0,-1 1 1 0 0,1 0-1 0 0,0-1 0 0 0,0 1 0 0 0,-1 0 1 0 0,1 0-1 0 0,0-1 0 0 0,-1 1 1 0 0,1 0-1 0 0,0 0 0 0 0,0 0 1 0 0,-1 0-1 0 0,1 0 0 0 0,0 0 1 0 0,0 0-1 0 0,-1 0 0 0 0,1 1 1 0 0,0-1-1 0 0,0 0 0 0 0,-1 0 1 0 0,1 1-1 0 0,0-1 0 0 0,-1 0 1 0 0,1 1-1 0 0,0-1 0 0 0,-1 0 1 0 0,1 1-1 0 0,0-1 0 0 0,2 4-377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0:31.49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34 207 696 0 0,'-9'-5'982'0'0,"-16"-11"3867"0"0,28 7-3137 0 0,17-2-1408 0 0,15-2-146 0 0,0 3 1 0 0,1 1-1 0 0,0 1 0 0 0,62-4 1 0 0,-57 8-80 0 0,-1-2 0 0 0,0-2 0 0 0,57-18 0 0 0,-33 0 32 0 0,10-4-375 0 0,-22 16-4841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0:33.01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0 281 1688 0 0,'0'-1'95'0'0,"1"1"0"0"0,-1-1 1 0 0,0 0-1 0 0,0 1 0 0 0,0-1 0 0 0,0 1 0 0 0,1-1 0 0 0,-1 1 0 0 0,0-1 0 0 0,1 1 0 0 0,-1-1 0 0 0,0 1 0 0 0,1-2 190 0 0,0 2-190 0 0,-1 0 0 0 0,1-1 0 0 0,-1 1 0 0 0,1 0 0 0 0,-1-1 0 0 0,1 1 0 0 0,-1 0 0 0 0,1-1 1 0 0,-1 1-1 0 0,1 0 0 0 0,0 0 0 0 0,-1 0 0 0 0,1 0 0 0 0,-1 0 0 0 0,1 0 0 0 0,-1 0 0 0 0,1 0 0 0 0,0 0 0 0 0,-1 0 0 0 0,1 0 0 0 0,-1 0 0 0 0,1 0 0 0 0,0 0 0 0 0,-1 0 0 0 0,1 1 0 0 0,38-2 173 0 0,-32 2-15 0 0,58-4 1726 0 0,-1-2 0 0 0,118-25 0 0 0,20-21-817 0 0,-82 16-866 0 0,118-29 230 0 0,-200 56-476 0 0,1 3 0 0 0,-1 1 0 0 0,1 2 0 0 0,55 3 0 0 0,-64 3 2 0 0,-23-2-37 0 0,0 0-1 0 0,1-1 1 0 0,-1 0-1 0 0,0-1 1 0 0,1 1 0 0 0,-1-2-1 0 0,1 1 1 0 0,-1-1-1 0 0,10-2 1 0 0,-17 0-648 0 0,0 0 1 0 0,1 0 0 0 0,-1 0-1 0 0,0 0 1 0 0,-1 0 0 0 0,1 0-1 0 0,-1 0 1 0 0,1 0 0 0 0,-1 0-1 0 0,0 0 1 0 0,0 0 0 0 0,-5-9-1265 0 0,4 5 497 0 0,-2-7-1493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0:34.31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27 400 1104 0 0,'-26'2'5764'0'0,"40"-17"-3603"0"0,21-18-1401 0 0,1 2 1 0 0,1 2-1 0 0,62-36 1 0 0,130-59-296 0 0,-63 38-3046 0 0,-140 68-2333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0:35.91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33 255 1072 0 0,'-33'0'6262'0'0,"57"1"-1896"0"0,117-14-2682 0 0,155-35 1 0 0,440-66-188 0 0,-558 92-598 0 0,-163 20-819 0 0,-1-2 1 0 0,0 0-1 0 0,0 0 1 0 0,0-2-1 0 0,17-8 0 0 0,27-10-28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0:42.79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30 229 480 0 0,'-14'3'1079'0'0,"-2"2"2130"0"0,22-3-2605 0 0,-1-1 1 0 0,0 1 0 0 0,0 0 0 0 0,0 0-1 0 0,0 1 1 0 0,8 4 0 0 0,18 9 215 0 0,-2-9-392 0 0,0-2 1 0 0,1 0 0 0 0,-1-2 0 0 0,1-2-1 0 0,57-3 1 0 0,-18 1-106 0 0,41-4 456 0 0,-57 2-373 0 0,53 3 0 0 0,-58 1-94 0 0,62-7 0 0 0,9 0 31 0 0,89-6-51 0 0,1 1-56 0 0,-177 13-161 0 0,52 8 1 0 0,-60-5-15 0 0,0-2-1 0 0,1-1 1 0 0,0 0 0 0 0,27-3 0 0 0,215-23 752 0 0,-92 3-581 0 0,-107 11-104 0 0,90-2 0 0 0,-91 13-43 0 0,86-3 48 0 0,357-31 186 0 0,-391 29-283 0 0,85-6 54 0 0,-176 7-66 0 0,0 2 0 0 0,0 1 0 0 0,0 1-1 0 0,0 1 1 0 0,0 2 0 0 0,37 9 0 0 0,-44-10 10 0 0,0-1 1 0 0,-1-1-1 0 0,1-1 1 0 0,0-1-1 0 0,0-1 0 0 0,23-5 1 0 0,61-3 197 0 0,244-6 82 0 0,-263 18-299 0 0,-40 0 7 0 0,0-2 0 0 0,0-2 0 0 0,58-10-1 0 0,75-10 453 0 0,9-3-247 0 0,-138 17-153 0 0,76-3 1 0 0,-7 2-22 0 0,-83 6-38 0 0,0 2 0 0 0,46 5-1 0 0,-49-2 29 0 0,0-1-1 0 0,1-1 0 0 0,39-6 1 0 0,-35 1-6 0 0,1 1-1 0 0,0 3 1 0 0,0 1 0 0 0,0 1 0 0 0,67 12 0 0 0,-64-7-19 0 0,0-2-1 0 0,62-3 1 0 0,-54-2 3 0 0,55 7 1 0 0,156 12-22 0 0,-90-9-3 0 0,8-4 48 0 0,32 3 13 0 0,-130-3-45 0 0,106-8 0 0 0,22 1-44 0 0,78 0 17 0 0,-140 4 62 0 0,52 3 10 0 0,293 32-121 0 0,-174-34 156 0 0,-184-4-87 0 0,19-4 86 0 0,69 2-44 0 0,68 7-120 0 0,-193-4 128 0 0,357 10-19 0 0,-302 6-67 0 0,41 0-15 0 0,305-56 146 0 0,-196 8-111 0 0,593 0 72 0 0,-169 29 220 0 0,-588 0-258 0 0,156 7 47 0 0,156 13-68 0 0,-2-33 137 0 0,-228 6-172 0 0,280-17 233 0 0,-256 18-159 0 0,19-1-37 0 0,80-5 67 0 0,-178 9-28 0 0,-76 2-6 0 0,272-6 58 0 0,188 17 158 0 0,-283 13 78 0 0,-257-20-321 0 0,-12 1-613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3:04.81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 24 32 0 0,'-1'-1'170'0'0,"1"0"0"0"0,-1 0 1 0 0,0 0-1 0 0,1 1 0 0 0,-1-1 0 0 0,1 0 0 0 0,-1 0 0 0 0,1 0 1 0 0,0 0-1 0 0,-1 0 0 0 0,1 0 0 0 0,0 0 0 0 0,0 0 0 0 0,0 0 1 0 0,0-1-1 0 0,0 1 0 0 0,0 0 0 0 0,0 0 0 0 0,0 0 0 0 0,0 0 1 0 0,0-1-1 0 0,2 2 3 0 0,-1 0 0 0 0,0 0 0 0 0,0 1 0 0 0,0-1 0 0 0,0 0 1 0 0,0 1-1 0 0,0-1 0 0 0,0 1 0 0 0,1 0 0 0 0,-2-1 0 0 0,1 1 0 0 0,0 0 1 0 0,0-1-1 0 0,0 1 0 0 0,0 0 0 0 0,0 0 0 0 0,-1 0 0 0 0,2 1 1 0 0,3 2 146 0 0,1-1 0 0 0,0 1 1 0 0,-1-1-1 0 0,1 0 1 0 0,0-1-1 0 0,1 1 1 0 0,-1-1-1 0 0,0-1 1 0 0,1 1-1 0 0,7 0 1 0 0,70 8 424 0 0,-48-9-440 0 0,0-1 0 0 0,37-6 0 0 0,34-1 659 0 0,-67 9-755 0 0,0 2 0 0 0,53 12 0 0 0,34 5 584 0 0,-83-20-617 0 0,0-2-1 0 0,-1-2 1 0 0,1-2-1 0 0,79-19 1 0 0,15-2 68 0 0,-135 26-258 0 0,2-1 2 0 0,0 0 0 0 0,0 0 0 0 0,1 1 0 0 0,-1-1 0 0 0,0 1 0 0 0,0 0 0 0 0,1 1 0 0 0,-1-1 0 0 0,0 1 0 0 0,10 3 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3:08.26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 76 816 0 0,'0'0'52'0'0,"-1"-1"0"0"0,0 0 0 0 0,0 0 0 0 0,0 0 0 0 0,1 1 0 0 0,-1-1-1 0 0,1 0 1 0 0,-1 0 0 0 0,0 0 0 0 0,1 0 0 0 0,0 0 0 0 0,-1 0 0 0 0,1 0 0 0 0,0 0 0 0 0,-1-1 0 0 0,1 1-1 0 0,0 0 1 0 0,0 0 0 0 0,0 0 0 0 0,0 0 0 0 0,0 0 0 0 0,0 0 0 0 0,0 0 0 0 0,0-1 0 0 0,1 1 0 0 0,-1 0-1 0 0,0 0 1 0 0,1 0 0 0 0,-1 0 0 0 0,0 0 0 0 0,1 0 0 0 0,-1 0 0 0 0,1 0 0 0 0,0 0 0 0 0,-1 0-1 0 0,1 1 1 0 0,0-1 0 0 0,0 0 0 0 0,-1 0 0 0 0,1 0 0 0 0,0 1 0 0 0,0-1 0 0 0,0 0 0 0 0,0 1 0 0 0,0-1-1 0 0,5-25 5540 0 0,8 31-4992 0 0,0-2-276 0 0,0 0 0 0 0,0-1-1 0 0,1 0 1 0 0,-1-1 0 0 0,0-1 0 0 0,0 0 0 0 0,24-4 0 0 0,17 1 316 0 0,179 10 702 0 0,-2 2-100 0 0,70-23-171 0 0,-267 15-1253 0 0,-19 0-17 0 0,-1 0 0 0 0,0-1 0 0 0,0-1 0 0 0,1-1 0 0 0,-1 0 0 0 0,0 0 0 0 0,0-1 0 0 0,18-7 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3:10.57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75 195 1056 0 0,'-3'-3'283'0'0,"0"1"1"0"0,1 0-1 0 0,-1-1 0 0 0,0 1 0 0 0,0 0 0 0 0,0 1 1 0 0,0-1-1 0 0,-1 0 0 0 0,1 1 0 0 0,0 0 0 0 0,-1 0 1 0 0,1 0-1 0 0,-1 0 0 0 0,1 0 0 0 0,-1 1 0 0 0,1-1 1 0 0,-1 1-1 0 0,0 0 0 0 0,-8 1 1643 0 0,36-3-1409 0 0,0 0 0 0 0,39-10 0 0 0,35-3 11 0 0,-29 13-116 0 0,-16 1 187 0 0,0-3-1 0 0,92-17 0 0 0,-94 11-426 0 0,-1 3 0 0 0,1 2 0 0 0,80 2 1 0 0,-65-1 116 0 0,-1-2 0 0 0,82-19 0 0 0,-71 11 2 0 0,84-5 0 0 0,94 6 317 0 0,-225 16-2290 0 0,-26-2 1181 0 0,1-1 1 0 0,-1 1-1 0 0,1-1 1 0 0,0 1-1 0 0,-1-1 1 0 0,1 0-1 0 0,0-1 1 0 0,-1 1-1 0 0,1-1 1 0 0,0 1 0 0 0,-1-1-1 0 0,1 0 1 0 0,-1 0-1 0 0,1-1 1 0 0,4-2-1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3:12.27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26 176 0 0,'3'-19'7703'0'0,"-2"21"-7610"0"0,0-1 1 0 0,0 1-1 0 0,1-1 1 0 0,-1 0-1 0 0,0 0 0 0 0,1 1 1 0 0,-1-1-1 0 0,1 0 0 0 0,-1 0 1 0 0,1 0-1 0 0,-1 0 1 0 0,1-1-1 0 0,0 1 0 0 0,-1 0 1 0 0,1-1-1 0 0,0 1 0 0 0,0-1 1 0 0,3 1-1 0 0,41 6 474 0 0,-35-6-434 0 0,185 16 922 0 0,-145-13-690 0 0,0-3 0 0 0,0-2 0 0 0,61-9 0 0 0,14 0 265 0 0,70-8 324 0 0,-119 9-775 0 0,1 3 0 0 0,87 4 0 0 0,-144 3-204 0 0,-14-1-62 0 0,0-1 1 0 0,-1 2-1 0 0,1-1 1 0 0,0 1 0 0 0,-1 0-1 0 0,1 1 1 0 0,6 2-1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5:05.43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19 239 248 0 0,'1'-17'966'0'0,"-7"-11"1705"0"0,-8 38-569 0 0,17-10-2073 0 0,0 1 0 0 0,0-1 0 0 0,0 1 0 0 0,1-1 1 0 0,-1 0-1 0 0,0 0 0 0 0,0 0 0 0 0,0-1 0 0 0,4 0 1 0 0,35-12 1346 0 0,-8 2-914 0 0,0 1 0 0 0,0 1 0 0 0,1 2 0 0 0,0 2 0 0 0,43-2 1 0 0,34 10-135 0 0,-63-1 69 0 0,0-1 0 0 0,0-2 0 0 0,0-3 0 0 0,74-14 0 0 0,-27 1 302 0 0,50 13-101 0 0,-126 4-624 0 0,208 15 969 0 0,-111-5-707 0 0,-48-6 64 0 0,0-3 0 0 0,0-4 0 0 0,120-19 1 0 0,-159 19-183 0 0,1 0 0 0 0,-1 2 1 0 0,57 6-1 0 0,-46-2 97 0 0,52-3 1 0 0,60 2-120 0 0,-111 1-16 0 0,0-3-1 0 0,70-6 0 0 0,-32-7-14 0 0,31-4 134 0 0,174-7-1 0 0,-137 19-227 0 0,-80 1 240 0 0,121 8 0 0 0,-136 3-170 0 0,0-3-1 0 0,0-2 0 0 0,87-8 1 0 0,197-20 122 0 0,-330 25-160 0 0,381-12 91 0 0,139 5 74 0 0,-448 3-182 0 0,-54 3 88 0 0,0 0 0 0 0,48 4 0 0 0,-52 2-12 0 0,-1 1 0 0 0,34 12 0 0 0,-34-11-211 0 0,-17-5-407 0 0,-1-1 1 0 0,1 0-1 0 0,0 1 1 0 0,0-1-1 0 0,0-1 0 0 0,-1 1 1 0 0,1 0-1 0 0,0-1 0 0 0,0 1 1 0 0,0-1-1 0 0,-1 0 0 0 0,1 0 1 0 0,-1 0-1 0 0,1 0 0 0 0,12-10-2222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5:09.32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0 153 2232 0 0,'44'-19'1334'0'0,"-34"16"-1029"0"0,0-1 0 0 0,-1 0 0 0 0,0 0 0 0 0,0-1 0 0 0,0 0 0 0 0,13-11 0 0 0,-19 13 17 0 0,21-13 2564 0 0,-23 15-2834 0 0,0 1-1 0 0,0 0 1 0 0,0 0 0 0 0,0 0-1 0 0,0 0 1 0 0,0 1 0 0 0,0-1-1 0 0,0 0 1 0 0,0 0 0 0 0,0 1-1 0 0,0-1 1 0 0,-1 0 0 0 0,1 1-1 0 0,0-1 1 0 0,0 1 0 0 0,0-1-1 0 0,0 1 1 0 0,0-1 0 0 0,-1 1-1 0 0,1 0 1 0 0,0-1 0 0 0,-1 1-1 0 0,2 1 1 0 0,0 0 3 0 0,1 0 0 0 0,0 0 1 0 0,-1 0-1 0 0,1-1 0 0 0,0 1 0 0 0,0-1 1 0 0,0 0-1 0 0,0 0 0 0 0,0 0 0 0 0,0 0 1 0 0,1 0-1 0 0,-1-1 0 0 0,0 0 0 0 0,5 1 1 0 0,54-4 1753 0 0,-7 1-1133 0 0,60 19-91 0 0,-84-10-212 0 0,1-2 0 0 0,0-1 0 0 0,0-1-1 0 0,0-2 1 0 0,56-5 0 0 0,258-36 1008 0 0,-231 23-1049 0 0,210-5-1 0 0,-59 7 120 0 0,58 1-43 0 0,-80 5 145 0 0,-47 0-87 0 0,-37 12-349 0 0,115-3-3 0 0,-184-5-81 0 0,0 4 1 0 0,0 4 0 0 0,126 20-1 0 0,-155-8-35 0 0,77 27-1 0 0,-112-32-58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5:11.73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21 1600 0 0,'4'-2'683'0'0,"-1"-1"1"0"0,1 1-1 0 0,-1 0 0 0 0,1 0 0 0 0,0 0 0 0 0,0 1 0 0 0,0-1 1 0 0,0 1-1 0 0,0 0 0 0 0,0 0 0 0 0,5 0 0 0 0,-5 3-596 0 0,-1 0-1 0 0,1 1 1 0 0,-1 0 0 0 0,0-1-1 0 0,0 1 1 0 0,0 0-1 0 0,0 1 1 0 0,0-1 0 0 0,2 4-1 0 0,8 8 16 0 0,-7-10-50 0 0,0 0 1 0 0,0-1-1 0 0,0 0 0 0 0,0-1 0 0 0,1 1 0 0 0,0-1 0 0 0,0 0 1 0 0,0-1-1 0 0,0 1 0 0 0,0-1 0 0 0,0-1 0 0 0,15 2 0 0 0,2-2 259 0 0,0-1 0 0 0,41-6 0 0 0,-44 3 132 0 0,0 1 0 0 0,0 1 0 0 0,41 3 1 0 0,-42 1-312 0 0,37 8 209 0 0,1-3-1 0 0,0-3 1 0 0,0-2-1 0 0,84-7 1 0 0,-109 0-231 0 0,33-6 70 0 0,1 4 0 0 0,88 2 1 0 0,-101 4 36 0 0,0-2 1 0 0,63-11 0 0 0,-63 5-38 0 0,1 3-1 0 0,59 3 1 0 0,-46 2 6 0 0,1-4 1 0 0,76-12 0 0 0,96-5 21 0 0,-38 16 49 0 0,95 2 78 0 0,-202 2-214 0 0,-70-1-45 0 0,1 2 1 0 0,0 0-1 0 0,-1 2 0 0 0,52 10 1 0 0,-42-5-73 0 0,0-1 0 0 0,0-3 1 0 0,58 0-1 0 0,30 3 71 0 0,119-1 16 0 0,-142-7-38 0 0,23 6-7 0 0,-61 0-33 0 0,95-8-1 0 0,25-5 34 0 0,-15 2 9 0 0,40-3 30 0 0,45-4 434 0 0,-230 19 126 0 0,-12-1-2463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9:31.26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49 141 144 0 0,'-2'-4'200'0'0,"1"0"0"0"0,0 0 0 0 0,0 0 0 0 0,0 0-1 0 0,1 0 1 0 0,0 0 0 0 0,-1 0 0 0 0,2-6 0 0 0,-5-25 2492 0 0,3 33-2586 0 0,0 1 0 0 0,1 0 0 0 0,-1 0 0 0 0,0 0 0 0 0,0 0 0 0 0,0 0 0 0 0,0 0 0 0 0,0 0 0 0 0,0 1 0 0 0,0-1 0 0 0,0 0 0 0 0,0 0 0 0 0,0 1 0 0 0,0-1 0 0 0,-1 1 0 0 0,1-1 0 0 0,0 1 1 0 0,0 0-1 0 0,-18-8 3965 0 0,19 8-4008 0 0,0-1-18 0 0,1 1 1 0 0,-1 0-1 0 0,0-1 0 0 0,1 1 1 0 0,-1 0-1 0 0,1-1 0 0 0,-1 1 1 0 0,1 0-1 0 0,-1-1 0 0 0,0 1 1 0 0,1 0-1 0 0,-1 0 0 0 0,1-1 1 0 0,-1 1-1 0 0,1 0 0 0 0,-1 0 1 0 0,1 0-1 0 0,-1 0 0 0 0,1 0 1 0 0,-1 0-1 0 0,1 0 0 0 0,0 0 1 0 0,-1 0-1 0 0,1 0 0 0 0,-1 0 1 0 0,1 0-1 0 0,-1 0 0 0 0,1 1 1 0 0,5-1 119 0 0,0 0 0 0 0,-1 0 0 0 0,1 0 0 0 0,0-1 0 0 0,-1 0 0 0 0,1 0 1 0 0,0 0-1 0 0,-1 0 0 0 0,9-5 0 0 0,38-5 336 0 0,-4 16-74 0 0,-38-3-351 0 0,-1-1-1 0 0,1 0 1 0 0,0 0 0 0 0,12-2 0 0 0,-6-1 121 0 0,0 1 1 0 0,0 0 0 0 0,0 1 0 0 0,-1 0-1 0 0,1 1 1 0 0,22 5 0 0 0,-28-4-134 0 0,1-1-1 0 0,-1-1 1 0 0,0 0 0 0 0,0 0 0 0 0,0-1-1 0 0,16-3 1 0 0,28-2-87 0 0,-12 4 144 0 0,57-10 1 0 0,-68 8-16 0 0,-24 3-73 0 0,-1 1-1 0 0,0 1 1 0 0,1-1 0 0 0,-1 1 0 0 0,12 3-1 0 0,21 2 61 0 0,-28-6-753 0 0,52 0 2243 0 0,-40-2-3334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29:33.04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19 49 1736 0 0,'-18'-22'8852'0'0,"18"33"-7835"0"0,42-15 860 0 0,16 0-934 0 0,-40 4-619 0 0,0-1 1 0 0,-1-1 0 0 0,19-5-1 0 0,-5 3 15 0 0,-1 0 0 0 0,1 2 0 0 0,0 1-1 0 0,-1 2 1 0 0,51 7 0 0 0,-33-3 120 0 0,6 0-165 0 0,0-2 0 0 0,0-2 0 0 0,1-3 0 0 0,61-9 1 0 0,-82 4-210 0 0,0 2 1 0 0,45-2 0 0 0,-56 17-19 0 0,-15-2-1518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0:28.26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4 213 3497 0 0,'-4'0'1115'0'0,"9"6"-1426"0"0,-4-5 502 0 0,0 0 0 0 0,0 0 0 0 0,0 0 0 0 0,0 0 0 0 0,0 0 0 0 0,0 0 0 0 0,0-1 0 0 0,1 1 0 0 0,-1 0 0 0 0,0-1 0 0 0,0 1 0 0 0,1-1 0 0 0,-1 0 0 0 0,3 1 0 0 0,-2 0-47 0 0,0-1 0 0 0,0 1 0 0 0,1-1 0 0 0,-1 1 0 0 0,0 0 0 0 0,0 0 0 0 0,0 0 0 0 0,0 0 1 0 0,0 0-1 0 0,0 0 0 0 0,2 3 0 0 0,22 10 574 0 0,2-8-278 0 0,0-1 0 0 0,1-2 0 0 0,-1 0 1 0 0,37-3-1 0 0,114-15 639 0 0,22-1 284 0 0,-100 22-729 0 0,-64-2-205 0 0,51-2-1 0 0,340-46 866 0 0,-201 27-735 0 0,-74 7-294 0 0,285-12 384 0 0,-347 19-490 0 0,259-21 244 0 0,-297 20-326 0 0,168-19 311 0 0,138-8-190 0 0,238 1 331 0 0,-165 9-347 0 0,-251 15-60 0 0,26 10 25 0 0,17 0 8 0 0,-175-7-197 0 0,0 3 1 0 0,86 9 0 0 0,-212-33-14654 0 0,55 15 10304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2:26.01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1 140 32 0 0,'12'-24'6868'0'0,"-10"23"-6631"0"0,32-1 4460 0 0,5 1-4042 0 0,-24-2-394 0 0,1 1-1 0 0,0 1 0 0 0,-1 1 0 0 0,1 0 0 0 0,15 2 0 0 0,43 0 616 0 0,-49-2-592 0 0,45 4 0 0 0,-50-1-148 0 0,-1-2 1 0 0,1 0 0 0 0,-1-1-1 0 0,28-4 1 0 0,-12 0 110 0 0,-1 1 0 0 0,42 2 0 0 0,-39 2 260 0 0,63-8 1 0 0,-73 5-398 0 0,0 1 1 0 0,0 1-1 0 0,0 1 0 0 0,53 11 0 0 0,-41-6 81 0 0,58 2 1 0 0,4-7-16 0 0,-31 1 77 0 0,-1-3 0 0 0,103-14 1 0 0,-137 9-144 0 0,1 1 1 0 0,0 2-1 0 0,69 2 0 0 0,-51 2 7 0 0,-1-2-1 0 0,84-14 1 0 0,-1 0 36 0 0,-6 2-125 0 0,64-3 23 0 0,3 5 59 0 0,-91 3-54 0 0,-8 1 181 0 0,128-4 124 0 0,108 21-66 0 0,80-2 286 0 0,-396-8-525 0 0,343 9 390 0 0,-261-4-391 0 0,85 11 120 0 0,-13-1-29 0 0,-58-13-38 0 0,-45-4-16 0 0,-39 0-19 0 0,-1 1 0 0 0,35 4-1 0 0,-14 1 14 0 0,65-3 0 0 0,-53-2-44 0 0,188-10 167 0 0,-224 10-170 0 0,0 2 0 0 0,-1 1 0 0 0,43 8 0 0 0,-73-11-244 0 0,0 0-422 0 0,0 0 0 0 0,-1 0 0 0 0,1-1 0 0 0,0 1 1 0 0,0-1-1 0 0,0 0 0 0 0,0 0 0 0 0,0-1 0 0 0,1 0 1 0 0,-1 1-1 0 0,1-2 0 0 0,0 1 0 0 0,0 0 1 0 0,0-1-1 0 0,0 0 0 0 0,0 0 0 0 0,1 0 0 0 0,-1 0 1 0 0,1-1-1 0 0,-4-8 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3:28.11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86 182 8 0 0,'-1'1'64'0'0,"0"-1"0"0"0,1 1 0 0 0,-1 0 0 0 0,0-1 1 0 0,0 1-1 0 0,0-1 0 0 0,1 1 0 0 0,-1-1 0 0 0,0 1 0 0 0,0-1 0 0 0,0 0 0 0 0,0 0 0 0 0,0 1 1 0 0,0-1-1 0 0,0 0 0 0 0,0 0 0 0 0,0 0 0 0 0,0 0 0 0 0,0 0 0 0 0,0 0 0 0 0,0 0 0 0 0,0 0 1 0 0,0 0-1 0 0,0-1 0 0 0,0 1 0 0 0,0 0 0 0 0,0-1 0 0 0,0 1 0 0 0,0-1 0 0 0,0 1 0 0 0,0-1 1 0 0,1 1-1 0 0,-1-1 0 0 0,0 1 0 0 0,0-1 0 0 0,1 0 0 0 0,-1 1 0 0 0,0-1 0 0 0,1 0 0 0 0,-1 0 1 0 0,0-1-1 0 0,-7-6 1118 0 0,8 8-1109 0 0,-1-1 0 0 0,1 1-1 0 0,-1-1 1 0 0,1 1-1 0 0,-1-1 1 0 0,1 1-1 0 0,-1-1 1 0 0,0 1-1 0 0,1-1 1 0 0,-1 1-1 0 0,0 0 1 0 0,0 0-1 0 0,1-1 1 0 0,-1 1-1 0 0,0 0 1 0 0,1 0-1 0 0,-1 0 1 0 0,0-1-1 0 0,0 1 1 0 0,0 0-1 0 0,1 0 1 0 0,-1 0-1 0 0,0 0 1 0 0,0 1-1 0 0,1-1 1 0 0,-1 0-1 0 0,0 0 1 0 0,0 0-1 0 0,1 1 1 0 0,-1-1-1 0 0,0 0 1 0 0,1 1-1 0 0,-1-1 1 0 0,0 0-1 0 0,1 1 1 0 0,-1-1-1 0 0,0 1 1 0 0,1-1-1 0 0,-1 1 1 0 0,1-1-1 0 0,-1 2 1 0 0,-1 0 105 0 0,1 0 1 0 0,0 0-1 0 0,-1-1 0 0 0,1 2 1 0 0,0-1-1 0 0,0 0 0 0 0,1 0 1 0 0,-1 0-1 0 0,0 0 0 0 0,1 0 1 0 0,-1 1-1 0 0,1 3 0 0 0,8-4 222 0 0,0 0-1 0 0,0-1 1 0 0,0 0 0 0 0,15-1-1 0 0,-10-1-187 0 0,1-1 0 0 0,-1 0 0 0 0,0-1 0 0 0,0-1 0 0 0,-1 0 0 0 0,1 0 0 0 0,13-8 0 0 0,-11 5-74 0 0,-1 1 1 0 0,1 1 0 0 0,1 0-1 0 0,-1 1 1 0 0,18-2-1 0 0,50-10 775 0 0,-63 11-749 0 0,-1 1 0 0 0,1 1 0 0 0,31-2 0 0 0,-25 4 130 0 0,0-2 0 0 0,27-5 0 0 0,-26 3-61 0 0,-1 1 0 0 0,29 0 0 0 0,21 1 44 0 0,-26-2-46 0 0,-19 4-58 0 0,0 2-1 0 0,0 0 1 0 0,-1 2-1 0 0,43 10 0 0 0,-35-5-62 0 0,1-3-1 0 0,42 1 0 0 0,-63-6-70 0 0,35 2 158 0 0,0-4 1 0 0,-1-1-1 0 0,103-20 0 0 0,-138 20-157 0 0,0 1 0 0 0,1 0 0 0 0,-1 2 0 0 0,1 0 0 0 0,0 1 0 0 0,27 5 0 0 0,39 1 11 0 0,-22-7 19 0 0,150 6 361 0 0,-53 4-131 0 0,-45-5-152 0 0,125-4 233 0 0,-111-4-212 0 0,127 6 210 0 0,-124-14-222 0 0,0 0-6 0 0,-61 13-107 0 0,-35 0 11 0 0,-1-2-1 0 0,65-7 1 0 0,-59 2-9 0 0,1 2-1 0 0,-1 2 1 0 0,43 3 0 0 0,-32 1 21 0 0,61-6 0 0 0,16-7-76 0 0,84-11 82 0 0,-17 3 93 0 0,-119 6-122 0 0,-44 6-32 0 0,0 1 0 0 0,1 1 0 0 0,-1 3 0 0 0,37 1 0 0 0,-29-3 10 0 0,-35 2-15 0 0,0 0-1 0 0,-1 1 0 0 0,1-1 1 0 0,0 1-1 0 0,0 0 1 0 0,0 0-1 0 0,0 1 1 0 0,0-1-1 0 0,-1 1 0 0 0,12 6 1232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3:32.22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89 1 144 0 0,'-2'0'87'0'0,"0"0"0"0"0,-1 0 1 0 0,1 0-1 0 0,0 0 0 0 0,-1 0 0 0 0,1 1 1 0 0,0-1-1 0 0,-1 1 0 0 0,1-1 0 0 0,-3 3 1 0 0,3-3 101 0 0,1 1 0 0 0,0 0 0 0 0,0-1 0 0 0,0 1 0 0 0,-1-1 0 0 0,1 0 0 0 0,-43-3 9286 0 0,36 7-7787 0 0,20-5-395 0 0,1 0-715 0 0,0 0-1 0 0,0 1 1 0 0,20 2 0 0 0,4-1-95 0 0,14 0-47 0 0,0 2-1 0 0,79 16 1 0 0,-113-18-315 0 0,1 1 0 0 0,-1-2-1 0 0,0 0 1 0 0,0-1 0 0 0,23-5 0 0 0,-18 3-52 0 0,1 1 1 0 0,31 1 0 0 0,-11 2 237 0 0,0-2 1 0 0,50-8 0 0 0,-10 1-26 0 0,-58 7-233 0 0,0 2-1 0 0,31 4 1 0 0,-31-2 26 0 0,0-1 1 0 0,30-1-1 0 0,4-2 211 0 0,97 11 0 0 0,8 0-164 0 0,160 4 463 0 0,-255-12-460 0 0,-34-1-35 0 0,0-1-1 0 0,1-1 1 0 0,56-10-1 0 0,-52 6-49 0 0,0 1 0 0 0,1 3 0 0 0,-1 1 0 0 0,0 2 0 0 0,67 12 0 0 0,25 0 12 0 0,79-13 23 0 0,-92-4-41 0 0,390-6 543 0 0,-461 9-587 0 0,225 6 158 0 0,-143-5-45 0 0,-85-2-38 0 0,81 8-1 0 0,-73-3-4 0 0,0-1-1 0 0,0-3 0 0 0,69-9 1 0 0,11 6-28 0 0,-87 3-15 0 0,1-1 0 0 0,51-9-1 0 0,-45 4-27 0 0,87 0-1 0 0,-28 2-2 0 0,-67 4 24 0 0,1 1 0 0 0,47 8 0 0 0,52 2 13 0 0,112-2 124 0 0,-79-7-54 0 0,-137-3-80 0 0,-25 0-16 0 0,0 0 1 0 0,0 1-1 0 0,-1 1 0 0 0,1 1 0 0 0,23 5 0 0 0,-23-3 4 0 0,0-2-1 0 0,0 0 0 0 0,0-1 0 0 0,25-2 0 0 0,33 3 3 0 0,8-2 57 0 0,-67-1-45 0 0,1 0 1 0 0,0 1-1 0 0,0 1 0 0 0,17 3 0 0 0,-9 1-287 0 0,-12-2-47 0 0,-1-1-1 0 0,1 0 0 0 0,18 0 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3:59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0 768 0 0,'-1'19'8638'0'0,"10"75"-5953"0"0,-9-94-2691 0 0,1 12-299 0 0,1-1-1 0 0,1 1 1 0 0,0 0 0 0 0,8 20-1 0 0,-9-40-5612 0 0,0-20 3501 0 0,-2 23 1701 0 0,1-10-623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3:59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65 2040 0 0,'0'0'63'0'0,"0"0"-1"0"0,-1 0 0 0 0,1 0 0 0 0,0 0 0 0 0,0 0 0 0 0,0 1 0 0 0,0-1 0 0 0,0 0 0 0 0,-1 0 0 0 0,1 0 0 0 0,0 0 0 0 0,0 0 0 0 0,0 0 0 0 0,0 0 0 0 0,0 0 1 0 0,0 0-1 0 0,-1 0 0 0 0,1 1 0 0 0,0-1 0 0 0,0 0 0 0 0,0 0 0 0 0,0 0 0 0 0,0 0 0 0 0,0 0 0 0 0,0 0 0 0 0,0 1 0 0 0,0-1 0 0 0,0 0 0 0 0,0 0 0 0 0,0 0 1 0 0,0 0-1 0 0,0 0 0 0 0,0 1 0 0 0,0-1 0 0 0,0 0 0 0 0,0 0 0 0 0,0 0 0 0 0,0 0 0 0 0,0 1 0 0 0,0-1 0 0 0,0 0 0 0 0,0 0 0 0 0,0 0 0 0 0,0 0 0 0 0,0 0 1 0 0,0 0-1 0 0,0 1 0 0 0,0-1 0 0 0,0 0 0 0 0,0 0 0 0 0,0 0 0 0 0,1 0 0 0 0,-1 0 0 0 0,0 0 0 0 0,0 1 0 0 0,0-1 0 0 0,0 0 0 0 0,0 0 0 0 0,0 0 0 0 0,1 0 1 0 0,12-1 1946 0 0,16-8-367 0 0,13-6-859 0 0,-1 1 0 0 0,2 2 1 0 0,59-8-1 0 0,-101 20-755 0 0,0 0 1 0 0,0 0-1 0 0,-1 0 1 0 0,1 1 0 0 0,0-1-1 0 0,0 0 1 0 0,0 1-1 0 0,0-1 1 0 0,0 1-1 0 0,0-1 1 0 0,-1 1 0 0 0,1-1-1 0 0,0 1 1 0 0,0-1-1 0 0,-1 1 1 0 0,1 0-1 0 0,0 0 1 0 0,-1-1 0 0 0,1 1-1 0 0,-1 0 1 0 0,1 0-1 0 0,-1 0 1 0 0,1-1-1 0 0,-1 1 1 0 0,1 0 0 0 0,-1 0-1 0 0,0 0 1 0 0,0 0-1 0 0,1 0 1 0 0,-1 0-1 0 0,0 0 1 0 0,0 0 0 0 0,0 0-1 0 0,0 0 1 0 0,0 0-1 0 0,0 0 1 0 0,0 0-1 0 0,-1 1 1 0 0,-4 50 193 0 0,3-37-133 0 0,1 46 44 0 0,1-42-684 0 0,0 0 0 0 0,-5 30 0 0 0,4-48 230 0 0,0-1 1 0 0,0 1-1 0 0,1 0 0 0 0,-1 0 1 0 0,0-1-1 0 0,0 1 0 0 0,0 0 1 0 0,0-1-1 0 0,0 1 0 0 0,0-1 1 0 0,0 1-1 0 0,0-1 0 0 0,-1 1 1 0 0,1-1-1 0 0,0 0 0 0 0,0 0 1 0 0,0 0-1 0 0,0 1 0 0 0,0-1 1 0 0,-1 0-1 0 0,1 0 0 0 0,0-1 1 0 0,0 1-1 0 0,0 0 0 0 0,0 0 1 0 0,0 0-1 0 0,-2-1 0 0 0,-1 0-709 0 0,4 3-621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0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2657 0 0,'3'2'356'0'0,"0"-1"0"0"0,-1 1 0 0 0,1 0 1 0 0,0-1-1 0 0,0 0 0 0 0,0 1 1 0 0,1-1-1 0 0,-1-1 0 0 0,0 1 1 0 0,0 0-1 0 0,0-1 0 0 0,1 1 1 0 0,-1-1-1 0 0,0 0 0 0 0,1 0 0 0 0,-1 0 1 0 0,0-1-1 0 0,0 1 0 0 0,7-3 1 0 0,75-23 758 0 0,-46 12-653 0 0,-39 14-466 0 0,17-4-261 0 0,0-2 1 0 0,0 1 0 0 0,0-2-1 0 0,27-15 1 0 0,-77 39-5868 0 0,-6-2 3695 0 0,22-9 1974 0 0,-1 1-1 0 0,-25 14 1 0 0,5 1 679 0 0,27-18 159 0 0,1 1 1 0 0,1 0-1 0 0,-1 1 1 0 0,1 0-1 0 0,0 1 1 0 0,0-1-1 0 0,1 2 0 0 0,0-1 1 0 0,0 1-1 0 0,-12 17 1 0 0,20-25-325 0 0,0 0 0 0 0,0 1 1 0 0,0-1-1 0 0,-1 0 0 0 0,1 1 0 0 0,0-1 0 0 0,0 0 0 0 0,0 0 1 0 0,0 1-1 0 0,0-1 0 0 0,0 0 0 0 0,0 1 0 0 0,0-1 1 0 0,0 0-1 0 0,0 0 0 0 0,0 1 0 0 0,0-1 0 0 0,0 0 1 0 0,0 1-1 0 0,0-1 0 0 0,1 0 0 0 0,-1 0 0 0 0,0 1 0 0 0,0-1 1 0 0,0 0-1 0 0,0 1 0 0 0,0-1 0 0 0,1 0 0 0 0,-1 0 1 0 0,0 0-1 0 0,0 1 0 0 0,0-1 0 0 0,1 0 0 0 0,-1 0 1 0 0,0 0-1 0 0,0 1 0 0 0,1-1 0 0 0,16 4 1167 0 0,22-4 120 0 0,-37 0-1183 0 0,20-1 138 0 0,1 0 0 0 0,-1-2 0 0 0,-1-1 0 0 0,1-1 0 0 0,0-1 0 0 0,-1 0 0 0 0,0-2 0 0 0,-1 0 0 0 0,0-2 0 0 0,0 0 0 0 0,30-21 0 0 0,-55 41-160 0 0,1 1-1 0 0,1 0 1 0 0,0 0-1 0 0,0 0 0 0 0,1 0 1 0 0,0 13-1 0 0,-12 47-3016 0 0,-3-42-4647 0 0,18-23 5426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0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2433 0 0,'-2'6'418'0'0,"1"1"1"0"0,0-1-1 0 0,0 0 1 0 0,1 1-1 0 0,0-1 1 0 0,0 1-1 0 0,0-1 1 0 0,1 1-1 0 0,0-1 1 0 0,1 0-1 0 0,-1 1 1 0 0,1-1-1 0 0,0 0 1 0 0,5 9 0 0 0,-5-12-332 0 0,-1 1 0 0 0,1-1 0 0 0,0-1 0 0 0,1 1 0 0 0,-1 0 0 0 0,1 0 0 0 0,-1-1 0 0 0,1 1 0 0 0,0-1 1 0 0,0 0-1 0 0,0 0 0 0 0,0 0 0 0 0,0 0 0 0 0,0-1 0 0 0,0 1 0 0 0,1-1 0 0 0,-1 0 0 0 0,1 0 1 0 0,-1 0-1 0 0,1 0 0 0 0,-1 0 0 0 0,1-1 0 0 0,-1 0 0 0 0,1 1 0 0 0,0-2 0 0 0,6 0 0 0 0,59-10 330 0 0,89-28-1 0 0,-140 34-392 0 0,-9 2-194 0 0,84-27 373 0 0,-87 28-964 0 0,1-2 0 0 0,-1 1 0 0 0,1-1 0 0 0,-1 0 0 0 0,0 0 0 0 0,7-7 0 0 0,-13 11 606 0 0,1-1 0 0 0,-1 0 0 0 0,0 1 0 0 0,1-1 0 0 0,-1 1 0 0 0,0-1 0 0 0,0 0 0 0 0,1 1 0 0 0,-1-1 0 0 0,0 1 0 0 0,0-1 0 0 0,0 0 0 0 0,0 1 0 0 0,0-1 0 0 0,0 0 0 0 0,0 1 0 0 0,0-1 0 0 0,0 0 0 0 0,0 1 0 0 0,0-1 0 0 0,0 0 0 0 0,0 1 0 0 0,-1-1 0 0 0,1 0 0 0 0,0 1 0 0 0,0-1 0 0 0,-1 0 0 0 0,1 0 20 0 0,-3-5-1671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0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1272 0 0,'3'21'4316'0'0,"7"49"-3176"0"0,5 111-1472 0 0,-16-217-4584 0 0,-4-2 3628 0 0,3 24 1104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1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96 64 0 0,'-18'-33'7443'0'0,"21"33"-7095"0"0,-1 1 0 0 0,1-1-1 0 0,0 0 1 0 0,0 0 0 0 0,0 0 0 0 0,0 0 0 0 0,0-1 0 0 0,0 1-1 0 0,-1-1 1 0 0,1 0 0 0 0,0 0 0 0 0,5-2 0 0 0,39-20 1073 0 0,-23 10-621 0 0,-16 10-633 0 0,0-1 1 0 0,0 1 0 0 0,0 0-1 0 0,0 1 1 0 0,0 0 0 0 0,0 0-1 0 0,12 0 1 0 0,-18 2-145 0 0,0 0 1 0 0,0 1-1 0 0,0-1 0 0 0,1 0 0 0 0,-1 1 1 0 0,0 0-1 0 0,0-1 0 0 0,0 1 1 0 0,0 0-1 0 0,0 0 0 0 0,0 0 0 0 0,0 0 1 0 0,-1 1-1 0 0,1-1 0 0 0,0 0 1 0 0,-1 1-1 0 0,1-1 0 0 0,-1 1 0 0 0,1 0 1 0 0,-1-1-1 0 0,0 1 0 0 0,1 0 1 0 0,-1 0-1 0 0,0 0 0 0 0,0 0 0 0 0,-1 0 1 0 0,1 0-1 0 0,0 0 0 0 0,-1 0 1 0 0,1 0-1 0 0,-1 0 0 0 0,1 5 1 0 0,1 4-294 0 0,0 1 0 0 0,0-1 0 0 0,-1 1 0 0 0,-1 0 0 0 0,0 0 0 0 0,-1-1 0 0 0,0 1 0 0 0,0 0 0 0 0,-5 14 0 0 0,4-19-593 0 0,-1 0 0 0 0,0 0 0 0 0,-1 0 0 0 0,1 0 0 0 0,-1 0 0 0 0,0-1 0 0 0,-1 0 0 0 0,0 0 1 0 0,0 0-1 0 0,0 0 0 0 0,-1-1 0 0 0,0 1 0 0 0,0-2 0 0 0,-11 8 0 0 0,9-5 155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27 109 1224 0 0,'-27'-3'4459'0'0,"38"-4"-1325"0"0,48-9-1098 0 0,-50 14-2413 0 0,66-23-448 0 0,-70 23 155 0 0,0 0 0 0 0,-1-1 0 0 0,1 0 0 0 0,0 0 0 0 0,-1 0 0 0 0,0 0 0 0 0,0-1 0 0 0,0 0 0 0 0,0 0 0 0 0,0 0 0 0 0,5-8 0 0 0,-2 3-837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2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25 1032 0 0,'0'-1'163'0'0,"-1"0"-1"0"0,1 1 0 0 0,0-1 1 0 0,-1 0-1 0 0,1 0 1 0 0,0 0-1 0 0,0 0 1 0 0,0 0-1 0 0,0 0 0 0 0,0 0 1 0 0,0 0-1 0 0,0 0 1 0 0,0 0-1 0 0,0 1 1 0 0,0-1-1 0 0,0 0 0 0 0,1 0 1 0 0,-1 0-1 0 0,0 0 1 0 0,1 0-1 0 0,-1 0 1 0 0,0 1-1 0 0,1-1 0 0 0,-1 0 1 0 0,1 0-1 0 0,1-1 1 0 0,-2 3-87 0 0,1-1 0 0 0,0 0 0 0 0,-1 0 0 0 0,1 1 1 0 0,0-1-1 0 0,-1 1 0 0 0,1-1 0 0 0,0 0 0 0 0,-1 1 0 0 0,1-1 0 0 0,-1 1 1 0 0,1-1-1 0 0,-1 1 0 0 0,1 0 0 0 0,-1-1 0 0 0,1 1 0 0 0,-1-1 1 0 0,0 1-1 0 0,1 0 0 0 0,-1 0 0 0 0,0-1 0 0 0,1 1 0 0 0,-1 0 1 0 0,0-1-1 0 0,0 1 0 0 0,0 0 0 0 0,0 0 0 0 0,0-1 0 0 0,0 1 1 0 0,0 0-1 0 0,0 0 0 0 0,0 1 0 0 0,3 70 1315 0 0,-3-58-1554 0 0,0-1 1 0 0,0 1-1 0 0,2 0 0 0 0,0 0 1 0 0,5 20-1 0 0,-11-61-4483 0 0,5-24 4662 0 0,1 20 1821 0 0,45 9 1609 0 0,-44 20-3331 0 0,30-20 795 0 0,-31 21-836 0 0,-1 0 1 0 0,1 0-1 0 0,-1-1 0 0 0,1 1 1 0 0,-1-1-1 0 0,0 1 1 0 0,0-1-1 0 0,0 1 1 0 0,0-1-1 0 0,0 0 1 0 0,0 1-1 0 0,0-1 1 0 0,0 0-1 0 0,-1 0 0 0 0,1 0 1 0 0,-1 0-1 0 0,1-2 1 0 0,-15 92 1009 0 0,16-35-1232 0 0,-1 6-1678 0 0,-3-21-2419 0 0,-3-25 894 0 0,6-5 1089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2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92 2152 0 0,'10'-4'4232'0'0,"36"-17"-2994"0"0,-39 17-983 0 0,21-10 574 0 0,1 1 0 0 0,39-13 0 0 0,-61 24-757 0 0,-1 0 1 0 0,1 0 0 0 0,0 1 0 0 0,0 0 0 0 0,-1 0 0 0 0,1 0 0 0 0,0 1 0 0 0,0 0 0 0 0,0 1 0 0 0,0-1 0 0 0,0 1-1 0 0,-1 1 1 0 0,1-1 0 0 0,0 1 0 0 0,-1 0 0 0 0,1 1 0 0 0,6 3 0 0 0,-10-5-62 0 0,-1 1 1 0 0,1 0 0 0 0,-1 0-1 0 0,0 0 1 0 0,0 1 0 0 0,0-1-1 0 0,0 1 1 0 0,0-1 0 0 0,0 1-1 0 0,-1-1 1 0 0,1 1 0 0 0,-1 0-1 0 0,0 0 1 0 0,0 0 0 0 0,0 0-1 0 0,0 0 1 0 0,0 0 0 0 0,-1 0-1 0 0,1 0 1 0 0,-1 0 0 0 0,0 0-1 0 0,0 0 1 0 0,0 0-1 0 0,0 0 1 0 0,-2 5 0 0 0,-9 27-4144 0 0,7-47-1479 0 0,7 5 3783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2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44 1176 0 0,'-1'0'107'0'0,"1"0"0"0"0,-1 0 0 0 0,1-1-1 0 0,0 1 1 0 0,-1 0 0 0 0,1 0 0 0 0,-1 0 0 0 0,1 0-1 0 0,-1 0 1 0 0,1 0 0 0 0,-1-1 0 0 0,1 1 0 0 0,-1 0-1 0 0,1 0 1 0 0,-1 0 0 0 0,1 1 0 0 0,-1-1 0 0 0,1 0-1 0 0,0 0 1 0 0,-1 0 0 0 0,1 0 0 0 0,-1 0 0 0 0,1 0-1 0 0,-1 1 1 0 0,1-1 0 0 0,-1 0 0 0 0,1 0 0 0 0,0 1-1 0 0,-1-1 1 0 0,1 0 0 0 0,0 1 0 0 0,-1-1 0 0 0,1 0-1 0 0,0 1 1 0 0,-1-1 0 0 0,1 0 0 0 0,0 1-1 0 0,0-1 1 0 0,-1 1 0 0 0,1-1 0 0 0,0 1 0 0 0,0 0-1 0 0,0-1-37 0 0,0 1 0 0 0,0-1-1 0 0,0 1 1 0 0,1 0 0 0 0,-1-1-1 0 0,0 1 1 0 0,1-1 0 0 0,-1 1-1 0 0,0-1 1 0 0,1 1-1 0 0,-1-1 1 0 0,0 0 0 0 0,1 1-1 0 0,-1-1 1 0 0,1 1 0 0 0,-1-1-1 0 0,1 0 1 0 0,-1 1 0 0 0,1-1-1 0 0,-1 0 1 0 0,1 0 0 0 0,-1 1-1 0 0,1-1 1 0 0,0 0-1 0 0,-1 0 1 0 0,1 0 0 0 0,-1 0-1 0 0,1 0 1 0 0,-1 0 0 0 0,1 0-1 0 0,0 0 1 0 0,-1 0 0 0 0,1 0-1 0 0,-1 0 1 0 0,1 0-1 0 0,0 0 1 0 0,-1 0 0 0 0,1 0-1 0 0,-1-1 1 0 0,1 1 0 0 0,-1 0-1 0 0,1 0 1 0 0,0-1 0 0 0,16-4 877 0 0,0 0 1 0 0,26-13 0 0 0,-34 14-768 0 0,0-1-1 0 0,0 1 1 0 0,0 1 0 0 0,1-1-1 0 0,-1 2 1 0 0,1-1-1 0 0,0 1 1 0 0,-1 1 0 0 0,1 0-1 0 0,0 0 1 0 0,0 1-1 0 0,13 1 1 0 0,-21 0-153 0 0,0 0 1 0 0,0 0-1 0 0,1 0 0 0 0,-1 0 1 0 0,0 0-1 0 0,0 1 1 0 0,0-1-1 0 0,0 1 0 0 0,0 0 1 0 0,-1-1-1 0 0,1 1 0 0 0,0 0 1 0 0,-1 0-1 0 0,1 0 0 0 0,-1 0 1 0 0,0 0-1 0 0,0 0 1 0 0,0 1-1 0 0,0-1 0 0 0,0 0 1 0 0,0 1-1 0 0,0-1 0 0 0,-1 0 1 0 0,1 6-1 0 0,2 8 21 0 0,-2 0 0 0 0,0 31 0 0 0,0-10-67 0 0,3 26-536 0 0,-3-22-3333 0 0,-1-41 3751 0 0,-1 0-1 0 0,1 0 1 0 0,0 0 0 0 0,0 0-1 0 0,0 1 1 0 0,-1-1 0 0 0,1 0-1 0 0,0 0 1 0 0,0 0 0 0 0,-1 0-1 0 0,1 0 1 0 0,0 0-1 0 0,0 0 1 0 0,-1 1 0 0 0,1-1-1 0 0,0 0 1 0 0,0 0 0 0 0,-1 0-1 0 0,1 0 1 0 0,0 0 0 0 0,0 0-1 0 0,-1 0 1 0 0,1-1-1 0 0,0 1 1 0 0,0 0 0 0 0,-1 0-1 0 0,1 0 1 0 0,0 0 0 0 0,0 0-1 0 0,-1 0 1 0 0,1 0 0 0 0,0 0-1 0 0,0-1 1 0 0,-1 1-1 0 0,1 0 1 0 0,0 0 0 0 0,0 0-1 0 0,0-1 1 0 0,-1 1 0 0 0,1 0-1 0 0,0 0 1 0 0,0 0 0 0 0,0-1-1 0 0,-11-7-1820 0 0,5 4 72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3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2064 0 0,'-1'1'260'0'0,"0"0"0"0"0,0 0-1 0 0,0 1 1 0 0,0-1-1 0 0,1 1 1 0 0,-1-1 0 0 0,0 1-1 0 0,1-1 1 0 0,-1 1-1 0 0,1-1 1 0 0,-1 1 0 0 0,1 0-1 0 0,0-1 1 0 0,-1 1-1 0 0,1 0 1 0 0,0-1 0 0 0,0 1-1 0 0,0 0 1 0 0,1-1-1 0 0,-1 1 1 0 0,1 1 0 0 0,6 43 1079 0 0,-6-40-1031 0 0,9 73 936 0 0,4 15-2240 0 0,-12-100-3403 0 0,18-48 95 0 0,-15 38 3677 0 0,3 2 294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3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1 376 0 0,'4'18'6117'0'0,"12"50"-3875"0"0,-16-8-731 0 0,-1-52-1865 0 0,0 1 0 0 0,-1-1 0 0 0,0 0 1 0 0,-5 14-1 0 0,5-17-17 0 0,0-1 1 0 0,0 1-1 0 0,-1-1 1 0 0,1 0-1 0 0,-1 0 1 0 0,0 0-1 0 0,0-1 1 0 0,-1 1-1 0 0,1-1 1 0 0,-1 1-1 0 0,1-1 1 0 0,-1 0-1 0 0,0-1 0 0 0,0 1 1 0 0,-1-1-1 0 0,1 1 1 0 0,0-1-1 0 0,-1-1 1 0 0,1 1-1 0 0,-1-1 1 0 0,-9 2-1 0 0,7 0 123 0 0,-1 0 179 0 0</inkml:trace>
  <inkml:trace contextRef="#ctx0" brushRef="#br0" timeOffset="1">59 304 800 0 0,'-34'11'1768'0'0,"32"-11"-1541"0"0,1 0 1 0 0,-1 1 0 0 0,1-1 0 0 0,0 1 0 0 0,-1 0-1 0 0,1-1 1 0 0,0 1 0 0 0,0 0 0 0 0,0 0-1 0 0,-1 0 1 0 0,1 0 0 0 0,0 0 0 0 0,0 0 0 0 0,0 0-1 0 0,0 0 1 0 0,1 0 0 0 0,-1 1 0 0 0,0-1 0 0 0,0 0-1 0 0,1 1 1 0 0,-2 1 0 0 0,15-6 3674 0 0,19-9-2284 0 0,-30 11-1326 0 0,20-7 337 0 0,146-50 1703 0 0,-141 51-2544 0 0,1 0-1 0 0,-1 2 0 0 0,1 1 0 0 0,36 0 1 0 0,-54 7-1121 0 0,-10 13-11295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3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2665 0 0,'1'-1'6455'0'0,"1"7"-4573"0"0,-1 14-1001 0 0,-3-9-751 0 0,1 0 0 0 0,1-1 0 0 0,0 1 0 0 0,1 0 0 0 0,0-1 0 0 0,4 21 0 0 0,3 34-3732 0 0,-8-65 3480 0 0,0 0-1 0 0,0 0 1 0 0,-1 0-1 0 0,1 1 1 0 0,0-1-1 0 0,0 0 0 0 0,-1 0 1 0 0,1 0-1 0 0,0 0 1 0 0,0 0-1 0 0,-1 0 1 0 0,1 1-1 0 0,0-1 0 0 0,0 0 1 0 0,-1 0-1 0 0,1 0 1 0 0,0 0-1 0 0,-1 0 1 0 0,1 0-1 0 0,0 0 1 0 0,0 0-1 0 0,-1 0 0 0 0,1 0 1 0 0,0 0-1 0 0,-1 0 1 0 0,1-1-1 0 0,0 1 1 0 0,0 0-1 0 0,-1 0 0 0 0,1 0 1 0 0,0 0-1 0 0,0 0 1 0 0,-1-1-1 0 0,1 1 1 0 0,0 0-1 0 0,0 0 1 0 0,-1 0-1 0 0,1-1 0 0 0,0 1 1 0 0,0 0-1 0 0,0 0 1 0 0,0 0-1 0 0,-1-1 1 0 0,1 1-1 0 0,0 0 1 0 0,0-1-1 0 0,0 1 0 0 0,0 0 1 0 0,0 0-1 0 0,0-1 1 0 0,0 1-1 0 0,0 0 1 0 0,0-1-1 0 0,-1 0-424 0 0,-4-3-1191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4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73 1800 0 0,'2'2'652'0'0,"1"1"-1"0"0,0-1 0 0 0,0 0 0 0 0,0 0 1 0 0,0-1-1 0 0,0 1 0 0 0,1 0 1 0 0,-1-1-1 0 0,0 0 0 0 0,1 0 0 0 0,6 1 1 0 0,-2-1-77 0 0,0 0 1 0 0,0 0 0 0 0,0-1-1 0 0,15-2 1 0 0,-4-1-446 0 0,-1 0 0 0 0,1-2 1 0 0,28-11-1 0 0,-44 15-179 0 0,62-30-1438 0 0,-61 29 876 0 0,-1 0 0 0 0,0 0 0 0 0,0-1 1 0 0,0 1-1 0 0,-1-1 0 0 0,1 0 0 0 0,-1 0 0 0 0,1 0 0 0 0,3-6 0 0 0,-8 5-2288 0 0,-8 9 1659 0 0,-10 9 640 0 0,-10 18 459 0 0,-40 49 1080 0 0,65-74-415 0 0,0 0 0 0 0,0 0-1 0 0,1 0 1 0 0,0 1 0 0 0,1-1 0 0 0,-1 1-1 0 0,2 0 1 0 0,-1 0 0 0 0,-2 16 0 0 0,5-24-464 0 0,-1 1 0 0 0,1 0 0 0 0,0 0 0 0 0,0-1 1 0 0,0 1-1 0 0,1 0 0 0 0,-1 0 0 0 0,0-1 0 0 0,0 1 0 0 0,0 0 1 0 0,0 0-1 0 0,1-1 0 0 0,-1 1 0 0 0,0 0 0 0 0,1-1 0 0 0,-1 1 0 0 0,0 0 1 0 0,1-1-1 0 0,-1 1 0 0 0,1 0 0 0 0,-1-1 0 0 0,1 1 0 0 0,0-1 1 0 0,-1 1-1 0 0,1-1 0 0 0,-1 1 0 0 0,1-1 0 0 0,0 0 0 0 0,0 1 1 0 0,28 2 800 0 0,28-14 267 0 0,-49 7-1020 0 0,-1 0 0 0 0,1 0 0 0 0,-1 0 0 0 0,1-1 0 0 0,-2 0 0 0 0,1-1 0 0 0,0 1 0 0 0,6-9 0 0 0,-11 12-73 0 0,0 0 1 0 0,0-1-1 0 0,0 0 0 0 0,0 0 0 0 0,0 1 1 0 0,-1-1-1 0 0,1 0 0 0 0,-1 0 0 0 0,0 0 1 0 0,0-1-1 0 0,1-2 0 0 0,-2 4-16 0 0,0 1-1 0 0,0-1 0 0 0,0 1 1 0 0,0-1-1 0 0,0 0 1 0 0,-1 1-1 0 0,1-1 0 0 0,0 1 1 0 0,-1-1-1 0 0,1 1 1 0 0,-1-1-1 0 0,1 1 0 0 0,-1 0 1 0 0,0-1-1 0 0,0 1 0 0 0,0 0 1 0 0,0-1-1 0 0,0 1 1 0 0,0 0-1 0 0,0 0 0 0 0,0 0 1 0 0,0 0-1 0 0,0 0 1 0 0,-2-1-1 0 0,-1 0-227 0 0,1 0 0 0 0,-1 0 0 0 0,0 0 1 0 0,0 1-1 0 0,0 0 0 0 0,-1 0 0 0 0,1 0 0 0 0,0 0 0 0 0,0 1 0 0 0,0-1 0 0 0,-1 1 1 0 0,1 0-1 0 0,0 1 0 0 0,-1-1 0 0 0,1 1 0 0 0,0-1 0 0 0,-4 3 0 0 0,-10 1-2124 0 0,1 1-1 0 0,-26 12 0 0 0,39-15 1466 0 0,3 3 189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4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0 400 0 0,'5'2'365'0'0,"-1"0"0"0"0,0-1 1 0 0,0 1-1 0 0,0 0 0 0 0,-1 1 0 0 0,1-1 0 0 0,0 1 0 0 0,-1 0 0 0 0,0 0 1 0 0,1 0-1 0 0,-1 0 0 0 0,0 0 0 0 0,-1 1 0 0 0,1-1 0 0 0,-1 1 1 0 0,1 0-1 0 0,1 4 0 0 0,-2-3-242 0 0,0-1 0 0 0,-1 1 0 0 0,0 0-1 0 0,0 0 1 0 0,0 0 0 0 0,0 0 0 0 0,-1 0 0 0 0,1 0 0 0 0,-2 0 0 0 0,1 0 0 0 0,0 0 0 0 0,-1 0 0 0 0,0 0-1 0 0,0 0 1 0 0,-2 5 0 0 0,1-9-539 0 0,0 0-1 0 0,-1-1 1 0 0,1 1-1 0 0,0-1 1 0 0,0 1-1 0 0,0-1 1 0 0,-1 0-1 0 0,1 0 1 0 0,0 0-1 0 0,-1 0 0 0 0,1-1 1 0 0,-4 0-1 0 0,-26 1-1776 0 0,-13 27 1961 0 0,42-25 511 0 0,1 0 0 0 0,-1 0 0 0 0,0 0 0 0 0,1 1 0 0 0,-1-1 0 0 0,1 1 0 0 0,0-1 0 0 0,0 1 0 0 0,0 0 0 0 0,0 0 0 0 0,1 0 0 0 0,-1 0 0 0 0,-1 4 0 0 0,3-7-167 0 0,1 1 0 0 0,-1 0-1 0 0,0-1 1 0 0,0 1 0 0 0,0-1-1 0 0,1 1 1 0 0,-1-1 0 0 0,0 1 0 0 0,1-1-1 0 0,-1 1 1 0 0,1-1 0 0 0,-1 1 0 0 0,1-1-1 0 0,-1 0 1 0 0,0 1 0 0 0,1-1 0 0 0,-1 1-1 0 0,1-1 1 0 0,0 0 0 0 0,-1 0-1 0 0,1 1 1 0 0,-1-1 0 0 0,1 0 0 0 0,-1 0-1 0 0,1 0 1 0 0,0 0 0 0 0,-1 1 0 0 0,1-1-1 0 0,-1 0 1 0 0,1 0 0 0 0,0 0 0 0 0,-1 0-1 0 0,1-1 1 0 0,0 1 0 0 0,-1 0-1 0 0,1 0 1 0 0,-1 0 0 0 0,1 0 0 0 0,0-1-1 0 0,35-4 1897 0 0,-30 3-1594 0 0,36-7-194 0 0,0-3 0 0 0,-1-2 0 0 0,45-20 0 0 0,-65 25-692 0 0,-20 8 382 0 0,39-19-3990 0 0,-38 19 3624 0 0,-1 0 1 0 0,1 0-1 0 0,-1 0 0 0 0,0 0 0 0 0,1-1 0 0 0,-1 1 0 0 0,0-1 1 0 0,0 1-1 0 0,0-1 0 0 0,0 1 0 0 0,0-1 0 0 0,1-2 0 0 0,2-1-1488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5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3529 0 0,'0'10'5140'0'0,"0"35"-4044"0"0,0-30-1017 0 0,0 9 16 0 0,0 0-1 0 0,5 23 0 0 0,-4-41-268 0 0,0-1 0 0 0,0 1 0 0 0,0-1-1 0 0,1 0 1 0 0,0 1 0 0 0,0-1 0 0 0,0 0-1 0 0,1 0 1 0 0,0 0 0 0 0,0 0 0 0 0,0-1-1 0 0,0 1 1 0 0,1-1 0 0 0,4 5 0 0 0,-8-9 112 0 0,1 1 1 0 0,-1-1-1 0 0,0 0 0 0 0,0 0 1 0 0,1 1-1 0 0,-1-1 1 0 0,0 0-1 0 0,0 0 1 0 0,1 1-1 0 0,-1-1 1 0 0,0 0-1 0 0,0 0 0 0 0,1 0 1 0 0,-1 1-1 0 0,0-1 1 0 0,1 0-1 0 0,-1 0 1 0 0,0 0-1 0 0,1 0 1 0 0,-1 0-1 0 0,0 0 1 0 0,1 0-1 0 0,-1 0 0 0 0,1 0 1 0 0,-1 0-1 0 0,0 0 1 0 0,1 0-1 0 0,-1 0 1 0 0,0 0-1 0 0,1 0 1 0 0,-1 0-1 0 0,0 0 0 0 0,1 0 1 0 0,-1-1-1 0 0,0 1 1 0 0,1 0-1 0 0,-1 0 1 0 0,0 0-1 0 0,0-1 1 0 0,1 1-1 0 0,-1 0 1 0 0,1-1-1 0 0,2-18-1401 0 0,-7-21 222 0 0,-26-97 2261 0 0,59 145 3417 0 0,18 7-3411 0 0,-42-14-1228 0 0,2 0-1 0 0,-1 0 1 0 0,0-1 0 0 0,0 0 0 0 0,0 0-1 0 0,0 0 1 0 0,0-1 0 0 0,0 0-1 0 0,0 0 1 0 0,0 0 0 0 0,6-3 0 0 0,-12 3 54 0 0,1 1 0 0 0,-1 0-1 0 0,0-1 1 0 0,0 1 0 0 0,0-1 0 0 0,0 1 0 0 0,0-1 0 0 0,0 1 0 0 0,0-1 0 0 0,0 1 0 0 0,-1-1 0 0 0,1 1 0 0 0,0-1 0 0 0,0 1 0 0 0,0-1-1 0 0,0 1 1 0 0,-1 0 0 0 0,1-1 0 0 0,0 1 0 0 0,0-1 0 0 0,-1 1 0 0 0,1 0 0 0 0,0-1 0 0 0,-1 1 0 0 0,1 0 0 0 0,0-1 0 0 0,-1 1 0 0 0,1 0-1 0 0,-1-1 1 0 0,-4-2-1468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5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2152 0 0,'0'2'222'0'0,"0"0"-1"0"0,0 1 1 0 0,0-1-1 0 0,0 0 1 0 0,0 1-1 0 0,1-1 1 0 0,-1 0-1 0 0,1 0 1 0 0,-1 1-1 0 0,1-1 1 0 0,0 0-1 0 0,0 0 0 0 0,0 0 1 0 0,0 0-1 0 0,0 0 1 0 0,1 0-1 0 0,2 3 1 0 0,-2-3-78 0 0,1-1 0 0 0,0 1 0 0 0,0-1 1 0 0,0 1-1 0 0,0-1 0 0 0,0 0 0 0 0,0 0 0 0 0,0-1 1 0 0,0 1-1 0 0,0-1 0 0 0,0 1 0 0 0,0-1 1 0 0,4 0-1 0 0,46-2 853 0 0,0-1 0 0 0,-1-3 0 0 0,0-3 0 0 0,58-16 0 0 0,-92 21-909 0 0,-16 3-184 0 0,0 1-1 0 0,1-1 1 0 0,-1 1 0 0 0,0-1 0 0 0,0 0 0 0 0,1 0-1 0 0,-1 0 1 0 0,0-1 0 0 0,0 1 0 0 0,0 0 0 0 0,0-1-1 0 0,1-1 1 0 0,-2 1-347 0 0,0 1-1 0 0,0-1 1 0 0,0 0-1 0 0,0 0 0 0 0,0 1 1 0 0,0-1-1 0 0,-1 0 1 0 0,1 0-1 0 0,-1 0 0 0 0,0 0 1 0 0,1 0-1 0 0,-1 1 1 0 0,0-1-1 0 0,0 0 0 0 0,0 0 1 0 0,0 0-1 0 0,-1 0 1 0 0,1 0-1 0 0,0 0 0 0 0,-1 0 1 0 0,0 0-1 0 0,0-1 1 0 0,0-4-1191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5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3017 0 0,'5'51'5250'0'0,"-1"-10"-4610"0"0,-4-22-466 0 0,4 47 307 0 0,-4-63-539 0 0,0 0-1 0 0,1 0 1 0 0,-1-1 0 0 0,1 1 0 0 0,0 0 0 0 0,-1-1 0 0 0,1 1 0 0 0,1-1 0 0 0,-1 1 0 0 0,0-1 0 0 0,0 1-1 0 0,1-1 1 0 0,0 0 0 0 0,-1 0 0 0 0,1 0 0 0 0,0 0 0 0 0,0 0 0 0 0,3 3 0 0 0,-4-5-9 0 0,-1 0 1 0 0,0 0-1 0 0,0 0 0 0 0,0 0 1 0 0,1 1-1 0 0,-1-1 1 0 0,0 0-1 0 0,0 0 0 0 0,1 0 1 0 0,-1 0-1 0 0,0 0 1 0 0,1 0-1 0 0,-1 0 0 0 0,0 0 1 0 0,0 0-1 0 0,1 0 1 0 0,-1 0-1 0 0,0 0 0 0 0,0 0 1 0 0,1 0-1 0 0,-1 0 1 0 0,0 0-1 0 0,0 0 0 0 0,1 0 1 0 0,-1-1-1 0 0,0 1 1 0 0,0 0-1 0 0,1 0 0 0 0,-1 0 1 0 0,0 0-1 0 0,0 0 1 0 0,0-1-1 0 0,1 1 0 0 0,-1 0 1 0 0,0 0-1 0 0,0 0 1 0 0,0-1-1 0 0,0 1 0 0 0,1 0 1 0 0,-1 0-1 0 0,0-1 1 0 0,0 1-1 0 0,0 0 0 0 0,0 0 1 0 0,0-1-1 0 0,0 1 1 0 0,1-20-1680 0 0,-8-18-206 0 0,4 26 1269 0 0,1 1-152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6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86 464 0 0,'-1'-1'187'0'0,"1"0"0"0"0,-1 0 0 0 0,1 0 0 0 0,-1 1 0 0 0,1-1 0 0 0,0 0 0 0 0,-1 0 0 0 0,1 0 0 0 0,0 0 0 0 0,0 0 0 0 0,0 0 0 0 0,-1 0 0 0 0,1 0 0 0 0,0 0 0 0 0,0 1 0 0 0,1-1 0 0 0,-1 0-1 0 0,0 0 1 0 0,0 0 0 0 0,0 0 0 0 0,0 0 0 0 0,1 0 0 0 0,-1 0 0 0 0,1 0 0 0 0,-1 1 0 0 0,0-1 0 0 0,1 0 0 0 0,-1 0 0 0 0,1 0 0 0 0,0 1 0 0 0,-1-1 0 0 0,1 0 0 0 0,0 1 0 0 0,-1-1 0 0 0,1 1 0 0 0,0-1 0 0 0,-1 1 0 0 0,1-1 0 0 0,0 1 0 0 0,0-1 0 0 0,0 1 0 0 0,0 0 0 0 0,0-1 0 0 0,-1 1 0 0 0,1 0-1 0 0,2-1 1 0 0,60-17 3178 0 0,-36 12-2874 0 0,-6-1-149 0 0,-13 3-173 0 0,0 1 0 0 0,1 0-1 0 0,-1 0 1 0 0,1 1 0 0 0,0 0 0 0 0,0 1-1 0 0,17-1 1 0 0,-25 3-159 0 0,0 0 0 0 0,1-1 0 0 0,-1 1 0 0 0,0 0 0 0 0,1-1 0 0 0,-1 1 0 0 0,0 0 0 0 0,0 0 0 0 0,0 0 0 0 0,0 0 0 0 0,0 0 0 0 0,0 0 0 0 0,0 1 0 0 0,0-1 0 0 0,0 0 0 0 0,-1 0 1 0 0,1 1-1 0 0,0-1 0 0 0,-1 0 0 0 0,1 1 0 0 0,-1-1 0 0 0,1 1 0 0 0,-1-1 0 0 0,0 1 0 0 0,0-1 0 0 0,1 1 0 0 0,-1 2 0 0 0,1 50-111 0 0,-2-42-41 0 0,4 14-480 0 0,-2-22 265 0 0,0 1-1 0 0,0 0 0 0 0,0-1 1 0 0,-1 1-1 0 0,0-1 1 0 0,0 1-1 0 0,0 0 0 0 0,0-1 1 0 0,-1 1-1 0 0,0-1 0 0 0,0 1 1 0 0,0-1-1 0 0,-4 9 1 0 0,-6-12-4264 0 0,-6-11 2297 0 0,16 9 1932 0 0,-6-3-1264 0 0</inkml:trace>
  <inkml:trace contextRef="#ctx0" brushRef="#br0" timeOffset="0.58">55 245 2625 0 0,'0'1'189'0'0,"1"1"0"0"0,-1-1 0 0 0,0 0 1 0 0,0 0-1 0 0,1 1 0 0 0,-1-1 1 0 0,1 0-1 0 0,-1 0 0 0 0,1 0 0 0 0,-1 0 1 0 0,1 0-1 0 0,0 0 0 0 0,-1 0 1 0 0,1 0-1 0 0,0 0 0 0 0,0 0 0 0 0,0 0 1 0 0,0 0-1 0 0,0 0 0 0 0,0-1 0 0 0,0 1 1 0 0,0 0-1 0 0,0-1 0 0 0,0 1 1 0 0,0-1-1 0 0,1 1 0 0 0,-1-1 0 0 0,0 0 1 0 0,0 1-1 0 0,0-1 0 0 0,1 0 1 0 0,-1 0-1 0 0,0 0 0 0 0,0 0 0 0 0,1 0 1 0 0,-1 0-1 0 0,0 0 0 0 0,0 0 1 0 0,1 0-1 0 0,-1-1 0 0 0,2 0 0 0 0,58-15 457 0 0,-54 14-442 0 0,7-3-532 0 0,0-1 1 0 0,0 0 0 0 0,21-13 0 0 0,-30 16-356 0 0,0 0 0 0 0,0-1 0 0 0,-1 1 1 0 0,1-1-1 0 0,-1-1 0 0 0,0 1 0 0 0,0 0 1 0 0,-1-1-1 0 0,1 0 0 0 0,-1 0 0 0 0,6-10 1 0 0,-4 5-1008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6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3361 0 0,'0'0'106'0'0,"1"0"0"0"0,-1 0 0 0 0,0 0 0 0 0,0 0 0 0 0,0-1 0 0 0,0 1 0 0 0,0 0 0 0 0,1 0 1 0 0,-1 0-1 0 0,0 0 0 0 0,0 0 0 0 0,0 0 0 0 0,0 0 0 0 0,0 0 0 0 0,1 0 0 0 0,-1 0 0 0 0,0-1 0 0 0,0 1 0 0 0,0 0 1 0 0,1 0-1 0 0,-1 0 0 0 0,0 0 0 0 0,0 0 0 0 0,0 0 0 0 0,0 0 0 0 0,1 1 0 0 0,-1-1 0 0 0,0 0 0 0 0,0 0 0 0 0,0 0 1 0 0,1 0-1 0 0,-1 0 0 0 0,0 0 0 0 0,0 0 0 0 0,0 0 0 0 0,0 0 0 0 0,0 0 0 0 0,1 1 0 0 0,-1-1 0 0 0,0 0 1 0 0,0 0-1 0 0,0 0 0 0 0,0 0 0 0 0,0 0 0 0 0,0 1 0 0 0,0-1 0 0 0,1 0 0 0 0,-1 0 0 0 0,0 1 0 0 0,5 15 1578 0 0,-1 25-2201 0 0,-3-33 998 0 0,14 91-630 0 0,-5-57-2696 0 0,-13-59-2116 0 0,-1-6 3459 0 0,2 10 670 0 0</inkml:trace>
  <inkml:trace contextRef="#ctx0" brushRef="#br0" timeOffset="1">24 42 576 0 0,'-3'-11'241'0'0,"-2"-15"3483"0"0,10 27-1625 0 0,9 11-992 0 0,-11-9-1029 0 0,0-1 1 0 0,0 0-1 0 0,1 0 1 0 0,-1 0-1 0 0,0 0 0 0 0,1 0 1 0 0,0-1-1 0 0,-1 1 1 0 0,1-1-1 0 0,0 0 1 0 0,-1 0-1 0 0,1 0 0 0 0,0-1 1 0 0,0 1-1 0 0,7-1 1 0 0,1-1-1198 0 0,1 0 0 0 0,-1 0 0 0 0,20-6 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7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1696 0 0,'-1'8'392'0'0,"-1"-1"1"0"0,1 1-1 0 0,1 0 0 0 0,0 0 0 0 0,0-1 0 0 0,0 1 0 0 0,1 0 0 0 0,0 0 0 0 0,1-1 0 0 0,0 1 1 0 0,3 10-1 0 0,-3-16-292 0 0,-1 1 0 0 0,0-1 0 0 0,1 1 0 0 0,-1-1 1 0 0,1 0-1 0 0,-1 0 0 0 0,1 0 0 0 0,0 0 0 0 0,0 0 0 0 0,0 0 1 0 0,0 0-1 0 0,1-1 0 0 0,-1 1 0 0 0,0-1 0 0 0,1 1 0 0 0,-1-1 0 0 0,1 0 1 0 0,-1 0-1 0 0,1 0 0 0 0,0 0 0 0 0,-1-1 0 0 0,1 1 0 0 0,0-1 1 0 0,-1 0-1 0 0,1 1 0 0 0,0-1 0 0 0,0 0 0 0 0,-1-1 0 0 0,1 1 1 0 0,0 0-1 0 0,0-1 0 0 0,-1 0 0 0 0,1 1 0 0 0,4-3 0 0 0,17-7 151 0 0,0 0 0 0 0,-1-2 0 0 0,-1 0-1 0 0,0-2 1 0 0,32-25 0 0 0,-54 39-485 0 0,1-1 0 0 0,-1 1 1 0 0,1-1-1 0 0,-1 1 0 0 0,0-1 0 0 0,0 0 1 0 0,1 1-1 0 0,-1-1 0 0 0,0 0 0 0 0,0 1 1 0 0,0-1-1 0 0,1 0 0 0 0,-1 1 0 0 0,0-1 1 0 0,0 0-1 0 0,0 1 0 0 0,0-1 1 0 0,0 0-1 0 0,-1 0 0 0 0,1 1 0 0 0,0-1 1 0 0,0 0-1 0 0,0 1 0 0 0,-1-1 0 0 0,1 1 1 0 0,0-1-1 0 0,0 0 0 0 0,-1 1 0 0 0,1-1 1 0 0,-1 1-1 0 0,0-2 0 0 0,-2-4-1245 0 0,2-1-606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7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 1520 0 0,'5'17'6156'0'0,"-4"25"-5496"0"0,-1-41-424 0 0,-1 24 447 0 0,0-17-691 0 0,1 0 0 0 0,-1 0-1 0 0,1 1 1 0 0,0-1 0 0 0,1 0-1 0 0,0 0 1 0 0,0 0 0 0 0,1 0-1 0 0,0 0 1 0 0,1 0 0 0 0,5 12-1 0 0,-18-31-7820 0 0,5 8 6615 0 0</inkml:trace>
  <inkml:trace contextRef="#ctx0" brushRef="#br0" timeOffset="1">4 160 696 0 0,'-3'2'4879'0'0,"11"3"-2423"0"0,13 2-754 0 0,-7-7-1395 0 0,0 0 0 0 0,0-1 0 0 0,-1-1 0 0 0,1 0 0 0 0,0-1 0 0 0,-1 0 0 0 0,20-8 0 0 0,87-42-1178 0 0,-100 41-759 0 0,-19 11 1397 0 0,0 1-1 0 0,-1-1 1 0 0,1 0-1 0 0,0 1 1 0 0,0-1 0 0 0,-1 0-1 0 0,1 1 1 0 0,0-1-1 0 0,-1 0 1 0 0,1 0 0 0 0,-1 0-1 0 0,1 1 1 0 0,-1-1-1 0 0,1 0 1 0 0,-1 0 0 0 0,1 0-1 0 0,-1 0 1 0 0,0 0-1 0 0,0 0 1 0 0,1 0 0 0 0,-1 0-1 0 0,0 0 1 0 0,0 0-1 0 0,0 0 1 0 0,0 0 0 0 0,0 0-1 0 0,-1 0 1 0 0,1-2-1 0 0,-2-1-2125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7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8 944 0 0,'-4'4'234'0'0,"0"0"-1"0"0,1 1 1 0 0,0-1 0 0 0,0 1-1 0 0,0 0 1 0 0,0 0-1 0 0,1 0 1 0 0,0 0 0 0 0,0 1-1 0 0,0-1 1 0 0,1 0-1 0 0,-1 1 1 0 0,1-1 0 0 0,1 1-1 0 0,-1 0 1 0 0,1 10-1 0 0,0-13-104 0 0,1-1 0 0 0,-1 0-1 0 0,1 0 1 0 0,-1 1 0 0 0,1-1-1 0 0,0 0 1 0 0,-1 0 0 0 0,1 0-1 0 0,0 0 1 0 0,1 0 0 0 0,-1 0-1 0 0,0 0 1 0 0,1 0 0 0 0,-1 0-1 0 0,1 0 1 0 0,-1-1 0 0 0,4 3-1 0 0,-3-2-38 0 0,1-1-1 0 0,0 0 1 0 0,-1 0-1 0 0,1 0 1 0 0,0 0 0 0 0,0 0-1 0 0,0 0 1 0 0,0-1-1 0 0,0 0 1 0 0,0 1-1 0 0,0-1 1 0 0,0 0-1 0 0,0 0 1 0 0,0-1 0 0 0,-1 1-1 0 0,1-1 1 0 0,4 0-1 0 0,7-2 307 0 0,0-1 0 0 0,0-1 0 0 0,15-7-1 0 0,-26 11-318 0 0,0 0-1 0 0,0-1 1 0 0,0 1 0 0 0,0-1-1 0 0,0 0 1 0 0,0 0-1 0 0,0 0 1 0 0,-1 0-1 0 0,1 0 1 0 0,-1-1-1 0 0,1 1 1 0 0,-1-1-1 0 0,0 1 1 0 0,0-1 0 0 0,0 0-1 0 0,0 0 1 0 0,-1 0-1 0 0,1 0 1 0 0,1-5-1 0 0,-3 7-35 0 0,0 0 0 0 0,-1-1 0 0 0,1 1 0 0 0,0 0 0 0 0,-1 0 0 0 0,1-1 0 0 0,-1 1 0 0 0,1 0 0 0 0,-1 0 0 0 0,1 0 0 0 0,-1 0 0 0 0,0 0 0 0 0,0 0 0 0 0,0 0 0 0 0,1 0 0 0 0,-1 0 0 0 0,0 0 0 0 0,0 0 0 0 0,0 0 0 0 0,0 1 0 0 0,0-1 0 0 0,-1 0 0 0 0,1 1 0 0 0,0-1 0 0 0,0 1 0 0 0,-2-1 0 0 0,-41-16 13 0 0,26 11-109 0 0,4-1-146 0 0,6 4-14 0 0,1-1 0 0 0,-1 1 0 0 0,-1 0 0 0 0,1 0-1 0 0,-10-1 1 0 0,-10 7-2929 0 0,26-2 2647 0 0,1 0 1 0 0,-1 1-1 0 0,0-1 1 0 0,0 0-1 0 0,0 1 1 0 0,1-1-1 0 0,-1 1 1 0 0,1-1-1 0 0,-1 1 1 0 0,1 0-1 0 0,-1-1 1 0 0,0 4-1 0 0,1 0-1219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8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3 3073 0 0,'0'0'75'0'0,"0"0"0"0"0,0 0 1 0 0,0 0-1 0 0,0 0 0 0 0,0 0 1 0 0,0-1-1 0 0,0 1 1 0 0,0 0-1 0 0,0 0 0 0 0,0 0 1 0 0,0 0-1 0 0,0 0 0 0 0,1 0 1 0 0,-1 0-1 0 0,0-1 0 0 0,0 1 1 0 0,0 0-1 0 0,0 0 0 0 0,0 0 1 0 0,0 0-1 0 0,0 0 1 0 0,1 0-1 0 0,-1 0 0 0 0,0 0 1 0 0,0 0-1 0 0,0 0 0 0 0,0 0 1 0 0,0 0-1 0 0,0 0 0 0 0,1 0 1 0 0,-1 0-1 0 0,0 0 0 0 0,0 0 1 0 0,0 0-1 0 0,0 0 1 0 0,0 0-1 0 0,1 0 0 0 0,-1 0 1 0 0,0 0-1 0 0,0 0 0 0 0,0 0 1 0 0,0 0-1 0 0,0 0 0 0 0,0 0 1 0 0,1 0-1 0 0,-1 0 1 0 0,0 0-1 0 0,0 0 0 0 0,0 1 1 0 0,0-1-1 0 0,0 0 0 0 0,0 0 1 0 0,0 0-1 0 0,0 0 0 0 0,1 0 1 0 0,-1 0-1 0 0,0 0 0 0 0,0 1 1 0 0,0-1-1 0 0,0 0 1 0 0,0 0-1 0 0,0 0 0 0 0,0 0 1 0 0,0 0-1 0 0,0 0 0 0 0,0 1 1 0 0,0-1-1 0 0,-1 17 1604 0 0,-8 20-749 0 0,1-12-344 0 0,-1 4-21 0 0,-9 45 1 0 0,17-67-693 0 0,0 1 0 0 0,0 0 0 0 0,1 0 0 0 0,0 0 0 0 0,0 0 0 0 0,1-1 0 0 0,0 1 0 0 0,0 0 0 0 0,1 0 0 0 0,0-1-1 0 0,3 8 1 0 0,-5-14 49 0 0,0-1 0 0 0,0 1 0 0 0,0-1 0 0 0,0 1 0 0 0,0-1 0 0 0,0 1 0 0 0,0-1 0 0 0,1 1 0 0 0,-1-1 0 0 0,0 1 0 0 0,0-1 0 0 0,0 1 0 0 0,1-1 0 0 0,-1 0 0 0 0,0 1 0 0 0,1-1 0 0 0,-1 1 0 0 0,0-1 0 0 0,1 0 0 0 0,-1 1-1 0 0,1-1 1 0 0,-1 0 0 0 0,0 0 0 0 0,1 1 0 0 0,-1-1 0 0 0,1 0 0 0 0,-1 0 0 0 0,1 1 0 0 0,-1-1 0 0 0,1 0 0 0 0,-1 0 0 0 0,1 0 0 0 0,-1 0 0 0 0,1 0 0 0 0,0 0 0 0 0,7-17-3016 0 0,-3-30-423 0 0,-5 39 3269 0 0,-4-76-853 0 0,2 76 1635 0 0,1 0 0 0 0,-1 1 0 0 0,0-1 0 0 0,-1 1 0 0 0,-3-8 0 0 0,7 17-141 0 0,0 0 0 0 0,1 0 1 0 0,-1 0-1 0 0,1 0 0 0 0,-1 0 1 0 0,1-1-1 0 0,0 1 1 0 0,-1-1-1 0 0,1 1 0 0 0,0-1 1 0 0,0 1-1 0 0,0-1 0 0 0,0 0 1 0 0,5 2-1 0 0,38 6 1621 0 0,-24-10-2015 0 0,0 0 1 0 0,29-5-1 0 0,-47 6 60 0 0,27-8-1867 0 0,-20 0-4766 0 0,-7 13 4432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8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2753 0 0,'-1'4'255'0'0,"0"-1"1"0"0,0 0 0 0 0,0 1 0 0 0,1-1 0 0 0,-1 1 0 0 0,1-1-1 0 0,0 0 1 0 0,0 1 0 0 0,0-1 0 0 0,0 1 0 0 0,1-1 0 0 0,0 0-1 0 0,-1 1 1 0 0,1-1 0 0 0,2 4 0 0 0,18 49 52 0 0,-11-36 2 0 0,-2-11-912 0 0,-3-13-2394 0 0,-6-5 998 0 0,7 11 618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9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98 856 0 0,'0'0'156'0'0,"-1"-1"0"0"0,1 0 0 0 0,1 0 0 0 0,-1 1 0 0 0,0-1-1 0 0,0 0 1 0 0,0 1 0 0 0,0-1 0 0 0,0 0 0 0 0,1 0 0 0 0,-1 1 0 0 0,0-1 0 0 0,0 0 0 0 0,1 1-1 0 0,-1-1 1 0 0,1 0 0 0 0,-1 1 0 0 0,1-1 0 0 0,-1 1 0 0 0,1-1 0 0 0,-1 1 0 0 0,1-1-1 0 0,-1 1 1 0 0,1-1 0 0 0,0 1 0 0 0,-1 0 0 0 0,1-1 0 0 0,0 1 0 0 0,-1 0 0 0 0,1-1 0 0 0,0 1-1 0 0,-1 0 1 0 0,2-1 0 0 0,34-11 3139 0 0,-26 8-2538 0 0,37-13 593 0 0,2 2 1 0 0,81-14 0 0 0,-128 29-1321 0 0,0-1-1 0 0,0 1 0 0 0,0 0 0 0 0,0 0 1 0 0,0 0-1 0 0,0 0 0 0 0,0 0 0 0 0,0 0 1 0 0,0 0-1 0 0,1 1 0 0 0,-1-1 1 0 0,0 1-1 0 0,0 0 0 0 0,0 0 0 0 0,-1 0 1 0 0,1-1-1 0 0,0 2 0 0 0,0-1 0 0 0,0 0 1 0 0,-1 0-1 0 0,1 0 0 0 0,0 1 0 0 0,-1-1 1 0 0,0 1-1 0 0,1 0 0 0 0,-1-1 1 0 0,0 1-1 0 0,0 0 0 0 0,1 0 0 0 0,-1-1 1 0 0,-1 1-1 0 0,1 0 0 0 0,0 0 0 0 0,0 0 1 0 0,-1 0-1 0 0,1 4 0 0 0,1 4-104 0 0,-1 1-1 0 0,0-1 1 0 0,-1 1-1 0 0,0-1 1 0 0,0 1 0 0 0,-3 13-1 0 0,3-23-88 0 0,0 0 0 0 0,-1-1 0 0 0,1 1 0 0 0,0 0 0 0 0,0 0 0 0 0,0 0 0 0 0,0-1 0 0 0,-1 1 0 0 0,1 0 1 0 0,0 0-1 0 0,-1-1 0 0 0,1 1 0 0 0,-1 0 0 0 0,1 0 0 0 0,-1-1 0 0 0,1 1 0 0 0,-1 0 0 0 0,1-1 0 0 0,-1 1 0 0 0,0-1 0 0 0,1 1 0 0 0,-1-1 0 0 0,0 1 0 0 0,1-1 0 0 0,-1 0 0 0 0,0 1 0 0 0,0-1 0 0 0,0 0 0 0 0,1 1 0 0 0,-1-1 0 0 0,-1 0 0 0 0,-25-6-6929 0 0,22 4 4994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4:09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70 1952 0 0,'-21'3'5536'0'0,"38"-5"-1426"0"0,65-8-2008 0 0,-64 9-1919 0 0,1-1 0 0 0,-1-1 0 0 0,1 0 1 0 0,-1-1-1 0 0,0-1 0 0 0,-1-1 1 0 0,31-13-1 0 0,-48 19-240 0 0,-1 0 0 0 0,1 0 0 0 0,0 0 0 0 0,0 0 0 0 0,0-1 0 0 0,0 1 0 0 0,0 0 0 0 0,0 0 0 0 0,0 0 0 0 0,0 0 0 0 0,0 0 0 0 0,0 0 0 0 0,0 0 0 0 0,0-1 0 0 0,-1 1 0 0 0,1 0 0 0 0,0 0 0 0 0,0 0 1 0 0,0 0-1 0 0,0 0 0 0 0,0 0 0 0 0,0-1 0 0 0,0 1 0 0 0,0 0 0 0 0,0 0 0 0 0,0 0 0 0 0,0 0 0 0 0,1 0 0 0 0,-1 0 0 0 0,0 0 0 0 0,0-1 0 0 0,0 1 0 0 0,0 0 0 0 0,-1 0-302 0 0,0 0 0 0 0,0 0 0 0 0,-1 1 0 0 0,1-1 0 0 0,0-1 1 0 0,0 1-1 0 0,0 0 0 0 0,0 0 0 0 0,0 0 0 0 0,0-1 0 0 0,0 1 0 0 0,0 0 0 0 0,0-1 0 0 0,0 1 0 0 0,0-1 1 0 0,0 1-1 0 0,0-1 0 0 0,0 1 0 0 0,0-1 0 0 0,0 0 0 0 0,-1-1 0 0 0,0-4-3374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5:02.84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90 35 544 0 0,'-1'-1'97'0'0,"-1"0"0"0"0,1 0-1 0 0,0-1 1 0 0,0 1 0 0 0,-1 0 0 0 0,1 0-1 0 0,0 0 1 0 0,-1 1 0 0 0,1-1 0 0 0,-1 0-1 0 0,0 0 1 0 0,1 1 0 0 0,-1-1-1 0 0,1 1 1 0 0,-1-1 0 0 0,0 1 0 0 0,1 0-1 0 0,-1 0 1 0 0,0 0 0 0 0,1 0 0 0 0,-1 0-1 0 0,0 0 1 0 0,0 0 0 0 0,1 0 0 0 0,-1 1-1 0 0,0-1 1 0 0,1 0 0 0 0,-1 1 0 0 0,1 0-1 0 0,-1-1 1 0 0,1 1 0 0 0,-1 0 0 0 0,1 0-1 0 0,-1 0 1 0 0,-1 1 0 0 0,-29 9 4060 0 0,43-18-3075 0 0,-8 6-1001 0 0,-1 0 0 0 0,1-1 0 0 0,0 1 0 0 0,0 0 0 0 0,0 1 0 0 0,0-1 0 0 0,0 0 0 0 0,1 1 0 0 0,4 0-1 0 0,-1 0-10 0 0,0 0-1 0 0,-1 0 1 0 0,1 0-1 0 0,0-1 0 0 0,-1 0 1 0 0,1 0-1 0 0,-1 0 1 0 0,1-1-1 0 0,10-4 0 0 0,-11 3-58 0 0,0 1 0 0 0,1 0 0 0 0,-1 0 0 0 0,0 1 0 0 0,1-1-1 0 0,0 2 1 0 0,-1-1 0 0 0,1 1 0 0 0,-1 0 0 0 0,1 0 0 0 0,6 1 0 0 0,12 5 210 0 0,1 0 1 0 0,0-2 0 0 0,0-1 0 0 0,0-2-1 0 0,0 0 1 0 0,51-6 0 0 0,-34 2 133 0 0,64 2 0 0 0,-49 2-233 0 0,36-3 307 0 0,98 4 781 0 0,-91 12-812 0 0,-63-8-282 0 0,0-1 0 0 0,-1-1-1 0 0,1-3 1 0 0,39-3-1 0 0,-2-4 228 0 0,138 7 0 0 0,-76-3-179 0 0,8 0 217 0 0,-83 3-124 0 0,119-14 0 0 0,-101 6 11 0 0,-35 5-105 0 0,47 4-1 0 0,-50 1-62 0 0,65-6-1 0 0,-15-3 85 0 0,110 8 0 0 0,43-1 84 0 0,-188-2-121 0 0,83 10 1 0 0,-87-4-18 0 0,105-4 0 0 0,-53-1 49 0 0,-80 2-138 0 0,-1-1 0 0 0,1-2 0 0 0,-1-1 0 0 0,35-6 0 0 0,-60 15-1158 0 0,10 8-1162 0 0,-3-7 1526 0 0,0 2-1270 0 0,1 0 0 0 0,0 0 0 0 0,27 24-4047 0 0,-18-22 2859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5:05.55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46 16 4449 0 0,'-14'-6'1046'0'0,"14"16"-1459"0"0,1-10 397 0 0,-1 1 1 0 0,0-1 0 0 0,0 0-1 0 0,1 1 1 0 0,-1-1-1 0 0,0 0 1 0 0,0 1-1 0 0,0-1 1 0 0,0 0 0 0 0,0 1-1 0 0,0-1 1 0 0,1 0-1 0 0,-1 1 1 0 0,0-1 0 0 0,0 0-1 0 0,0 1 1 0 0,0-1-1 0 0,0 0 1 0 0,0 1-1 0 0,0-1 1 0 0,-1 0 0 0 0,1 1-1 0 0,0-1 1 0 0,0 0-1 0 0,0 1 1 0 0,0-1 0 0 0,0 0-1 0 0,0 1 1 0 0,-1-1-1 0 0,1 0 1 0 0,0 1-1 0 0,0-1 1 0 0,0 0 0 0 0,-1 0-1 0 0,1 1 1 0 0,0-1-1 0 0,0 0 1 0 0,-1 0 0 0 0,1 1-1 0 0,0-1 1 0 0,-5-3 956 0 0,5 2-855 0 0,-1 1 1 0 0,1 0 0 0 0,0-1 0 0 0,0 1 0 0 0,-1-1 0 0 0,1 1 0 0 0,0-1 0 0 0,0 1 0 0 0,0-1 0 0 0,0 1 0 0 0,0-1 0 0 0,0 1 0 0 0,0-1 0 0 0,0 1-1 0 0,0-1 1 0 0,0 1 0 0 0,0-1 0 0 0,0 1 0 0 0,0-1 0 0 0,0 0-39 0 0,1 0-1 0 0,-1 1 1 0 0,0-1-1 0 0,0 0 1 0 0,0 1-1 0 0,0-1 1 0 0,0 0-1 0 0,0 1 1 0 0,0-1-1 0 0,0 0 1 0 0,-1 1 0 0 0,1-1-1 0 0,0 0 1 0 0,0 1-1 0 0,-1-1 1 0 0,1 0-1 0 0,0 1 1 0 0,0-1-1 0 0,-1 1 1 0 0,1-1-1 0 0,-1 0 1 0 0,1 1 0 0 0,-1-1-1 0 0,1 1 1 0 0,-1 0-1 0 0,1-1 1 0 0,-1 1-1 0 0,1-1 1 0 0,-1 1-1 0 0,1 0 1 0 0,-1-1-1 0 0,0 1 1 0 0,1 0-1 0 0,-1-1 1 0 0,0 1 0 0 0,-11 4 1443 0 0,32 5-610 0 0,-11-6-719 0 0,-1-1 1 0 0,0 0-1 0 0,0-1 0 0 0,1 0 0 0 0,10 0 1 0 0,14-6 215 0 0,-20 2-123 0 0,0 1 0 0 0,0 1 0 0 0,0 0-1 0 0,19 1 1 0 0,115 0 823 0 0,-135 0-850 0 0,155 7 653 0 0,-106 6-744 0 0,-49-9-81 0 0,0-1 0 0 0,0-1 0 0 0,0 0 1 0 0,0 0-1 0 0,0-2 0 0 0,18 1 0 0 0,117-3 207 0 0,-76 3 34 0 0,139-10-9 0 0,-170 8-186 0 0,45 6 0 0 0,-45-2-8 0 0,43-3 0 0 0,46 3 111 0 0,-86-1-72 0 0,54-3 0 0 0,107 0 171 0 0,-95 3-244 0 0,217-8 130 0 0,-251 5-4 0 0,0-1 313 0 0,-72 2-492 0 0,-1 0 0 0 0,1 0 0 0 0,-1 1 1 0 0,1-1-1 0 0,-1 1 0 0 0,1-1 0 0 0,-1 1 1 0 0,1 0-1 0 0,-1 0 0 0 0,4 2 0 0 0,-4 5-37 0 0,-19 1-218 0 0,-26 5-410 0 0,-11 3-985 0 0,18-10-2695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7:19.22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119 47 1120 0 0,'-3'-1'155'0'0,"0"0"-1"0"0,0-1 0 0 0,0 1 1 0 0,0 0-1 0 0,0 0 0 0 0,0 1 1 0 0,0-1-1 0 0,0 1 0 0 0,-1-1 1 0 0,1 1-1 0 0,0 0 0 0 0,0 0 1 0 0,0 0-1 0 0,-1 1 0 0 0,1-1 1 0 0,0 1-1 0 0,0 0 0 0 0,0 0 1 0 0,0 0-1 0 0,-5 2 0 0 0,3-1 575 0 0,-1 0-1 0 0,1 0 1 0 0,-1-1-1 0 0,1 0 1 0 0,-1 0-1 0 0,-9-1 1 0 0,61 26 2393 0 0,-26-21-2852 0 0,0-2 0 0 0,0 0 0 0 0,0-1 0 0 0,0 0 0 0 0,1-2 0 0 0,-1-1 0 0 0,0 0 0 0 0,0-1 0 0 0,22-6 0 0 0,46-3 446 0 0,11-3-292 0 0,-69 9-233 0 0,0 1 0 0 0,0 1-1 0 0,42 2 1 0 0,-33 3 1 0 0,0-2 0 0 0,0-1 0 0 0,0-3-1 0 0,57-10 1 0 0,-59 8-68 0 0,0 1 1 0 0,40 2-1 0 0,34-4 31 0 0,-33 1 9 0 0,150 10-1 0 0,-179-1-83 0 0,21 1 116 0 0,0-4 0 0 0,85-9 0 0 0,-118 7-93 0 0,-1 0 0 0 0,64 7 0 0 0,-55-1-21 0 0,51-4-1 0 0,-71 0-41 0 0,0 1-1 0 0,1 2 1 0 0,30 5-1 0 0,-31-3-4 0 0,0-2 0 0 0,1 0 0 0 0,29-2 0 0 0,6-2 80 0 0,80 9 0 0 0,-48-1-117 0 0,254-15 12 0 0,-319 7-11 0 0,247 4 26 0 0,93 0 74 0 0,-205-4-70 0 0,-90-2 60 0 0,-53 1-45 0 0,-1 0-1 0 0,1-1 1 0 0,27-9-1 0 0,-27 11-2143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7:30.65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1 108 1208 0 0,'46'-31'3978'0'0,"-25"10"-1423"0"0,-21 20-2491 0 0,1 1 0 0 0,-1 0 0 0 0,0 0-1 0 0,0-1 1 0 0,0 1 0 0 0,1-1-1 0 0,-1 1 1 0 0,0 0 0 0 0,0-1 0 0 0,0 1-1 0 0,0 0 1 0 0,0-1 0 0 0,0 1-1 0 0,0-1 1 0 0,0 1 0 0 0,0 0 0 0 0,0-1-1 0 0,0 1 1 0 0,0 0 0 0 0,0-1 0 0 0,0 1-1 0 0,0-1 1 0 0,0 1 0 0 0,0 0-1 0 0,0-1 1 0 0,0 1 0 0 0,-1 0 0 0 0,1-1-1 0 0,0 1 1 0 0,-2-2 318 0 0,2 2-318 0 0,0 0 0 0 0,0-1 0 0 0,-1 1-1 0 0,1 0 1 0 0,0 0 0 0 0,-1 0-1 0 0,1 0 1 0 0,-1-1 0 0 0,1 1 0 0 0,0 0-1 0 0,-1 0 1 0 0,1 0 0 0 0,0 0-1 0 0,-1 0 1 0 0,1 0 0 0 0,-1 0 0 0 0,1 0-1 0 0,0 0 1 0 0,-1 0 0 0 0,1 0 0 0 0,-1 0-1 0 0,1 0 1 0 0,0 0 0 0 0,-1 0-1 0 0,1 1 1 0 0,-1-1 0 0 0,5 2 173 0 0,1-1-1 0 0,0 0 1 0 0,-1 1 0 0 0,1-2 0 0 0,-1 1 0 0 0,10 0 0 0 0,234-28 2223 0 0,-112 18-1701 0 0,-50 5-380 0 0,-39 3-257 0 0,-1 3 0 0 0,73 10 0 0 0,-50-4-70 0 0,117 0 226 0 0,-56-5-31 0 0,-94-4-203 0 0,0 0 1 0 0,0-3-1 0 0,53-11 1 0 0,25-4 89 0 0,-82 18-18 0 0,1 0 1 0 0,0 3 0 0 0,34 5-1 0 0,54 2 32 0 0,-92-7-124 0 0,0 2 0 0 0,0 0 0 0 0,-1 2 0 0 0,40 13 0 0 0,45 10 20 0 0,-33-16-27 0 0,123 3 0 0 0,-153-16 5 0 0,88-11 1 0 0,-62 3 170 0 0,131 5-1 0 0,-119 4-169 0 0,32 3 10 0 0,63-2 64 0 0,200-42 8 0 0,-297 29-59 0 0,-10 0 100 0 0,95-2 1 0 0,-156 14-124 0 0,0 1 0 0 0,28 6 1 0 0,-29-5 62 0 0,0 0 1 0 0,29 1-1 0 0,-27-14 654 0 0,-5 1-2962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7:34.6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213 306 3553 0 0,'2'1'544'0'0,"-1"0"0"0"0,1 0 0 0 0,0 0 0 0 0,-1 0 0 0 0,1 0 0 0 0,0-1 0 0 0,0 1 0 0 0,0-1 0 0 0,0 1 0 0 0,0-1 0 0 0,0 0 0 0 0,0 0 0 0 0,0 0 0 0 0,0 0 0 0 0,-1 0 0 0 0,1 0 0 0 0,0 0 0 0 0,0-1 0 0 0,3 0 0 0 0,-2-1-243 0 0,-1 0-1 0 0,1 0 0 0 0,-1 0 0 0 0,0 0 0 0 0,0-1 1 0 0,0 1-1 0 0,0-1 0 0 0,0 1 0 0 0,0-1 0 0 0,-1 0 1 0 0,1 0-1 0 0,0-3 0 0 0,1-1-100 0 0,0-1-1 0 0,-1 0 1 0 0,1 0 0 0 0,-2 0-1 0 0,1-1 1 0 0,-1 1 0 0 0,-1 0-1 0 0,0-1 1 0 0,0 1 0 0 0,0 0-1 0 0,-1 0 1 0 0,0-1 0 0 0,-1 1-1 0 0,0 0 1 0 0,0 0-1 0 0,0 0 1 0 0,-1 0 0 0 0,-6-10-1 0 0,5 10-141 0 0,0 0-1 0 0,0 0 1 0 0,-1 1-1 0 0,0 0 0 0 0,0 0 1 0 0,-1 0-1 0 0,0 1 0 0 0,0-1 1 0 0,0 1-1 0 0,-1 1 1 0 0,0 0-1 0 0,0-1 0 0 0,0 2 1 0 0,-1-1-1 0 0,0 1 1 0 0,0 1-1 0 0,-13-6 0 0 0,20 9-56 0 0,-1 0 0 0 0,1 0 0 0 0,-1 0 0 0 0,1-1 0 0 0,-1 1 0 0 0,1 1 0 0 0,-1-1 0 0 0,1 0 0 0 0,0 0 0 0 0,-1 0 0 0 0,1 1 0 0 0,-1-1 0 0 0,1 1 0 0 0,0-1 0 0 0,-1 1 0 0 0,1 0 0 0 0,0-1-1 0 0,-1 1 1 0 0,1 0 0 0 0,0 0 0 0 0,0 0 0 0 0,0 0 0 0 0,0 0 0 0 0,0 0 0 0 0,0 0 0 0 0,0 0 0 0 0,0 0 0 0 0,0 0 0 0 0,1 1 0 0 0,-1-1 0 0 0,0 0 0 0 0,1 1 0 0 0,-1-1 0 0 0,1 0 0 0 0,-1 1 0 0 0,1-1 0 0 0,0 1 0 0 0,0-1 0 0 0,0 1-1 0 0,-1 1 1 0 0,0 9-23 0 0,-1 1-1 0 0,2 0 1 0 0,0 20-1 0 0,1-22 30 0 0,4 73 5 0 0,22 104-1 0 0,-1-3 5 0 0,-27-139-1773 0 0,-1-38 788 0 0,1 1-1 0 0,-1-1 1 0 0,0 0 0 0 0,-1 0 0 0 0,0-1-1 0 0,-8 16 1 0 0,10-21 751 0 0,0 0 1 0 0,-1 1-1 0 0,1-1 1 0 0,-1 0-1 0 0,1 0 0 0 0,-1 0 1 0 0,0 0-1 0 0,0 0 0 0 0,0 0 1 0 0,0-1-1 0 0,0 1 1 0 0,0-1-1 0 0,-1 1 0 0 0,1-1 1 0 0,-1 0-1 0 0,1 0 0 0 0,0 0 1 0 0,-1 0-1 0 0,0 0 1 0 0,1 0-1 0 0,-1-1 0 0 0,1 1 1 0 0,-1-1-1 0 0,0 0 0 0 0,1 0 1 0 0,-1 0-1 0 0,0 0 1 0 0,1 0-1 0 0,-1-1 0 0 0,0 1 1 0 0,1-1-1 0 0,-1 0 0 0 0,1 0 1 0 0,-1 0-1 0 0,1 0 1 0 0,-1 0-1 0 0,1 0 0 0 0,0 0 1 0 0,-1-1-1 0 0,1 0 0 0 0,0 1 1 0 0,-2-3-1 0 0,-26-26-3264 0 0,22 20 2395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7:34.9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44 251 680 0 0,'-16'-28'2389'0'0,"-4"-6"1420"0"0,12 11 1682 0 0,9 23-5275 0 0,-1 0 1 0 0,0-1-1 0 0,0 1 0 0 0,1-1 0 0 0,-1 1 0 0 0,0 0 0 0 0,0-1 0 0 0,1 1 0 0 0,-1 0 1 0 0,0-1-1 0 0,1 1 0 0 0,-1 0 0 0 0,0 0 0 0 0,1-1 0 0 0,-1 1 0 0 0,1 0 1 0 0,-1 0-1 0 0,0 0 0 0 0,1-1 0 0 0,-1 1 0 0 0,1 0 0 0 0,-1 0 0 0 0,1 0 0 0 0,-1 0 1 0 0,1 0-1 0 0,-1 0 0 0 0,0 0 0 0 0,1 0 0 0 0,-1 0 0 0 0,1 0 0 0 0,-1 0 1 0 0,1 0-1 0 0,-1 0 0 0 0,1 1 0 0 0,-1-1 0 0 0,0 0 0 0 0,1 0 0 0 0,-1 0 0 0 0,1 1 1 0 0,32 6 612 0 0,-17-3-104 0 0,-5-3-635 0 0,1-1 1 0 0,-1 0-1 0 0,0-1 0 0 0,1 0 1 0 0,-1 0-1 0 0,0-1 0 0 0,20-7 1 0 0,77-34-486 0 0,-36 13-3026 0 0,-60 26 1817 0 0,-1 0 0 0 0,-1-1 0 0 0,1 0 0 0 0,-1 0 0 0 0,1-1 0 0 0,-2-1 0 0 0,1 1 0 0 0,-1-2-1 0 0,17-16 1 0 0,-12 11-1015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7:35.3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90 0 2048 0 0,'-20'15'8853'0'0,"2"7"-3394"0"0,13-16-4915 0 0,1 0-1 0 0,1 1 1 0 0,-1 0 0 0 0,1 0 0 0 0,0 0-1 0 0,-2 8 1 0 0,4-13-549 0 0,0 1 1 0 0,0-1-1 0 0,1 1 0 0 0,-1-1 0 0 0,1 1 1 0 0,-1-1-1 0 0,1 1 0 0 0,0 0 0 0 0,0-1 1 0 0,0 1-1 0 0,0-1 0 0 0,0 1 0 0 0,1-1 1 0 0,-1 1-1 0 0,1 0 0 0 0,0-1 0 0 0,-1 0 1 0 0,1 1-1 0 0,0-1 0 0 0,1 1 1 0 0,-1-1-1 0 0,0 0 0 0 0,1 0 0 0 0,-1 0 1 0 0,1 0-1 0 0,-1 0 0 0 0,1 0 0 0 0,0 0 1 0 0,0 0-1 0 0,0-1 0 0 0,0 1 0 0 0,0-1 1 0 0,1 1-1 0 0,-1-1 0 0 0,0 0 0 0 0,1 0 1 0 0,-1 0-1 0 0,0 0 0 0 0,1-1 0 0 0,-1 1 1 0 0,5 0-1 0 0,-5-1 72 0 0,1 1-1 0 0,-1-1 1 0 0,1 0 0 0 0,0-1 0 0 0,-1 1 0 0 0,1 0-1 0 0,0-1 1 0 0,-1 1 0 0 0,1-1 0 0 0,-1 0-1 0 0,1 0 1 0 0,-1 0 0 0 0,1 0 0 0 0,-1 0-1 0 0,0-1 1 0 0,0 1 0 0 0,1-1 0 0 0,-1 1-1 0 0,0-1 1 0 0,3-3 0 0 0,-2 1 50 0 0,0 1 0 0 0,0-1 0 0 0,0 0 0 0 0,-1-1 0 0 0,1 1 1 0 0,-1 0-1 0 0,0-1 0 0 0,0 1 0 0 0,0-1 0 0 0,-1 1 0 0 0,1-6 0 0 0,-1 7-95 0 0,0 1 0 0 0,-1 0 0 0 0,1-1 0 0 0,-1 1 0 0 0,1 0 0 0 0,-1-1 0 0 0,0 1 0 0 0,0-1-1 0 0,0 1 1 0 0,0-1 0 0 0,-1 1 0 0 0,1 0 0 0 0,-1-1 0 0 0,1 1 0 0 0,-1 0 0 0 0,0-1 0 0 0,0 1 0 0 0,0 0 0 0 0,0 0 0 0 0,0 0 0 0 0,-1-1-1 0 0,1 1 1 0 0,0 1 0 0 0,-1-1 0 0 0,0 0 0 0 0,1 0 0 0 0,-1 1 0 0 0,0-1 0 0 0,0 1 0 0 0,0-1 0 0 0,0 1 0 0 0,0 0 0 0 0,0 0 0 0 0,-1 0 0 0 0,1 0-1 0 0,0 0 1 0 0,-1 0 0 0 0,1 0 0 0 0,0 1 0 0 0,-1-1 0 0 0,1 1 0 0 0,-1 0 0 0 0,1 0 0 0 0,0 0 0 0 0,-1 0 0 0 0,1 0 0 0 0,-1 1 0 0 0,1-1 0 0 0,-3 1-1 0 0,-4 1-321 0 0,1-1 0 0 0,-1 2 0 0 0,1-1 0 0 0,-15 7 0 0 0,20-7-149 0 0,0-1 1 0 0,1 0-1 0 0,-1 1 1 0 0,1 0-1 0 0,0 0 1 0 0,-1-1-1 0 0,1 2 0 0 0,0-1 1 0 0,0 0-1 0 0,-3 4 1 0 0,25-13-12674 0 0,0 8 9816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7:35.7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4113 0 0,'3'12'6506'0'0,"7"12"-2766"0"0,0 0-2288 0 0,13 41 704 0 0,5 14-829 0 0,-26-73-1231 0 0,-1 1 0 0 0,1-1 0 0 0,-2 0 1 0 0,1 1-1 0 0,-1-1 0 0 0,0 0 0 0 0,0 1 1 0 0,0-1-1 0 0,-1 1 0 0 0,-1 5 0 0 0,-4 2 408 0 0,5-29-83 0 0,6-27 73 0 0,-3 32-488 0 0,0 1-1 0 0,1-1 1 0 0,0 1-1 0 0,1 0 0 0 0,0 0 1 0 0,0 0-1 0 0,1 0 1 0 0,0 1-1 0 0,0-1 0 0 0,1 1 1 0 0,0 1-1 0 0,1-1 0 0 0,-1 1 1 0 0,2 0-1 0 0,-1 1 1 0 0,1 0-1 0 0,0 0 0 0 0,0 0 1 0 0,0 1-1 0 0,13-6 1 0 0,16-14-5524 0 0,-17 3-1843 0 0,-11 9 1340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7:57.7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47 181 664 0 0,'-14'-3'1092'0'0,"15"-3"-225"0"0,-1 5-809 0 0,0 1 0 0 0,1-1-1 0 0,-1 0 1 0 0,0 1 0 0 0,0-1-1 0 0,0 0 1 0 0,0 0 0 0 0,0 1-1 0 0,0-1 1 0 0,0 0 0 0 0,0 1-1 0 0,0-1 1 0 0,0 0 0 0 0,0 1-1 0 0,0-1 1 0 0,0 0 0 0 0,0 1-1 0 0,-1-1 1 0 0,1 0 0 0 0,0 1-1 0 0,-1-1 1 0 0,1 0 0 0 0,0 1-1 0 0,-1-1 1 0 0,1 1 0 0 0,-1-1-1 0 0,1 1 1 0 0,0-1 0 0 0,-1 1-1 0 0,0-1 1 0 0,1 1 0 0 0,-1-1-1 0 0,1 1 1 0 0,-1 0 0 0 0,1-1-1 0 0,-1 1 1 0 0,0 0 0 0 0,1 0-1 0 0,-1-1 1 0 0,0 1-1 0 0,1 0 1 0 0,-1 0 0 0 0,0 0-1 0 0,0 0 1 0 0,0 0 0 0 0,-16-4 728 0 0,15 8-27 0 0,3-3-685 0 0,1 0 1 0 0,-1 0 0 0 0,0 0-1 0 0,1-1 1 0 0,-1 1-1 0 0,0 0 1 0 0,1 0-1 0 0,-1-1 1 0 0,1 1 0 0 0,-1-1-1 0 0,1 1 1 0 0,-1-1-1 0 0,1 0 1 0 0,-1 0-1 0 0,1 0 1 0 0,-1 0 0 0 0,3 0-1 0 0,61-3 1533 0 0,77-13-1 0 0,10-1-437 0 0,-115 16-845 0 0,72 9 0 0 0,-79-4-196 0 0,0-2 1 0 0,0 0-1 0 0,60-6 1 0 0,13-8 367 0 0,154 3 0 0 0,-143 6-248 0 0,68 2 179 0 0,113 7 51 0 0,-233-6-417 0 0,-19 0-80 0 0,179 4 515 0 0,61-2-211 0 0,-144-4-246 0 0,239-9-12 0 0,85 6 134 0 0,-353 9-137 0 0,-50-2-26 0 0,86-6-1 0 0,189-7-59 0 0,-102 7 128 0 0,215-16-66 0 0,-128 28-77 0 0,-82 2 182 0 0,61 1-1 0 0,-70-4-79 0 0,-105-1 15 0 0,153-12 0 0 0,-183-3 17 0 0,131 4 0 0 0,53 6-18 0 0,-126-3-41 0 0,374 2 139 0 0,-159-11-55 0 0,-38 3-32 0 0,-26 9 13 0 0,57-5-50 0 0,-230 5-71 0 0,24 2-19 0 0,125-4 200 0 0,79-22-39 0 0,-302 20-92 0 0,329-11-121 0 0,-342 14 138 0 0,208-8 67 0 0,113 2-73 0 0,-201 8-39 0 0,132-6 84 0 0,140-6 17 0 0,-41 10-94 0 0,205 40 126 0 0,-459-42-78 0 0,-92-1-43 0 0,75 6 0 0 0,79 5 16 0 0,1 0 64 0 0,-132-3-35 0 0,80-7-1 0 0,60 4 20 0 0,-5 1-49 0 0,9 1 8 0 0,-157-2 92 0 0,1-2 0 0 0,87-11 0 0 0,38-1-81 0 0,217-9 240 0 0,-113 9-62 0 0,-104 8-96 0 0,228-8-9 0 0,-144 17 11 0 0,-81 2-39 0 0,-65-8-26 0 0,176 6 77 0 0,-225 3-96 0 0,52 2 24 0 0,-25-2-75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02.22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102 9 968 0 0,'-3'-1'132'0'0,"0"1"1"0"0,1-1-1 0 0,-1 0 0 0 0,0 1 0 0 0,0-1 0 0 0,0 1 0 0 0,0 0 1 0 0,0 0-1 0 0,0 0 0 0 0,0 1 0 0 0,-5 0 0 0 0,5 0 257 0 0,0-1 0 0 0,0 1 0 0 0,0-1 0 0 0,0 0-1 0 0,0 0 1 0 0,-1 0 0 0 0,1 0 0 0 0,0 0 0 0 0,0-1 0 0 0,0 0-1 0 0,-6-1 1 0 0,9 1-318 0 0,-1 1 0 0 0,1 0 0 0 0,0-1 1 0 0,-1 1-1 0 0,1 0 0 0 0,0-1 0 0 0,-1 1 0 0 0,1 0 0 0 0,-1 0 0 0 0,1-1 0 0 0,-1 1 0 0 0,1 0 0 0 0,0 0 0 0 0,-1 0 0 0 0,1 0 0 0 0,-1 0 1 0 0,1 0-1 0 0,-1 0 0 0 0,1 0 0 0 0,-1 0 0 0 0,1 0 0 0 0,-1 0 0 0 0,1 0 0 0 0,0 0 0 0 0,-1 0 0 0 0,1 0 0 0 0,-1 0 0 0 0,1 0 0 0 0,-1 0 0 0 0,1 1 1 0 0,0-1-1 0 0,-1 0 0 0 0,1 0 0 0 0,-1 1 0 0 0,1-1 0 0 0,0 0 0 0 0,-1 1 0 0 0,1-1 0 0 0,0 0 0 0 0,-1 1 0 0 0,1-1 0 0 0,0 0 0 0 0,0 1 1 0 0,-1-1-1 0 0,1 1 0 0 0,0-1 0 0 0,0 0 0 0 0,0 1 0 0 0,-1-1 0 0 0,1 1 0 0 0,0-1 0 0 0,0 1 0 0 0,0 0-24 0 0,0 0 1 0 0,1 0-1 0 0,-1 0 0 0 0,0 0 0 0 0,0 0 0 0 0,1 0 0 0 0,-1 0 0 0 0,1 0 0 0 0,-1-1 1 0 0,1 1-1 0 0,-1 0 0 0 0,1 0 0 0 0,-1 0 0 0 0,1-1 0 0 0,0 1 0 0 0,-1 0 1 0 0,1-1-1 0 0,0 1 0 0 0,0 0 0 0 0,-1-1 0 0 0,1 1 0 0 0,0-1 0 0 0,0 1 1 0 0,0-1-1 0 0,0 0 0 0 0,2 1 0 0 0,16 3 402 0 0,1 0 0 0 0,-1-2 1 0 0,30 1-1 0 0,-27-3-140 0 0,-1 2 0 0 0,37 7 1 0 0,-31-4-28 0 0,-1-2 0 0 0,0 0 1 0 0,53-2-1 0 0,-53-2-40 0 0,-1 1 0 0 0,1 1-1 0 0,0 2 1 0 0,36 7-1 0 0,-38-5-34 0 0,0-1 0 0 0,0-1 0 0 0,42-2 0 0 0,-36 0-28 0 0,54 6 0 0 0,-37-1-2 0 0,-1-3 0 0 0,1-1 0 0 0,80-9-1 0 0,-67 3 125 0 0,90 4 1 0 0,-63 3-144 0 0,103-9 0 0 0,-15 0 27 0 0,-96 7-121 0 0,75-2 77 0 0,22 2 134 0 0,1 1-92 0 0,-67-8-80 0 0,99-9 89 0 0,-155 7-122 0 0,138-15 72 0 0,184 5 411 0 0,-19 2-65 0 0,-334 14-326 0 0,-19 1-221 0 0,0 0-1 0 0,1 1 1 0 0,-1 0 0 0 0,1 0-1 0 0,-1 0 1 0 0,1 0 0 0 0,-1 0-1 0 0,0 1 1 0 0,1 0 0 0 0,-1 0-1 0 0,0 0 1 0 0,8 4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06.15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77 48 1800 0 0,'-27'-20'1586'0'0,"25"17"-1089"0"0,-1 1 0 0 0,1-1 0 0 0,-1 1 0 0 0,0 0 0 0 0,0 0 0 0 0,0 0 0 0 0,0 0 0 0 0,0 0-1 0 0,0 1 1 0 0,0-1 0 0 0,0 1 0 0 0,-1 0 0 0 0,1 0 0 0 0,-5 0 0 0 0,89 9 2420 0 0,-59-4-2513 0 0,0-1 0 0 0,0-1 0 0 0,25-2 0 0 0,-46 0-401 0 0,101-7 897 0 0,107 6 0 0 0,-73 0-526 0 0,-88-1-91 0 0,77 6 0 0 0,46 10-26 0 0,21 1 117 0 0,-159-12-323 0 0,-1-3 1 0 0,1 0 0 0 0,58-10 0 0 0,39 0 233 0 0,-123 10-274 0 0,-1 0 19 0 0,-1 0 1 0 0,1 0 0 0 0,0 0 0 0 0,-1-1 0 0 0,1 0 0 0 0,7-2-1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27.14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37 32 1592 0 0,'-14'-8'829'0'0,"14"7"-773"0"0,9-3 552 0 0,-9 4-528 0 0,0-1 0 0 0,0 1 0 0 0,0-1 0 0 0,0 1 0 0 0,0-1 0 0 0,0 1 0 0 0,0-1 0 0 0,0 0 0 0 0,0 1 0 0 0,0-1 0 0 0,0 1 0 0 0,0-1 0 0 0,-1 1 0 0 0,1 0 0 0 0,0-1 0 0 0,0 1 0 0 0,-1-1 0 0 0,1 1 0 0 0,0-1 1 0 0,-1 1-1 0 0,1 0 0 0 0,0-1 0 0 0,-1 1 0 0 0,1-1 0 0 0,0 1 0 0 0,-1 0 0 0 0,1 0 0 0 0,-1-1 0 0 0,1 1 0 0 0,-1 0 0 0 0,1 0 0 0 0,-1-1 0 0 0,1 1 0 0 0,-1 0 0 0 0,1 0 0 0 0,-1 0 0 0 0,1 0 0 0 0,-1 0 0 0 0,1 0 0 0 0,-2 0 0 0 0,2-1-13 0 0,-1 1 0 0 0,1-1 0 0 0,-1 1 0 0 0,0 0-1 0 0,1-1 1 0 0,-1 1 0 0 0,1 0 0 0 0,-1-1-1 0 0,0 1 1 0 0,0 0 0 0 0,1 0 0 0 0,-1-1 0 0 0,0 1-1 0 0,1 0 1 0 0,-9 2 1763 0 0,10-2-1678 0 0,-1 0 0 0 0,1-1 0 0 0,0 1 1 0 0,0 0-1 0 0,-1 0 0 0 0,10 3 1980 0 0,-9-2-1980 0 0,30 10 485 0 0,-23-8-410 0 0,33 8 207 0 0,1-2 0 0 0,0-2 0 0 0,0-2 0 0 0,0-2 0 0 0,69-2 0 0 0,-91-1-206 0 0,237 14 243 0 0,-126-14-440 0 0,-97 4 3 0 0,1-1-1 0 0,-1-1 1 0 0,1-2 0 0 0,0-1 0 0 0,37-7 0 0 0,-60 5 38 0 0,-2 0-62 0 0,0 1-1 0 0,1 0 0 0 0,-1 1 0 0 0,0 0 1 0 0,1 0-1 0 0,-1 1 0 0 0,1 1 0 0 0,13 2 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33.0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200 85 1784 0 0,'2'-3'837'0'0,"0"-1"0"0"0,-1 1 0 0 0,1 0 0 0 0,1 0 0 0 0,-1 0 0 0 0,0 0 0 0 0,1 0 0 0 0,3-2 0 0 0,-4 2-90 0 0,1 1-1 0 0,-1-1 1 0 0,0 1-1 0 0,1-1 1 0 0,-1 0-1 0 0,-1 1 1 0 0,1-1 0 0 0,0 0-1 0 0,1-4 1 0 0,-3 6-646 0 0,0 1 0 0 0,0-1 0 0 0,0 1 0 0 0,0-1 0 0 0,0 1 0 0 0,0-1 0 0 0,0 0 0 0 0,0 1 0 0 0,0-1 0 0 0,0 1 0 0 0,0-1 0 0 0,-1 1 0 0 0,1-1 0 0 0,0 1 0 0 0,0-1 0 0 0,-1 1 0 0 0,1-1 0 0 0,0 1 0 0 0,0 0 0 0 0,-1-1 0 0 0,1 1 0 0 0,-1-1 0 0 0,1 1 0 0 0,-1-1 0 0 0,-23-8 1018 0 0,11 8-1079 0 0,1 0 0 0 0,0 1 1 0 0,0 1-1 0 0,0 0 0 0 0,0 0 0 0 0,0 1 0 0 0,0 1 0 0 0,0 0 1 0 0,0 0-1 0 0,1 1 0 0 0,-1 1 0 0 0,1 0 0 0 0,0 1 0 0 0,1 0 1 0 0,-11 7-1 0 0,19-11-49 0 0,1-1 0 0 0,-1 1 0 0 0,1-1-1 0 0,-1 1 1 0 0,1 0 0 0 0,0 0 0 0 0,0-1 0 0 0,0 1 0 0 0,0 0 0 0 0,0 0 0 0 0,0 0 0 0 0,0 0 0 0 0,1 0-1 0 0,-1 1 1 0 0,1-1 0 0 0,-1 0 0 0 0,1 0 0 0 0,0 0 0 0 0,0 0 0 0 0,0 4 0 0 0,1-1-4 0 0,0-1 0 0 0,0 1 0 0 0,1 0-1 0 0,-1-1 1 0 0,1 1 0 0 0,0-1 0 0 0,1 0 0 0 0,-1 0 0 0 0,4 5 0 0 0,6 7-9 0 0,2 0 0 0 0,0-1 0 0 0,22 18 0 0 0,-31-29 25 0 0,119 87-4 0 0,-123-89 10 0 0,1-1 0 0 0,-1 0-1 0 0,0 1 1 0 0,0-1 0 0 0,1 1 0 0 0,-1-1 0 0 0,0 1 0 0 0,0-1 0 0 0,0 1 0 0 0,-1 0 0 0 0,1-1-1 0 0,0 1 1 0 0,-1 0 0 0 0,1 0 0 0 0,-1 0 0 0 0,1-1 0 0 0,-1 1 0 0 0,0 0 0 0 0,0 0 0 0 0,0 0-1 0 0,0 0 1 0 0,0 0 0 0 0,-1 2 0 0 0,0 0 8 0 0,0 0-1 0 0,-1 0 0 0 0,0 0 1 0 0,0 0-1 0 0,0 0 1 0 0,0-1-1 0 0,0 1 1 0 0,-1-1-1 0 0,0 0 0 0 0,-3 4 1 0 0,-2 1-31 0 0,0-1 1 0 0,0 0 0 0 0,0-1-1 0 0,-1 0 1 0 0,0 0-1 0 0,0-1 1 0 0,-20 8-1 0 0,26-12-121 0 0,0 0-1 0 0,0 0 0 0 0,0 0 1 0 0,0 0-1 0 0,-1-1 0 0 0,1 1 1 0 0,0-1-1 0 0,0 0 0 0 0,-1 0 1 0 0,1 0-1 0 0,0-1 0 0 0,0 1 1 0 0,-1-1-1 0 0,1 0 0 0 0,0 1 0 0 0,0-2 1 0 0,0 1-1 0 0,0 0 0 0 0,-5-3 1 0 0,7 2-158 0 0,-1 0 0 0 0,1 1 0 0 0,0-1 0 0 0,0 0 0 0 0,0 0 1 0 0,0 0-1 0 0,0 1 0 0 0,0-1 0 0 0,0 0 0 0 0,1 0 0 0 0,-1 0 0 0 0,1-1 1 0 0,-1 1-1 0 0,1 0 0 0 0,0 0 0 0 0,0 0 0 0 0,0 0 0 0 0,0 0 0 0 0,0 0 1 0 0,0 0-1 0 0,1-1 0 0 0,-1 1 0 0 0,1 0 0 0 0,0 0 0 0 0,-1 0 0 0 0,1 0 1 0 0,0 1-1 0 0,0-1 0 0 0,0 0 0 0 0,0 0 0 0 0,2-2 0 0 0,25-45-5940 0 0,-14 38 4155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34.0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82 872 0 0,'0'-1'147'0'0,"0"1"-1"0"0,0-1 1 0 0,0 1 0 0 0,0 0-1 0 0,0-1 1 0 0,0 1 0 0 0,0-1-1 0 0,0 1 1 0 0,0 0 0 0 0,0-1-1 0 0,0 1 1 0 0,1 0 0 0 0,-1-1-1 0 0,0 1 1 0 0,0 0 0 0 0,0-1-1 0 0,1 1 1 0 0,-1 0-1 0 0,0-1 1 0 0,0 1 0 0 0,1 0-1 0 0,-1 0 1 0 0,0-1 0 0 0,0 1-1 0 0,1 0 1 0 0,-1 0 0 0 0,0 0-1 0 0,1-1 1 0 0,-1 1 0 0 0,0 0-1 0 0,1 0 1 0 0,-1 0 0 0 0,1 0-1 0 0,-1 0 1 0 0,0 0-1 0 0,1 0 1 0 0,-1 0 0 0 0,0 0-1 0 0,1 0 1 0 0,-1 0 0 0 0,1 0-1 0 0,-1 0 1 0 0,0 0 0 0 0,1 0-1 0 0,-1 0 1 0 0,0 0 0 0 0,1 0-1 0 0,-1 0 1 0 0,0 1-1 0 0,1-1 1 0 0,-1 0 0 0 0,0 0-1 0 0,1 1 1 0 0,0-1 121 0 0,0 1 0 0 0,0-1 0 0 0,0 1 0 0 0,0-1 0 0 0,0 1 0 0 0,-1 0 0 0 0,1 0 0 0 0,0-1 0 0 0,0 1 0 0 0,-1 0 0 0 0,1 0 0 0 0,0 0 0 0 0,-1 0 0 0 0,1 0 0 0 0,-1 0 0 0 0,1 0 0 0 0,-1 0 0 0 0,0 0 0 0 0,1 0 0 0 0,-1 0 0 0 0,0 0 0 0 0,1 2 0 0 0,-3 47 2903 0 0,1-26-2284 0 0,3 49 0 0 0,-1-65-877 0 0,1 0 0 0 0,-1 0 0 0 0,1-1-1 0 0,1 1 1 0 0,0 0 0 0 0,0-1-1 0 0,0 1 1 0 0,1-1 0 0 0,0 0-1 0 0,5 7 1 0 0,-8-14-8 0 0,-1 1 1 0 0,1 0-1 0 0,-1 0 0 0 0,1-1 1 0 0,-1 1-1 0 0,1 0 0 0 0,0-1 1 0 0,-1 1-1 0 0,1-1 0 0 0,0 1 1 0 0,0-1-1 0 0,0 1 0 0 0,-1-1 1 0 0,1 0-1 0 0,0 1 0 0 0,0-1 1 0 0,0 0-1 0 0,0 1 0 0 0,0-1 1 0 0,-1 0-1 0 0,1 0 0 0 0,0 0 1 0 0,0 0-1 0 0,0 0 0 0 0,0 0 1 0 0,0 0-1 0 0,0 0 0 0 0,0 0 1 0 0,1-1-1 0 0,0 0 2 0 0,1 0 1 0 0,-1-1-1 0 0,0 1 0 0 0,1-1 0 0 0,-1 1 1 0 0,0-1-1 0 0,0 0 0 0 0,0 0 0 0 0,3-4 1 0 0,30-50 11 0 0,-21 23 125 0 0,17-65 0 0 0,-10 30 5 0 0,-21 67-135 0 0,0 1-1 0 0,0-1 0 0 0,0 1 0 0 0,0-1 0 0 0,0 0 0 0 0,0 1 0 0 0,0-1 1 0 0,0 1-1 0 0,0-1 0 0 0,1 1 0 0 0,-1-1 0 0 0,0 0 0 0 0,0 1 1 0 0,1-1-1 0 0,-1 1 0 0 0,0-1 0 0 0,1 1 0 0 0,-1-1 0 0 0,1 1 1 0 0,-1 0-1 0 0,1-1 0 0 0,-1 1 0 0 0,1-1 0 0 0,-1 1 0 0 0,1 0 0 0 0,-1-1 1 0 0,1 1-1 0 0,-1 0 0 0 0,1 0 0 0 0,-1 0 0 0 0,2-1 0 0 0,7 20 171 0 0,2 55-104 0 0,-9-54-98 0 0,1 1-31 0 0,-2-9-26 0 0,1-1-1 0 0,-1 1 1 0 0,2-1-1 0 0,0 0 1 0 0,0 0-1 0 0,1 0 1 0 0,0 0 0 0 0,1-1-1 0 0,10 17 1 0 0,-15-26 27 0 0,0-1 0 0 0,0 0 0 0 0,0 0 0 0 0,1 1 0 0 0,-1-1 0 0 0,0 0 0 0 0,0 0 0 0 0,1 1 0 0 0,-1-1 0 0 0,0 0 0 0 0,1 0 0 0 0,-1 0 0 0 0,0 0 0 0 0,0 0 0 0 0,1 1 0 0 0,-1-1 0 0 0,0 0 0 0 0,1 0 0 0 0,-1 0 0 0 0,0 0 0 0 0,1 0 0 0 0,-1 0 0 0 0,0 0 0 0 0,1 0 0 0 0,-1 0 0 0 0,0 0 0 0 0,1 0 0 0 0,-1 0 1 0 0,0 0-1 0 0,1-1 0 0 0,-1 1 0 0 0,0 0 0 0 0,1 0 0 0 0,-1 0 0 0 0,0 0 0 0 0,0 0 0 0 0,1-1 0 0 0,-1 1 0 0 0,0 0 0 0 0,0 0 0 0 0,1-1 0 0 0,11-18-2241 0 0,1-21-1586 0 0,-9 20 2515 0 0,14-115-6095 0 0,-17 119 7884 0 0,-1 1 0 0 0,-1-1 0 0 0,-4-26 0 0 0,0 33 3629 0 0,1 24-2180 0 0,2 25-327 0 0,5-6-406 0 0,2-1 0 0 0,12 43-1 0 0,-9-47-650 0 0,-2 0 0 0 0,-1 0 0 0 0,2 42 0 0 0,20-154 233 0 0,-21 60-650 0 0,-1 1 28 0 0,2 1 0 0 0,13-31 0 0 0,-18 47-72 0 0,0 1 0 0 0,0-1 0 0 0,1 1 0 0 0,-1 0 0 0 0,1 0 0 0 0,0 0-1 0 0,0 0 1 0 0,1 1 0 0 0,-1-1 0 0 0,1 1 0 0 0,0 0 0 0 0,0 0 0 0 0,0 0-1 0 0,0 0 1 0 0,0 1 0 0 0,1 0 0 0 0,4-3 0 0 0,-7 5-20 0 0,-1 0-1 0 0,1-1 1 0 0,-1 1 0 0 0,0 0 0 0 0,1 0 0 0 0,-1 0-1 0 0,1 0 1 0 0,-1 0 0 0 0,1 0 0 0 0,-1 0 0 0 0,0 1-1 0 0,1-1 1 0 0,-1 0 0 0 0,1 1 0 0 0,-1-1 0 0 0,0 1 0 0 0,1 0-1 0 0,-1-1 1 0 0,0 1 0 0 0,0 0 0 0 0,2 1 0 0 0,0 1 12 0 0,0 0 0 0 0,0 0 1 0 0,-1 0-1 0 0,1 1 1 0 0,-1-1-1 0 0,0 0 0 0 0,3 8 1 0 0,1 4 35 0 0,0 0 0 0 0,5 30 0 0 0,-5 10 6 0 0,-6-45-39 0 0,1 0 0 0 0,-1 0-1 0 0,2 0 1 0 0,0 0 0 0 0,0-1 0 0 0,7 19 0 0 0,8-74 4 0 0,-7 12 0 0 0,-8 21 23 0 0,1 1-1 0 0,1 0 1 0 0,0 0 0 0 0,1 0 0 0 0,0 0 0 0 0,1 1 0 0 0,0 0 0 0 0,0 0 0 0 0,2 0 0 0 0,9-12 0 0 0,-16 22-44 0 0,0 0 0 0 0,1 0 1 0 0,-1 0-1 0 0,0 1 0 0 0,0-1 0 0 0,1 0 0 0 0,-1 0 1 0 0,0 1-1 0 0,1-1 0 0 0,-1 1 0 0 0,0-1 0 0 0,1 1 1 0 0,-1 0-1 0 0,1-1 0 0 0,-1 1 0 0 0,1 0 0 0 0,-1 0 1 0 0,1 0-1 0 0,-1 0 0 0 0,1 0 0 0 0,-1 1 0 0 0,1-1 1 0 0,1 1-1 0 0,0 0 6 0 0,0 0 0 0 0,0 1 1 0 0,0 0-1 0 0,0-1 0 0 0,-1 1 0 0 0,1 0 1 0 0,0 0-1 0 0,-1 1 0 0 0,0-1 1 0 0,3 3-1 0 0,6 9 50 0 0,-2 0 0 0 0,1 0 0 0 0,8 21 1 0 0,-12-25-16 0 0,1 4 8 0 0,0-1 0 0 0,-1 2 0 0 0,5 16 0 0 0,-10-26-143 0 0,1 0 0 0 0,-1 0 0 0 0,0 0 0 0 0,-1 0 0 0 0,1 0 0 0 0,-1 1 0 0 0,0-1 0 0 0,0 0 0 0 0,-1 0 0 0 0,0 0 0 0 0,0 0 0 0 0,0 0 0 0 0,-3 7 0 0 0,-4-1-2690 0 0,4-22-537 0 0,6-25-1294 0 0,17-37-2187 0 0,-8 44 4313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34.5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 19 2016 0 0,'-1'-1'328'0'0,"1"0"0"0"0,-1 0 0 0 0,1 0 0 0 0,-1 0 0 0 0,0 0 0 0 0,1 1 0 0 0,-1-1-1 0 0,0 0 1 0 0,0 1 0 0 0,1-1 0 0 0,-1 0 0 0 0,0 1 0 0 0,0-1 0 0 0,0 1-1 0 0,-8 0 7321 0 0,24 4-5594 0 0,138 3 1113 0 0,-52-13-6804 0 0,-101 6 3345 0 0,1 0 0 0 0,-1 0 1 0 0,1 0-1 0 0,-1 0 0 0 0,1 0 0 0 0,0 0 0 0 0,-1 0 0 0 0,1 0 1 0 0,-1-1-1 0 0,1 1 0 0 0,-1 0 0 0 0,1 0 0 0 0,-1 0 0 0 0,1-1 0 0 0,0 1 1 0 0,-1 0-1 0 0,1 0 0 0 0,-1-1 0 0 0,0 1 0 0 0,1-1 0 0 0,-1 1 0 0 0,1 0 1 0 0,-1-1-1 0 0,0 1 0 0 0,1-1 0 0 0,-1 1 0 0 0,0-1 0 0 0,1 1 1 0 0,-1-1-1 0 0,0 1 0 0 0,0-1 0 0 0,1 1 0 0 0,-1-1 0 0 0,0 1 0 0 0,0-1 1 0 0,0 0-1 0 0,2 9-3628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34.9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4 5249 0 0,'-1'0'143'0'0,"1"-1"-1"0"0,0 1 1 0 0,0 0-1 0 0,0 0 1 0 0,-1-1 284 0 0,1 1-284 0 0,0 0-1 0 0,0 0 1 0 0,0 0 0 0 0,0 0-1 0 0,-1 0 1 0 0,1-1-1 0 0,0 1 1 0 0,0 0-1 0 0,0 0 1 0 0,-1 0-1 0 0,1 0 1 0 0,0 0-1 0 0,0 0 1 0 0,-1 0-1 0 0,1 0 1 0 0,0 0 0 0 0,0 0-1 0 0,0 0 1 0 0,-1 0-1 0 0,1 0 1 0 0,0 0-1 0 0,0 0 1 0 0,-1 0-1 0 0,1 0 1 0 0,0 0-1 0 0,0 0 1 0 0,0 0-1 0 0,-1 1 1 0 0,1-1 0 0 0,0 0-1 0 0,0 0 1 0 0,0 0-1 0 0,-1 1 286 0 0,1-1-286 0 0,0 0 1 0 0,0 0-1 0 0,0 0 1 0 0,0 0-1 0 0,-1 1 1 0 0,1-1-1 0 0,0 0 1 0 0,0 0 0 0 0,0 1-1 0 0,-4 20 2234 0 0,4 35-2684 0 0,0-49 935 0 0,1 32-495 0 0,1-1 0 0 0,1 1 0 0 0,3-1 0 0 0,1 1 0 0 0,1-2 0 0 0,18 48 0 0 0,-19-78-3850 0 0,-4-21 0 0 0,-4-26-2024 0 0,1 37 5152 0 0,-1-15-1847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35.3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3233 0 0,'0'0'298'0'0,"0"1"0"0"0,0 0 1 0 0,0-1-1 0 0,1 1 0 0 0,-1 0 1 0 0,0-1-1 0 0,0 1 0 0 0,1 0 1 0 0,-1-1-1 0 0,0 1 0 0 0,1-1 1 0 0,-1 1-1 0 0,1 0 0 0 0,-1-1 1 0 0,1 1-1 0 0,-1-1 0 0 0,1 0 1 0 0,-1 1-1 0 0,1-1 0 0 0,-1 1 1 0 0,1-1-1 0 0,0 0 0 0 0,-1 1 1 0 0,1-1-1 0 0,0 0 0 0 0,-1 0 1 0 0,2 1-1 0 0,29 4 3734 0 0,40-9-1800 0 0,-60 3-1658 0 0,12-1-691 0 0,43-3-172 0 0,-64 5-15 0 0,1 0 1 0 0,-1 0 0 0 0,1 0-1 0 0,-1 0 1 0 0,1 1 0 0 0,-1-1-1 0 0,1 1 1 0 0,-1 0 0 0 0,1-1-1 0 0,-1 1 1 0 0,0 0 0 0 0,1 1-1 0 0,-1-1 1 0 0,0 0 0 0 0,0 1-1 0 0,0-1 1 0 0,0 1 0 0 0,0 0-1 0 0,0-1 1 0 0,2 4 0 0 0,-4-5 116 0 0,0 0 1 0 0,0 1-1 0 0,0-1 1 0 0,0 1-1 0 0,1-1 1 0 0,-1 0-1 0 0,0 1 1 0 0,0-1-1 0 0,0 0 1 0 0,0 1-1 0 0,0-1 1 0 0,0 1 0 0 0,0-1-1 0 0,0 0 1 0 0,0 1-1 0 0,0-1 1 0 0,0 1-1 0 0,0-1 1 0 0,0 0-1 0 0,0 1 1 0 0,0-1-1 0 0,-1 1 1 0 0,1-1-1 0 0,0 0 1 0 0,0 1-1 0 0,0-1 1 0 0,-1 0-1 0 0,1 1 1 0 0,0-1-1 0 0,0 0 1 0 0,-1 1-1 0 0,1-1 1 0 0,0 0-1 0 0,-1 0 1 0 0,1 1-1 0 0,0-1 1 0 0,-1 0-1 0 0,1 0 1 0 0,0 0-1 0 0,-1 0 1 0 0,1 1-1 0 0,0-1 1 0 0,-1 0 0 0 0,1 0-1 0 0,-1 0 1 0 0,1 0-1 0 0,-1 0 1 0 0,-2 1-1959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35.7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15 4857 0 0,'2'2'516'0'0,"-1"0"0"0"0,0 0 0 0 0,1 0 0 0 0,-1 0 0 0 0,1 0 0 0 0,0 0 0 0 0,-1-1 0 0 0,1 1 1 0 0,0-1-1 0 0,0 1 0 0 0,0-1 0 0 0,0 0 0 0 0,1 1 0 0 0,3 0 0 0 0,0 0-23 0 0,-1 0 0 0 0,1-1 0 0 0,0 1 0 0 0,0-2 0 0 0,-1 1-1 0 0,8 0 1 0 0,-3-1-219 0 0,0-1 0 0 0,0 0 0 0 0,0 0 0 0 0,0-1 0 0 0,0 0 0 0 0,0-1 0 0 0,9-3 0 0 0,19-9-2325 0 0,2 0-10452 0 0,-31 12 9585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36.2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26 114 1704 0 0,'-6'-26'5644'0'0,"6"23"-4999"0"0,0 1 0 0 0,0-1 0 0 0,-1 0 0 0 0,1 1 0 0 0,-1-1 0 0 0,0 1 0 0 0,0-1 0 0 0,0 0 0 0 0,0 1 0 0 0,-2-4 0 0 0,1 10-337 0 0,1 0 1 0 0,-1 0-1 0 0,1 0 0 0 0,0 0 0 0 0,0 0 0 0 0,0 0 1 0 0,0 1-1 0 0,0 5 0 0 0,2 2-234 0 0,1 0 1 0 0,-1 0-1 0 0,2-1 0 0 0,0 1 0 0 0,6 18 1 0 0,-8-27-73 0 0,1 0 0 0 0,-1 0 0 0 0,0 0 0 0 0,1-1 1 0 0,-1 1-1 0 0,1 0 0 0 0,0-1 0 0 0,0 1 0 0 0,0-1 0 0 0,0 1 1 0 0,1-1-1 0 0,-1 0 0 0 0,1 0 0 0 0,-1 0 0 0 0,1 0 0 0 0,0-1 1 0 0,-1 1-1 0 0,1-1 0 0 0,0 1 0 0 0,0-1 0 0 0,0 0 0 0 0,0 0 0 0 0,0-1 1 0 0,1 1-1 0 0,-1 0 0 0 0,3-1 0 0 0,-4 0-2 0 0,0 0-1 0 0,-1-1 1 0 0,1 1-1 0 0,-1-1 1 0 0,1 1 0 0 0,-1-1-1 0 0,1 0 1 0 0,-1 1-1 0 0,0-1 1 0 0,1 0-1 0 0,-1 0 1 0 0,0 0-1 0 0,1 0 1 0 0,-1 0 0 0 0,0 0-1 0 0,0 0 1 0 0,0-1-1 0 0,0 1 1 0 0,0 0-1 0 0,1-2 1 0 0,19-37-23 0 0,-2 4 10 0 0,-18 35 15 0 0,1 0 0 0 0,-1 0 0 0 0,0 0 0 0 0,1 0 1 0 0,-1 0-1 0 0,0 0 0 0 0,1 1 0 0 0,0-1 0 0 0,-1 0 0 0 0,1 1 0 0 0,-1-1 1 0 0,1 1-1 0 0,0 0 0 0 0,-1-1 0 0 0,1 1 0 0 0,0 0 0 0 0,-1 0 0 0 0,1 0 1 0 0,0 0-1 0 0,-1 0 0 0 0,1 1 0 0 0,0-1 0 0 0,2 1 0 0 0,46 20 101 0 0,-14-6-35 0 0,-27-13 5 0 0,1 0 0 0 0,0-1 0 0 0,-1 0-1 0 0,1-1 1 0 0,15-1 0 0 0,-21 1 4 0 0,1 0 1 0 0,0-1-1 0 0,0 0 0 0 0,-1 0 1 0 0,1 0-1 0 0,-1 0 0 0 0,1-1 1 0 0,-1 0-1 0 0,1 0 0 0 0,-1 0 1 0 0,0-1-1 0 0,0 1 0 0 0,4-4 0 0 0,-7 4-49 0 0,0 1 0 0 0,-1-1-1 0 0,1 0 1 0 0,-1 0 0 0 0,1 1-1 0 0,-1-1 1 0 0,0 0 0 0 0,1 0-1 0 0,-1 0 1 0 0,0 0 0 0 0,0 0-1 0 0,0 1 1 0 0,-1-1 0 0 0,1 0-1 0 0,0 0 1 0 0,-1 0 0 0 0,1 1-1 0 0,-1-1 1 0 0,0 0 0 0 0,1 0-1 0 0,-1 1 1 0 0,0-1 0 0 0,0 1-1 0 0,0-1 1 0 0,0 1 0 0 0,0-1-1 0 0,0 1 1 0 0,-3-3 0 0 0,-37-41-668 0 0,17 28-151 0 0,-7-8-3883 0 0,54 13-6131 0 0,-10 11 8199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36.6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0 4785 0 0,'0'0'199'0'0,"0"1"0"0"0,-1-1-1 0 0,1 0 1 0 0,0 1 0 0 0,-1-1 0 0 0,1 0-1 0 0,0 1 1 0 0,0-1 0 0 0,-1 0 0 0 0,1 1 0 0 0,0-1-1 0 0,0 0 1 0 0,-1 1 0 0 0,1-1 0 0 0,0 1-1 0 0,0-1 1 0 0,0 1 0 0 0,0-1 0 0 0,0 0-1 0 0,0 1 1 0 0,0-1 0 0 0,0 1 0 0 0,0-1 0 0 0,0 1-1 0 0,0-1 1 0 0,0 1 0 0 0,0-1 0 0 0,0 0-1 0 0,0 1 1 0 0,0-1 0 0 0,0 1 0 0 0,1-1 0 0 0,-1 1-1 0 0,0-1 1 0 0,0 0 0 0 0,0 1 0 0 0,1-1-1 0 0,-1 0 1 0 0,0 1 0 0 0,1-1 0 0 0,-1 0-1 0 0,0 1 1 0 0,1-1 0 0 0,-1 0 0 0 0,0 1 0 0 0,1-1-1 0 0,15 20 2247 0 0,-13-18-2492 0 0,1-1 0 0 0,0 1 0 0 0,0-1 1 0 0,0 0-1 0 0,0 0 0 0 0,0-1 1 0 0,0 1-1 0 0,1-1 0 0 0,-1 0 0 0 0,0 0 1 0 0,0 0-1 0 0,6-1 0 0 0,29-8-7473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37.0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81 0 5361 0 0,'-4'17'4279'0'0,"0"0"-1"0"0,-2 29 0 0 0,-7 35-2667 0 0,12-75-2067 0 0,-1-1 0 0 0,0 0 0 0 0,0 0 0 0 0,0 0 1 0 0,-1 0-1 0 0,1-1 0 0 0,-1 1 0 0 0,0-1 0 0 0,0 1 0 0 0,-1-1 0 0 0,0 0 0 0 0,-5 4 0 0 0,9-7 253 0 0,-1-1-1 0 0,1 0 0 0 0,0 0 0 0 0,-1 0 1 0 0,1 0-1 0 0,-1 0 0 0 0,1 0 1 0 0,-1 0-1 0 0,1 0 0 0 0,0 0 0 0 0,-1 0 1 0 0,1 0-1 0 0,-1 0 0 0 0,1 0 0 0 0,-1 0 1 0 0,1 0-1 0 0,0-1 0 0 0,-1 1 1 0 0,1 0-1 0 0,-1 0 0 0 0,1 0 0 0 0,0-1 1 0 0,-1 1-1 0 0,1 0 0 0 0,0-1 0 0 0,-1 1 1 0 0,1 0-1 0 0,0 0 0 0 0,0-1 1 0 0,-1 1-1 0 0,1-1 0 0 0,0 1 0 0 0,0 0 1 0 0,-1-1-1 0 0,1 1 0 0 0,0 0 0 0 0,0-1 1 0 0,0 1-1 0 0,0-1 0 0 0,0 1 1 0 0,0-1-1 0 0,0 1 0 0 0,0 0 0 0 0,0-1 1 0 0,0 0-1 0 0,0-7-3257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43.46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47 131 1464 0 0,'-2'-1'139'0'0,"0"0"-1"0"0,0-1 1 0 0,1 1-1 0 0,-1-1 1 0 0,0 0-1 0 0,1 1 1 0 0,-1-1-1 0 0,1 0 1 0 0,0 0-1 0 0,0 0 1 0 0,0 0-1 0 0,0 0 1 0 0,0 0-1 0 0,0 0 1 0 0,0 0-1 0 0,0-1 1 0 0,0-2-1 0 0,1 3 205 0 0,-1 0 0 0 0,1 0 0 0 0,-1-1 0 0 0,-19-29 6722 0 0,20 32-7021 0 0,14-9 884 0 0,16-2-124 0 0,-19 10-476 0 0,1 1 1 0 0,-1 0-1 0 0,0 1 1 0 0,0 1-1 0 0,0-1 1 0 0,19 7-1 0 0,-19-5-226 0 0,1 0-1 0 0,0-1 1 0 0,-1 0 0 0 0,1-1 0 0 0,0 0-1 0 0,16-2 1 0 0,48-16 585 0 0,-40 7-146 0 0,-21 8-470 0 0,0 0 0 0 0,0 1 0 0 0,0 0 0 0 0,23 3 0 0 0,33-2 326 0 0,-47-1-230 0 0,0 1 0 0 0,0 1-1 0 0,36 7 1 0 0,41 1 85 0 0,100-12 378 0 0,-100-5-38 0 0,-101 8-559 0 0,46 9-2392 0 0,-41-13 2169 0 0,0 0 0 0 0,0 1 0 0 0,0-1 0 0 0,0 1 0 0 0,0 0 0 0 0,1 0 0 0 0,-1 1 1 0 0,1 0-1 0 0,0 0 0 0 0,0 0 0 0 0,-1 1 0 0 0,1-1 0 0 0,0 2 0 0 0,1-1 0 0 0,6 0 0 0 0,13-2-1969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38:58.60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0 106 664 0 0,'6'-31'8423'0'0,"-7"30"-8284"0"0,0 8 874 0 0,0-2-443 0 0,14-3-183 0 0,3-1-101 0 0,0 1 0 0 0,0 0 0 0 0,22 6 1 0 0,-7-1-35 0 0,-18-6-201 0 0,0-1 0 0 0,0 0-1 0 0,-1 0 1 0 0,1-1 0 0 0,0-1-1 0 0,0 0 1 0 0,16-5-1 0 0,-12 3 76 0 0,1 0-1 0 0,34-1 1 0 0,-7 6 6 0 0,-27 0-88 0 0,0-1 0 0 0,1-1 1 0 0,-1 0-1 0 0,0-1 0 0 0,23-6 0 0 0,11-3 249 0 0,76-8-1 0 0,-38 8 106 0 0,94-9 130 0 0,-64 10-330 0 0,-85 8-124 0 0,0 2 1 0 0,0 1-1 0 0,53 9 1 0 0,54 3-64 0 0,-61-12 167 0 0,-32 1-37 0 0,90-9 0 0 0,79-7 59 0 0,-5 14 66 0 0,-136-2-45 0 0,-1 3 1 0 0,116 16 0 0 0,-178-16-217 0 0,52 9 9 0 0,2-4 1 0 0,103-4-1 0 0,108-10 354 0 0,18 15 72 0 0,-248-8-306 0 0,100 4-48 0 0,-120-2-67 0 0,0-1-1 0 0,33-5 0 0 0,-36 2-12 0 0,1 1 0 0 0,48 3 1 0 0,-35 2 53 0 0,51-3 0 0 0,32 1 26 0 0,-96 0-47 0 0,53-5-1 0 0,-54 2 2 0 0,1 1 0 0 0,31 2 1 0 0,-38 2-15 0 0,-12-2 8 0 0,-1 0-1 0 0,0 0 0 0 0,1-1 1 0 0,-1 1-1 0 0,1-2 0 0 0,-1 1 1 0 0,10-2-1 0 0,-7 0 1730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42:45.25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40 1664 0 0,'27'-28'1657'0'0,"-26"26"-1618"0"0,0 1 0 0 0,1 0 1 0 0,-1 0-1 0 0,1 0 0 0 0,-1 1 1 0 0,0-1-1 0 0,1 0 0 0 0,0 0 1 0 0,-1 1-1 0 0,1-1 0 0 0,-1 1 0 0 0,1-1 1 0 0,0 1-1 0 0,-1 0 0 0 0,1 0 1 0 0,0 0-1 0 0,-1 0 0 0 0,1 0 1 0 0,0 0-1 0 0,5 7 1489 0 0,0 9 12 0 0,1-12-1403 0 0,1 0 0 0 0,-1 0 0 0 0,1-1 0 0 0,0 0 1 0 0,0-1-1 0 0,0 0 0 0 0,16 2 0 0 0,66 1 729 0 0,30-12-216 0 0,-83 3-158 0 0,-1 2 1 0 0,72 4-1 0 0,-77 0-286 0 0,0-1 0 0 0,-1-2-1 0 0,35-5 1 0 0,11-1 221 0 0,-44 8-283 0 0,-1 0-1 0 0,1 3 1 0 0,51 11 0 0 0,-51-8 28 0 0,1-2 1 0 0,-1-1-1 0 0,47 0 0 0 0,-47-5-76 0 0,23-2 200 0 0,1 2 0 0 0,75 10 0 0 0,-74-4-171 0 0,-1-3 1 0 0,89-7-1 0 0,-87 2 92 0 0,1 1 0 0 0,77 10 0 0 0,-60-3-78 0 0,-1-2 1 0 0,142-14-1 0 0,-76 1 47 0 0,-56 6-122 0 0,535-16 330 0 0,-7-1 224 0 0,-534 24-639 0 0,-50 0-3145 0 0,1-3-1 0 0,-1 0 1 0 0,46-7 0 0 0,-35-1-354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42:46.91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33 3217 0 0,'47'5'5177'0'0,"51"14"-3106"0"0,47 8-1414 0 0,145-13 909 0 0,-64-5-899 0 0,-35-1 368 0 0,293-25 1 0 0,-253 16-779 0 0,-57 2-105 0 0,420-31-98 0 0,-323 7 36 0 0,65 0 132 0 0,-141 19-51 0 0,124 3-14 0 0,-270 3-130 0 0,248 2 627 0 0,-214-15-483 0 0,8 0-298 0 0,-32 14-2904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43:00.99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75 56 216 0 0,'-2'-1'181'0'0,"1"0"0"0"0,-1 0 0 0 0,1 1 0 0 0,-1-1 1 0 0,0 0-1 0 0,1 0 0 0 0,-1 1 0 0 0,0-1 0 0 0,0 1 0 0 0,1 0 0 0 0,-1-1 0 0 0,0 1 0 0 0,0 0 0 0 0,0 0 1 0 0,1 0-1 0 0,-1 0 0 0 0,0 0 0 0 0,0 1 0 0 0,0-1 0 0 0,1 0 0 0 0,-1 1 0 0 0,0-1 0 0 0,0 1 0 0 0,1 0 0 0 0,-3 1 1 0 0,-24 4 2929 0 0,151-9 1124 0 0,64-17-2354 0 0,96-4-984 0 0,-189 27-567 0 0,-47-1 35 0 0,0-2 0 0 0,56-6 0 0 0,-60 2-70 0 0,49 1-1 0 0,6 0 137 0 0,82 2 499 0 0,-92 2-771 0 0,127 18 419 0 0,43-9 76 0 0,-230-16-47 0 0,-11 2-1644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44:48.45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3 104 1240 0 0,'0'0'71'0'0,"0"-1"-1"0"0,0 1 1 0 0,-1 0-1 0 0,1-1 1 0 0,0 1-1 0 0,0-1 1 0 0,0 1-1 0 0,-1-1 1 0 0,1 1-1 0 0,0-1 1 0 0,0 1-1 0 0,0-1 1 0 0,0 1-1 0 0,0-1 1 0 0,0 1-1 0 0,0-1 1 0 0,0 1-1 0 0,0-1 1 0 0,0 1-1 0 0,0-1 1 0 0,0 1-1 0 0,0 0 1 0 0,1-1-1 0 0,-1 1 1 0 0,0-1-1 0 0,0 1 1 0 0,0-1-1 0 0,1 1 1 0 0,-1-1-1 0 0,0 1 1 0 0,0 0-1 0 0,1-1 1 0 0,-1 1-1 0 0,1 0 1 0 0,-1-1-1 0 0,0 1 1 0 0,1 0-1 0 0,-1-1 1 0 0,1 1-1 0 0,-1 0 1 0 0,0 0-1 0 0,1-1 1 0 0,-1 1-1 0 0,1 0 1 0 0,-1 0-1 0 0,1 0 1 0 0,-1 0-1 0 0,1 0 1 0 0,-1 0-1 0 0,1 0 1 0 0,-1 0-1 0 0,1 0 1 0 0,0 0-1 0 0,0 0-28 0 0,-1 1-1 0 0,1-1 0 0 0,-1 1 1 0 0,1-1-1 0 0,-1 1 0 0 0,1-1 1 0 0,-1 1-1 0 0,1 0 1 0 0,-1-1-1 0 0,0 1 0 0 0,1 0 1 0 0,-1-1-1 0 0,0 1 0 0 0,1 0 1 0 0,-1 0-1 0 0,-13 33 7397 0 0,25-39-6782 0 0,-7 4-548 0 0,0 0 0 0 0,0 1-1 0 0,1 0 1 0 0,-1 0 0 0 0,0 0 0 0 0,0 0 0 0 0,0 1 0 0 0,1 0-1 0 0,-1 0 1 0 0,0 0 0 0 0,0 1 0 0 0,7 3 0 0 0,40 7 920 0 0,-35-13-735 0 0,0-1-1 0 0,0 0 1 0 0,30-9 0 0 0,-35 7-234 0 0,0 1 0 0 0,0 0 0 0 0,0 1 0 0 0,0 0 0 0 0,0 1 0 0 0,1 1-1 0 0,-1 0 1 0 0,1 0 0 0 0,12 3 0 0 0,-4 1 49 0 0,0-1 0 0 0,1-1 0 0 0,-1-1 0 0 0,1-1 0 0 0,0-1 0 0 0,-1-1-1 0 0,1-1 1 0 0,-1-1 0 0 0,24-7 0 0 0,-16 7-67 0 0,0 0-1 0 0,1 2 0 0 0,46 1 1 0 0,-43 2 73 0 0,0-1 0 0 0,52-9 0 0 0,-48 1 1 0 0,0 2 0 0 0,0 1-1 0 0,1 2 1 0 0,-1 1 0 0 0,54 6-1 0 0,-56-2-59 0 0,0-2 0 0 0,0-1-1 0 0,37-5 1 0 0,48-2 312 0 0,20 3-166 0 0,48 2-34 0 0,51-6-14 0 0,16 2-83 0 0,82 7 59 0 0,-143-3 18 0 0,550-15 523 0 0,-605 15-554 0 0,88 3 98 0 0,-114 6-62 0 0,115 4 291 0 0,-109-14-351 0 0,-57 1-19 0 0,86 7 0 0 0,-62 0 14 0 0,147-12 0 0 0,-219 7-83 0 0,39-6 44 0 0,-39 4-55 0 0,0 1 0 0 0,-1 1 0 0 0,1 0 0 0 0,0 0 0 0 0,0 2 1 0 0,20 2-1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45:12.64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10 251 4385 0 0,'4'-6'165'0'0,"1"0"1"0"0,0 0-1 0 0,0 1 0 0 0,0 0 1 0 0,1 0-1 0 0,0 0 1 0 0,0 1-1 0 0,7-5 0 0 0,-15 6-122 0 0,-1 1-1 0 0,1 0 1 0 0,-1 0-1 0 0,0-1 1 0 0,0 2-1 0 0,0-1 1 0 0,0 0-1 0 0,0 0 1 0 0,-1 1-1 0 0,1 0 1 0 0,-7-2-1 0 0,-3-3 1243 0 0,4 0-295 0 0,15 5-584 0 0,15-1-29 0 0,-11-1-176 0 0,173-44 1943 0 0,-161 43-2008 0 0,-1 2 0 0 0,1 0 0 0 0,-1 1 0 0 0,1 1 0 0 0,0 1 1 0 0,36 6-1 0 0,-25-1 152 0 0,0-3 0 0 0,43 0 0 0 0,26 3 524 0 0,-82-3-757 0 0,1 2 0 0 0,24 8-1 0 0,-30-8 49 0 0,1 0-1 0 0,0-2 1 0 0,0 1-1 0 0,0-2 1 0 0,17 1-1 0 0,185-18 504 0 0,-151 7-320 0 0,1 3 0 0 0,90 6 0 0 0,46-1-51 0 0,-140-3-146 0 0,107 9-1 0 0,-47 3 11 0 0,246-15 0 0 0,-224-1 14 0 0,411 6 38 0 0,-476 5-71 0 0,90 15 1 0 0,-103-11-30 0 0,130-1 0 0 0,-137-7-21 0 0,-1 1 1 0 0,0 4-1 0 0,60 12 0 0 0,-75-9-16 0 0,0-1 0 0 0,0-3-1 0 0,65-2 1 0 0,138-19 93 0 0,23 0-36 0 0,-270 17-70 0 0,122-1-2 0 0,0 5 0 0 0,197 31 1 0 0,-241-24 56 0 0,-1-3 0 0 0,131-4 1 0 0,38 2 109 0 0,155-4 26 0 0,-330-4-150 0 0,154-8 138 0 0,345 4 46 0 0,-92 12-225 0 0,-114-6 16 0 0,-6-7-18 0 0,-191 0 65 0 0,-79 5-38 0 0,465-31 133 0 0,-449 25-93 0 0,113 6 0 0 0,19-1 9 0 0,29 1-51 0 0,57-5 15 0 0,250-19 96 0 0,-18 37-258 0 0,-482-11 130 0 0,654-14 89 0 0,438-42 60 0 0,-698 51-130 0 0,-106 4 38 0 0,-32 0-8 0 0,114-5 66 0 0,-197 4-106 0 0,48-5-12 0 0,104-4 209 0 0,-290 12-206 0 0,193 3 21 0 0,170-2 52 0 0,-299-5-63 0 0,183-12 66 0 0,59 5-80 0 0,-161 10 11 0 0,528 11 7 0 0,-179-3-31 0 0,-1-34 22 0 0,-455 14-10 0 0,441-6-54 0 0,-68 49 144 0 0,-484-30-81 0 0,1-2 0 0 0,39-6-1 0 0,37-1-22 0 0,21 19 35 0 0,-62-3-24 0 0,-57-8-52 0 0,1 1 259 0 0,-15-1-242 0 0,0 0 0 0 0,0 0 0 0 0,0 0 0 0 0,0 1 0 0 0,0-1 0 0 0,0 0 0 0 0,0 0 0 0 0,0 0-1 0 0,0 1 1 0 0,0-1 0 0 0,0 0 0 0 0,1 0 0 0 0,-1 0 0 0 0,0 1 0 0 0,-1-1 0 0 0,1 0 0 0 0,0 0 0 0 0,0 1 0 0 0,0-1 0 0 0,0 0-1 0 0,0 0 1 0 0,0 0 0 0 0,0 1 0 0 0,0-1 0 0 0,0 0 0 0 0,0 0 0 0 0,0 0 0 0 0,-1 0 0 0 0,1 1 0 0 0,-1 0-289 0 0,1-1 289 0 0,-1 0 0 0 0,1 0 0 0 0,0 0 0 0 0,0 0 0 0 0,0 0 0 0 0,-1 0-1 0 0,1 0 1 0 0,0 0 0 0 0,0 0 0 0 0,0 0 0 0 0,-1 0 0 0 0,1 0 0 0 0,0 0 0 0 0,-1 0 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45:18.53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0 234 4585 0 0,'0'-1'126'0'0,"0"-1"-1"0"0,0 1 1 0 0,1 0 0 0 0,-1-1 0 0 0,0 1-1 0 0,1-1 1 0 0,-1 1 0 0 0,1 0 0 0 0,-1 0-1 0 0,1-1 1 0 0,-1 1 0 0 0,1 0 0 0 0,0 0-1 0 0,0 0 1 0 0,0-1 0 0 0,0 1 0 0 0,0 0-1 0 0,0 0 1 0 0,0 1 0 0 0,0-1 0 0 0,0 0-1 0 0,0 0 1 0 0,0 0 0 0 0,0 1-1 0 0,1-1 1 0 0,-1 0 0 0 0,0 1 0 0 0,1 0-1 0 0,-1-1 1 0 0,0 1 0 0 0,2-1 0 0 0,55-3 58 0 0,-12 0 2176 0 0,-30-2-2086 0 0,-1 1 0 0 0,1 0 1 0 0,-1 1-1 0 0,1 1 0 0 0,0 0 0 0 0,1 1 0 0 0,-1 1 0 0 0,0 0 1 0 0,1 2-1 0 0,-1 0 0 0 0,28 5 0 0 0,-24-6-18 0 0,-1 0 1 0 0,1-1-1 0 0,0-1 0 0 0,0-1 0 0 0,0-1 1 0 0,-1-1-1 0 0,33-12 0 0 0,-23 8-151 0 0,0 1 0 0 0,38-5 0 0 0,251-11 584 0 0,-176 16-416 0 0,98 2-35 0 0,-143 6-120 0 0,0-3 0 0 0,117-21 1 0 0,-65 3 31 0 0,2 7 0 0 0,200 5 0 0 0,-206 8-65 0 0,333 12 402 0 0,-399-5-451 0 0,260 10 235 0 0,-208-22-217 0 0,-1 6 1 0 0,233 30-1 0 0,62 14 253 0 0,-155-21-201 0 0,-200-20-94 0 0,-1-2-1 0 0,119-14 0 0 0,-54 1 145 0 0,95 1-22 0 0,275 22 1 0 0,-96 5 102 0 0,-97-7-130 0 0,-173-2-28 0 0,-34-2-41 0 0,218 4 59 0 0,-48 0-27 0 0,130-3-18 0 0,207 5 8 0 0,-583-10-45 0 0,54 0 9 0 0,93-11 0 0 0,-96 3-17 0 0,113 6 1 0 0,222-1 102 0 0,-60-3-32 0 0,-86 1-75 0 0,-15-1 2 0 0,406 13 120 0 0,-393 21-110 0 0,-114-8 170 0 0,-124-16 313 0 0,-16-3-1819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4T02:45:43.48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63 196 912 0 0,'-21'-8'1733'0'0,"-14"-9"-1797"0"0,34 16 209 0 0,1 1 0 0 0,-1-1 0 0 0,0 0 1 0 0,1 0-1 0 0,-1 0 0 0 0,1 1 0 0 0,0-1 1 0 0,-1 0-1 0 0,1 0 0 0 0,-1 0 0 0 0,1 0 1 0 0,0 0-1 0 0,0 0 0 0 0,0 0 0 0 0,0 0 1 0 0,0 0-1 0 0,-1 0 0 0 0,2 0 1 0 0,-1 0-1 0 0,0 0 0 0 0,0 0 0 0 0,0 1 1 0 0,0-1-1 0 0,1 0 0 0 0,-1 0 0 0 0,0 0 1 0 0,1 0-1 0 0,-1 0 0 0 0,1 0 0 0 0,-1 0 1 0 0,1 1-1 0 0,-1-1 0 0 0,1 0 0 0 0,-1 0 1 0 0,1 1-1 0 0,1-2 0 0 0,0 0 70 0 0,0 0 0 0 0,0 1-1 0 0,1-1 1 0 0,-1 0 0 0 0,0 1 0 0 0,1-1 0 0 0,-1 1-1 0 0,1 0 1 0 0,0 0 0 0 0,-1 0 0 0 0,1 0-1 0 0,0 1 1 0 0,5-2 0 0 0,49-3 1573 0 0,-26 2-1195 0 0,-6 1-276 0 0,0 2 0 0 0,0 0-1 0 0,0 2 1 0 0,34 6 0 0 0,-34-3-51 0 0,-1-2-1 0 0,1-1 1 0 0,0-1 0 0 0,41-4-1 0 0,-28-2 67 0 0,3-2-103 0 0,-1 2-1 0 0,72 1 1 0 0,-60 4 70 0 0,1-2 0 0 0,78-14-1 0 0,-79 8-187 0 0,-1 2 0 0 0,85 1-1 0 0,160 2 321 0 0,-237 0-410 0 0,180-19 279 0 0,-80 5-202 0 0,616 3 569 0 0,-543 13-586 0 0,-82-2-65 0 0,740-2 708 0 0,-714 15-755 0 0,-2 1-5 0 0,48-15 198 0 0,-207 4-191 0 0,-10 0 36 0 0,1 0-1 0 0,-1 0 1 0 0,0 0 0 0 0,1 0 0 0 0,-1 1-1 0 0,0 0 1 0 0,1 0 0 0 0,-1 1 0 0 0,0-1-1 0 0,9 5 1 0 0,-7 6-1898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25A926F3-39A7-4649-ADEC-12F04CA31C9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12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9386705-2C84-4F76-BF25-158987CB4EA2}" type="slidenum">
              <a:rPr lang="ko-KR" altLang="en-US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C109DA2-22C7-429F-9283-3A2F8F8E1AB7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5506259-483F-4D87-8F73-E4BC8A758B85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AE424B5-C191-4E8A-BBB2-52485AD078E5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2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861E8417-A281-4BF1-BF3D-A6B4A75758D0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11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122E682-1898-4149-A998-91D26831ECA8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E5BA1D1-B386-48AF-91F7-8A81DD986422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33F5F68-C3FF-49BA-9EEA-7C8C30E5F9FD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867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867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D1D7005-BEEC-4AA2-9991-D4FB12DCF09C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2772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9619C083-8EB6-4D30-8A71-65433638F2C8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16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177C84B8-0784-4CBD-ABA8-5F938D79D8D5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17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6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F0608644-A54B-4A00-92B8-C47AD0BE0D87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22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27A998A-46A5-48FF-9386-2C887B69E8BD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721C1FF-5605-4291-8D80-68F77CC8D606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290A50E-5A01-4FD9-90CA-BD4F026F08B6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15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B6E139BA-06BB-4B0C-8CCE-801A1DFFAF12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26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0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DCFC4C12-76CC-4AA9-AEA7-4B05829172DD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27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7EC1A1B-1954-4058-8FB1-D683CFDBF84A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3625" y="862013"/>
            <a:ext cx="4608513" cy="3457575"/>
          </a:xfrm>
          <a:ln cap="flat"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91063"/>
            <a:ext cx="4938713" cy="41640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4400"/>
            <a:endParaRPr lang="ko-KR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632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9E00B69C-7C92-49BA-ACDD-58C8CBCEE83E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30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defRPr/>
            </a:pPr>
            <a:endParaRPr lang="ko-KR" altLang="ko-KR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defRPr/>
            </a:pPr>
            <a:endParaRPr lang="ko-KR" altLang="ko-KR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7872A463-99FB-4594-AF71-93EC04F93F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438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643063"/>
            <a:ext cx="8715406" cy="464343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D4CA8BB6-6B04-4F06-AA85-D9926E6E5CF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214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AE2836C2-4E6D-4DAA-840E-82474D7BD6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9574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643063"/>
            <a:ext cx="871537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>
                <a:solidFill>
                  <a:srgbClr val="000000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72AF9896-8FFB-4F28-BD3E-30428597AA1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3.png"/><Relationship Id="rId50" Type="http://schemas.openxmlformats.org/officeDocument/2006/relationships/customXml" Target="../ink/ink24.xml"/><Relationship Id="rId55" Type="http://schemas.openxmlformats.org/officeDocument/2006/relationships/image" Target="../media/image27.png"/><Relationship Id="rId63" Type="http://schemas.openxmlformats.org/officeDocument/2006/relationships/image" Target="../media/image31.png"/><Relationship Id="rId68" Type="http://schemas.openxmlformats.org/officeDocument/2006/relationships/customXml" Target="../ink/ink33.xml"/><Relationship Id="rId76" Type="http://schemas.openxmlformats.org/officeDocument/2006/relationships/customXml" Target="../ink/ink37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7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8.png"/><Relationship Id="rId40" Type="http://schemas.openxmlformats.org/officeDocument/2006/relationships/customXml" Target="../ink/ink19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74" Type="http://schemas.openxmlformats.org/officeDocument/2006/relationships/customXml" Target="../ink/ink36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61" Type="http://schemas.openxmlformats.org/officeDocument/2006/relationships/image" Target="../media/image30.png"/><Relationship Id="rId10" Type="http://schemas.openxmlformats.org/officeDocument/2006/relationships/customXml" Target="../ink/ink4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3.png"/><Relationship Id="rId30" Type="http://schemas.openxmlformats.org/officeDocument/2006/relationships/customXml" Target="../ink/ink14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3.xml"/><Relationship Id="rId51" Type="http://schemas.openxmlformats.org/officeDocument/2006/relationships/image" Target="../media/image25.png"/><Relationship Id="rId72" Type="http://schemas.openxmlformats.org/officeDocument/2006/relationships/customXml" Target="../ink/ink35.xml"/><Relationship Id="rId3" Type="http://schemas.openxmlformats.org/officeDocument/2006/relationships/image" Target="../media/image1.jpeg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9.xml"/><Relationship Id="rId41" Type="http://schemas.openxmlformats.org/officeDocument/2006/relationships/image" Target="../media/image20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customXml" Target="../ink/ink43.xml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customXml" Target="../ink/ink42.xml"/><Relationship Id="rId5" Type="http://schemas.openxmlformats.org/officeDocument/2006/relationships/customXml" Target="../ink/ink39.xml"/><Relationship Id="rId10" Type="http://schemas.openxmlformats.org/officeDocument/2006/relationships/image" Target="../media/image42.png"/><Relationship Id="rId4" Type="http://schemas.openxmlformats.org/officeDocument/2006/relationships/image" Target="../media/image39.png"/><Relationship Id="rId9" Type="http://schemas.openxmlformats.org/officeDocument/2006/relationships/customXml" Target="../ink/ink41.xml"/><Relationship Id="rId1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18" Type="http://schemas.openxmlformats.org/officeDocument/2006/relationships/customXml" Target="../ink/ink51.xml"/><Relationship Id="rId26" Type="http://schemas.openxmlformats.org/officeDocument/2006/relationships/customXml" Target="../ink/ink55.xml"/><Relationship Id="rId39" Type="http://schemas.openxmlformats.org/officeDocument/2006/relationships/image" Target="../media/image63.png"/><Relationship Id="rId21" Type="http://schemas.openxmlformats.org/officeDocument/2006/relationships/image" Target="../media/image54.png"/><Relationship Id="rId34" Type="http://schemas.openxmlformats.org/officeDocument/2006/relationships/customXml" Target="../ink/ink59.xml"/><Relationship Id="rId42" Type="http://schemas.openxmlformats.org/officeDocument/2006/relationships/customXml" Target="../ink/ink63.xml"/><Relationship Id="rId47" Type="http://schemas.openxmlformats.org/officeDocument/2006/relationships/image" Target="../media/image67.png"/><Relationship Id="rId50" Type="http://schemas.openxmlformats.org/officeDocument/2006/relationships/customXml" Target="../ink/ink67.xml"/><Relationship Id="rId55" Type="http://schemas.openxmlformats.org/officeDocument/2006/relationships/image" Target="../media/image71.png"/><Relationship Id="rId63" Type="http://schemas.openxmlformats.org/officeDocument/2006/relationships/image" Target="../media/image75.png"/><Relationship Id="rId68" Type="http://schemas.openxmlformats.org/officeDocument/2006/relationships/customXml" Target="../ink/ink76.xml"/><Relationship Id="rId76" Type="http://schemas.openxmlformats.org/officeDocument/2006/relationships/customXml" Target="../ink/ink80.xml"/><Relationship Id="rId7" Type="http://schemas.openxmlformats.org/officeDocument/2006/relationships/image" Target="../media/image47.png"/><Relationship Id="rId71" Type="http://schemas.openxmlformats.org/officeDocument/2006/relationships/image" Target="../media/image79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50.xml"/><Relationship Id="rId29" Type="http://schemas.openxmlformats.org/officeDocument/2006/relationships/image" Target="../media/image58.png"/><Relationship Id="rId11" Type="http://schemas.openxmlformats.org/officeDocument/2006/relationships/image" Target="../media/image49.png"/><Relationship Id="rId24" Type="http://schemas.openxmlformats.org/officeDocument/2006/relationships/customXml" Target="../ink/ink54.xml"/><Relationship Id="rId32" Type="http://schemas.openxmlformats.org/officeDocument/2006/relationships/customXml" Target="../ink/ink58.xml"/><Relationship Id="rId37" Type="http://schemas.openxmlformats.org/officeDocument/2006/relationships/image" Target="../media/image62.png"/><Relationship Id="rId40" Type="http://schemas.openxmlformats.org/officeDocument/2006/relationships/customXml" Target="../ink/ink62.xml"/><Relationship Id="rId45" Type="http://schemas.openxmlformats.org/officeDocument/2006/relationships/image" Target="../media/image66.png"/><Relationship Id="rId53" Type="http://schemas.openxmlformats.org/officeDocument/2006/relationships/image" Target="../media/image70.png"/><Relationship Id="rId58" Type="http://schemas.openxmlformats.org/officeDocument/2006/relationships/customXml" Target="../ink/ink71.xml"/><Relationship Id="rId66" Type="http://schemas.openxmlformats.org/officeDocument/2006/relationships/customXml" Target="../ink/ink75.xml"/><Relationship Id="rId74" Type="http://schemas.openxmlformats.org/officeDocument/2006/relationships/customXml" Target="../ink/ink79.xml"/><Relationship Id="rId79" Type="http://schemas.openxmlformats.org/officeDocument/2006/relationships/image" Target="../media/image83.png"/><Relationship Id="rId5" Type="http://schemas.openxmlformats.org/officeDocument/2006/relationships/image" Target="../media/image46.png"/><Relationship Id="rId61" Type="http://schemas.openxmlformats.org/officeDocument/2006/relationships/image" Target="../media/image74.png"/><Relationship Id="rId82" Type="http://schemas.openxmlformats.org/officeDocument/2006/relationships/customXml" Target="../ink/ink83.xml"/><Relationship Id="rId10" Type="http://schemas.openxmlformats.org/officeDocument/2006/relationships/customXml" Target="../ink/ink47.xml"/><Relationship Id="rId19" Type="http://schemas.openxmlformats.org/officeDocument/2006/relationships/image" Target="../media/image53.png"/><Relationship Id="rId31" Type="http://schemas.openxmlformats.org/officeDocument/2006/relationships/image" Target="../media/image59.png"/><Relationship Id="rId44" Type="http://schemas.openxmlformats.org/officeDocument/2006/relationships/customXml" Target="../ink/ink64.xml"/><Relationship Id="rId52" Type="http://schemas.openxmlformats.org/officeDocument/2006/relationships/customXml" Target="../ink/ink68.xml"/><Relationship Id="rId60" Type="http://schemas.openxmlformats.org/officeDocument/2006/relationships/customXml" Target="../ink/ink72.xml"/><Relationship Id="rId65" Type="http://schemas.openxmlformats.org/officeDocument/2006/relationships/image" Target="../media/image76.png"/><Relationship Id="rId73" Type="http://schemas.openxmlformats.org/officeDocument/2006/relationships/image" Target="../media/image80.png"/><Relationship Id="rId78" Type="http://schemas.openxmlformats.org/officeDocument/2006/relationships/customXml" Target="../ink/ink81.xml"/><Relationship Id="rId81" Type="http://schemas.openxmlformats.org/officeDocument/2006/relationships/image" Target="../media/image84.png"/><Relationship Id="rId4" Type="http://schemas.openxmlformats.org/officeDocument/2006/relationships/customXml" Target="../ink/ink44.xml"/><Relationship Id="rId9" Type="http://schemas.openxmlformats.org/officeDocument/2006/relationships/image" Target="../media/image48.png"/><Relationship Id="rId14" Type="http://schemas.openxmlformats.org/officeDocument/2006/relationships/customXml" Target="../ink/ink49.xml"/><Relationship Id="rId22" Type="http://schemas.openxmlformats.org/officeDocument/2006/relationships/customXml" Target="../ink/ink53.xml"/><Relationship Id="rId27" Type="http://schemas.openxmlformats.org/officeDocument/2006/relationships/image" Target="../media/image57.png"/><Relationship Id="rId30" Type="http://schemas.openxmlformats.org/officeDocument/2006/relationships/customXml" Target="../ink/ink57.xml"/><Relationship Id="rId35" Type="http://schemas.openxmlformats.org/officeDocument/2006/relationships/image" Target="../media/image61.png"/><Relationship Id="rId43" Type="http://schemas.openxmlformats.org/officeDocument/2006/relationships/image" Target="../media/image65.png"/><Relationship Id="rId48" Type="http://schemas.openxmlformats.org/officeDocument/2006/relationships/customXml" Target="../ink/ink66.xml"/><Relationship Id="rId56" Type="http://schemas.openxmlformats.org/officeDocument/2006/relationships/customXml" Target="../ink/ink70.xml"/><Relationship Id="rId64" Type="http://schemas.openxmlformats.org/officeDocument/2006/relationships/customXml" Target="../ink/ink74.xml"/><Relationship Id="rId69" Type="http://schemas.openxmlformats.org/officeDocument/2006/relationships/image" Target="../media/image78.png"/><Relationship Id="rId77" Type="http://schemas.openxmlformats.org/officeDocument/2006/relationships/image" Target="../media/image82.png"/><Relationship Id="rId8" Type="http://schemas.openxmlformats.org/officeDocument/2006/relationships/customXml" Target="../ink/ink46.xml"/><Relationship Id="rId51" Type="http://schemas.openxmlformats.org/officeDocument/2006/relationships/image" Target="../media/image69.png"/><Relationship Id="rId72" Type="http://schemas.openxmlformats.org/officeDocument/2006/relationships/customXml" Target="../ink/ink78.xml"/><Relationship Id="rId80" Type="http://schemas.openxmlformats.org/officeDocument/2006/relationships/customXml" Target="../ink/ink82.xml"/><Relationship Id="rId3" Type="http://schemas.openxmlformats.org/officeDocument/2006/relationships/image" Target="../media/image45.jpeg"/><Relationship Id="rId12" Type="http://schemas.openxmlformats.org/officeDocument/2006/relationships/customXml" Target="../ink/ink48.xml"/><Relationship Id="rId17" Type="http://schemas.openxmlformats.org/officeDocument/2006/relationships/image" Target="../media/image52.png"/><Relationship Id="rId25" Type="http://schemas.openxmlformats.org/officeDocument/2006/relationships/image" Target="../media/image56.png"/><Relationship Id="rId33" Type="http://schemas.openxmlformats.org/officeDocument/2006/relationships/image" Target="../media/image60.png"/><Relationship Id="rId38" Type="http://schemas.openxmlformats.org/officeDocument/2006/relationships/customXml" Target="../ink/ink61.xml"/><Relationship Id="rId46" Type="http://schemas.openxmlformats.org/officeDocument/2006/relationships/customXml" Target="../ink/ink65.xml"/><Relationship Id="rId59" Type="http://schemas.openxmlformats.org/officeDocument/2006/relationships/image" Target="../media/image73.png"/><Relationship Id="rId67" Type="http://schemas.openxmlformats.org/officeDocument/2006/relationships/image" Target="../media/image77.png"/><Relationship Id="rId20" Type="http://schemas.openxmlformats.org/officeDocument/2006/relationships/customXml" Target="../ink/ink52.xml"/><Relationship Id="rId41" Type="http://schemas.openxmlformats.org/officeDocument/2006/relationships/image" Target="../media/image64.png"/><Relationship Id="rId54" Type="http://schemas.openxmlformats.org/officeDocument/2006/relationships/customXml" Target="../ink/ink69.xml"/><Relationship Id="rId62" Type="http://schemas.openxmlformats.org/officeDocument/2006/relationships/customXml" Target="../ink/ink73.xml"/><Relationship Id="rId70" Type="http://schemas.openxmlformats.org/officeDocument/2006/relationships/customXml" Target="../ink/ink77.xml"/><Relationship Id="rId75" Type="http://schemas.openxmlformats.org/officeDocument/2006/relationships/image" Target="../media/image81.png"/><Relationship Id="rId83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.xml"/><Relationship Id="rId15" Type="http://schemas.openxmlformats.org/officeDocument/2006/relationships/image" Target="../media/image51.png"/><Relationship Id="rId23" Type="http://schemas.openxmlformats.org/officeDocument/2006/relationships/image" Target="../media/image55.png"/><Relationship Id="rId28" Type="http://schemas.openxmlformats.org/officeDocument/2006/relationships/customXml" Target="../ink/ink56.xml"/><Relationship Id="rId36" Type="http://schemas.openxmlformats.org/officeDocument/2006/relationships/customXml" Target="../ink/ink60.xml"/><Relationship Id="rId49" Type="http://schemas.openxmlformats.org/officeDocument/2006/relationships/image" Target="../media/image68.png"/><Relationship Id="rId57" Type="http://schemas.openxmlformats.org/officeDocument/2006/relationships/image" Target="../media/image7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4.xml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customXml" Target="../ink/ink85.xml"/><Relationship Id="rId4" Type="http://schemas.openxmlformats.org/officeDocument/2006/relationships/image" Target="../media/image8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customXml" Target="../ink/ink8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customXml" Target="../ink/ink8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3.xml"/><Relationship Id="rId18" Type="http://schemas.openxmlformats.org/officeDocument/2006/relationships/image" Target="../media/image99.png"/><Relationship Id="rId26" Type="http://schemas.openxmlformats.org/officeDocument/2006/relationships/image" Target="../media/image103.png"/><Relationship Id="rId39" Type="http://schemas.openxmlformats.org/officeDocument/2006/relationships/customXml" Target="../ink/ink106.xml"/><Relationship Id="rId21" Type="http://schemas.openxmlformats.org/officeDocument/2006/relationships/customXml" Target="../ink/ink97.xml"/><Relationship Id="rId34" Type="http://schemas.openxmlformats.org/officeDocument/2006/relationships/image" Target="../media/image107.png"/><Relationship Id="rId42" Type="http://schemas.openxmlformats.org/officeDocument/2006/relationships/image" Target="../media/image111.png"/><Relationship Id="rId47" Type="http://schemas.openxmlformats.org/officeDocument/2006/relationships/customXml" Target="../ink/ink110.xml"/><Relationship Id="rId50" Type="http://schemas.openxmlformats.org/officeDocument/2006/relationships/image" Target="../media/image115.png"/><Relationship Id="rId55" Type="http://schemas.openxmlformats.org/officeDocument/2006/relationships/customXml" Target="../ink/ink114.xml"/><Relationship Id="rId63" Type="http://schemas.openxmlformats.org/officeDocument/2006/relationships/customXml" Target="../ink/ink118.xml"/><Relationship Id="rId68" Type="http://schemas.openxmlformats.org/officeDocument/2006/relationships/image" Target="../media/image124.png"/><Relationship Id="rId7" Type="http://schemas.openxmlformats.org/officeDocument/2006/relationships/customXml" Target="../ink/ink90.xml"/><Relationship Id="rId2" Type="http://schemas.openxmlformats.org/officeDocument/2006/relationships/image" Target="../media/image91.jpeg"/><Relationship Id="rId16" Type="http://schemas.openxmlformats.org/officeDocument/2006/relationships/image" Target="../media/image98.png"/><Relationship Id="rId29" Type="http://schemas.openxmlformats.org/officeDocument/2006/relationships/customXml" Target="../ink/ink10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customXml" Target="../ink/ink92.xml"/><Relationship Id="rId24" Type="http://schemas.openxmlformats.org/officeDocument/2006/relationships/image" Target="../media/image102.png"/><Relationship Id="rId32" Type="http://schemas.openxmlformats.org/officeDocument/2006/relationships/image" Target="../media/image106.png"/><Relationship Id="rId37" Type="http://schemas.openxmlformats.org/officeDocument/2006/relationships/customXml" Target="../ink/ink105.xml"/><Relationship Id="rId40" Type="http://schemas.openxmlformats.org/officeDocument/2006/relationships/image" Target="../media/image110.png"/><Relationship Id="rId45" Type="http://schemas.openxmlformats.org/officeDocument/2006/relationships/customXml" Target="../ink/ink109.xml"/><Relationship Id="rId53" Type="http://schemas.openxmlformats.org/officeDocument/2006/relationships/customXml" Target="../ink/ink113.xml"/><Relationship Id="rId58" Type="http://schemas.openxmlformats.org/officeDocument/2006/relationships/image" Target="../media/image119.png"/><Relationship Id="rId66" Type="http://schemas.openxmlformats.org/officeDocument/2006/relationships/image" Target="../media/image123.png"/><Relationship Id="rId5" Type="http://schemas.openxmlformats.org/officeDocument/2006/relationships/customXml" Target="../ink/ink89.xml"/><Relationship Id="rId15" Type="http://schemas.openxmlformats.org/officeDocument/2006/relationships/customXml" Target="../ink/ink94.xml"/><Relationship Id="rId23" Type="http://schemas.openxmlformats.org/officeDocument/2006/relationships/customXml" Target="../ink/ink98.xml"/><Relationship Id="rId28" Type="http://schemas.openxmlformats.org/officeDocument/2006/relationships/image" Target="../media/image104.png"/><Relationship Id="rId36" Type="http://schemas.openxmlformats.org/officeDocument/2006/relationships/image" Target="../media/image108.png"/><Relationship Id="rId49" Type="http://schemas.openxmlformats.org/officeDocument/2006/relationships/customXml" Target="../ink/ink111.xml"/><Relationship Id="rId57" Type="http://schemas.openxmlformats.org/officeDocument/2006/relationships/customXml" Target="../ink/ink115.xml"/><Relationship Id="rId61" Type="http://schemas.openxmlformats.org/officeDocument/2006/relationships/customXml" Target="../ink/ink117.xml"/><Relationship Id="rId10" Type="http://schemas.openxmlformats.org/officeDocument/2006/relationships/image" Target="../media/image95.png"/><Relationship Id="rId19" Type="http://schemas.openxmlformats.org/officeDocument/2006/relationships/customXml" Target="../ink/ink96.xml"/><Relationship Id="rId31" Type="http://schemas.openxmlformats.org/officeDocument/2006/relationships/customXml" Target="../ink/ink102.xml"/><Relationship Id="rId44" Type="http://schemas.openxmlformats.org/officeDocument/2006/relationships/image" Target="../media/image112.png"/><Relationship Id="rId52" Type="http://schemas.openxmlformats.org/officeDocument/2006/relationships/image" Target="../media/image116.png"/><Relationship Id="rId60" Type="http://schemas.openxmlformats.org/officeDocument/2006/relationships/image" Target="../media/image120.png"/><Relationship Id="rId65" Type="http://schemas.openxmlformats.org/officeDocument/2006/relationships/customXml" Target="../ink/ink119.xml"/><Relationship Id="rId4" Type="http://schemas.openxmlformats.org/officeDocument/2006/relationships/image" Target="../media/image92.png"/><Relationship Id="rId9" Type="http://schemas.openxmlformats.org/officeDocument/2006/relationships/customXml" Target="../ink/ink91.xml"/><Relationship Id="rId14" Type="http://schemas.openxmlformats.org/officeDocument/2006/relationships/image" Target="../media/image97.png"/><Relationship Id="rId22" Type="http://schemas.openxmlformats.org/officeDocument/2006/relationships/image" Target="../media/image101.png"/><Relationship Id="rId27" Type="http://schemas.openxmlformats.org/officeDocument/2006/relationships/customXml" Target="../ink/ink100.xml"/><Relationship Id="rId30" Type="http://schemas.openxmlformats.org/officeDocument/2006/relationships/image" Target="../media/image105.png"/><Relationship Id="rId35" Type="http://schemas.openxmlformats.org/officeDocument/2006/relationships/customXml" Target="../ink/ink104.xml"/><Relationship Id="rId43" Type="http://schemas.openxmlformats.org/officeDocument/2006/relationships/customXml" Target="../ink/ink108.xml"/><Relationship Id="rId48" Type="http://schemas.openxmlformats.org/officeDocument/2006/relationships/image" Target="../media/image114.png"/><Relationship Id="rId56" Type="http://schemas.openxmlformats.org/officeDocument/2006/relationships/image" Target="../media/image118.png"/><Relationship Id="rId64" Type="http://schemas.openxmlformats.org/officeDocument/2006/relationships/image" Target="../media/image122.png"/><Relationship Id="rId69" Type="http://schemas.openxmlformats.org/officeDocument/2006/relationships/customXml" Target="../ink/ink121.xml"/><Relationship Id="rId8" Type="http://schemas.openxmlformats.org/officeDocument/2006/relationships/image" Target="../media/image94.png"/><Relationship Id="rId51" Type="http://schemas.openxmlformats.org/officeDocument/2006/relationships/customXml" Target="../ink/ink112.xml"/><Relationship Id="rId3" Type="http://schemas.openxmlformats.org/officeDocument/2006/relationships/customXml" Target="../ink/ink88.xml"/><Relationship Id="rId12" Type="http://schemas.openxmlformats.org/officeDocument/2006/relationships/image" Target="../media/image96.png"/><Relationship Id="rId17" Type="http://schemas.openxmlformats.org/officeDocument/2006/relationships/customXml" Target="../ink/ink95.xml"/><Relationship Id="rId25" Type="http://schemas.openxmlformats.org/officeDocument/2006/relationships/customXml" Target="../ink/ink99.xml"/><Relationship Id="rId33" Type="http://schemas.openxmlformats.org/officeDocument/2006/relationships/customXml" Target="../ink/ink103.xml"/><Relationship Id="rId38" Type="http://schemas.openxmlformats.org/officeDocument/2006/relationships/image" Target="../media/image109.png"/><Relationship Id="rId46" Type="http://schemas.openxmlformats.org/officeDocument/2006/relationships/image" Target="../media/image113.png"/><Relationship Id="rId59" Type="http://schemas.openxmlformats.org/officeDocument/2006/relationships/customXml" Target="../ink/ink116.xml"/><Relationship Id="rId67" Type="http://schemas.openxmlformats.org/officeDocument/2006/relationships/customXml" Target="../ink/ink120.xml"/><Relationship Id="rId20" Type="http://schemas.openxmlformats.org/officeDocument/2006/relationships/image" Target="../media/image100.png"/><Relationship Id="rId41" Type="http://schemas.openxmlformats.org/officeDocument/2006/relationships/customXml" Target="../ink/ink107.xml"/><Relationship Id="rId54" Type="http://schemas.openxmlformats.org/officeDocument/2006/relationships/image" Target="../media/image117.png"/><Relationship Id="rId62" Type="http://schemas.openxmlformats.org/officeDocument/2006/relationships/image" Target="../media/image121.png"/><Relationship Id="rId70" Type="http://schemas.openxmlformats.org/officeDocument/2006/relationships/image" Target="../media/image1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oleObject" Target="../embeddings/oleObject1.bin"/><Relationship Id="rId7" Type="http://schemas.openxmlformats.org/officeDocument/2006/relationships/customXml" Target="../ink/ink123.xml"/><Relationship Id="rId2" Type="http://schemas.openxmlformats.org/officeDocument/2006/relationships/image" Target="../media/image1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customXml" Target="../ink/ink122.xml"/><Relationship Id="rId10" Type="http://schemas.openxmlformats.org/officeDocument/2006/relationships/image" Target="../media/image130.png"/><Relationship Id="rId4" Type="http://schemas.openxmlformats.org/officeDocument/2006/relationships/image" Target="../media/image127.wmf"/><Relationship Id="rId9" Type="http://schemas.openxmlformats.org/officeDocument/2006/relationships/customXml" Target="../ink/ink124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0.xml"/><Relationship Id="rId18" Type="http://schemas.openxmlformats.org/officeDocument/2006/relationships/image" Target="../media/image139.png"/><Relationship Id="rId26" Type="http://schemas.openxmlformats.org/officeDocument/2006/relationships/image" Target="../media/image143.png"/><Relationship Id="rId39" Type="http://schemas.openxmlformats.org/officeDocument/2006/relationships/customXml" Target="../ink/ink143.xml"/><Relationship Id="rId21" Type="http://schemas.openxmlformats.org/officeDocument/2006/relationships/customXml" Target="../ink/ink134.xml"/><Relationship Id="rId34" Type="http://schemas.openxmlformats.org/officeDocument/2006/relationships/image" Target="../media/image147.png"/><Relationship Id="rId42" Type="http://schemas.openxmlformats.org/officeDocument/2006/relationships/image" Target="../media/image151.png"/><Relationship Id="rId47" Type="http://schemas.openxmlformats.org/officeDocument/2006/relationships/customXml" Target="../ink/ink147.xml"/><Relationship Id="rId50" Type="http://schemas.openxmlformats.org/officeDocument/2006/relationships/image" Target="../media/image155.png"/><Relationship Id="rId55" Type="http://schemas.openxmlformats.org/officeDocument/2006/relationships/customXml" Target="../ink/ink151.xml"/><Relationship Id="rId63" Type="http://schemas.openxmlformats.org/officeDocument/2006/relationships/customXml" Target="../ink/ink155.xml"/><Relationship Id="rId68" Type="http://schemas.openxmlformats.org/officeDocument/2006/relationships/image" Target="../media/image164.png"/><Relationship Id="rId7" Type="http://schemas.openxmlformats.org/officeDocument/2006/relationships/customXml" Target="../ink/ink127.xml"/><Relationship Id="rId71" Type="http://schemas.openxmlformats.org/officeDocument/2006/relationships/customXml" Target="../ink/ink159.xml"/><Relationship Id="rId2" Type="http://schemas.openxmlformats.org/officeDocument/2006/relationships/image" Target="../media/image131.jpeg"/><Relationship Id="rId16" Type="http://schemas.openxmlformats.org/officeDocument/2006/relationships/image" Target="../media/image138.png"/><Relationship Id="rId29" Type="http://schemas.openxmlformats.org/officeDocument/2006/relationships/customXml" Target="../ink/ink1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customXml" Target="../ink/ink129.xml"/><Relationship Id="rId24" Type="http://schemas.openxmlformats.org/officeDocument/2006/relationships/image" Target="../media/image142.png"/><Relationship Id="rId32" Type="http://schemas.openxmlformats.org/officeDocument/2006/relationships/image" Target="../media/image146.png"/><Relationship Id="rId37" Type="http://schemas.openxmlformats.org/officeDocument/2006/relationships/customXml" Target="../ink/ink142.xml"/><Relationship Id="rId40" Type="http://schemas.openxmlformats.org/officeDocument/2006/relationships/image" Target="../media/image150.png"/><Relationship Id="rId45" Type="http://schemas.openxmlformats.org/officeDocument/2006/relationships/customXml" Target="../ink/ink146.xml"/><Relationship Id="rId53" Type="http://schemas.openxmlformats.org/officeDocument/2006/relationships/customXml" Target="../ink/ink150.xml"/><Relationship Id="rId58" Type="http://schemas.openxmlformats.org/officeDocument/2006/relationships/image" Target="../media/image159.png"/><Relationship Id="rId66" Type="http://schemas.openxmlformats.org/officeDocument/2006/relationships/image" Target="../media/image163.png"/><Relationship Id="rId5" Type="http://schemas.openxmlformats.org/officeDocument/2006/relationships/customXml" Target="../ink/ink126.xml"/><Relationship Id="rId15" Type="http://schemas.openxmlformats.org/officeDocument/2006/relationships/customXml" Target="../ink/ink131.xml"/><Relationship Id="rId23" Type="http://schemas.openxmlformats.org/officeDocument/2006/relationships/customXml" Target="../ink/ink135.xml"/><Relationship Id="rId28" Type="http://schemas.openxmlformats.org/officeDocument/2006/relationships/image" Target="../media/image144.png"/><Relationship Id="rId36" Type="http://schemas.openxmlformats.org/officeDocument/2006/relationships/image" Target="../media/image148.png"/><Relationship Id="rId49" Type="http://schemas.openxmlformats.org/officeDocument/2006/relationships/customXml" Target="../ink/ink148.xml"/><Relationship Id="rId57" Type="http://schemas.openxmlformats.org/officeDocument/2006/relationships/customXml" Target="../ink/ink152.xml"/><Relationship Id="rId61" Type="http://schemas.openxmlformats.org/officeDocument/2006/relationships/customXml" Target="../ink/ink154.xml"/><Relationship Id="rId10" Type="http://schemas.openxmlformats.org/officeDocument/2006/relationships/image" Target="../media/image135.png"/><Relationship Id="rId19" Type="http://schemas.openxmlformats.org/officeDocument/2006/relationships/customXml" Target="../ink/ink133.xml"/><Relationship Id="rId31" Type="http://schemas.openxmlformats.org/officeDocument/2006/relationships/customXml" Target="../ink/ink139.xml"/><Relationship Id="rId44" Type="http://schemas.openxmlformats.org/officeDocument/2006/relationships/image" Target="../media/image152.png"/><Relationship Id="rId52" Type="http://schemas.openxmlformats.org/officeDocument/2006/relationships/image" Target="../media/image156.png"/><Relationship Id="rId60" Type="http://schemas.openxmlformats.org/officeDocument/2006/relationships/image" Target="../media/image160.png"/><Relationship Id="rId65" Type="http://schemas.openxmlformats.org/officeDocument/2006/relationships/customXml" Target="../ink/ink156.xml"/><Relationship Id="rId4" Type="http://schemas.openxmlformats.org/officeDocument/2006/relationships/image" Target="../media/image132.png"/><Relationship Id="rId9" Type="http://schemas.openxmlformats.org/officeDocument/2006/relationships/customXml" Target="../ink/ink128.xml"/><Relationship Id="rId14" Type="http://schemas.openxmlformats.org/officeDocument/2006/relationships/image" Target="../media/image137.png"/><Relationship Id="rId22" Type="http://schemas.openxmlformats.org/officeDocument/2006/relationships/image" Target="../media/image141.png"/><Relationship Id="rId27" Type="http://schemas.openxmlformats.org/officeDocument/2006/relationships/customXml" Target="../ink/ink137.xml"/><Relationship Id="rId30" Type="http://schemas.openxmlformats.org/officeDocument/2006/relationships/image" Target="../media/image145.png"/><Relationship Id="rId35" Type="http://schemas.openxmlformats.org/officeDocument/2006/relationships/customXml" Target="../ink/ink141.xml"/><Relationship Id="rId43" Type="http://schemas.openxmlformats.org/officeDocument/2006/relationships/customXml" Target="../ink/ink145.xml"/><Relationship Id="rId48" Type="http://schemas.openxmlformats.org/officeDocument/2006/relationships/image" Target="../media/image154.png"/><Relationship Id="rId56" Type="http://schemas.openxmlformats.org/officeDocument/2006/relationships/image" Target="../media/image158.png"/><Relationship Id="rId64" Type="http://schemas.openxmlformats.org/officeDocument/2006/relationships/image" Target="../media/image162.png"/><Relationship Id="rId69" Type="http://schemas.openxmlformats.org/officeDocument/2006/relationships/customXml" Target="../ink/ink158.xml"/><Relationship Id="rId8" Type="http://schemas.openxmlformats.org/officeDocument/2006/relationships/image" Target="../media/image134.png"/><Relationship Id="rId51" Type="http://schemas.openxmlformats.org/officeDocument/2006/relationships/customXml" Target="../ink/ink149.xml"/><Relationship Id="rId72" Type="http://schemas.openxmlformats.org/officeDocument/2006/relationships/image" Target="../media/image166.png"/><Relationship Id="rId3" Type="http://schemas.openxmlformats.org/officeDocument/2006/relationships/customXml" Target="../ink/ink125.xml"/><Relationship Id="rId12" Type="http://schemas.openxmlformats.org/officeDocument/2006/relationships/image" Target="../media/image136.png"/><Relationship Id="rId17" Type="http://schemas.openxmlformats.org/officeDocument/2006/relationships/customXml" Target="../ink/ink132.xml"/><Relationship Id="rId25" Type="http://schemas.openxmlformats.org/officeDocument/2006/relationships/customXml" Target="../ink/ink136.xml"/><Relationship Id="rId33" Type="http://schemas.openxmlformats.org/officeDocument/2006/relationships/customXml" Target="../ink/ink140.xml"/><Relationship Id="rId38" Type="http://schemas.openxmlformats.org/officeDocument/2006/relationships/image" Target="../media/image149.png"/><Relationship Id="rId46" Type="http://schemas.openxmlformats.org/officeDocument/2006/relationships/image" Target="../media/image153.png"/><Relationship Id="rId59" Type="http://schemas.openxmlformats.org/officeDocument/2006/relationships/customXml" Target="../ink/ink153.xml"/><Relationship Id="rId67" Type="http://schemas.openxmlformats.org/officeDocument/2006/relationships/customXml" Target="../ink/ink157.xml"/><Relationship Id="rId20" Type="http://schemas.openxmlformats.org/officeDocument/2006/relationships/image" Target="../media/image140.png"/><Relationship Id="rId41" Type="http://schemas.openxmlformats.org/officeDocument/2006/relationships/customXml" Target="../ink/ink144.xml"/><Relationship Id="rId54" Type="http://schemas.openxmlformats.org/officeDocument/2006/relationships/image" Target="../media/image157.png"/><Relationship Id="rId62" Type="http://schemas.openxmlformats.org/officeDocument/2006/relationships/image" Target="../media/image161.png"/><Relationship Id="rId70" Type="http://schemas.openxmlformats.org/officeDocument/2006/relationships/image" Target="../media/image1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customXml" Target="../ink/ink163.xml"/><Relationship Id="rId3" Type="http://schemas.openxmlformats.org/officeDocument/2006/relationships/oleObject" Target="../embeddings/oleObject2.bin"/><Relationship Id="rId7" Type="http://schemas.openxmlformats.org/officeDocument/2006/relationships/customXml" Target="../ink/ink160.xml"/><Relationship Id="rId12" Type="http://schemas.openxmlformats.org/officeDocument/2006/relationships/image" Target="../media/image1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9.emf"/><Relationship Id="rId11" Type="http://schemas.openxmlformats.org/officeDocument/2006/relationships/customXml" Target="../ink/ink162.xml"/><Relationship Id="rId5" Type="http://schemas.openxmlformats.org/officeDocument/2006/relationships/image" Target="../media/image168.jpeg"/><Relationship Id="rId10" Type="http://schemas.openxmlformats.org/officeDocument/2006/relationships/image" Target="../media/image171.png"/><Relationship Id="rId4" Type="http://schemas.openxmlformats.org/officeDocument/2006/relationships/image" Target="../media/image167.wmf"/><Relationship Id="rId9" Type="http://schemas.openxmlformats.org/officeDocument/2006/relationships/customXml" Target="../ink/ink161.xml"/><Relationship Id="rId14" Type="http://schemas.openxmlformats.org/officeDocument/2006/relationships/image" Target="../media/image17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9.png"/><Relationship Id="rId18" Type="http://schemas.openxmlformats.org/officeDocument/2006/relationships/customXml" Target="../ink/ink171.xml"/><Relationship Id="rId26" Type="http://schemas.openxmlformats.org/officeDocument/2006/relationships/customXml" Target="../ink/ink175.xml"/><Relationship Id="rId39" Type="http://schemas.openxmlformats.org/officeDocument/2006/relationships/image" Target="../media/image192.png"/><Relationship Id="rId3" Type="http://schemas.openxmlformats.org/officeDocument/2006/relationships/image" Target="../media/image174.jpeg"/><Relationship Id="rId21" Type="http://schemas.openxmlformats.org/officeDocument/2006/relationships/image" Target="../media/image183.png"/><Relationship Id="rId34" Type="http://schemas.openxmlformats.org/officeDocument/2006/relationships/customXml" Target="../ink/ink179.xml"/><Relationship Id="rId42" Type="http://schemas.openxmlformats.org/officeDocument/2006/relationships/customXml" Target="../ink/ink183.xml"/><Relationship Id="rId47" Type="http://schemas.openxmlformats.org/officeDocument/2006/relationships/image" Target="../media/image196.png"/><Relationship Id="rId50" Type="http://schemas.openxmlformats.org/officeDocument/2006/relationships/customXml" Target="../ink/ink187.xml"/><Relationship Id="rId7" Type="http://schemas.openxmlformats.org/officeDocument/2006/relationships/image" Target="../media/image176.png"/><Relationship Id="rId12" Type="http://schemas.openxmlformats.org/officeDocument/2006/relationships/customXml" Target="../ink/ink168.xml"/><Relationship Id="rId17" Type="http://schemas.openxmlformats.org/officeDocument/2006/relationships/image" Target="../media/image181.png"/><Relationship Id="rId25" Type="http://schemas.openxmlformats.org/officeDocument/2006/relationships/image" Target="../media/image185.png"/><Relationship Id="rId33" Type="http://schemas.openxmlformats.org/officeDocument/2006/relationships/image" Target="../media/image189.png"/><Relationship Id="rId38" Type="http://schemas.openxmlformats.org/officeDocument/2006/relationships/customXml" Target="../ink/ink181.xml"/><Relationship Id="rId46" Type="http://schemas.openxmlformats.org/officeDocument/2006/relationships/customXml" Target="../ink/ink185.xml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170.xml"/><Relationship Id="rId20" Type="http://schemas.openxmlformats.org/officeDocument/2006/relationships/customXml" Target="../ink/ink172.xml"/><Relationship Id="rId29" Type="http://schemas.openxmlformats.org/officeDocument/2006/relationships/image" Target="../media/image187.png"/><Relationship Id="rId41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5.xml"/><Relationship Id="rId11" Type="http://schemas.openxmlformats.org/officeDocument/2006/relationships/image" Target="../media/image178.png"/><Relationship Id="rId24" Type="http://schemas.openxmlformats.org/officeDocument/2006/relationships/customXml" Target="../ink/ink174.xml"/><Relationship Id="rId32" Type="http://schemas.openxmlformats.org/officeDocument/2006/relationships/customXml" Target="../ink/ink178.xml"/><Relationship Id="rId37" Type="http://schemas.openxmlformats.org/officeDocument/2006/relationships/image" Target="../media/image191.png"/><Relationship Id="rId40" Type="http://schemas.openxmlformats.org/officeDocument/2006/relationships/customXml" Target="../ink/ink182.xml"/><Relationship Id="rId45" Type="http://schemas.openxmlformats.org/officeDocument/2006/relationships/image" Target="../media/image195.png"/><Relationship Id="rId5" Type="http://schemas.openxmlformats.org/officeDocument/2006/relationships/image" Target="../media/image175.png"/><Relationship Id="rId15" Type="http://schemas.openxmlformats.org/officeDocument/2006/relationships/image" Target="../media/image180.png"/><Relationship Id="rId23" Type="http://schemas.openxmlformats.org/officeDocument/2006/relationships/image" Target="../media/image184.png"/><Relationship Id="rId28" Type="http://schemas.openxmlformats.org/officeDocument/2006/relationships/customXml" Target="../ink/ink176.xml"/><Relationship Id="rId36" Type="http://schemas.openxmlformats.org/officeDocument/2006/relationships/customXml" Target="../ink/ink180.xml"/><Relationship Id="rId49" Type="http://schemas.openxmlformats.org/officeDocument/2006/relationships/image" Target="../media/image197.png"/><Relationship Id="rId10" Type="http://schemas.openxmlformats.org/officeDocument/2006/relationships/customXml" Target="../ink/ink167.xml"/><Relationship Id="rId19" Type="http://schemas.openxmlformats.org/officeDocument/2006/relationships/image" Target="../media/image182.png"/><Relationship Id="rId31" Type="http://schemas.openxmlformats.org/officeDocument/2006/relationships/image" Target="../media/image188.png"/><Relationship Id="rId44" Type="http://schemas.openxmlformats.org/officeDocument/2006/relationships/customXml" Target="../ink/ink184.xml"/><Relationship Id="rId4" Type="http://schemas.openxmlformats.org/officeDocument/2006/relationships/customXml" Target="../ink/ink164.xml"/><Relationship Id="rId9" Type="http://schemas.openxmlformats.org/officeDocument/2006/relationships/image" Target="../media/image177.png"/><Relationship Id="rId14" Type="http://schemas.openxmlformats.org/officeDocument/2006/relationships/customXml" Target="../ink/ink169.xml"/><Relationship Id="rId22" Type="http://schemas.openxmlformats.org/officeDocument/2006/relationships/customXml" Target="../ink/ink173.xml"/><Relationship Id="rId27" Type="http://schemas.openxmlformats.org/officeDocument/2006/relationships/image" Target="../media/image186.png"/><Relationship Id="rId30" Type="http://schemas.openxmlformats.org/officeDocument/2006/relationships/customXml" Target="../ink/ink177.xml"/><Relationship Id="rId35" Type="http://schemas.openxmlformats.org/officeDocument/2006/relationships/image" Target="../media/image190.png"/><Relationship Id="rId43" Type="http://schemas.openxmlformats.org/officeDocument/2006/relationships/image" Target="../media/image194.png"/><Relationship Id="rId48" Type="http://schemas.openxmlformats.org/officeDocument/2006/relationships/customXml" Target="../ink/ink186.xml"/><Relationship Id="rId8" Type="http://schemas.openxmlformats.org/officeDocument/2006/relationships/customXml" Target="../ink/ink166.xml"/><Relationship Id="rId51" Type="http://schemas.openxmlformats.org/officeDocument/2006/relationships/image" Target="../media/image19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jpeg"/><Relationship Id="rId7" Type="http://schemas.openxmlformats.org/officeDocument/2006/relationships/image" Target="../media/image20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9.xml"/><Relationship Id="rId5" Type="http://schemas.openxmlformats.org/officeDocument/2006/relationships/image" Target="../media/image200.png"/><Relationship Id="rId4" Type="http://schemas.openxmlformats.org/officeDocument/2006/relationships/customXml" Target="../ink/ink18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jpeg"/><Relationship Id="rId7" Type="http://schemas.openxmlformats.org/officeDocument/2006/relationships/image" Target="../media/image20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1.xml"/><Relationship Id="rId5" Type="http://schemas.openxmlformats.org/officeDocument/2006/relationships/image" Target="../media/image203.png"/><Relationship Id="rId4" Type="http://schemas.openxmlformats.org/officeDocument/2006/relationships/customXml" Target="../ink/ink190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0.png"/><Relationship Id="rId18" Type="http://schemas.openxmlformats.org/officeDocument/2006/relationships/customXml" Target="../ink/ink199.xml"/><Relationship Id="rId26" Type="http://schemas.openxmlformats.org/officeDocument/2006/relationships/customXml" Target="../ink/ink203.xml"/><Relationship Id="rId39" Type="http://schemas.openxmlformats.org/officeDocument/2006/relationships/image" Target="../media/image223.png"/><Relationship Id="rId21" Type="http://schemas.openxmlformats.org/officeDocument/2006/relationships/image" Target="../media/image214.png"/><Relationship Id="rId34" Type="http://schemas.openxmlformats.org/officeDocument/2006/relationships/customXml" Target="../ink/ink207.xml"/><Relationship Id="rId42" Type="http://schemas.openxmlformats.org/officeDocument/2006/relationships/customXml" Target="../ink/ink211.xml"/><Relationship Id="rId47" Type="http://schemas.openxmlformats.org/officeDocument/2006/relationships/image" Target="../media/image227.png"/><Relationship Id="rId50" Type="http://schemas.openxmlformats.org/officeDocument/2006/relationships/customXml" Target="../ink/ink215.xml"/><Relationship Id="rId55" Type="http://schemas.openxmlformats.org/officeDocument/2006/relationships/image" Target="../media/image231.png"/><Relationship Id="rId7" Type="http://schemas.openxmlformats.org/officeDocument/2006/relationships/image" Target="../media/image207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198.xml"/><Relationship Id="rId20" Type="http://schemas.openxmlformats.org/officeDocument/2006/relationships/customXml" Target="../ink/ink200.xml"/><Relationship Id="rId29" Type="http://schemas.openxmlformats.org/officeDocument/2006/relationships/image" Target="../media/image218.png"/><Relationship Id="rId41" Type="http://schemas.openxmlformats.org/officeDocument/2006/relationships/image" Target="../media/image224.png"/><Relationship Id="rId54" Type="http://schemas.openxmlformats.org/officeDocument/2006/relationships/customXml" Target="../ink/ink2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3.xml"/><Relationship Id="rId11" Type="http://schemas.openxmlformats.org/officeDocument/2006/relationships/image" Target="../media/image209.png"/><Relationship Id="rId24" Type="http://schemas.openxmlformats.org/officeDocument/2006/relationships/customXml" Target="../ink/ink202.xml"/><Relationship Id="rId32" Type="http://schemas.openxmlformats.org/officeDocument/2006/relationships/customXml" Target="../ink/ink206.xml"/><Relationship Id="rId37" Type="http://schemas.openxmlformats.org/officeDocument/2006/relationships/image" Target="../media/image222.png"/><Relationship Id="rId40" Type="http://schemas.openxmlformats.org/officeDocument/2006/relationships/customXml" Target="../ink/ink210.xml"/><Relationship Id="rId45" Type="http://schemas.openxmlformats.org/officeDocument/2006/relationships/image" Target="../media/image226.png"/><Relationship Id="rId53" Type="http://schemas.openxmlformats.org/officeDocument/2006/relationships/image" Target="../media/image230.png"/><Relationship Id="rId58" Type="http://schemas.openxmlformats.org/officeDocument/2006/relationships/customXml" Target="../ink/ink219.xml"/><Relationship Id="rId5" Type="http://schemas.openxmlformats.org/officeDocument/2006/relationships/image" Target="../media/image206.png"/><Relationship Id="rId15" Type="http://schemas.openxmlformats.org/officeDocument/2006/relationships/image" Target="../media/image211.png"/><Relationship Id="rId23" Type="http://schemas.openxmlformats.org/officeDocument/2006/relationships/image" Target="../media/image215.png"/><Relationship Id="rId28" Type="http://schemas.openxmlformats.org/officeDocument/2006/relationships/customXml" Target="../ink/ink204.xml"/><Relationship Id="rId36" Type="http://schemas.openxmlformats.org/officeDocument/2006/relationships/customXml" Target="../ink/ink208.xml"/><Relationship Id="rId49" Type="http://schemas.openxmlformats.org/officeDocument/2006/relationships/image" Target="../media/image228.png"/><Relationship Id="rId57" Type="http://schemas.openxmlformats.org/officeDocument/2006/relationships/image" Target="../media/image232.png"/><Relationship Id="rId61" Type="http://schemas.openxmlformats.org/officeDocument/2006/relationships/image" Target="../media/image234.png"/><Relationship Id="rId10" Type="http://schemas.openxmlformats.org/officeDocument/2006/relationships/customXml" Target="../ink/ink195.xml"/><Relationship Id="rId19" Type="http://schemas.openxmlformats.org/officeDocument/2006/relationships/image" Target="../media/image213.png"/><Relationship Id="rId31" Type="http://schemas.openxmlformats.org/officeDocument/2006/relationships/image" Target="../media/image219.png"/><Relationship Id="rId44" Type="http://schemas.openxmlformats.org/officeDocument/2006/relationships/customXml" Target="../ink/ink212.xml"/><Relationship Id="rId52" Type="http://schemas.openxmlformats.org/officeDocument/2006/relationships/customXml" Target="../ink/ink216.xml"/><Relationship Id="rId60" Type="http://schemas.openxmlformats.org/officeDocument/2006/relationships/customXml" Target="../ink/ink220.xml"/><Relationship Id="rId4" Type="http://schemas.openxmlformats.org/officeDocument/2006/relationships/customXml" Target="../ink/ink192.xml"/><Relationship Id="rId9" Type="http://schemas.openxmlformats.org/officeDocument/2006/relationships/image" Target="../media/image208.png"/><Relationship Id="rId14" Type="http://schemas.openxmlformats.org/officeDocument/2006/relationships/customXml" Target="../ink/ink197.xml"/><Relationship Id="rId22" Type="http://schemas.openxmlformats.org/officeDocument/2006/relationships/customXml" Target="../ink/ink201.xml"/><Relationship Id="rId27" Type="http://schemas.openxmlformats.org/officeDocument/2006/relationships/image" Target="../media/image217.png"/><Relationship Id="rId30" Type="http://schemas.openxmlformats.org/officeDocument/2006/relationships/customXml" Target="../ink/ink205.xml"/><Relationship Id="rId35" Type="http://schemas.openxmlformats.org/officeDocument/2006/relationships/image" Target="../media/image221.png"/><Relationship Id="rId43" Type="http://schemas.openxmlformats.org/officeDocument/2006/relationships/image" Target="../media/image225.png"/><Relationship Id="rId48" Type="http://schemas.openxmlformats.org/officeDocument/2006/relationships/customXml" Target="../ink/ink214.xml"/><Relationship Id="rId56" Type="http://schemas.openxmlformats.org/officeDocument/2006/relationships/customXml" Target="../ink/ink218.xml"/><Relationship Id="rId8" Type="http://schemas.openxmlformats.org/officeDocument/2006/relationships/customXml" Target="../ink/ink194.xml"/><Relationship Id="rId51" Type="http://schemas.openxmlformats.org/officeDocument/2006/relationships/image" Target="../media/image229.png"/><Relationship Id="rId3" Type="http://schemas.openxmlformats.org/officeDocument/2006/relationships/image" Target="../media/image205.jpeg"/><Relationship Id="rId12" Type="http://schemas.openxmlformats.org/officeDocument/2006/relationships/customXml" Target="../ink/ink196.xml"/><Relationship Id="rId17" Type="http://schemas.openxmlformats.org/officeDocument/2006/relationships/image" Target="../media/image212.png"/><Relationship Id="rId25" Type="http://schemas.openxmlformats.org/officeDocument/2006/relationships/image" Target="../media/image216.png"/><Relationship Id="rId33" Type="http://schemas.openxmlformats.org/officeDocument/2006/relationships/image" Target="../media/image220.png"/><Relationship Id="rId38" Type="http://schemas.openxmlformats.org/officeDocument/2006/relationships/customXml" Target="../ink/ink209.xml"/><Relationship Id="rId46" Type="http://schemas.openxmlformats.org/officeDocument/2006/relationships/customXml" Target="../ink/ink213.xml"/><Relationship Id="rId59" Type="http://schemas.openxmlformats.org/officeDocument/2006/relationships/image" Target="../media/image2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3.xml"/><Relationship Id="rId3" Type="http://schemas.openxmlformats.org/officeDocument/2006/relationships/image" Target="../media/image235.jpeg"/><Relationship Id="rId7" Type="http://schemas.openxmlformats.org/officeDocument/2006/relationships/image" Target="../media/image2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22.xml"/><Relationship Id="rId11" Type="http://schemas.openxmlformats.org/officeDocument/2006/relationships/image" Target="../media/image239.png"/><Relationship Id="rId5" Type="http://schemas.openxmlformats.org/officeDocument/2006/relationships/image" Target="../media/image236.png"/><Relationship Id="rId10" Type="http://schemas.openxmlformats.org/officeDocument/2006/relationships/customXml" Target="../ink/ink224.xml"/><Relationship Id="rId4" Type="http://schemas.openxmlformats.org/officeDocument/2006/relationships/customXml" Target="../ink/ink221.xml"/><Relationship Id="rId9" Type="http://schemas.openxmlformats.org/officeDocument/2006/relationships/image" Target="../media/image2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customXml" Target="../ink/ink230.xml"/><Relationship Id="rId3" Type="http://schemas.openxmlformats.org/officeDocument/2006/relationships/customXml" Target="../ink/ink225.xml"/><Relationship Id="rId7" Type="http://schemas.openxmlformats.org/officeDocument/2006/relationships/customXml" Target="../ink/ink227.xml"/><Relationship Id="rId12" Type="http://schemas.openxmlformats.org/officeDocument/2006/relationships/image" Target="../media/image2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1.png"/><Relationship Id="rId11" Type="http://schemas.openxmlformats.org/officeDocument/2006/relationships/customXml" Target="../ink/ink229.xml"/><Relationship Id="rId5" Type="http://schemas.openxmlformats.org/officeDocument/2006/relationships/customXml" Target="../ink/ink226.xml"/><Relationship Id="rId10" Type="http://schemas.openxmlformats.org/officeDocument/2006/relationships/image" Target="../media/image243.png"/><Relationship Id="rId4" Type="http://schemas.openxmlformats.org/officeDocument/2006/relationships/image" Target="../media/image240.png"/><Relationship Id="rId9" Type="http://schemas.openxmlformats.org/officeDocument/2006/relationships/customXml" Target="../ink/ink228.xml"/><Relationship Id="rId14" Type="http://schemas.openxmlformats.org/officeDocument/2006/relationships/image" Target="../media/image24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customXml" Target="../ink/ink236.xml"/><Relationship Id="rId3" Type="http://schemas.openxmlformats.org/officeDocument/2006/relationships/customXml" Target="../ink/ink231.xml"/><Relationship Id="rId7" Type="http://schemas.openxmlformats.org/officeDocument/2006/relationships/customXml" Target="../ink/ink233.xml"/><Relationship Id="rId12" Type="http://schemas.openxmlformats.org/officeDocument/2006/relationships/image" Target="../media/image251.png"/><Relationship Id="rId2" Type="http://schemas.openxmlformats.org/officeDocument/2006/relationships/image" Target="../media/image246.jpeg"/><Relationship Id="rId16" Type="http://schemas.openxmlformats.org/officeDocument/2006/relationships/image" Target="../media/image2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8.png"/><Relationship Id="rId11" Type="http://schemas.openxmlformats.org/officeDocument/2006/relationships/customXml" Target="../ink/ink235.xml"/><Relationship Id="rId5" Type="http://schemas.openxmlformats.org/officeDocument/2006/relationships/customXml" Target="../ink/ink232.xml"/><Relationship Id="rId15" Type="http://schemas.openxmlformats.org/officeDocument/2006/relationships/customXml" Target="../ink/ink237.xml"/><Relationship Id="rId10" Type="http://schemas.openxmlformats.org/officeDocument/2006/relationships/image" Target="../media/image250.png"/><Relationship Id="rId4" Type="http://schemas.openxmlformats.org/officeDocument/2006/relationships/image" Target="../media/image247.png"/><Relationship Id="rId9" Type="http://schemas.openxmlformats.org/officeDocument/2006/relationships/customXml" Target="../ink/ink234.xml"/><Relationship Id="rId14" Type="http://schemas.openxmlformats.org/officeDocument/2006/relationships/image" Target="../media/image25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jpeg"/><Relationship Id="rId7" Type="http://schemas.openxmlformats.org/officeDocument/2006/relationships/image" Target="../media/image2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39.xml"/><Relationship Id="rId5" Type="http://schemas.openxmlformats.org/officeDocument/2006/relationships/image" Target="../media/image255.png"/><Relationship Id="rId4" Type="http://schemas.openxmlformats.org/officeDocument/2006/relationships/customXml" Target="../ink/ink238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2.png"/><Relationship Id="rId18" Type="http://schemas.openxmlformats.org/officeDocument/2006/relationships/customXml" Target="../ink/ink247.xml"/><Relationship Id="rId26" Type="http://schemas.openxmlformats.org/officeDocument/2006/relationships/customXml" Target="../ink/ink251.xml"/><Relationship Id="rId39" Type="http://schemas.openxmlformats.org/officeDocument/2006/relationships/image" Target="../media/image275.png"/><Relationship Id="rId21" Type="http://schemas.openxmlformats.org/officeDocument/2006/relationships/image" Target="../media/image266.png"/><Relationship Id="rId34" Type="http://schemas.openxmlformats.org/officeDocument/2006/relationships/customXml" Target="../ink/ink255.xml"/><Relationship Id="rId42" Type="http://schemas.openxmlformats.org/officeDocument/2006/relationships/customXml" Target="../ink/ink259.xml"/><Relationship Id="rId47" Type="http://schemas.openxmlformats.org/officeDocument/2006/relationships/image" Target="../media/image279.png"/><Relationship Id="rId50" Type="http://schemas.openxmlformats.org/officeDocument/2006/relationships/customXml" Target="../ink/ink263.xml"/><Relationship Id="rId55" Type="http://schemas.openxmlformats.org/officeDocument/2006/relationships/image" Target="../media/image283.png"/><Relationship Id="rId63" Type="http://schemas.openxmlformats.org/officeDocument/2006/relationships/image" Target="../media/image287.png"/><Relationship Id="rId7" Type="http://schemas.openxmlformats.org/officeDocument/2006/relationships/image" Target="../media/image259.png"/><Relationship Id="rId2" Type="http://schemas.openxmlformats.org/officeDocument/2006/relationships/notesSlide" Target="../notesSlides/notesSlide13.xml"/><Relationship Id="rId16" Type="http://schemas.openxmlformats.org/officeDocument/2006/relationships/customXml" Target="../ink/ink246.xml"/><Relationship Id="rId20" Type="http://schemas.openxmlformats.org/officeDocument/2006/relationships/customXml" Target="../ink/ink248.xml"/><Relationship Id="rId29" Type="http://schemas.openxmlformats.org/officeDocument/2006/relationships/image" Target="../media/image270.png"/><Relationship Id="rId41" Type="http://schemas.openxmlformats.org/officeDocument/2006/relationships/image" Target="../media/image276.png"/><Relationship Id="rId54" Type="http://schemas.openxmlformats.org/officeDocument/2006/relationships/customXml" Target="../ink/ink265.xml"/><Relationship Id="rId62" Type="http://schemas.openxmlformats.org/officeDocument/2006/relationships/customXml" Target="../ink/ink26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1.xml"/><Relationship Id="rId11" Type="http://schemas.openxmlformats.org/officeDocument/2006/relationships/image" Target="../media/image261.png"/><Relationship Id="rId24" Type="http://schemas.openxmlformats.org/officeDocument/2006/relationships/customXml" Target="../ink/ink250.xml"/><Relationship Id="rId32" Type="http://schemas.openxmlformats.org/officeDocument/2006/relationships/customXml" Target="../ink/ink254.xml"/><Relationship Id="rId37" Type="http://schemas.openxmlformats.org/officeDocument/2006/relationships/image" Target="../media/image274.png"/><Relationship Id="rId40" Type="http://schemas.openxmlformats.org/officeDocument/2006/relationships/customXml" Target="../ink/ink258.xml"/><Relationship Id="rId45" Type="http://schemas.openxmlformats.org/officeDocument/2006/relationships/image" Target="../media/image278.png"/><Relationship Id="rId53" Type="http://schemas.openxmlformats.org/officeDocument/2006/relationships/image" Target="../media/image282.png"/><Relationship Id="rId58" Type="http://schemas.openxmlformats.org/officeDocument/2006/relationships/customXml" Target="../ink/ink267.xml"/><Relationship Id="rId5" Type="http://schemas.openxmlformats.org/officeDocument/2006/relationships/image" Target="../media/image258.png"/><Relationship Id="rId15" Type="http://schemas.openxmlformats.org/officeDocument/2006/relationships/image" Target="../media/image263.png"/><Relationship Id="rId23" Type="http://schemas.openxmlformats.org/officeDocument/2006/relationships/image" Target="../media/image267.png"/><Relationship Id="rId28" Type="http://schemas.openxmlformats.org/officeDocument/2006/relationships/customXml" Target="../ink/ink252.xml"/><Relationship Id="rId36" Type="http://schemas.openxmlformats.org/officeDocument/2006/relationships/customXml" Target="../ink/ink256.xml"/><Relationship Id="rId49" Type="http://schemas.openxmlformats.org/officeDocument/2006/relationships/image" Target="../media/image280.png"/><Relationship Id="rId57" Type="http://schemas.openxmlformats.org/officeDocument/2006/relationships/image" Target="../media/image284.png"/><Relationship Id="rId61" Type="http://schemas.openxmlformats.org/officeDocument/2006/relationships/image" Target="../media/image286.png"/><Relationship Id="rId10" Type="http://schemas.openxmlformats.org/officeDocument/2006/relationships/customXml" Target="../ink/ink243.xml"/><Relationship Id="rId19" Type="http://schemas.openxmlformats.org/officeDocument/2006/relationships/image" Target="../media/image265.png"/><Relationship Id="rId31" Type="http://schemas.openxmlformats.org/officeDocument/2006/relationships/image" Target="../media/image271.png"/><Relationship Id="rId44" Type="http://schemas.openxmlformats.org/officeDocument/2006/relationships/customXml" Target="../ink/ink260.xml"/><Relationship Id="rId52" Type="http://schemas.openxmlformats.org/officeDocument/2006/relationships/customXml" Target="../ink/ink264.xml"/><Relationship Id="rId60" Type="http://schemas.openxmlformats.org/officeDocument/2006/relationships/customXml" Target="../ink/ink268.xml"/><Relationship Id="rId65" Type="http://schemas.openxmlformats.org/officeDocument/2006/relationships/image" Target="../media/image288.png"/><Relationship Id="rId4" Type="http://schemas.openxmlformats.org/officeDocument/2006/relationships/customXml" Target="../ink/ink240.xml"/><Relationship Id="rId9" Type="http://schemas.openxmlformats.org/officeDocument/2006/relationships/image" Target="../media/image260.png"/><Relationship Id="rId14" Type="http://schemas.openxmlformats.org/officeDocument/2006/relationships/customXml" Target="../ink/ink245.xml"/><Relationship Id="rId22" Type="http://schemas.openxmlformats.org/officeDocument/2006/relationships/customXml" Target="../ink/ink249.xml"/><Relationship Id="rId27" Type="http://schemas.openxmlformats.org/officeDocument/2006/relationships/image" Target="../media/image269.png"/><Relationship Id="rId30" Type="http://schemas.openxmlformats.org/officeDocument/2006/relationships/customXml" Target="../ink/ink253.xml"/><Relationship Id="rId35" Type="http://schemas.openxmlformats.org/officeDocument/2006/relationships/image" Target="../media/image273.png"/><Relationship Id="rId43" Type="http://schemas.openxmlformats.org/officeDocument/2006/relationships/image" Target="../media/image277.png"/><Relationship Id="rId48" Type="http://schemas.openxmlformats.org/officeDocument/2006/relationships/customXml" Target="../ink/ink262.xml"/><Relationship Id="rId56" Type="http://schemas.openxmlformats.org/officeDocument/2006/relationships/customXml" Target="../ink/ink266.xml"/><Relationship Id="rId64" Type="http://schemas.openxmlformats.org/officeDocument/2006/relationships/customXml" Target="../ink/ink270.xml"/><Relationship Id="rId8" Type="http://schemas.openxmlformats.org/officeDocument/2006/relationships/customXml" Target="../ink/ink242.xml"/><Relationship Id="rId51" Type="http://schemas.openxmlformats.org/officeDocument/2006/relationships/image" Target="../media/image281.png"/><Relationship Id="rId3" Type="http://schemas.openxmlformats.org/officeDocument/2006/relationships/image" Target="../media/image257.jpeg"/><Relationship Id="rId12" Type="http://schemas.openxmlformats.org/officeDocument/2006/relationships/customXml" Target="../ink/ink244.xml"/><Relationship Id="rId17" Type="http://schemas.openxmlformats.org/officeDocument/2006/relationships/image" Target="../media/image264.png"/><Relationship Id="rId25" Type="http://schemas.openxmlformats.org/officeDocument/2006/relationships/image" Target="../media/image268.png"/><Relationship Id="rId33" Type="http://schemas.openxmlformats.org/officeDocument/2006/relationships/image" Target="../media/image272.png"/><Relationship Id="rId38" Type="http://schemas.openxmlformats.org/officeDocument/2006/relationships/customXml" Target="../ink/ink257.xml"/><Relationship Id="rId46" Type="http://schemas.openxmlformats.org/officeDocument/2006/relationships/customXml" Target="../ink/ink261.xml"/><Relationship Id="rId59" Type="http://schemas.openxmlformats.org/officeDocument/2006/relationships/image" Target="../media/image285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4.png"/><Relationship Id="rId18" Type="http://schemas.openxmlformats.org/officeDocument/2006/relationships/customXml" Target="../ink/ink278.xml"/><Relationship Id="rId26" Type="http://schemas.openxmlformats.org/officeDocument/2006/relationships/customXml" Target="../ink/ink282.xml"/><Relationship Id="rId39" Type="http://schemas.openxmlformats.org/officeDocument/2006/relationships/image" Target="../media/image307.png"/><Relationship Id="rId3" Type="http://schemas.openxmlformats.org/officeDocument/2006/relationships/image" Target="../media/image289.jpeg"/><Relationship Id="rId21" Type="http://schemas.openxmlformats.org/officeDocument/2006/relationships/image" Target="../media/image298.png"/><Relationship Id="rId34" Type="http://schemas.openxmlformats.org/officeDocument/2006/relationships/customXml" Target="../ink/ink286.xml"/><Relationship Id="rId42" Type="http://schemas.openxmlformats.org/officeDocument/2006/relationships/customXml" Target="../ink/ink290.xml"/><Relationship Id="rId47" Type="http://schemas.openxmlformats.org/officeDocument/2006/relationships/image" Target="../media/image311.png"/><Relationship Id="rId7" Type="http://schemas.openxmlformats.org/officeDocument/2006/relationships/image" Target="../media/image291.png"/><Relationship Id="rId12" Type="http://schemas.openxmlformats.org/officeDocument/2006/relationships/customXml" Target="../ink/ink275.xml"/><Relationship Id="rId17" Type="http://schemas.openxmlformats.org/officeDocument/2006/relationships/image" Target="../media/image296.png"/><Relationship Id="rId25" Type="http://schemas.openxmlformats.org/officeDocument/2006/relationships/image" Target="../media/image300.png"/><Relationship Id="rId33" Type="http://schemas.openxmlformats.org/officeDocument/2006/relationships/image" Target="../media/image304.png"/><Relationship Id="rId38" Type="http://schemas.openxmlformats.org/officeDocument/2006/relationships/customXml" Target="../ink/ink288.xml"/><Relationship Id="rId46" Type="http://schemas.openxmlformats.org/officeDocument/2006/relationships/customXml" Target="../ink/ink292.xml"/><Relationship Id="rId2" Type="http://schemas.openxmlformats.org/officeDocument/2006/relationships/notesSlide" Target="../notesSlides/notesSlide14.xml"/><Relationship Id="rId16" Type="http://schemas.openxmlformats.org/officeDocument/2006/relationships/customXml" Target="../ink/ink277.xml"/><Relationship Id="rId20" Type="http://schemas.openxmlformats.org/officeDocument/2006/relationships/customXml" Target="../ink/ink279.xml"/><Relationship Id="rId29" Type="http://schemas.openxmlformats.org/officeDocument/2006/relationships/image" Target="../media/image302.png"/><Relationship Id="rId41" Type="http://schemas.openxmlformats.org/officeDocument/2006/relationships/image" Target="../media/image30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2.xml"/><Relationship Id="rId11" Type="http://schemas.openxmlformats.org/officeDocument/2006/relationships/image" Target="../media/image293.png"/><Relationship Id="rId24" Type="http://schemas.openxmlformats.org/officeDocument/2006/relationships/customXml" Target="../ink/ink281.xml"/><Relationship Id="rId32" Type="http://schemas.openxmlformats.org/officeDocument/2006/relationships/customXml" Target="../ink/ink285.xml"/><Relationship Id="rId37" Type="http://schemas.openxmlformats.org/officeDocument/2006/relationships/image" Target="../media/image306.png"/><Relationship Id="rId40" Type="http://schemas.openxmlformats.org/officeDocument/2006/relationships/customXml" Target="../ink/ink289.xml"/><Relationship Id="rId45" Type="http://schemas.openxmlformats.org/officeDocument/2006/relationships/image" Target="../media/image310.png"/><Relationship Id="rId5" Type="http://schemas.openxmlformats.org/officeDocument/2006/relationships/image" Target="../media/image290.png"/><Relationship Id="rId15" Type="http://schemas.openxmlformats.org/officeDocument/2006/relationships/image" Target="../media/image295.png"/><Relationship Id="rId23" Type="http://schemas.openxmlformats.org/officeDocument/2006/relationships/image" Target="../media/image299.png"/><Relationship Id="rId28" Type="http://schemas.openxmlformats.org/officeDocument/2006/relationships/customXml" Target="../ink/ink283.xml"/><Relationship Id="rId36" Type="http://schemas.openxmlformats.org/officeDocument/2006/relationships/customXml" Target="../ink/ink287.xml"/><Relationship Id="rId49" Type="http://schemas.openxmlformats.org/officeDocument/2006/relationships/image" Target="../media/image312.png"/><Relationship Id="rId10" Type="http://schemas.openxmlformats.org/officeDocument/2006/relationships/customXml" Target="../ink/ink274.xml"/><Relationship Id="rId19" Type="http://schemas.openxmlformats.org/officeDocument/2006/relationships/image" Target="../media/image297.png"/><Relationship Id="rId31" Type="http://schemas.openxmlformats.org/officeDocument/2006/relationships/image" Target="../media/image303.png"/><Relationship Id="rId44" Type="http://schemas.openxmlformats.org/officeDocument/2006/relationships/customXml" Target="../ink/ink291.xml"/><Relationship Id="rId4" Type="http://schemas.openxmlformats.org/officeDocument/2006/relationships/customXml" Target="../ink/ink271.xml"/><Relationship Id="rId9" Type="http://schemas.openxmlformats.org/officeDocument/2006/relationships/image" Target="../media/image292.png"/><Relationship Id="rId14" Type="http://schemas.openxmlformats.org/officeDocument/2006/relationships/customXml" Target="../ink/ink276.xml"/><Relationship Id="rId22" Type="http://schemas.openxmlformats.org/officeDocument/2006/relationships/customXml" Target="../ink/ink280.xml"/><Relationship Id="rId27" Type="http://schemas.openxmlformats.org/officeDocument/2006/relationships/image" Target="../media/image301.png"/><Relationship Id="rId30" Type="http://schemas.openxmlformats.org/officeDocument/2006/relationships/customXml" Target="../ink/ink284.xml"/><Relationship Id="rId35" Type="http://schemas.openxmlformats.org/officeDocument/2006/relationships/image" Target="../media/image305.png"/><Relationship Id="rId43" Type="http://schemas.openxmlformats.org/officeDocument/2006/relationships/image" Target="../media/image309.png"/><Relationship Id="rId48" Type="http://schemas.openxmlformats.org/officeDocument/2006/relationships/customXml" Target="../ink/ink293.xml"/><Relationship Id="rId8" Type="http://schemas.openxmlformats.org/officeDocument/2006/relationships/customXml" Target="../ink/ink27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jpeg"/><Relationship Id="rId7" Type="http://schemas.openxmlformats.org/officeDocument/2006/relationships/image" Target="../media/image3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95.xml"/><Relationship Id="rId5" Type="http://schemas.openxmlformats.org/officeDocument/2006/relationships/image" Target="../media/image316.png"/><Relationship Id="rId4" Type="http://schemas.openxmlformats.org/officeDocument/2006/relationships/customXml" Target="../ink/ink29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9.png"/><Relationship Id="rId4" Type="http://schemas.openxmlformats.org/officeDocument/2006/relationships/customXml" Target="../ink/ink29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3" Type="http://schemas.openxmlformats.org/officeDocument/2006/relationships/image" Target="../media/image320.jpeg"/><Relationship Id="rId7" Type="http://schemas.openxmlformats.org/officeDocument/2006/relationships/customXml" Target="../ink/ink298.xml"/><Relationship Id="rId12" Type="http://schemas.openxmlformats.org/officeDocument/2006/relationships/image" Target="../media/image3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2.png"/><Relationship Id="rId11" Type="http://schemas.openxmlformats.org/officeDocument/2006/relationships/customXml" Target="../ink/ink300.xml"/><Relationship Id="rId5" Type="http://schemas.openxmlformats.org/officeDocument/2006/relationships/customXml" Target="../ink/ink297.xml"/><Relationship Id="rId10" Type="http://schemas.openxmlformats.org/officeDocument/2006/relationships/image" Target="../media/image324.png"/><Relationship Id="rId4" Type="http://schemas.openxmlformats.org/officeDocument/2006/relationships/image" Target="../media/image321.jpeg"/><Relationship Id="rId9" Type="http://schemas.openxmlformats.org/officeDocument/2006/relationships/customXml" Target="../ink/ink29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ctrTitle"/>
          </p:nvPr>
        </p:nvSpPr>
        <p:spPr>
          <a:xfrm>
            <a:off x="1000125" y="1046163"/>
            <a:ext cx="7550150" cy="1012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ko-KR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</a:t>
            </a: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가상 메모리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72375" y="6400800"/>
            <a:ext cx="15716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B3275F8-C06D-4A8E-811A-42203A737195}" type="slidenum">
              <a:rPr kumimoji="0" lang="en-US" altLang="ko-KR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u="sng"/>
              <a:t>목  차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1571625"/>
            <a:ext cx="8707438" cy="4676775"/>
          </a:xfrm>
        </p:spPr>
        <p:txBody>
          <a:bodyPr/>
          <a:lstStyle/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배경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요구 </a:t>
            </a:r>
            <a:r>
              <a:rPr lang="ko-KR" altLang="en-US" sz="3200" b="1" dirty="0" err="1">
                <a:solidFill>
                  <a:schemeClr val="accent2"/>
                </a:solidFill>
                <a:latin typeface="+mn-ea"/>
              </a:rPr>
              <a:t>페이징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쓰기 시 복사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3200" b="1" dirty="0">
                <a:solidFill>
                  <a:srgbClr val="FF0000"/>
                </a:solidFill>
                <a:latin typeface="+mn-ea"/>
              </a:rPr>
              <a:t>생략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)</a:t>
            </a: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페이지 교체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프레임의 할당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 err="1">
                <a:solidFill>
                  <a:schemeClr val="accent2"/>
                </a:solidFill>
                <a:latin typeface="+mn-ea"/>
              </a:rPr>
              <a:t>쓰레싱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기타 고려 사항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>
              <a:defRPr/>
            </a:pPr>
            <a:endParaRPr lang="en-US" altLang="ko-K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572500" cy="1143000"/>
          </a:xfrm>
          <a:noFill/>
        </p:spPr>
        <p:txBody>
          <a:bodyPr lIns="92075" tIns="46038" rIns="92075" bIns="46038"/>
          <a:lstStyle/>
          <a:p>
            <a:r>
              <a:rPr lang="en-US" altLang="ko-KR"/>
              <a:t>1. </a:t>
            </a:r>
            <a:r>
              <a:rPr lang="ko-KR" altLang="en-US"/>
              <a:t>배경</a:t>
            </a:r>
          </a:p>
        </p:txBody>
      </p:sp>
      <p:sp>
        <p:nvSpPr>
          <p:cNvPr id="717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57188" y="1714500"/>
            <a:ext cx="8634412" cy="2071688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ko-KR" altLang="en-US" sz="2400" dirty="0">
                <a:latin typeface="+mn-ea"/>
              </a:rPr>
              <a:t>주 메모리보다 용량이 큰 기억 공간에 주소지정이 가능</a:t>
            </a:r>
          </a:p>
          <a:p>
            <a:pPr lvl="1">
              <a:lnSpc>
                <a:spcPct val="120000"/>
              </a:lnSpc>
              <a:defRPr/>
            </a:pPr>
            <a:r>
              <a:rPr lang="ko-KR" altLang="en-US" sz="2000" dirty="0">
                <a:latin typeface="+mn-ea"/>
              </a:rPr>
              <a:t>프로그램을 일부분만 적재하고 실행</a:t>
            </a:r>
          </a:p>
          <a:p>
            <a:pPr>
              <a:lnSpc>
                <a:spcPct val="120000"/>
              </a:lnSpc>
              <a:defRPr/>
            </a:pPr>
            <a:r>
              <a:rPr lang="ko-KR" altLang="en-US" sz="2400" dirty="0">
                <a:latin typeface="+mn-ea"/>
              </a:rPr>
              <a:t>프로그래머에게 가상의 메모리를 제공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en-US" sz="2000" dirty="0">
                <a:latin typeface="+mn-ea"/>
              </a:rPr>
              <a:t>논리 메모리를 실제 물리 메모리와 분리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6BBA4E-7B8C-4494-B422-C6E9C58BE310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0245" name="Picture 4" descr="C:\Documents and Settings\Hanami\바탕 화면\운영체제\(강의교안)_그림파일_1장-13장\ch08_가상 메모리\ch08-02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70"/>
          <a:stretch>
            <a:fillRect/>
          </a:stretch>
        </p:blipFill>
        <p:spPr bwMode="auto">
          <a:xfrm>
            <a:off x="2000250" y="3929063"/>
            <a:ext cx="5229225" cy="225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78" name="그룹 7177">
            <a:extLst>
              <a:ext uri="{FF2B5EF4-FFF2-40B4-BE49-F238E27FC236}">
                <a16:creationId xmlns:a16="http://schemas.microsoft.com/office/drawing/2014/main" id="{0C444228-4B86-3E84-A97A-7D5CEC02373E}"/>
              </a:ext>
            </a:extLst>
          </p:cNvPr>
          <p:cNvGrpSpPr/>
          <p:nvPr/>
        </p:nvGrpSpPr>
        <p:grpSpPr>
          <a:xfrm>
            <a:off x="737830" y="1440858"/>
            <a:ext cx="927360" cy="253440"/>
            <a:chOff x="737830" y="1440858"/>
            <a:chExt cx="92736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54A59F56-48DE-0A4D-90C9-68CCC3426B7C}"/>
                    </a:ext>
                  </a:extLst>
                </p14:cNvPr>
                <p14:cNvContentPartPr/>
                <p14:nvPr/>
              </p14:nvContentPartPr>
              <p14:xfrm>
                <a:off x="737830" y="1440858"/>
                <a:ext cx="23760" cy="21060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54A59F56-48DE-0A4D-90C9-68CCC3426B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8830" y="1432218"/>
                  <a:ext cx="414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BE6B482B-B7F5-9B85-F1E2-88D7C338BC9B}"/>
                    </a:ext>
                  </a:extLst>
                </p14:cNvPr>
                <p14:cNvContentPartPr/>
                <p14:nvPr/>
              </p14:nvContentPartPr>
              <p14:xfrm>
                <a:off x="760870" y="1460658"/>
                <a:ext cx="88920" cy="1634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BE6B482B-B7F5-9B85-F1E2-88D7C338BC9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2230" y="1452018"/>
                  <a:ext cx="106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5CBD514E-D2D7-4E0E-C09A-A7D821EA30FA}"/>
                    </a:ext>
                  </a:extLst>
                </p14:cNvPr>
                <p14:cNvContentPartPr/>
                <p14:nvPr/>
              </p14:nvContentPartPr>
              <p14:xfrm>
                <a:off x="753310" y="1632378"/>
                <a:ext cx="97920" cy="284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5CBD514E-D2D7-4E0E-C09A-A7D821EA30F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4670" y="1623378"/>
                  <a:ext cx="115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E989481A-A79E-1F66-506C-78BD70476D76}"/>
                    </a:ext>
                  </a:extLst>
                </p14:cNvPr>
                <p14:cNvContentPartPr/>
                <p14:nvPr/>
              </p14:nvContentPartPr>
              <p14:xfrm>
                <a:off x="860590" y="1506018"/>
                <a:ext cx="114840" cy="1393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E989481A-A79E-1F66-506C-78BD70476D7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1590" y="1497378"/>
                  <a:ext cx="132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5214981-AB3B-1D65-D3C1-C14FE8445E66}"/>
                    </a:ext>
                  </a:extLst>
                </p14:cNvPr>
                <p14:cNvContentPartPr/>
                <p14:nvPr/>
              </p14:nvContentPartPr>
              <p14:xfrm>
                <a:off x="1000630" y="1489458"/>
                <a:ext cx="23040" cy="15516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5214981-AB3B-1D65-D3C1-C14FE8445E6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1990" y="1480818"/>
                  <a:ext cx="40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530D1A4-46AD-6B0D-EEAF-C697BA43F63B}"/>
                    </a:ext>
                  </a:extLst>
                </p14:cNvPr>
                <p14:cNvContentPartPr/>
                <p14:nvPr/>
              </p14:nvContentPartPr>
              <p14:xfrm>
                <a:off x="1076950" y="1457058"/>
                <a:ext cx="96120" cy="1123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530D1A4-46AD-6B0D-EEAF-C697BA43F63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68310" y="1448058"/>
                  <a:ext cx="113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957ACB02-E90E-4EA0-353A-A7537ABAABB2}"/>
                    </a:ext>
                  </a:extLst>
                </p14:cNvPr>
                <p14:cNvContentPartPr/>
                <p14:nvPr/>
              </p14:nvContentPartPr>
              <p14:xfrm>
                <a:off x="1085950" y="1537338"/>
                <a:ext cx="88920" cy="1108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957ACB02-E90E-4EA0-353A-A7537ABAABB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77310" y="1528338"/>
                  <a:ext cx="106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AAC3B26-2CC9-EDBD-5A65-862AE430EEA9}"/>
                    </a:ext>
                  </a:extLst>
                </p14:cNvPr>
                <p14:cNvContentPartPr/>
                <p14:nvPr/>
              </p14:nvContentPartPr>
              <p14:xfrm>
                <a:off x="1099630" y="1618698"/>
                <a:ext cx="123120" cy="536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AAC3B26-2CC9-EDBD-5A65-862AE430EEA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0630" y="1610058"/>
                  <a:ext cx="140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B0BAE68-E359-78DA-12CE-7876DDAC76FD}"/>
                    </a:ext>
                  </a:extLst>
                </p14:cNvPr>
                <p14:cNvContentPartPr/>
                <p14:nvPr/>
              </p14:nvContentPartPr>
              <p14:xfrm>
                <a:off x="1233190" y="1516098"/>
                <a:ext cx="149040" cy="1382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B0BAE68-E359-78DA-12CE-7876DDAC76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24550" y="1507098"/>
                  <a:ext cx="166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8957BDFD-A56E-752A-9E4A-A74F7C51C7C4}"/>
                    </a:ext>
                  </a:extLst>
                </p14:cNvPr>
                <p14:cNvContentPartPr/>
                <p14:nvPr/>
              </p14:nvContentPartPr>
              <p14:xfrm>
                <a:off x="1392310" y="1461378"/>
                <a:ext cx="43200" cy="2145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8957BDFD-A56E-752A-9E4A-A74F7C51C7C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83310" y="1452378"/>
                  <a:ext cx="60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019CA76-D30B-0223-99A9-BA051D1D4383}"/>
                    </a:ext>
                  </a:extLst>
                </p14:cNvPr>
                <p14:cNvContentPartPr/>
                <p14:nvPr/>
              </p14:nvContentPartPr>
              <p14:xfrm>
                <a:off x="1477270" y="1498458"/>
                <a:ext cx="157320" cy="1602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019CA76-D30B-0223-99A9-BA051D1D438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68270" y="1489818"/>
                  <a:ext cx="1749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ACF6C88E-94C4-3292-3FC2-0661420966DB}"/>
                    </a:ext>
                  </a:extLst>
                </p14:cNvPr>
                <p14:cNvContentPartPr/>
                <p14:nvPr/>
              </p14:nvContentPartPr>
              <p14:xfrm>
                <a:off x="1640350" y="1467138"/>
                <a:ext cx="24840" cy="2271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ACF6C88E-94C4-3292-3FC2-0661420966D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31350" y="1458498"/>
                  <a:ext cx="4248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77" name="그룹 7176">
            <a:extLst>
              <a:ext uri="{FF2B5EF4-FFF2-40B4-BE49-F238E27FC236}">
                <a16:creationId xmlns:a16="http://schemas.microsoft.com/office/drawing/2014/main" id="{485DBDA7-4B34-6ADD-8815-8F034A260B85}"/>
              </a:ext>
            </a:extLst>
          </p:cNvPr>
          <p:cNvGrpSpPr/>
          <p:nvPr/>
        </p:nvGrpSpPr>
        <p:grpSpPr>
          <a:xfrm>
            <a:off x="1830070" y="1458858"/>
            <a:ext cx="563760" cy="255600"/>
            <a:chOff x="1830070" y="1458858"/>
            <a:chExt cx="56376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2C63ADA-03B9-227A-AFC7-FE2F06DFD093}"/>
                    </a:ext>
                  </a:extLst>
                </p14:cNvPr>
                <p14:cNvContentPartPr/>
                <p14:nvPr/>
              </p14:nvContentPartPr>
              <p14:xfrm>
                <a:off x="1830070" y="1458858"/>
                <a:ext cx="115560" cy="1659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2C63ADA-03B9-227A-AFC7-FE2F06DFD09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21430" y="1450218"/>
                  <a:ext cx="133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3CDF75D-8B4F-93A7-D50A-AD48E7990EE0}"/>
                    </a:ext>
                  </a:extLst>
                </p14:cNvPr>
                <p14:cNvContentPartPr/>
                <p14:nvPr/>
              </p14:nvContentPartPr>
              <p14:xfrm>
                <a:off x="1857070" y="1538058"/>
                <a:ext cx="92520" cy="147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3CDF75D-8B4F-93A7-D50A-AD48E7990E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48430" y="1529418"/>
                  <a:ext cx="110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E1BF4E00-4F8A-041A-5A2C-F41C19A95862}"/>
                    </a:ext>
                  </a:extLst>
                </p14:cNvPr>
                <p14:cNvContentPartPr/>
                <p14:nvPr/>
              </p14:nvContentPartPr>
              <p14:xfrm>
                <a:off x="1834390" y="1624098"/>
                <a:ext cx="185400" cy="788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E1BF4E00-4F8A-041A-5A2C-F41C19A958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25390" y="1615098"/>
                  <a:ext cx="2030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E257B1D-F1AD-E0D7-84D6-2BE9E56B1C01}"/>
                    </a:ext>
                  </a:extLst>
                </p14:cNvPr>
                <p14:cNvContentPartPr/>
                <p14:nvPr/>
              </p14:nvContentPartPr>
              <p14:xfrm>
                <a:off x="1994230" y="1503138"/>
                <a:ext cx="164520" cy="2113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E257B1D-F1AD-E0D7-84D6-2BE9E56B1C0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85230" y="1494138"/>
                  <a:ext cx="182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B03D17A5-AAC4-2E17-0D69-3348CB21E65F}"/>
                    </a:ext>
                  </a:extLst>
                </p14:cNvPr>
                <p14:cNvContentPartPr/>
                <p14:nvPr/>
              </p14:nvContentPartPr>
              <p14:xfrm>
                <a:off x="2184670" y="1493778"/>
                <a:ext cx="149400" cy="1699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B03D17A5-AAC4-2E17-0D69-3348CB21E65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76030" y="1485138"/>
                  <a:ext cx="167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60513EA2-1375-BD91-AB19-2F5A273BB406}"/>
                    </a:ext>
                  </a:extLst>
                </p14:cNvPr>
                <p14:cNvContentPartPr/>
                <p14:nvPr/>
              </p14:nvContentPartPr>
              <p14:xfrm>
                <a:off x="2366110" y="1480818"/>
                <a:ext cx="27720" cy="1954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60513EA2-1375-BD91-AB19-2F5A273BB40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57470" y="1471818"/>
                  <a:ext cx="4536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76" name="그룹 7175">
            <a:extLst>
              <a:ext uri="{FF2B5EF4-FFF2-40B4-BE49-F238E27FC236}">
                <a16:creationId xmlns:a16="http://schemas.microsoft.com/office/drawing/2014/main" id="{9F2A6D92-6D34-FBF2-1CCE-12A62241E561}"/>
              </a:ext>
            </a:extLst>
          </p:cNvPr>
          <p:cNvGrpSpPr/>
          <p:nvPr/>
        </p:nvGrpSpPr>
        <p:grpSpPr>
          <a:xfrm>
            <a:off x="2590390" y="1422498"/>
            <a:ext cx="1386360" cy="292680"/>
            <a:chOff x="2590390" y="1422498"/>
            <a:chExt cx="138636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BBBF30E-D4D2-2388-23EB-72BAB645D114}"/>
                    </a:ext>
                  </a:extLst>
                </p14:cNvPr>
                <p14:cNvContentPartPr/>
                <p14:nvPr/>
              </p14:nvContentPartPr>
              <p14:xfrm>
                <a:off x="2590390" y="1489098"/>
                <a:ext cx="142560" cy="1220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BBBF30E-D4D2-2388-23EB-72BAB645D11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81390" y="1480098"/>
                  <a:ext cx="1602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E991A23-D518-9D71-8E3F-1C5B90C93BAB}"/>
                    </a:ext>
                  </a:extLst>
                </p14:cNvPr>
                <p14:cNvContentPartPr/>
                <p14:nvPr/>
              </p14:nvContentPartPr>
              <p14:xfrm>
                <a:off x="2677150" y="1434378"/>
                <a:ext cx="87840" cy="1476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E991A23-D518-9D71-8E3F-1C5B90C93B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68150" y="1425738"/>
                  <a:ext cx="105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AFC4F884-A841-240E-C2C8-4D7F6D70F00A}"/>
                    </a:ext>
                  </a:extLst>
                </p14:cNvPr>
                <p14:cNvContentPartPr/>
                <p14:nvPr/>
              </p14:nvContentPartPr>
              <p14:xfrm>
                <a:off x="2708470" y="1631298"/>
                <a:ext cx="82080" cy="838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AFC4F884-A841-240E-C2C8-4D7F6D70F00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99470" y="1622658"/>
                  <a:ext cx="99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2A1C7598-7451-1B66-6236-997BBAF193FF}"/>
                    </a:ext>
                  </a:extLst>
                </p14:cNvPr>
                <p14:cNvContentPartPr/>
                <p14:nvPr/>
              </p14:nvContentPartPr>
              <p14:xfrm>
                <a:off x="2854630" y="1440498"/>
                <a:ext cx="18000" cy="874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2A1C7598-7451-1B66-6236-997BBAF193F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45630" y="1431498"/>
                  <a:ext cx="35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914C1947-0FD5-69DE-61D7-8BB77F0E4F36}"/>
                    </a:ext>
                  </a:extLst>
                </p14:cNvPr>
                <p14:cNvContentPartPr/>
                <p14:nvPr/>
              </p14:nvContentPartPr>
              <p14:xfrm>
                <a:off x="2804590" y="1484778"/>
                <a:ext cx="119160" cy="529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914C1947-0FD5-69DE-61D7-8BB77F0E4F3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95950" y="1475778"/>
                  <a:ext cx="136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0A6EBA90-F479-35B0-84AF-DEB7B1AB0A81}"/>
                    </a:ext>
                  </a:extLst>
                </p14:cNvPr>
                <p14:cNvContentPartPr/>
                <p14:nvPr/>
              </p14:nvContentPartPr>
              <p14:xfrm>
                <a:off x="2855710" y="1460298"/>
                <a:ext cx="147240" cy="2008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0A6EBA90-F479-35B0-84AF-DEB7B1AB0A8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46710" y="1451298"/>
                  <a:ext cx="1648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FA202B2-87DB-1D8A-3793-A3E37B0EB71B}"/>
                    </a:ext>
                  </a:extLst>
                </p14:cNvPr>
                <p14:cNvContentPartPr/>
                <p14:nvPr/>
              </p14:nvContentPartPr>
              <p14:xfrm>
                <a:off x="2970190" y="1473618"/>
                <a:ext cx="96840" cy="720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FA202B2-87DB-1D8A-3793-A3E37B0EB71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61190" y="1464978"/>
                  <a:ext cx="114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8B399AB-6A91-81A2-C12A-A3BC2B74572F}"/>
                    </a:ext>
                  </a:extLst>
                </p14:cNvPr>
                <p14:cNvContentPartPr/>
                <p14:nvPr/>
              </p14:nvContentPartPr>
              <p14:xfrm>
                <a:off x="2991430" y="1618698"/>
                <a:ext cx="70560" cy="576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8B399AB-6A91-81A2-C12A-A3BC2B74572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82430" y="1610058"/>
                  <a:ext cx="88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CF87A19-1E47-95AE-A24B-B5BC6059AF0D}"/>
                    </a:ext>
                  </a:extLst>
                </p14:cNvPr>
                <p14:cNvContentPartPr/>
                <p14:nvPr/>
              </p14:nvContentPartPr>
              <p14:xfrm>
                <a:off x="3079990" y="1458138"/>
                <a:ext cx="92880" cy="640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CF87A19-1E47-95AE-A24B-B5BC6059AF0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070990" y="1449498"/>
                  <a:ext cx="110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88642BA-E69F-1CCC-288B-3D36B4465EBD}"/>
                    </a:ext>
                  </a:extLst>
                </p14:cNvPr>
                <p14:cNvContentPartPr/>
                <p14:nvPr/>
              </p14:nvContentPartPr>
              <p14:xfrm>
                <a:off x="3087910" y="1526178"/>
                <a:ext cx="148680" cy="583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88642BA-E69F-1CCC-288B-3D36B4465EB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78910" y="1517538"/>
                  <a:ext cx="1663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F98F6499-ECFF-6A1B-DD70-8F81EE92971B}"/>
                    </a:ext>
                  </a:extLst>
                </p14:cNvPr>
                <p14:cNvContentPartPr/>
                <p14:nvPr/>
              </p14:nvContentPartPr>
              <p14:xfrm>
                <a:off x="3135430" y="1602138"/>
                <a:ext cx="189360" cy="1044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F98F6499-ECFF-6A1B-DD70-8F81EE92971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26790" y="1593498"/>
                  <a:ext cx="207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B7DEA2C8-99C3-9043-8C0E-7312D326D022}"/>
                    </a:ext>
                  </a:extLst>
                </p14:cNvPr>
                <p14:cNvContentPartPr/>
                <p14:nvPr/>
              </p14:nvContentPartPr>
              <p14:xfrm>
                <a:off x="3465190" y="1445178"/>
                <a:ext cx="50040" cy="13032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B7DEA2C8-99C3-9043-8C0E-7312D326D02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56550" y="1436538"/>
                  <a:ext cx="676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168" name="잉크 7167">
                  <a:extLst>
                    <a:ext uri="{FF2B5EF4-FFF2-40B4-BE49-F238E27FC236}">
                      <a16:creationId xmlns:a16="http://schemas.microsoft.com/office/drawing/2014/main" id="{724F9055-ADBA-BDEC-D751-DC1EFFD10641}"/>
                    </a:ext>
                  </a:extLst>
                </p14:cNvPr>
                <p14:cNvContentPartPr/>
                <p14:nvPr/>
              </p14:nvContentPartPr>
              <p14:xfrm>
                <a:off x="3503350" y="1436538"/>
                <a:ext cx="77400" cy="123120"/>
              </p14:xfrm>
            </p:contentPart>
          </mc:Choice>
          <mc:Fallback>
            <p:pic>
              <p:nvPicPr>
                <p:cNvPr id="7168" name="잉크 7167">
                  <a:extLst>
                    <a:ext uri="{FF2B5EF4-FFF2-40B4-BE49-F238E27FC236}">
                      <a16:creationId xmlns:a16="http://schemas.microsoft.com/office/drawing/2014/main" id="{724F9055-ADBA-BDEC-D751-DC1EFFD1064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94710" y="1427538"/>
                  <a:ext cx="95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169" name="잉크 7168">
                  <a:extLst>
                    <a:ext uri="{FF2B5EF4-FFF2-40B4-BE49-F238E27FC236}">
                      <a16:creationId xmlns:a16="http://schemas.microsoft.com/office/drawing/2014/main" id="{0B030AF9-FF2E-734B-B058-0D1E964ADEAB}"/>
                    </a:ext>
                  </a:extLst>
                </p14:cNvPr>
                <p14:cNvContentPartPr/>
                <p14:nvPr/>
              </p14:nvContentPartPr>
              <p14:xfrm>
                <a:off x="3622870" y="1422498"/>
                <a:ext cx="64440" cy="110520"/>
              </p14:xfrm>
            </p:contentPart>
          </mc:Choice>
          <mc:Fallback>
            <p:pic>
              <p:nvPicPr>
                <p:cNvPr id="7169" name="잉크 7168">
                  <a:extLst>
                    <a:ext uri="{FF2B5EF4-FFF2-40B4-BE49-F238E27FC236}">
                      <a16:creationId xmlns:a16="http://schemas.microsoft.com/office/drawing/2014/main" id="{0B030AF9-FF2E-734B-B058-0D1E964ADE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13870" y="1413498"/>
                  <a:ext cx="820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170" name="잉크 7169">
                  <a:extLst>
                    <a:ext uri="{FF2B5EF4-FFF2-40B4-BE49-F238E27FC236}">
                      <a16:creationId xmlns:a16="http://schemas.microsoft.com/office/drawing/2014/main" id="{445AE21C-2628-D166-08FB-6B114C883A73}"/>
                    </a:ext>
                  </a:extLst>
                </p14:cNvPr>
                <p14:cNvContentPartPr/>
                <p14:nvPr/>
              </p14:nvContentPartPr>
              <p14:xfrm>
                <a:off x="3604870" y="1574058"/>
                <a:ext cx="128160" cy="105120"/>
              </p14:xfrm>
            </p:contentPart>
          </mc:Choice>
          <mc:Fallback>
            <p:pic>
              <p:nvPicPr>
                <p:cNvPr id="7170" name="잉크 7169">
                  <a:extLst>
                    <a:ext uri="{FF2B5EF4-FFF2-40B4-BE49-F238E27FC236}">
                      <a16:creationId xmlns:a16="http://schemas.microsoft.com/office/drawing/2014/main" id="{445AE21C-2628-D166-08FB-6B114C883A7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95870" y="1565058"/>
                  <a:ext cx="1458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172" name="잉크 7171">
                  <a:extLst>
                    <a:ext uri="{FF2B5EF4-FFF2-40B4-BE49-F238E27FC236}">
                      <a16:creationId xmlns:a16="http://schemas.microsoft.com/office/drawing/2014/main" id="{829AA474-8920-7031-BCD8-04E46E52128E}"/>
                    </a:ext>
                  </a:extLst>
                </p14:cNvPr>
                <p14:cNvContentPartPr/>
                <p14:nvPr/>
              </p14:nvContentPartPr>
              <p14:xfrm>
                <a:off x="3745270" y="1449858"/>
                <a:ext cx="82800" cy="61920"/>
              </p14:xfrm>
            </p:contentPart>
          </mc:Choice>
          <mc:Fallback>
            <p:pic>
              <p:nvPicPr>
                <p:cNvPr id="7172" name="잉크 7171">
                  <a:extLst>
                    <a:ext uri="{FF2B5EF4-FFF2-40B4-BE49-F238E27FC236}">
                      <a16:creationId xmlns:a16="http://schemas.microsoft.com/office/drawing/2014/main" id="{829AA474-8920-7031-BCD8-04E46E52128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36630" y="1441218"/>
                  <a:ext cx="1004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173" name="잉크 7172">
                  <a:extLst>
                    <a:ext uri="{FF2B5EF4-FFF2-40B4-BE49-F238E27FC236}">
                      <a16:creationId xmlns:a16="http://schemas.microsoft.com/office/drawing/2014/main" id="{563F88D4-D0AE-1EB3-9EF6-10B409FBBBFC}"/>
                    </a:ext>
                  </a:extLst>
                </p14:cNvPr>
                <p14:cNvContentPartPr/>
                <p14:nvPr/>
              </p14:nvContentPartPr>
              <p14:xfrm>
                <a:off x="3735550" y="1497378"/>
                <a:ext cx="153720" cy="48600"/>
              </p14:xfrm>
            </p:contentPart>
          </mc:Choice>
          <mc:Fallback>
            <p:pic>
              <p:nvPicPr>
                <p:cNvPr id="7173" name="잉크 7172">
                  <a:extLst>
                    <a:ext uri="{FF2B5EF4-FFF2-40B4-BE49-F238E27FC236}">
                      <a16:creationId xmlns:a16="http://schemas.microsoft.com/office/drawing/2014/main" id="{563F88D4-D0AE-1EB3-9EF6-10B409FBBBF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26550" y="1488378"/>
                  <a:ext cx="171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174" name="잉크 7173">
                  <a:extLst>
                    <a:ext uri="{FF2B5EF4-FFF2-40B4-BE49-F238E27FC236}">
                      <a16:creationId xmlns:a16="http://schemas.microsoft.com/office/drawing/2014/main" id="{825B538F-1628-3CF9-4B99-80F286ABF77D}"/>
                    </a:ext>
                  </a:extLst>
                </p14:cNvPr>
                <p14:cNvContentPartPr/>
                <p14:nvPr/>
              </p14:nvContentPartPr>
              <p14:xfrm>
                <a:off x="3807550" y="1592418"/>
                <a:ext cx="38160" cy="86400"/>
              </p14:xfrm>
            </p:contentPart>
          </mc:Choice>
          <mc:Fallback>
            <p:pic>
              <p:nvPicPr>
                <p:cNvPr id="7174" name="잉크 7173">
                  <a:extLst>
                    <a:ext uri="{FF2B5EF4-FFF2-40B4-BE49-F238E27FC236}">
                      <a16:creationId xmlns:a16="http://schemas.microsoft.com/office/drawing/2014/main" id="{825B538F-1628-3CF9-4B99-80F286ABF77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98910" y="1583778"/>
                  <a:ext cx="558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175" name="잉크 7174">
                  <a:extLst>
                    <a:ext uri="{FF2B5EF4-FFF2-40B4-BE49-F238E27FC236}">
                      <a16:creationId xmlns:a16="http://schemas.microsoft.com/office/drawing/2014/main" id="{0FC9742E-8607-E396-B464-AE4BA3C79770}"/>
                    </a:ext>
                  </a:extLst>
                </p14:cNvPr>
                <p14:cNvContentPartPr/>
                <p14:nvPr/>
              </p14:nvContentPartPr>
              <p14:xfrm>
                <a:off x="3819070" y="1555698"/>
                <a:ext cx="157680" cy="89640"/>
              </p14:xfrm>
            </p:contentPart>
          </mc:Choice>
          <mc:Fallback>
            <p:pic>
              <p:nvPicPr>
                <p:cNvPr id="7175" name="잉크 7174">
                  <a:extLst>
                    <a:ext uri="{FF2B5EF4-FFF2-40B4-BE49-F238E27FC236}">
                      <a16:creationId xmlns:a16="http://schemas.microsoft.com/office/drawing/2014/main" id="{0FC9742E-8607-E396-B464-AE4BA3C7977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10430" y="1546698"/>
                  <a:ext cx="175320" cy="107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85750" y="1357313"/>
            <a:ext cx="8705850" cy="5143500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부분 적재 실행의 타당성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항상 전체 프로그램이 실행되는 것은 아님</a:t>
            </a:r>
            <a:r>
              <a:rPr lang="en-US" altLang="ko-KR" sz="2000" dirty="0">
                <a:latin typeface="+mn-ea"/>
              </a:rPr>
              <a:t> </a:t>
            </a:r>
          </a:p>
          <a:p>
            <a:pPr lvl="2">
              <a:defRPr/>
            </a:pPr>
            <a:r>
              <a:rPr lang="ko-KR" altLang="en-US" sz="1600" dirty="0">
                <a:latin typeface="+mn-ea"/>
              </a:rPr>
              <a:t>오류 루틴은 종종 사용되지 않음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행렬은 필요한 양보다 크게 선언되는 경향</a:t>
            </a:r>
            <a:endParaRPr lang="en-US" altLang="ko-KR" sz="16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전체 프로그램 요구 시에도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똑같은 시간에 모두 요구되지는 않음</a:t>
            </a: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부분 적재 장점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메모리 크기를 고려하지 않아 프로그래밍 작업이 쉬어짐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공간의 제약이 없으므로 중첩이 불필요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많은 작업을 실행하여 프로세서의 이용률과 처리율 향상</a:t>
            </a:r>
            <a:endParaRPr lang="en-US" altLang="ko-KR" sz="2000" dirty="0"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부분 적재 단점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메모리와 디스크 공간 사이의 </a:t>
            </a:r>
            <a:r>
              <a:rPr lang="ko-KR" altLang="en-US" sz="2000" dirty="0" err="1">
                <a:latin typeface="+mn-ea"/>
              </a:rPr>
              <a:t>이동량</a:t>
            </a:r>
            <a:r>
              <a:rPr lang="ko-KR" altLang="en-US" sz="2000" dirty="0">
                <a:latin typeface="+mn-ea"/>
              </a:rPr>
              <a:t> 증가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어느 시기에 어느 페이지를 적재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복귀할지 알고리즘 필요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페이지 부재에 대한 처리 방안 요구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ko-KR" altLang="en-US" sz="2000" dirty="0">
              <a:latin typeface="+mn-ea"/>
            </a:endParaRPr>
          </a:p>
        </p:txBody>
      </p:sp>
      <p:sp>
        <p:nvSpPr>
          <p:cNvPr id="1229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2E73302-C7C3-44D5-B80F-B0122944745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4FFEF279-4A82-89F3-43C9-9421E8C93B30}"/>
                  </a:ext>
                </a:extLst>
              </p14:cNvPr>
              <p14:cNvContentPartPr/>
              <p14:nvPr/>
            </p14:nvContentPartPr>
            <p14:xfrm>
              <a:off x="2155510" y="3055818"/>
              <a:ext cx="579600" cy="219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4FFEF279-4A82-89F3-43C9-9421E8C93B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9870" y="2984178"/>
                <a:ext cx="6512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27B8FC69-6647-B0F5-611A-4FCE181489CB}"/>
                  </a:ext>
                </a:extLst>
              </p14:cNvPr>
              <p14:cNvContentPartPr/>
              <p14:nvPr/>
            </p14:nvContentPartPr>
            <p14:xfrm>
              <a:off x="2177830" y="4748178"/>
              <a:ext cx="545040" cy="244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27B8FC69-6647-B0F5-611A-4FCE181489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42190" y="4676538"/>
                <a:ext cx="6166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ABE641C4-D8CE-0E90-D923-276F47CBC5D0}"/>
                  </a:ext>
                </a:extLst>
              </p14:cNvPr>
              <p14:cNvContentPartPr/>
              <p14:nvPr/>
            </p14:nvContentPartPr>
            <p14:xfrm>
              <a:off x="4456990" y="5232738"/>
              <a:ext cx="1440" cy="1656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ABE641C4-D8CE-0E90-D923-276F47CBC5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21350" y="5160738"/>
                <a:ext cx="730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CE55D94-FBAE-CF8B-FF6A-14250439C740}"/>
                  </a:ext>
                </a:extLst>
              </p14:cNvPr>
              <p14:cNvContentPartPr/>
              <p14:nvPr/>
            </p14:nvContentPartPr>
            <p14:xfrm>
              <a:off x="4430350" y="5174778"/>
              <a:ext cx="1425240" cy="694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CE55D94-FBAE-CF8B-FF6A-14250439C7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94350" y="5102778"/>
                <a:ext cx="14968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F7710138-AF47-712C-A33B-1732CAB3D2C3}"/>
                  </a:ext>
                </a:extLst>
              </p14:cNvPr>
              <p14:cNvContentPartPr/>
              <p14:nvPr/>
            </p14:nvContentPartPr>
            <p14:xfrm>
              <a:off x="1021150" y="5945898"/>
              <a:ext cx="1524600" cy="662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F7710138-AF47-712C-A33B-1732CAB3D2C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85150" y="5873898"/>
                <a:ext cx="15962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588CE826-E192-21A2-AB7C-AB4D06B69B65}"/>
                  </a:ext>
                </a:extLst>
              </p14:cNvPr>
              <p14:cNvContentPartPr/>
              <p14:nvPr/>
            </p14:nvContentPartPr>
            <p14:xfrm>
              <a:off x="1072270" y="3466578"/>
              <a:ext cx="6412320" cy="741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588CE826-E192-21A2-AB7C-AB4D06B69B6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36630" y="3394938"/>
                <a:ext cx="6483960" cy="21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357188"/>
            <a:ext cx="8572500" cy="1143000"/>
          </a:xfrm>
          <a:noFill/>
        </p:spPr>
        <p:txBody>
          <a:bodyPr lIns="92075" tIns="46038" rIns="92075" bIns="46038"/>
          <a:lstStyle/>
          <a:p>
            <a:r>
              <a:rPr lang="en-US" altLang="ko-KR"/>
              <a:t>2. </a:t>
            </a:r>
            <a:r>
              <a:rPr lang="ko-KR" altLang="en-US"/>
              <a:t>요구 페이징</a:t>
            </a:r>
            <a:r>
              <a:rPr lang="en-US" altLang="ko-KR" sz="4000"/>
              <a:t>(demand paging)</a:t>
            </a:r>
            <a:endParaRPr lang="en-US" altLang="ko-KR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페이지가 참조될 때만 그 페이지를 메모리에 적재</a:t>
            </a:r>
            <a:r>
              <a:rPr lang="en-US" altLang="ko-KR" sz="2400" dirty="0">
                <a:latin typeface="+mn-ea"/>
              </a:rPr>
              <a:t> </a:t>
            </a:r>
          </a:p>
          <a:p>
            <a:pPr>
              <a:defRPr/>
            </a:pPr>
            <a:r>
              <a:rPr lang="en-US" altLang="ko-KR" sz="2400" dirty="0">
                <a:latin typeface="+mn-ea"/>
              </a:rPr>
              <a:t>I/O </a:t>
            </a:r>
            <a:r>
              <a:rPr lang="ko-KR" altLang="en-US" sz="2400" dirty="0" err="1">
                <a:latin typeface="+mn-ea"/>
              </a:rPr>
              <a:t>통신량</a:t>
            </a:r>
            <a:r>
              <a:rPr lang="ko-KR" altLang="en-US" sz="2400" dirty="0">
                <a:latin typeface="+mn-ea"/>
              </a:rPr>
              <a:t> 감소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적은 메모리 요구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많은 사용자 가능</a:t>
            </a:r>
            <a:endParaRPr lang="en-US" altLang="ko-KR" sz="24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페이지들의 메모리 적재 회수가 최소</a:t>
            </a:r>
            <a:endParaRPr lang="en-US" altLang="ko-KR" sz="2400" dirty="0">
              <a:latin typeface="+mn-ea"/>
            </a:endParaRPr>
          </a:p>
        </p:txBody>
      </p:sp>
      <p:sp>
        <p:nvSpPr>
          <p:cNvPr id="1434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C49417-6977-443A-B184-B0C9C4F0DE0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4341" name="Picture 4" descr="C:\Documents and Settings\Hanami\바탕 화면\운영체제\(강의교안)_그림파일_1장-13장\ch08_가상 메모리\ch08-12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54"/>
          <a:stretch>
            <a:fillRect/>
          </a:stretch>
        </p:blipFill>
        <p:spPr bwMode="auto">
          <a:xfrm>
            <a:off x="2286000" y="3143250"/>
            <a:ext cx="45688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00F43CDC-FA96-3E41-E1FF-E4EB28848AB4}"/>
                  </a:ext>
                </a:extLst>
              </p14:cNvPr>
              <p14:cNvContentPartPr/>
              <p14:nvPr/>
            </p14:nvContentPartPr>
            <p14:xfrm>
              <a:off x="3625030" y="3881298"/>
              <a:ext cx="598680" cy="2358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00F43CDC-FA96-3E41-E1FF-E4EB28848A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6030" y="3872658"/>
                <a:ext cx="6163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15089DE-1046-51C1-82AA-EBBE4305CA87}"/>
                  </a:ext>
                </a:extLst>
              </p14:cNvPr>
              <p14:cNvContentPartPr/>
              <p14:nvPr/>
            </p14:nvContentPartPr>
            <p14:xfrm>
              <a:off x="3277990" y="3815778"/>
              <a:ext cx="476640" cy="19033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15089DE-1046-51C1-82AA-EBBE4305CA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69350" y="3807138"/>
                <a:ext cx="494280" cy="19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그룹 23">
            <a:extLst>
              <a:ext uri="{FF2B5EF4-FFF2-40B4-BE49-F238E27FC236}">
                <a16:creationId xmlns:a16="http://schemas.microsoft.com/office/drawing/2014/main" id="{7CE90809-4C8C-014F-3C15-64F16C13BDA5}"/>
              </a:ext>
            </a:extLst>
          </p:cNvPr>
          <p:cNvGrpSpPr/>
          <p:nvPr/>
        </p:nvGrpSpPr>
        <p:grpSpPr>
          <a:xfrm>
            <a:off x="1772470" y="5754378"/>
            <a:ext cx="1398960" cy="460440"/>
            <a:chOff x="1772470" y="5754378"/>
            <a:chExt cx="1398960" cy="4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4579C017-B891-7A09-8CDD-F39632C00AFF}"/>
                    </a:ext>
                  </a:extLst>
                </p14:cNvPr>
                <p14:cNvContentPartPr/>
                <p14:nvPr/>
              </p14:nvContentPartPr>
              <p14:xfrm>
                <a:off x="2649070" y="5775978"/>
                <a:ext cx="81720" cy="914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4579C017-B891-7A09-8CDD-F39632C00A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40070" y="5766978"/>
                  <a:ext cx="99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DA8A6F67-EB96-200C-0423-2E3DBAA50837}"/>
                    </a:ext>
                  </a:extLst>
                </p14:cNvPr>
                <p14:cNvContentPartPr/>
                <p14:nvPr/>
              </p14:nvContentPartPr>
              <p14:xfrm>
                <a:off x="2611270" y="5881098"/>
                <a:ext cx="167400" cy="1918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DA8A6F67-EB96-200C-0423-2E3DBAA5083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02630" y="5872098"/>
                  <a:ext cx="185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82149BB3-32A7-EF9D-B2DC-7F8ECB274A2C}"/>
                    </a:ext>
                  </a:extLst>
                </p14:cNvPr>
                <p14:cNvContentPartPr/>
                <p14:nvPr/>
              </p14:nvContentPartPr>
              <p14:xfrm>
                <a:off x="2752750" y="5866698"/>
                <a:ext cx="113400" cy="10656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82149BB3-32A7-EF9D-B2DC-7F8ECB274A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43750" y="5858058"/>
                  <a:ext cx="1310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BA06BFC-8CA5-3B11-9BCC-AA510D3FA41D}"/>
                    </a:ext>
                  </a:extLst>
                </p14:cNvPr>
                <p14:cNvContentPartPr/>
                <p14:nvPr/>
              </p14:nvContentPartPr>
              <p14:xfrm>
                <a:off x="2858950" y="5864178"/>
                <a:ext cx="82080" cy="1699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BA06BFC-8CA5-3B11-9BCC-AA510D3FA4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50310" y="5855538"/>
                  <a:ext cx="99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BCD4975-3360-93AD-3ABB-76529E0C5DBE}"/>
                    </a:ext>
                  </a:extLst>
                </p14:cNvPr>
                <p14:cNvContentPartPr/>
                <p14:nvPr/>
              </p14:nvContentPartPr>
              <p14:xfrm>
                <a:off x="2973070" y="5754378"/>
                <a:ext cx="33120" cy="2232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BCD4975-3360-93AD-3ABB-76529E0C5DB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64430" y="5745738"/>
                  <a:ext cx="50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D35F91D-289C-F82A-F649-F489C155B46E}"/>
                    </a:ext>
                  </a:extLst>
                </p14:cNvPr>
                <p14:cNvContentPartPr/>
                <p14:nvPr/>
              </p14:nvContentPartPr>
              <p14:xfrm>
                <a:off x="2904310" y="5756538"/>
                <a:ext cx="174600" cy="2638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D35F91D-289C-F82A-F649-F489C155B46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95310" y="5747898"/>
                  <a:ext cx="1922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44329FC-DD53-66F1-49D8-E6BE003AAE72}"/>
                    </a:ext>
                  </a:extLst>
                </p14:cNvPr>
                <p14:cNvContentPartPr/>
                <p14:nvPr/>
              </p14:nvContentPartPr>
              <p14:xfrm>
                <a:off x="3020950" y="5846898"/>
                <a:ext cx="150480" cy="2077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44329FC-DD53-66F1-49D8-E6BE003AAE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12310" y="5837898"/>
                  <a:ext cx="1681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AD56193-9A93-21C4-BC31-BD371FDF138E}"/>
                    </a:ext>
                  </a:extLst>
                </p14:cNvPr>
                <p14:cNvContentPartPr/>
                <p14:nvPr/>
              </p14:nvContentPartPr>
              <p14:xfrm>
                <a:off x="3036430" y="5896578"/>
                <a:ext cx="87120" cy="561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AD56193-9A93-21C4-BC31-BD371FDF138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27430" y="5887578"/>
                  <a:ext cx="104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31F36F94-D835-CFDD-6848-683E035267A2}"/>
                    </a:ext>
                  </a:extLst>
                </p14:cNvPr>
                <p14:cNvContentPartPr/>
                <p14:nvPr/>
              </p14:nvContentPartPr>
              <p14:xfrm>
                <a:off x="3072790" y="5916738"/>
                <a:ext cx="78120" cy="496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31F36F94-D835-CFDD-6848-683E035267A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64150" y="5907738"/>
                  <a:ext cx="95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FB5E5F8-4400-3422-47F6-D212F058FE76}"/>
                    </a:ext>
                  </a:extLst>
                </p14:cNvPr>
                <p14:cNvContentPartPr/>
                <p14:nvPr/>
              </p14:nvContentPartPr>
              <p14:xfrm>
                <a:off x="1773910" y="5953818"/>
                <a:ext cx="68400" cy="795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FB5E5F8-4400-3422-47F6-D212F058FE7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65270" y="5944818"/>
                  <a:ext cx="86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F8EB3E1-E1E2-8E06-E6DD-F70E05E4B8D3}"/>
                    </a:ext>
                  </a:extLst>
                </p14:cNvPr>
                <p14:cNvContentPartPr/>
                <p14:nvPr/>
              </p14:nvContentPartPr>
              <p14:xfrm>
                <a:off x="1772470" y="6092418"/>
                <a:ext cx="110160" cy="468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F8EB3E1-E1E2-8E06-E6DD-F70E05E4B8D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63830" y="6083418"/>
                  <a:ext cx="127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DF9D757C-6415-32FB-08B0-895AE48184FD}"/>
                    </a:ext>
                  </a:extLst>
                </p14:cNvPr>
                <p14:cNvContentPartPr/>
                <p14:nvPr/>
              </p14:nvContentPartPr>
              <p14:xfrm>
                <a:off x="1882270" y="5982618"/>
                <a:ext cx="86040" cy="1962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DF9D757C-6415-32FB-08B0-895AE48184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73270" y="5973978"/>
                  <a:ext cx="1036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39CDFFB-22A3-62CF-E6E2-CCCB4F99A9E0}"/>
                    </a:ext>
                  </a:extLst>
                </p14:cNvPr>
                <p14:cNvContentPartPr/>
                <p14:nvPr/>
              </p14:nvContentPartPr>
              <p14:xfrm>
                <a:off x="1940230" y="6004938"/>
                <a:ext cx="122760" cy="1396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39CDFFB-22A3-62CF-E6E2-CCCB4F99A9E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31590" y="5995938"/>
                  <a:ext cx="1404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1C8AFDA-7CE9-9905-EE37-C5282EA2B63F}"/>
                    </a:ext>
                  </a:extLst>
                </p14:cNvPr>
                <p14:cNvContentPartPr/>
                <p14:nvPr/>
              </p14:nvContentPartPr>
              <p14:xfrm>
                <a:off x="2068030" y="6017898"/>
                <a:ext cx="45000" cy="1465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1C8AFDA-7CE9-9905-EE37-C5282EA2B63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59030" y="6009258"/>
                  <a:ext cx="62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F795ECC8-C828-4D39-C266-D452A0FF3D20}"/>
                    </a:ext>
                  </a:extLst>
                </p14:cNvPr>
                <p14:cNvContentPartPr/>
                <p14:nvPr/>
              </p14:nvContentPartPr>
              <p14:xfrm>
                <a:off x="2156230" y="5941578"/>
                <a:ext cx="159840" cy="1796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F795ECC8-C828-4D39-C266-D452A0FF3D2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47230" y="5932938"/>
                  <a:ext cx="177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65662871-8859-E8D2-243B-168098D91173}"/>
                    </a:ext>
                  </a:extLst>
                </p14:cNvPr>
                <p14:cNvContentPartPr/>
                <p14:nvPr/>
              </p14:nvContentPartPr>
              <p14:xfrm>
                <a:off x="2209510" y="6093498"/>
                <a:ext cx="34200" cy="1058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65662871-8859-E8D2-243B-168098D911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00510" y="6084858"/>
                  <a:ext cx="51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927833F-368D-F13F-B14C-3712CCFEBAC5}"/>
                    </a:ext>
                  </a:extLst>
                </p14:cNvPr>
                <p14:cNvContentPartPr/>
                <p14:nvPr/>
              </p14:nvContentPartPr>
              <p14:xfrm>
                <a:off x="2244790" y="6061818"/>
                <a:ext cx="44280" cy="1530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927833F-368D-F13F-B14C-3712CCFEBAC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36150" y="6053178"/>
                  <a:ext cx="61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C2B4732-77DE-E3BD-BE9E-DBB091CB0BF0}"/>
                    </a:ext>
                  </a:extLst>
                </p14:cNvPr>
                <p14:cNvContentPartPr/>
                <p14:nvPr/>
              </p14:nvContentPartPr>
              <p14:xfrm>
                <a:off x="2304550" y="5950218"/>
                <a:ext cx="114480" cy="2232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C2B4732-77DE-E3BD-BE9E-DBB091CB0BF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95910" y="5941218"/>
                  <a:ext cx="1321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1F6B7A17-5087-F419-6B98-005EDF5DB542}"/>
                    </a:ext>
                  </a:extLst>
                </p14:cNvPr>
                <p14:cNvContentPartPr/>
                <p14:nvPr/>
              </p14:nvContentPartPr>
              <p14:xfrm>
                <a:off x="2362150" y="6030858"/>
                <a:ext cx="128880" cy="1249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1F6B7A17-5087-F419-6B98-005EDF5DB54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53510" y="6022218"/>
                  <a:ext cx="14652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46" name="그룹 14345">
            <a:extLst>
              <a:ext uri="{FF2B5EF4-FFF2-40B4-BE49-F238E27FC236}">
                <a16:creationId xmlns:a16="http://schemas.microsoft.com/office/drawing/2014/main" id="{D504C2A3-9DE6-C855-E851-61B3691372A0}"/>
              </a:ext>
            </a:extLst>
          </p:cNvPr>
          <p:cNvGrpSpPr/>
          <p:nvPr/>
        </p:nvGrpSpPr>
        <p:grpSpPr>
          <a:xfrm>
            <a:off x="6690070" y="5478978"/>
            <a:ext cx="912960" cy="219240"/>
            <a:chOff x="6690070" y="5478978"/>
            <a:chExt cx="912960" cy="2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5EC528B3-2E9B-B38D-6FC7-CF6EAC24FA96}"/>
                    </a:ext>
                  </a:extLst>
                </p14:cNvPr>
                <p14:cNvContentPartPr/>
                <p14:nvPr/>
              </p14:nvContentPartPr>
              <p14:xfrm>
                <a:off x="6690070" y="5492658"/>
                <a:ext cx="124200" cy="295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5EC528B3-2E9B-B38D-6FC7-CF6EAC24FA9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81430" y="5483658"/>
                  <a:ext cx="141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14FFDBA4-DB7C-E427-88F4-6A63F9001E2D}"/>
                    </a:ext>
                  </a:extLst>
                </p14:cNvPr>
                <p14:cNvContentPartPr/>
                <p14:nvPr/>
              </p14:nvContentPartPr>
              <p14:xfrm>
                <a:off x="6748750" y="5524698"/>
                <a:ext cx="15840" cy="1126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14FFDBA4-DB7C-E427-88F4-6A63F9001E2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39750" y="5515698"/>
                  <a:ext cx="33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D7EE3D6D-8334-1C3B-84A9-4DCC2E7F076A}"/>
                    </a:ext>
                  </a:extLst>
                </p14:cNvPr>
                <p14:cNvContentPartPr/>
                <p14:nvPr/>
              </p14:nvContentPartPr>
              <p14:xfrm>
                <a:off x="6777550" y="5535138"/>
                <a:ext cx="12960" cy="856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D7EE3D6D-8334-1C3B-84A9-4DCC2E7F076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68910" y="5526498"/>
                  <a:ext cx="30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E9CDEB36-C6B7-1CAB-5F1D-8A49E48A62E0}"/>
                    </a:ext>
                  </a:extLst>
                </p14:cNvPr>
                <p14:cNvContentPartPr/>
                <p14:nvPr/>
              </p14:nvContentPartPr>
              <p14:xfrm>
                <a:off x="6713830" y="5608218"/>
                <a:ext cx="123120" cy="507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E9CDEB36-C6B7-1CAB-5F1D-8A49E48A62E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05190" y="5599218"/>
                  <a:ext cx="1407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6D5A9C7-1B14-EBC9-1AA6-6CC369E4B7BC}"/>
                    </a:ext>
                  </a:extLst>
                </p14:cNvPr>
                <p14:cNvContentPartPr/>
                <p14:nvPr/>
              </p14:nvContentPartPr>
              <p14:xfrm>
                <a:off x="6813190" y="5522178"/>
                <a:ext cx="133200" cy="1249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6D5A9C7-1B14-EBC9-1AA6-6CC369E4B7B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04550" y="5513178"/>
                  <a:ext cx="1508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013C3C60-F2CE-C13E-B2F7-A03FFCBEEFBF}"/>
                    </a:ext>
                  </a:extLst>
                </p14:cNvPr>
                <p14:cNvContentPartPr/>
                <p14:nvPr/>
              </p14:nvContentPartPr>
              <p14:xfrm>
                <a:off x="6971590" y="5543778"/>
                <a:ext cx="70200" cy="856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013C3C60-F2CE-C13E-B2F7-A03FFCBEEFB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62590" y="5534778"/>
                  <a:ext cx="878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C166BE38-29D5-B29C-44CC-63C2F4DF2F72}"/>
                    </a:ext>
                  </a:extLst>
                </p14:cNvPr>
                <p14:cNvContentPartPr/>
                <p14:nvPr/>
              </p14:nvContentPartPr>
              <p14:xfrm>
                <a:off x="7062310" y="5491218"/>
                <a:ext cx="16920" cy="1540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C166BE38-29D5-B29C-44CC-63C2F4DF2F7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53670" y="5482218"/>
                  <a:ext cx="345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4336" name="잉크 14335">
                  <a:extLst>
                    <a:ext uri="{FF2B5EF4-FFF2-40B4-BE49-F238E27FC236}">
                      <a16:creationId xmlns:a16="http://schemas.microsoft.com/office/drawing/2014/main" id="{1D6399CB-3BC4-41FD-FF1E-201A1FE6B50F}"/>
                    </a:ext>
                  </a:extLst>
                </p14:cNvPr>
                <p14:cNvContentPartPr/>
                <p14:nvPr/>
              </p14:nvContentPartPr>
              <p14:xfrm>
                <a:off x="7090390" y="5528298"/>
                <a:ext cx="103320" cy="78840"/>
              </p14:xfrm>
            </p:contentPart>
          </mc:Choice>
          <mc:Fallback>
            <p:pic>
              <p:nvPicPr>
                <p:cNvPr id="14336" name="잉크 14335">
                  <a:extLst>
                    <a:ext uri="{FF2B5EF4-FFF2-40B4-BE49-F238E27FC236}">
                      <a16:creationId xmlns:a16="http://schemas.microsoft.com/office/drawing/2014/main" id="{1D6399CB-3BC4-41FD-FF1E-201A1FE6B50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81750" y="5519298"/>
                  <a:ext cx="120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4337" name="잉크 14336">
                  <a:extLst>
                    <a:ext uri="{FF2B5EF4-FFF2-40B4-BE49-F238E27FC236}">
                      <a16:creationId xmlns:a16="http://schemas.microsoft.com/office/drawing/2014/main" id="{829191B4-CB60-71AB-D804-F723496ECBC5}"/>
                    </a:ext>
                  </a:extLst>
                </p14:cNvPr>
                <p14:cNvContentPartPr/>
                <p14:nvPr/>
              </p14:nvContentPartPr>
              <p14:xfrm>
                <a:off x="7194070" y="5526858"/>
                <a:ext cx="44640" cy="151200"/>
              </p14:xfrm>
            </p:contentPart>
          </mc:Choice>
          <mc:Fallback>
            <p:pic>
              <p:nvPicPr>
                <p:cNvPr id="14337" name="잉크 14336">
                  <a:extLst>
                    <a:ext uri="{FF2B5EF4-FFF2-40B4-BE49-F238E27FC236}">
                      <a16:creationId xmlns:a16="http://schemas.microsoft.com/office/drawing/2014/main" id="{829191B4-CB60-71AB-D804-F723496ECBC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85430" y="5517858"/>
                  <a:ext cx="62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4339" name="잉크 14338">
                  <a:extLst>
                    <a:ext uri="{FF2B5EF4-FFF2-40B4-BE49-F238E27FC236}">
                      <a16:creationId xmlns:a16="http://schemas.microsoft.com/office/drawing/2014/main" id="{07ACAA58-E4E8-6EEE-FCE4-9C263F5A5E8A}"/>
                    </a:ext>
                  </a:extLst>
                </p14:cNvPr>
                <p14:cNvContentPartPr/>
                <p14:nvPr/>
              </p14:nvContentPartPr>
              <p14:xfrm>
                <a:off x="7323310" y="5487258"/>
                <a:ext cx="30600" cy="99360"/>
              </p14:xfrm>
            </p:contentPart>
          </mc:Choice>
          <mc:Fallback>
            <p:pic>
              <p:nvPicPr>
                <p:cNvPr id="14339" name="잉크 14338">
                  <a:extLst>
                    <a:ext uri="{FF2B5EF4-FFF2-40B4-BE49-F238E27FC236}">
                      <a16:creationId xmlns:a16="http://schemas.microsoft.com/office/drawing/2014/main" id="{07ACAA58-E4E8-6EEE-FCE4-9C263F5A5E8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14310" y="5478258"/>
                  <a:ext cx="482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4342" name="잉크 14341">
                  <a:extLst>
                    <a:ext uri="{FF2B5EF4-FFF2-40B4-BE49-F238E27FC236}">
                      <a16:creationId xmlns:a16="http://schemas.microsoft.com/office/drawing/2014/main" id="{B4F1DCB8-C8A2-F428-E92F-34A1FCFBA93F}"/>
                    </a:ext>
                  </a:extLst>
                </p14:cNvPr>
                <p14:cNvContentPartPr/>
                <p14:nvPr/>
              </p14:nvContentPartPr>
              <p14:xfrm>
                <a:off x="7347790" y="5478978"/>
                <a:ext cx="53640" cy="109800"/>
              </p14:xfrm>
            </p:contentPart>
          </mc:Choice>
          <mc:Fallback>
            <p:pic>
              <p:nvPicPr>
                <p:cNvPr id="14342" name="잉크 14341">
                  <a:extLst>
                    <a:ext uri="{FF2B5EF4-FFF2-40B4-BE49-F238E27FC236}">
                      <a16:creationId xmlns:a16="http://schemas.microsoft.com/office/drawing/2014/main" id="{B4F1DCB8-C8A2-F428-E92F-34A1FCFBA93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38790" y="5469978"/>
                  <a:ext cx="71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4343" name="잉크 14342">
                  <a:extLst>
                    <a:ext uri="{FF2B5EF4-FFF2-40B4-BE49-F238E27FC236}">
                      <a16:creationId xmlns:a16="http://schemas.microsoft.com/office/drawing/2014/main" id="{6ACD70FD-725D-EED9-2D8C-E9CA524E0011}"/>
                    </a:ext>
                  </a:extLst>
                </p14:cNvPr>
                <p14:cNvContentPartPr/>
                <p14:nvPr/>
              </p14:nvContentPartPr>
              <p14:xfrm>
                <a:off x="7334830" y="5603898"/>
                <a:ext cx="97560" cy="94320"/>
              </p14:xfrm>
            </p:contentPart>
          </mc:Choice>
          <mc:Fallback>
            <p:pic>
              <p:nvPicPr>
                <p:cNvPr id="14343" name="잉크 14342">
                  <a:extLst>
                    <a:ext uri="{FF2B5EF4-FFF2-40B4-BE49-F238E27FC236}">
                      <a16:creationId xmlns:a16="http://schemas.microsoft.com/office/drawing/2014/main" id="{6ACD70FD-725D-EED9-2D8C-E9CA524E001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26190" y="5595258"/>
                  <a:ext cx="115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4344" name="잉크 14343">
                  <a:extLst>
                    <a:ext uri="{FF2B5EF4-FFF2-40B4-BE49-F238E27FC236}">
                      <a16:creationId xmlns:a16="http://schemas.microsoft.com/office/drawing/2014/main" id="{8CA88C1A-9448-9B8D-1585-D3F1513D5343}"/>
                    </a:ext>
                  </a:extLst>
                </p14:cNvPr>
                <p14:cNvContentPartPr/>
                <p14:nvPr/>
              </p14:nvContentPartPr>
              <p14:xfrm>
                <a:off x="7425190" y="5518938"/>
                <a:ext cx="107640" cy="68400"/>
              </p14:xfrm>
            </p:contentPart>
          </mc:Choice>
          <mc:Fallback>
            <p:pic>
              <p:nvPicPr>
                <p:cNvPr id="14344" name="잉크 14343">
                  <a:extLst>
                    <a:ext uri="{FF2B5EF4-FFF2-40B4-BE49-F238E27FC236}">
                      <a16:creationId xmlns:a16="http://schemas.microsoft.com/office/drawing/2014/main" id="{8CA88C1A-9448-9B8D-1585-D3F1513D534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16550" y="5510298"/>
                  <a:ext cx="1252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4345" name="잉크 14344">
                  <a:extLst>
                    <a:ext uri="{FF2B5EF4-FFF2-40B4-BE49-F238E27FC236}">
                      <a16:creationId xmlns:a16="http://schemas.microsoft.com/office/drawing/2014/main" id="{1DB3BDA4-D08C-B5CA-31C0-DC86325CBEA6}"/>
                    </a:ext>
                  </a:extLst>
                </p14:cNvPr>
                <p14:cNvContentPartPr/>
                <p14:nvPr/>
              </p14:nvContentPartPr>
              <p14:xfrm>
                <a:off x="7529230" y="5492658"/>
                <a:ext cx="73800" cy="200880"/>
              </p14:xfrm>
            </p:contentPart>
          </mc:Choice>
          <mc:Fallback>
            <p:pic>
              <p:nvPicPr>
                <p:cNvPr id="14345" name="잉크 14344">
                  <a:extLst>
                    <a:ext uri="{FF2B5EF4-FFF2-40B4-BE49-F238E27FC236}">
                      <a16:creationId xmlns:a16="http://schemas.microsoft.com/office/drawing/2014/main" id="{1DB3BDA4-D08C-B5CA-31C0-DC86325CBEA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20590" y="5483658"/>
                  <a:ext cx="91440" cy="21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4347" name="잉크 14346">
                <a:extLst>
                  <a:ext uri="{FF2B5EF4-FFF2-40B4-BE49-F238E27FC236}">
                    <a16:creationId xmlns:a16="http://schemas.microsoft.com/office/drawing/2014/main" id="{73996BA5-6294-BC78-BA8C-D973A26264A2}"/>
                  </a:ext>
                </a:extLst>
              </p14:cNvPr>
              <p14:cNvContentPartPr/>
              <p14:nvPr/>
            </p14:nvContentPartPr>
            <p14:xfrm>
              <a:off x="2278670" y="2791216"/>
              <a:ext cx="3352680" cy="76320"/>
            </p14:xfrm>
          </p:contentPart>
        </mc:Choice>
        <mc:Fallback>
          <p:pic>
            <p:nvPicPr>
              <p:cNvPr id="14347" name="잉크 14346">
                <a:extLst>
                  <a:ext uri="{FF2B5EF4-FFF2-40B4-BE49-F238E27FC236}">
                    <a16:creationId xmlns:a16="http://schemas.microsoft.com/office/drawing/2014/main" id="{73996BA5-6294-BC78-BA8C-D973A26264A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43030" y="2719216"/>
                <a:ext cx="34243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4349" name="잉크 14348">
                <a:extLst>
                  <a:ext uri="{FF2B5EF4-FFF2-40B4-BE49-F238E27FC236}">
                    <a16:creationId xmlns:a16="http://schemas.microsoft.com/office/drawing/2014/main" id="{B8BF15E0-18C4-5AA0-FDEE-30F5163B6116}"/>
                  </a:ext>
                </a:extLst>
              </p14:cNvPr>
              <p14:cNvContentPartPr/>
              <p14:nvPr/>
            </p14:nvContentPartPr>
            <p14:xfrm>
              <a:off x="620870" y="2303056"/>
              <a:ext cx="2143080" cy="33480"/>
            </p14:xfrm>
          </p:contentPart>
        </mc:Choice>
        <mc:Fallback>
          <p:pic>
            <p:nvPicPr>
              <p:cNvPr id="14349" name="잉크 14348">
                <a:extLst>
                  <a:ext uri="{FF2B5EF4-FFF2-40B4-BE49-F238E27FC236}">
                    <a16:creationId xmlns:a16="http://schemas.microsoft.com/office/drawing/2014/main" id="{B8BF15E0-18C4-5AA0-FDEE-30F5163B611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84870" y="2231056"/>
                <a:ext cx="221472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4350" name="잉크 14349">
                <a:extLst>
                  <a:ext uri="{FF2B5EF4-FFF2-40B4-BE49-F238E27FC236}">
                    <a16:creationId xmlns:a16="http://schemas.microsoft.com/office/drawing/2014/main" id="{904A04E0-6741-E9A5-0F98-8AC78708F7E5}"/>
                  </a:ext>
                </a:extLst>
              </p14:cNvPr>
              <p14:cNvContentPartPr/>
              <p14:nvPr/>
            </p14:nvContentPartPr>
            <p14:xfrm>
              <a:off x="2999030" y="2338336"/>
              <a:ext cx="2346120" cy="42840"/>
            </p14:xfrm>
          </p:contentPart>
        </mc:Choice>
        <mc:Fallback>
          <p:pic>
            <p:nvPicPr>
              <p:cNvPr id="14350" name="잉크 14349">
                <a:extLst>
                  <a:ext uri="{FF2B5EF4-FFF2-40B4-BE49-F238E27FC236}">
                    <a16:creationId xmlns:a16="http://schemas.microsoft.com/office/drawing/2014/main" id="{904A04E0-6741-E9A5-0F98-8AC78708F7E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963030" y="2266696"/>
                <a:ext cx="24177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4351" name="잉크 14350">
                <a:extLst>
                  <a:ext uri="{FF2B5EF4-FFF2-40B4-BE49-F238E27FC236}">
                    <a16:creationId xmlns:a16="http://schemas.microsoft.com/office/drawing/2014/main" id="{BE144B18-47AF-0D0E-01BD-F8014B423505}"/>
                  </a:ext>
                </a:extLst>
              </p14:cNvPr>
              <p14:cNvContentPartPr/>
              <p14:nvPr/>
            </p14:nvContentPartPr>
            <p14:xfrm>
              <a:off x="5543150" y="2341216"/>
              <a:ext cx="2379960" cy="45360"/>
            </p14:xfrm>
          </p:contentPart>
        </mc:Choice>
        <mc:Fallback>
          <p:pic>
            <p:nvPicPr>
              <p:cNvPr id="14351" name="잉크 14350">
                <a:extLst>
                  <a:ext uri="{FF2B5EF4-FFF2-40B4-BE49-F238E27FC236}">
                    <a16:creationId xmlns:a16="http://schemas.microsoft.com/office/drawing/2014/main" id="{BE144B18-47AF-0D0E-01BD-F8014B42350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507510" y="2269576"/>
                <a:ext cx="24516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4354" name="잉크 14353">
                <a:extLst>
                  <a:ext uri="{FF2B5EF4-FFF2-40B4-BE49-F238E27FC236}">
                    <a16:creationId xmlns:a16="http://schemas.microsoft.com/office/drawing/2014/main" id="{B3C3BBDC-A6CD-89CE-D810-17EA1FB94CC3}"/>
                  </a:ext>
                </a:extLst>
              </p14:cNvPr>
              <p14:cNvContentPartPr/>
              <p14:nvPr/>
            </p14:nvContentPartPr>
            <p14:xfrm>
              <a:off x="586310" y="1874296"/>
              <a:ext cx="3015720" cy="43920"/>
            </p14:xfrm>
          </p:contentPart>
        </mc:Choice>
        <mc:Fallback>
          <p:pic>
            <p:nvPicPr>
              <p:cNvPr id="14354" name="잉크 14353">
                <a:extLst>
                  <a:ext uri="{FF2B5EF4-FFF2-40B4-BE49-F238E27FC236}">
                    <a16:creationId xmlns:a16="http://schemas.microsoft.com/office/drawing/2014/main" id="{B3C3BBDC-A6CD-89CE-D810-17EA1FB94CC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50310" y="1802296"/>
                <a:ext cx="3087360" cy="18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4000" dirty="0">
                <a:latin typeface="+mj-ea"/>
              </a:rPr>
              <a:t>페이지 부재 오류 </a:t>
            </a:r>
            <a:r>
              <a:rPr lang="en-US" altLang="ko-KR" sz="4000" dirty="0">
                <a:latin typeface="+mj-ea"/>
              </a:rPr>
              <a:t>(Page Fault)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1071562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지정된 프레임 페이지가 메모리에 적재되지 않은 경우</a:t>
            </a:r>
            <a:endParaRPr lang="en-US" altLang="ko-KR" sz="2400" dirty="0">
              <a:latin typeface="+mn-ea"/>
            </a:endParaRPr>
          </a:p>
          <a:p>
            <a:pPr marL="533400" indent="-533400"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페이지 교체 동안에</a:t>
            </a:r>
            <a:r>
              <a:rPr lang="en-US" altLang="ko-KR" sz="2400" dirty="0">
                <a:latin typeface="+mn-ea"/>
              </a:rPr>
              <a:t>, CPU</a:t>
            </a:r>
            <a:r>
              <a:rPr lang="ko-KR" altLang="en-US" sz="2400" dirty="0">
                <a:latin typeface="+mn-ea"/>
              </a:rPr>
              <a:t>는 다른 프로그램 실행</a:t>
            </a:r>
            <a:endParaRPr lang="en-US" altLang="ko-KR" sz="2400" dirty="0">
              <a:latin typeface="+mn-ea"/>
            </a:endParaRP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067EBE-FB45-4559-9797-D081190B3EDD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6389" name="그룹 5"/>
          <p:cNvGrpSpPr>
            <a:grpSpLocks/>
          </p:cNvGrpSpPr>
          <p:nvPr/>
        </p:nvGrpSpPr>
        <p:grpSpPr bwMode="auto">
          <a:xfrm>
            <a:off x="1714500" y="2643188"/>
            <a:ext cx="5286375" cy="4057650"/>
            <a:chOff x="2057400" y="3276600"/>
            <a:chExt cx="4648200" cy="3493141"/>
          </a:xfrm>
        </p:grpSpPr>
        <p:pic>
          <p:nvPicPr>
            <p:cNvPr id="16390" name="Picture 4" descr="C:\Documents and Settings\Hanami\바탕 화면\운영체제\(강의교안)_그림파일_1장-13장\ch08_가상 메모리\ch08-14_cu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016"/>
            <a:stretch>
              <a:fillRect/>
            </a:stretch>
          </p:blipFill>
          <p:spPr bwMode="auto">
            <a:xfrm>
              <a:off x="2057400" y="3276600"/>
              <a:ext cx="4648200" cy="309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4"/>
            <p:cNvSpPr txBox="1">
              <a:spLocks noChangeArrowheads="1"/>
            </p:cNvSpPr>
            <p:nvPr/>
          </p:nvSpPr>
          <p:spPr bwMode="auto">
            <a:xfrm>
              <a:off x="3786866" y="6504612"/>
              <a:ext cx="1686194" cy="265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1400" b="1" dirty="0">
                  <a:latin typeface="+mn-ea"/>
                  <a:ea typeface="+mn-ea"/>
                </a:rPr>
                <a:t>페이지 부재 처리과정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A91717AC-46BC-0583-2581-27F115F225CB}"/>
                  </a:ext>
                </a:extLst>
              </p14:cNvPr>
              <p14:cNvContentPartPr/>
              <p14:nvPr/>
            </p14:nvContentPartPr>
            <p14:xfrm>
              <a:off x="4172990" y="1827136"/>
              <a:ext cx="3969720" cy="453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A91717AC-46BC-0583-2581-27F115F225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6990" y="1755136"/>
                <a:ext cx="40413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687326D6-0F81-B58F-DEF1-D21DDE8FB08F}"/>
                  </a:ext>
                </a:extLst>
              </p14:cNvPr>
              <p14:cNvContentPartPr/>
              <p14:nvPr/>
            </p14:nvContentPartPr>
            <p14:xfrm>
              <a:off x="796190" y="2215216"/>
              <a:ext cx="6622560" cy="892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687326D6-0F81-B58F-DEF1-D21DDE8FB0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0550" y="2143576"/>
                <a:ext cx="6694200" cy="23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 페이징의 성능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15375" cy="5143500"/>
          </a:xfrm>
        </p:spPr>
        <p:txBody>
          <a:bodyPr/>
          <a:lstStyle/>
          <a:p>
            <a:pPr marL="533400" indent="-533400">
              <a:defRPr/>
            </a:pPr>
            <a:r>
              <a:rPr lang="ko-KR" altLang="en-US" sz="2400" dirty="0">
                <a:latin typeface="+mn-ea"/>
                <a:sym typeface="Symbol" pitchFamily="18" charset="2"/>
              </a:rPr>
              <a:t>실제 접근 시간 </a:t>
            </a:r>
            <a:r>
              <a:rPr lang="en-US" altLang="ko-KR" sz="2400" dirty="0">
                <a:latin typeface="+mn-ea"/>
                <a:sym typeface="Symbol" pitchFamily="18" charset="2"/>
              </a:rPr>
              <a:t>(Effective Access Time, EAT)</a:t>
            </a:r>
          </a:p>
          <a:p>
            <a:pPr marL="533400" indent="-533400">
              <a:buFont typeface="Wingdings" panose="05000000000000000000" pitchFamily="2" charset="2"/>
              <a:buNone/>
              <a:defRPr/>
            </a:pPr>
            <a:r>
              <a:rPr lang="en-US" altLang="ko-KR" sz="2400" dirty="0">
                <a:latin typeface="+mn-ea"/>
                <a:sym typeface="Symbol" pitchFamily="18" charset="2"/>
              </a:rPr>
              <a:t>	</a:t>
            </a:r>
            <a:r>
              <a:rPr lang="en-US" altLang="ko-KR" sz="2000" dirty="0">
                <a:latin typeface="+mn-ea"/>
                <a:sym typeface="Symbol" pitchFamily="18" charset="2"/>
              </a:rPr>
              <a:t>   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(1 – </a:t>
            </a:r>
            <a:r>
              <a:rPr lang="en-US" altLang="ko-KR" sz="2000" b="1" i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) x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메모리 접근 시간 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+ </a:t>
            </a:r>
            <a:r>
              <a:rPr lang="en-US" altLang="ko-KR" sz="2000" b="1" i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 x (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페이지 부재 시간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)</a:t>
            </a:r>
          </a:p>
          <a:p>
            <a:pPr marL="914400" lvl="1" indent="-457200">
              <a:defRPr/>
            </a:pPr>
            <a:r>
              <a:rPr lang="en-US" altLang="ko-KR" sz="2000" b="1" i="1" dirty="0">
                <a:latin typeface="+mn-ea"/>
                <a:sym typeface="Symbol" pitchFamily="18" charset="2"/>
              </a:rPr>
              <a:t>p</a:t>
            </a:r>
            <a:r>
              <a:rPr lang="en-US" altLang="ko-KR" sz="2000" dirty="0">
                <a:latin typeface="+mn-ea"/>
                <a:sym typeface="Symbol" pitchFamily="18" charset="2"/>
              </a:rPr>
              <a:t>:</a:t>
            </a:r>
            <a:r>
              <a:rPr lang="en-US" altLang="ko-KR" sz="2000" i="1" dirty="0">
                <a:latin typeface="+mn-ea"/>
                <a:sym typeface="Symbol" pitchFamily="18" charset="2"/>
              </a:rPr>
              <a:t>  </a:t>
            </a:r>
            <a:r>
              <a:rPr lang="ko-KR" altLang="en-US" sz="2000" dirty="0">
                <a:latin typeface="+mn-ea"/>
              </a:rPr>
              <a:t>페이지 </a:t>
            </a:r>
            <a:r>
              <a:rPr lang="ko-KR" altLang="en-US" sz="2000" dirty="0" err="1">
                <a:latin typeface="+mn-ea"/>
              </a:rPr>
              <a:t>부재율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0 </a:t>
            </a:r>
            <a:r>
              <a:rPr lang="en-US" altLang="ko-KR" sz="2000" dirty="0">
                <a:latin typeface="+mn-ea"/>
                <a:sym typeface="Symbol" pitchFamily="18" charset="2"/>
              </a:rPr>
              <a:t> </a:t>
            </a:r>
            <a:r>
              <a:rPr lang="en-US" altLang="ko-KR" sz="2000" i="1" dirty="0">
                <a:latin typeface="+mn-ea"/>
                <a:sym typeface="Symbol" pitchFamily="18" charset="2"/>
              </a:rPr>
              <a:t>p</a:t>
            </a:r>
            <a:r>
              <a:rPr lang="en-US" altLang="ko-KR" sz="2000" dirty="0">
                <a:latin typeface="+mn-ea"/>
                <a:sym typeface="Symbol" pitchFamily="18" charset="2"/>
              </a:rPr>
              <a:t>  1.0</a:t>
            </a:r>
          </a:p>
          <a:p>
            <a:pPr marL="914400" lvl="1" indent="-457200">
              <a:defRPr/>
            </a:pPr>
            <a:r>
              <a:rPr lang="ko-KR" altLang="en-US" sz="2000" dirty="0">
                <a:latin typeface="+mn-ea"/>
                <a:sym typeface="Symbol" pitchFamily="18" charset="2"/>
              </a:rPr>
              <a:t>페이지 부재 시간</a:t>
            </a:r>
            <a:r>
              <a:rPr lang="en-US" altLang="ko-KR" sz="2000" dirty="0">
                <a:latin typeface="+mn-ea"/>
                <a:sym typeface="Symbol" pitchFamily="18" charset="2"/>
              </a:rPr>
              <a:t>: </a:t>
            </a:r>
            <a:r>
              <a:rPr lang="ko-KR" altLang="en-US" sz="2000" dirty="0">
                <a:latin typeface="+mn-ea"/>
                <a:sym typeface="Symbol" pitchFamily="18" charset="2"/>
              </a:rPr>
              <a:t>인터럽트 처리 </a:t>
            </a:r>
            <a:r>
              <a:rPr lang="en-US" altLang="ko-KR" sz="2000" dirty="0">
                <a:latin typeface="+mn-ea"/>
                <a:sym typeface="Symbol" pitchFamily="18" charset="2"/>
              </a:rPr>
              <a:t>+ </a:t>
            </a:r>
            <a:r>
              <a:rPr lang="ko-KR" altLang="en-US" sz="2000" dirty="0">
                <a:latin typeface="+mn-ea"/>
                <a:sym typeface="Symbol" pitchFamily="18" charset="2"/>
              </a:rPr>
              <a:t>페이지 읽기 </a:t>
            </a:r>
            <a:r>
              <a:rPr lang="en-US" altLang="ko-KR" sz="2000" dirty="0">
                <a:latin typeface="+mn-ea"/>
                <a:sym typeface="Symbol" pitchFamily="18" charset="2"/>
              </a:rPr>
              <a:t>+ </a:t>
            </a:r>
            <a:r>
              <a:rPr lang="ko-KR" altLang="en-US" sz="2000" dirty="0">
                <a:latin typeface="+mn-ea"/>
                <a:sym typeface="Symbol" pitchFamily="18" charset="2"/>
              </a:rPr>
              <a:t>프로세스 </a:t>
            </a:r>
            <a:r>
              <a:rPr lang="ko-KR" altLang="en-US" sz="2000" dirty="0" err="1">
                <a:latin typeface="+mn-ea"/>
                <a:sym typeface="Symbol" pitchFamily="18" charset="2"/>
              </a:rPr>
              <a:t>재시작</a:t>
            </a:r>
            <a:r>
              <a:rPr lang="ko-KR" altLang="en-US" sz="2000" dirty="0">
                <a:latin typeface="+mn-ea"/>
                <a:sym typeface="Symbol" pitchFamily="18" charset="2"/>
              </a:rPr>
              <a:t> </a:t>
            </a:r>
            <a:endParaRPr lang="en-US" altLang="ko-KR" sz="2000" dirty="0">
              <a:latin typeface="+mn-ea"/>
              <a:sym typeface="Symbol" pitchFamily="18" charset="2"/>
            </a:endParaRPr>
          </a:p>
          <a:p>
            <a:pPr marL="914400" lvl="1" indent="-457200">
              <a:defRPr/>
            </a:pPr>
            <a:endParaRPr lang="en-US" altLang="ko-KR" sz="2000" dirty="0">
              <a:latin typeface="+mn-ea"/>
              <a:sym typeface="Symbol" pitchFamily="18" charset="2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 예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메모리 접근 시간 </a:t>
            </a:r>
            <a:r>
              <a:rPr lang="en-US" altLang="ko-KR" sz="2000" dirty="0">
                <a:latin typeface="+mn-ea"/>
              </a:rPr>
              <a:t>= 200 nanosecond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페이지 부재 처리 시간 </a:t>
            </a:r>
            <a:r>
              <a:rPr lang="en-US" altLang="ko-KR" sz="2000" dirty="0">
                <a:latin typeface="+mn-ea"/>
              </a:rPr>
              <a:t>= 8 </a:t>
            </a:r>
            <a:r>
              <a:rPr lang="en-US" altLang="ko-KR" sz="2000" dirty="0" err="1">
                <a:latin typeface="+mn-ea"/>
              </a:rPr>
              <a:t>msec</a:t>
            </a:r>
            <a:r>
              <a:rPr lang="en-US" altLang="ko-KR" sz="2000" dirty="0">
                <a:latin typeface="+mn-ea"/>
              </a:rPr>
              <a:t> = 8,000,000 </a:t>
            </a:r>
            <a:r>
              <a:rPr lang="en-US" altLang="ko-KR" sz="2000" dirty="0" err="1">
                <a:latin typeface="+mn-ea"/>
              </a:rPr>
              <a:t>nsec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en-US" altLang="ko-KR" sz="2000" dirty="0">
                <a:latin typeface="+mn-ea"/>
              </a:rPr>
              <a:t>EAT = (1 – p) x 200 + p x (8,000,000) = 200 + 7,999,800 x p (</a:t>
            </a:r>
            <a:r>
              <a:rPr lang="en-US" altLang="ko-KR" sz="2000" dirty="0" err="1">
                <a:latin typeface="+mn-ea"/>
              </a:rPr>
              <a:t>nsec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lvl="1">
              <a:defRPr/>
            </a:pPr>
            <a:r>
              <a:rPr lang="en-US" altLang="ko-KR" sz="2000" dirty="0">
                <a:latin typeface="+mn-ea"/>
              </a:rPr>
              <a:t>10% </a:t>
            </a:r>
            <a:r>
              <a:rPr lang="ko-KR" altLang="en-US" sz="2000" dirty="0">
                <a:latin typeface="+mn-ea"/>
              </a:rPr>
              <a:t>성능 감소</a:t>
            </a:r>
            <a:r>
              <a:rPr lang="en-US" altLang="ko-KR" sz="2000" dirty="0">
                <a:latin typeface="+mn-ea"/>
              </a:rPr>
              <a:t>: 20 &gt; 7,999,800 x p  </a:t>
            </a:r>
            <a:r>
              <a:rPr lang="en-US" altLang="ko-KR" sz="2000" dirty="0">
                <a:latin typeface="+mn-ea"/>
                <a:sym typeface="Wingdings" pitchFamily="2" charset="2"/>
              </a:rPr>
              <a:t> p &lt; 0.0000025</a:t>
            </a:r>
            <a:r>
              <a:rPr lang="en-US" altLang="ko-KR" sz="2000" dirty="0">
                <a:latin typeface="+mn-ea"/>
              </a:rPr>
              <a:t> </a:t>
            </a:r>
          </a:p>
          <a:p>
            <a:pPr lvl="1">
              <a:defRPr/>
            </a:pPr>
            <a:endParaRPr lang="en-US" altLang="ko-KR" sz="1400" dirty="0">
              <a:latin typeface="+mn-ea"/>
            </a:endParaRPr>
          </a:p>
          <a:p>
            <a:pPr>
              <a:defRPr/>
            </a:pPr>
            <a:r>
              <a:rPr lang="ko-KR" altLang="en-US" sz="2400" dirty="0" err="1">
                <a:latin typeface="+mn-ea"/>
              </a:rPr>
              <a:t>스왑</a:t>
            </a:r>
            <a:r>
              <a:rPr lang="ko-KR" altLang="en-US" sz="2400" dirty="0">
                <a:latin typeface="+mn-ea"/>
              </a:rPr>
              <a:t> 공간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디스크 </a:t>
            </a:r>
            <a:r>
              <a:rPr lang="ko-KR" altLang="en-US" sz="2400" dirty="0" err="1">
                <a:latin typeface="+mn-ea"/>
              </a:rPr>
              <a:t>캐쉬</a:t>
            </a:r>
            <a:r>
              <a:rPr lang="ko-KR" altLang="en-US" sz="2400" dirty="0">
                <a:latin typeface="+mn-ea"/>
              </a:rPr>
              <a:t> 활용</a:t>
            </a:r>
            <a:endParaRPr lang="en-US" altLang="ko-KR" sz="2400" dirty="0">
              <a:latin typeface="+mn-ea"/>
            </a:endParaRPr>
          </a:p>
          <a:p>
            <a:pPr marL="914400" lvl="1" indent="-457200">
              <a:defRPr/>
            </a:pPr>
            <a:endParaRPr lang="ko-KR" altLang="en-US" sz="2000" dirty="0">
              <a:latin typeface="+mn-ea"/>
            </a:endParaRP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D41143-C246-4CC5-B790-DB7389F719A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AF6E07E-E532-F49A-F2B6-E3C17EAD9EB5}"/>
              </a:ext>
            </a:extLst>
          </p:cNvPr>
          <p:cNvGrpSpPr/>
          <p:nvPr/>
        </p:nvGrpSpPr>
        <p:grpSpPr>
          <a:xfrm>
            <a:off x="1735033" y="305220"/>
            <a:ext cx="379800" cy="514080"/>
            <a:chOff x="1735033" y="305220"/>
            <a:chExt cx="379800" cy="5140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261F385D-35DA-BDAF-DF67-8B46FD170DCC}"/>
                    </a:ext>
                  </a:extLst>
                </p14:cNvPr>
                <p14:cNvContentPartPr/>
                <p14:nvPr/>
              </p14:nvContentPartPr>
              <p14:xfrm>
                <a:off x="1735033" y="328980"/>
                <a:ext cx="349200" cy="46116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261F385D-35DA-BDAF-DF67-8B46FD170D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17393" y="310980"/>
                  <a:ext cx="38484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46D45CD4-6DCE-EC98-5F57-C57E8BB9455E}"/>
                    </a:ext>
                  </a:extLst>
                </p14:cNvPr>
                <p14:cNvContentPartPr/>
                <p14:nvPr/>
              </p14:nvContentPartPr>
              <p14:xfrm>
                <a:off x="1749073" y="305220"/>
                <a:ext cx="365760" cy="51408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46D45CD4-6DCE-EC98-5F57-C57E8BB9455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31433" y="287220"/>
                  <a:ext cx="401400" cy="549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페이지 교체</a:t>
            </a:r>
            <a:r>
              <a:rPr lang="en-US" altLang="ko-KR" sz="4000"/>
              <a:t>(page replacement)</a:t>
            </a:r>
            <a:endParaRPr lang="en-US" altLang="ko-KR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219575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페이지 교체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dirty="0">
                <a:latin typeface="+mn-ea"/>
              </a:rPr>
              <a:t>대치</a:t>
            </a:r>
            <a:r>
              <a:rPr lang="en-US" altLang="ko-KR" sz="2400" dirty="0">
                <a:latin typeface="+mn-ea"/>
              </a:rPr>
              <a:t>)</a:t>
            </a:r>
            <a:r>
              <a:rPr lang="ko-KR" altLang="en-US" sz="2400" dirty="0">
                <a:latin typeface="+mn-ea"/>
              </a:rPr>
              <a:t>의 필요성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메모리에 빈 공간이 없는 경우</a:t>
            </a:r>
            <a:endParaRPr lang="en-US" altLang="ko-KR" sz="24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페이지 교체 알고리즘</a:t>
            </a:r>
            <a:endParaRPr lang="en-US" altLang="ko-KR" sz="2400" dirty="0">
              <a:latin typeface="+mn-ea"/>
            </a:endParaRPr>
          </a:p>
          <a:p>
            <a:pPr marL="914400" lvl="1" indent="-457200">
              <a:lnSpc>
                <a:spcPct val="9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2000" dirty="0">
                <a:latin typeface="+mn-ea"/>
              </a:rPr>
              <a:t>희생자</a:t>
            </a:r>
            <a:r>
              <a:rPr lang="en-US" altLang="ko-KR" sz="2000" dirty="0">
                <a:latin typeface="+mn-ea"/>
              </a:rPr>
              <a:t>(victim) </a:t>
            </a:r>
            <a:r>
              <a:rPr lang="ko-KR" altLang="en-US" sz="2000" dirty="0">
                <a:latin typeface="+mn-ea"/>
              </a:rPr>
              <a:t>페이지 선택</a:t>
            </a:r>
          </a:p>
          <a:p>
            <a:pPr marL="914400" lvl="1" indent="-457200">
              <a:lnSpc>
                <a:spcPct val="9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2000" dirty="0">
                <a:latin typeface="+mn-ea"/>
              </a:rPr>
              <a:t>희생자 페이지를 디스크에 출력하고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페이지 테이블에 기록</a:t>
            </a:r>
            <a:endParaRPr lang="en-US" altLang="ko-KR" sz="2000" dirty="0">
              <a:latin typeface="+mn-ea"/>
            </a:endParaRPr>
          </a:p>
          <a:p>
            <a:pPr marL="914400" lvl="1" indent="-457200">
              <a:lnSpc>
                <a:spcPct val="9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2000" dirty="0">
                <a:latin typeface="+mn-ea"/>
              </a:rPr>
              <a:t>요구된 페이지를 적재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페이지 테이블의 내용을 수정</a:t>
            </a:r>
            <a:endParaRPr lang="en-US" altLang="ko-KR" sz="2000" dirty="0">
              <a:latin typeface="+mn-ea"/>
            </a:endParaRPr>
          </a:p>
          <a:p>
            <a:pPr marL="914400" lvl="1" indent="-457200">
              <a:lnSpc>
                <a:spcPct val="9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2000" dirty="0">
                <a:latin typeface="+mn-ea"/>
              </a:rPr>
              <a:t>사용자 프로세스를 다시 시작</a:t>
            </a:r>
            <a:endParaRPr lang="en-US" altLang="ko-KR" sz="2000" dirty="0">
              <a:latin typeface="+mn-ea"/>
            </a:endParaRPr>
          </a:p>
          <a:p>
            <a:pPr>
              <a:defRPr/>
            </a:pPr>
            <a:endParaRPr lang="en-US" altLang="ko-KR" sz="2400" dirty="0">
              <a:latin typeface="+mn-ea"/>
            </a:endParaRPr>
          </a:p>
          <a:p>
            <a:pPr>
              <a:defRPr/>
            </a:pPr>
            <a:endParaRPr lang="ko-KR" altLang="en-US" sz="2400" dirty="0">
              <a:latin typeface="+mn-ea"/>
            </a:endParaRPr>
          </a:p>
        </p:txBody>
      </p:sp>
      <p:sp>
        <p:nvSpPr>
          <p:cNvPr id="18436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A7985-C601-4F5A-8B0F-4FD12C352DD7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8437" name="Picture 4" descr="C:\Documents and Settings\Hanami\바탕 화면\운영체제\(강의교안)_그림파일_1장-13장\ch08_가상 메모리\ch08-16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22"/>
          <a:stretch>
            <a:fillRect/>
          </a:stretch>
        </p:blipFill>
        <p:spPr bwMode="auto">
          <a:xfrm>
            <a:off x="1643063" y="4071938"/>
            <a:ext cx="607377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A6B4144E-8E7A-393F-A8EA-739EBF0F15A3}"/>
                  </a:ext>
                </a:extLst>
              </p14:cNvPr>
              <p14:cNvContentPartPr/>
              <p14:nvPr/>
            </p14:nvContentPartPr>
            <p14:xfrm>
              <a:off x="4071720" y="5388600"/>
              <a:ext cx="235080" cy="568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A6B4144E-8E7A-393F-A8EA-739EBF0F15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6080" y="5316960"/>
                <a:ext cx="3067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646A8381-90B3-6E31-F0A8-08847B810A6F}"/>
                  </a:ext>
                </a:extLst>
              </p14:cNvPr>
              <p14:cNvContentPartPr/>
              <p14:nvPr/>
            </p14:nvContentPartPr>
            <p14:xfrm>
              <a:off x="2557920" y="5758680"/>
              <a:ext cx="284760" cy="4464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46A8381-90B3-6E31-F0A8-08847B810A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2280" y="5687040"/>
                <a:ext cx="3564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F04F37D-1243-D9BC-05F9-49BC73E13A13}"/>
                  </a:ext>
                </a:extLst>
              </p14:cNvPr>
              <p14:cNvContentPartPr/>
              <p14:nvPr/>
            </p14:nvContentPartPr>
            <p14:xfrm>
              <a:off x="5500560" y="4512360"/>
              <a:ext cx="482040" cy="1836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F04F37D-1243-D9BC-05F9-49BC73E13A1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64920" y="4440360"/>
                <a:ext cx="5536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11DDFD81-E0BA-8201-06DD-BC6C4619E18E}"/>
                  </a:ext>
                </a:extLst>
              </p14:cNvPr>
              <p14:cNvContentPartPr/>
              <p14:nvPr/>
            </p14:nvContentPartPr>
            <p14:xfrm>
              <a:off x="5511360" y="4719360"/>
              <a:ext cx="564120" cy="313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11DDFD81-E0BA-8201-06DD-BC6C4619E18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75720" y="4647720"/>
                <a:ext cx="63576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150A7132-9E8D-A931-4E78-E3F3383D6904}"/>
                  </a:ext>
                </a:extLst>
              </p14:cNvPr>
              <p14:cNvContentPartPr/>
              <p14:nvPr/>
            </p14:nvContentPartPr>
            <p14:xfrm>
              <a:off x="5526120" y="4905480"/>
              <a:ext cx="524160" cy="1980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150A7132-9E8D-A931-4E78-E3F3383D690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90480" y="4833840"/>
                <a:ext cx="59580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10" name="그룹 21509">
            <a:extLst>
              <a:ext uri="{FF2B5EF4-FFF2-40B4-BE49-F238E27FC236}">
                <a16:creationId xmlns:a16="http://schemas.microsoft.com/office/drawing/2014/main" id="{4F8884F1-5D86-ED7D-9881-D5AA4C198F65}"/>
              </a:ext>
            </a:extLst>
          </p:cNvPr>
          <p:cNvGrpSpPr/>
          <p:nvPr/>
        </p:nvGrpSpPr>
        <p:grpSpPr>
          <a:xfrm>
            <a:off x="5307960" y="3766080"/>
            <a:ext cx="1939320" cy="695160"/>
            <a:chOff x="5307960" y="3766080"/>
            <a:chExt cx="1939320" cy="69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F4059538-8F4A-AAF5-9D13-2F049FB529B2}"/>
                    </a:ext>
                  </a:extLst>
                </p14:cNvPr>
                <p14:cNvContentPartPr/>
                <p14:nvPr/>
              </p14:nvContentPartPr>
              <p14:xfrm>
                <a:off x="5307960" y="4031760"/>
                <a:ext cx="140760" cy="4294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F4059538-8F4A-AAF5-9D13-2F049FB529B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99320" y="4023120"/>
                  <a:ext cx="15840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19CE771-6B04-4CE6-40E1-8C5A36F43364}"/>
                    </a:ext>
                  </a:extLst>
                </p14:cNvPr>
                <p14:cNvContentPartPr/>
                <p14:nvPr/>
              </p14:nvContentPartPr>
              <p14:xfrm>
                <a:off x="5532960" y="3784440"/>
                <a:ext cx="105840" cy="1087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19CE771-6B04-4CE6-40E1-8C5A36F4336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24320" y="3775440"/>
                  <a:ext cx="123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EC2180D-677C-ACCD-8547-238911DDBCAB}"/>
                    </a:ext>
                  </a:extLst>
                </p14:cNvPr>
                <p14:cNvContentPartPr/>
                <p14:nvPr/>
              </p14:nvContentPartPr>
              <p14:xfrm>
                <a:off x="5482560" y="3922680"/>
                <a:ext cx="196560" cy="1159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EC2180D-677C-ACCD-8547-238911DDBCA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73560" y="3914040"/>
                  <a:ext cx="2142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D235DAC-E183-508B-A5DD-BF92977ADF76}"/>
                    </a:ext>
                  </a:extLst>
                </p14:cNvPr>
                <p14:cNvContentPartPr/>
                <p14:nvPr/>
              </p14:nvContentPartPr>
              <p14:xfrm>
                <a:off x="5645280" y="3827280"/>
                <a:ext cx="128520" cy="1195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D235DAC-E183-508B-A5DD-BF92977ADF7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36640" y="3818640"/>
                  <a:ext cx="146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22F31FF-DAB7-EDBE-CF82-978F9BB17A42}"/>
                    </a:ext>
                  </a:extLst>
                </p14:cNvPr>
                <p14:cNvContentPartPr/>
                <p14:nvPr/>
              </p14:nvContentPartPr>
              <p14:xfrm>
                <a:off x="5730960" y="3809280"/>
                <a:ext cx="99720" cy="1137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22F31FF-DAB7-EDBE-CF82-978F9BB17A4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21960" y="3800640"/>
                  <a:ext cx="1173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88C94A4-C83B-2CF5-46FF-5CAE5BCAF90E}"/>
                    </a:ext>
                  </a:extLst>
                </p14:cNvPr>
                <p14:cNvContentPartPr/>
                <p14:nvPr/>
              </p14:nvContentPartPr>
              <p14:xfrm>
                <a:off x="5779560" y="3973800"/>
                <a:ext cx="78120" cy="720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88C94A4-C83B-2CF5-46FF-5CAE5BCAF90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70560" y="3965160"/>
                  <a:ext cx="957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E8CACF6D-8A4E-C250-4287-7401A9F1779B}"/>
                    </a:ext>
                  </a:extLst>
                </p14:cNvPr>
                <p14:cNvContentPartPr/>
                <p14:nvPr/>
              </p14:nvContentPartPr>
              <p14:xfrm>
                <a:off x="5939400" y="3841320"/>
                <a:ext cx="66600" cy="583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E8CACF6D-8A4E-C250-4287-7401A9F1779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930760" y="3832680"/>
                  <a:ext cx="84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32D416C-7266-797B-69DE-4A95A255F184}"/>
                    </a:ext>
                  </a:extLst>
                </p14:cNvPr>
                <p14:cNvContentPartPr/>
                <p14:nvPr/>
              </p14:nvContentPartPr>
              <p14:xfrm>
                <a:off x="6055680" y="3808200"/>
                <a:ext cx="90000" cy="1634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32D416C-7266-797B-69DE-4A95A255F18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047040" y="3799560"/>
                  <a:ext cx="107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490F31A7-BF9F-C8DC-E188-1088A478C18F}"/>
                    </a:ext>
                  </a:extLst>
                </p14:cNvPr>
                <p14:cNvContentPartPr/>
                <p14:nvPr/>
              </p14:nvContentPartPr>
              <p14:xfrm>
                <a:off x="6004560" y="3965880"/>
                <a:ext cx="113400" cy="702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490F31A7-BF9F-C8DC-E188-1088A478C18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95920" y="3957240"/>
                  <a:ext cx="1310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0AC1091-F85C-5833-5DDE-AFE4C86ABA2A}"/>
                    </a:ext>
                  </a:extLst>
                </p14:cNvPr>
                <p14:cNvContentPartPr/>
                <p14:nvPr/>
              </p14:nvContentPartPr>
              <p14:xfrm>
                <a:off x="6226320" y="3817200"/>
                <a:ext cx="9360" cy="763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0AC1091-F85C-5833-5DDE-AFE4C86ABA2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17680" y="3808200"/>
                  <a:ext cx="270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91E8AB5D-BD47-B25D-D85B-AC295786F1C4}"/>
                    </a:ext>
                  </a:extLst>
                </p14:cNvPr>
                <p14:cNvContentPartPr/>
                <p14:nvPr/>
              </p14:nvContentPartPr>
              <p14:xfrm>
                <a:off x="6188880" y="3820800"/>
                <a:ext cx="120960" cy="554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91E8AB5D-BD47-B25D-D85B-AC295786F1C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179880" y="3811800"/>
                  <a:ext cx="1386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4B833E3E-7C54-6BDD-857B-F128D1140E57}"/>
                    </a:ext>
                  </a:extLst>
                </p14:cNvPr>
                <p14:cNvContentPartPr/>
                <p14:nvPr/>
              </p14:nvContentPartPr>
              <p14:xfrm>
                <a:off x="6242520" y="3801360"/>
                <a:ext cx="191880" cy="1846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4B833E3E-7C54-6BDD-857B-F128D1140E5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33520" y="3792720"/>
                  <a:ext cx="209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0BAD140-EEC9-7B8B-DE25-C1109FD3D842}"/>
                    </a:ext>
                  </a:extLst>
                </p14:cNvPr>
                <p14:cNvContentPartPr/>
                <p14:nvPr/>
              </p14:nvContentPartPr>
              <p14:xfrm>
                <a:off x="6415320" y="3830880"/>
                <a:ext cx="24120" cy="1080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0BAD140-EEC9-7B8B-DE25-C1109FD3D84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406680" y="3821880"/>
                  <a:ext cx="41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9830787-308F-5BDA-B5EC-A6D76FC88A7F}"/>
                    </a:ext>
                  </a:extLst>
                </p14:cNvPr>
                <p14:cNvContentPartPr/>
                <p14:nvPr/>
              </p14:nvContentPartPr>
              <p14:xfrm>
                <a:off x="6413880" y="3810360"/>
                <a:ext cx="100800" cy="1249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9830787-308F-5BDA-B5EC-A6D76FC88A7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04880" y="3801720"/>
                  <a:ext cx="118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5B718CF2-4372-D67E-1850-538AB999F04C}"/>
                    </a:ext>
                  </a:extLst>
                </p14:cNvPr>
                <p14:cNvContentPartPr/>
                <p14:nvPr/>
              </p14:nvContentPartPr>
              <p14:xfrm>
                <a:off x="6511080" y="3814680"/>
                <a:ext cx="73440" cy="727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5B718CF2-4372-D67E-1850-538AB999F04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02440" y="3805680"/>
                  <a:ext cx="91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A0C22365-C5FC-03FC-D0DF-35302C0FF6CD}"/>
                    </a:ext>
                  </a:extLst>
                </p14:cNvPr>
                <p14:cNvContentPartPr/>
                <p14:nvPr/>
              </p14:nvContentPartPr>
              <p14:xfrm>
                <a:off x="6579480" y="3783720"/>
                <a:ext cx="16920" cy="1148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A0C22365-C5FC-03FC-D0DF-35302C0FF6C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70840" y="3775080"/>
                  <a:ext cx="345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70E9FF22-DAEB-F617-FD25-5274028AECB4}"/>
                    </a:ext>
                  </a:extLst>
                </p14:cNvPr>
                <p14:cNvContentPartPr/>
                <p14:nvPr/>
              </p14:nvContentPartPr>
              <p14:xfrm>
                <a:off x="6520080" y="3947160"/>
                <a:ext cx="94320" cy="432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70E9FF22-DAEB-F617-FD25-5274028AECB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11440" y="3938160"/>
                  <a:ext cx="111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E1576C4B-A9B5-F02C-F22F-20003668555E}"/>
                    </a:ext>
                  </a:extLst>
                </p14:cNvPr>
                <p14:cNvContentPartPr/>
                <p14:nvPr/>
              </p14:nvContentPartPr>
              <p14:xfrm>
                <a:off x="6722760" y="3780480"/>
                <a:ext cx="35280" cy="1587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E1576C4B-A9B5-F02C-F22F-20003668555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714120" y="3771840"/>
                  <a:ext cx="529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4C4187C1-737D-3D92-4BBD-F8A3C8AEDBED}"/>
                    </a:ext>
                  </a:extLst>
                </p14:cNvPr>
                <p14:cNvContentPartPr/>
                <p14:nvPr/>
              </p14:nvContentPartPr>
              <p14:xfrm>
                <a:off x="6745800" y="3852480"/>
                <a:ext cx="72720" cy="295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4C4187C1-737D-3D92-4BBD-F8A3C8AEDBE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737160" y="3843840"/>
                  <a:ext cx="90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058F742B-DC0E-0F9E-F525-84CFD144DBEE}"/>
                    </a:ext>
                  </a:extLst>
                </p14:cNvPr>
                <p14:cNvContentPartPr/>
                <p14:nvPr/>
              </p14:nvContentPartPr>
              <p14:xfrm>
                <a:off x="6805560" y="3793080"/>
                <a:ext cx="65520" cy="1303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058F742B-DC0E-0F9E-F525-84CFD144DBE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796920" y="3784440"/>
                  <a:ext cx="831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214ECF77-62A7-68E9-DC37-D85D9AF42C24}"/>
                    </a:ext>
                  </a:extLst>
                </p14:cNvPr>
                <p14:cNvContentPartPr/>
                <p14:nvPr/>
              </p14:nvContentPartPr>
              <p14:xfrm>
                <a:off x="6805920" y="3948960"/>
                <a:ext cx="95040" cy="835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214ECF77-62A7-68E9-DC37-D85D9AF42C2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796920" y="3939960"/>
                  <a:ext cx="112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D8F09A50-149E-42E2-E35A-A6D137499682}"/>
                    </a:ext>
                  </a:extLst>
                </p14:cNvPr>
                <p14:cNvContentPartPr/>
                <p14:nvPr/>
              </p14:nvContentPartPr>
              <p14:xfrm>
                <a:off x="6906360" y="3822600"/>
                <a:ext cx="129600" cy="1098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D8F09A50-149E-42E2-E35A-A6D13749968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897720" y="3813960"/>
                  <a:ext cx="147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1504" name="잉크 21503">
                  <a:extLst>
                    <a:ext uri="{FF2B5EF4-FFF2-40B4-BE49-F238E27FC236}">
                      <a16:creationId xmlns:a16="http://schemas.microsoft.com/office/drawing/2014/main" id="{63399B69-286C-25CF-A810-25806B35F075}"/>
                    </a:ext>
                  </a:extLst>
                </p14:cNvPr>
                <p14:cNvContentPartPr/>
                <p14:nvPr/>
              </p14:nvContentPartPr>
              <p14:xfrm>
                <a:off x="7015800" y="3793440"/>
                <a:ext cx="83520" cy="140760"/>
              </p14:xfrm>
            </p:contentPart>
          </mc:Choice>
          <mc:Fallback>
            <p:pic>
              <p:nvPicPr>
                <p:cNvPr id="21504" name="잉크 21503">
                  <a:extLst>
                    <a:ext uri="{FF2B5EF4-FFF2-40B4-BE49-F238E27FC236}">
                      <a16:creationId xmlns:a16="http://schemas.microsoft.com/office/drawing/2014/main" id="{63399B69-286C-25CF-A810-25806B35F07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007160" y="3784440"/>
                  <a:ext cx="101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1505" name="잉크 21504">
                  <a:extLst>
                    <a:ext uri="{FF2B5EF4-FFF2-40B4-BE49-F238E27FC236}">
                      <a16:creationId xmlns:a16="http://schemas.microsoft.com/office/drawing/2014/main" id="{8416F558-2E55-7ADA-1F1D-62A7F30D82EF}"/>
                    </a:ext>
                  </a:extLst>
                </p14:cNvPr>
                <p14:cNvContentPartPr/>
                <p14:nvPr/>
              </p14:nvContentPartPr>
              <p14:xfrm>
                <a:off x="7047480" y="3865080"/>
                <a:ext cx="69840" cy="15120"/>
              </p14:xfrm>
            </p:contentPart>
          </mc:Choice>
          <mc:Fallback>
            <p:pic>
              <p:nvPicPr>
                <p:cNvPr id="21505" name="잉크 21504">
                  <a:extLst>
                    <a:ext uri="{FF2B5EF4-FFF2-40B4-BE49-F238E27FC236}">
                      <a16:creationId xmlns:a16="http://schemas.microsoft.com/office/drawing/2014/main" id="{8416F558-2E55-7ADA-1F1D-62A7F30D82E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038480" y="3856440"/>
                  <a:ext cx="87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1506" name="잉크 21505">
                  <a:extLst>
                    <a:ext uri="{FF2B5EF4-FFF2-40B4-BE49-F238E27FC236}">
                      <a16:creationId xmlns:a16="http://schemas.microsoft.com/office/drawing/2014/main" id="{BA85BA37-D7E0-4767-56B1-31183BCF6FE8}"/>
                    </a:ext>
                  </a:extLst>
                </p14:cNvPr>
                <p14:cNvContentPartPr/>
                <p14:nvPr/>
              </p14:nvContentPartPr>
              <p14:xfrm>
                <a:off x="7016160" y="3948600"/>
                <a:ext cx="94680" cy="98640"/>
              </p14:xfrm>
            </p:contentPart>
          </mc:Choice>
          <mc:Fallback>
            <p:pic>
              <p:nvPicPr>
                <p:cNvPr id="21506" name="잉크 21505">
                  <a:extLst>
                    <a:ext uri="{FF2B5EF4-FFF2-40B4-BE49-F238E27FC236}">
                      <a16:creationId xmlns:a16="http://schemas.microsoft.com/office/drawing/2014/main" id="{BA85BA37-D7E0-4767-56B1-31183BCF6FE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007160" y="3939600"/>
                  <a:ext cx="112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1508" name="잉크 21507">
                  <a:extLst>
                    <a:ext uri="{FF2B5EF4-FFF2-40B4-BE49-F238E27FC236}">
                      <a16:creationId xmlns:a16="http://schemas.microsoft.com/office/drawing/2014/main" id="{EEE677BA-47D1-E554-602D-08810DBA1BA8}"/>
                    </a:ext>
                  </a:extLst>
                </p14:cNvPr>
                <p14:cNvContentPartPr/>
                <p14:nvPr/>
              </p14:nvContentPartPr>
              <p14:xfrm>
                <a:off x="7199040" y="3766080"/>
                <a:ext cx="24840" cy="148320"/>
              </p14:xfrm>
            </p:contentPart>
          </mc:Choice>
          <mc:Fallback>
            <p:pic>
              <p:nvPicPr>
                <p:cNvPr id="21508" name="잉크 21507">
                  <a:extLst>
                    <a:ext uri="{FF2B5EF4-FFF2-40B4-BE49-F238E27FC236}">
                      <a16:creationId xmlns:a16="http://schemas.microsoft.com/office/drawing/2014/main" id="{EEE677BA-47D1-E554-602D-08810DBA1BA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190040" y="3757440"/>
                  <a:ext cx="424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1509" name="잉크 21508">
                  <a:extLst>
                    <a:ext uri="{FF2B5EF4-FFF2-40B4-BE49-F238E27FC236}">
                      <a16:creationId xmlns:a16="http://schemas.microsoft.com/office/drawing/2014/main" id="{B3050DF5-4860-95CD-FB14-5AB82D5EA83F}"/>
                    </a:ext>
                  </a:extLst>
                </p14:cNvPr>
                <p14:cNvContentPartPr/>
                <p14:nvPr/>
              </p14:nvContentPartPr>
              <p14:xfrm>
                <a:off x="7222800" y="3935640"/>
                <a:ext cx="24480" cy="31680"/>
              </p14:xfrm>
            </p:contentPart>
          </mc:Choice>
          <mc:Fallback>
            <p:pic>
              <p:nvPicPr>
                <p:cNvPr id="21509" name="잉크 21508">
                  <a:extLst>
                    <a:ext uri="{FF2B5EF4-FFF2-40B4-BE49-F238E27FC236}">
                      <a16:creationId xmlns:a16="http://schemas.microsoft.com/office/drawing/2014/main" id="{B3050DF5-4860-95CD-FB14-5AB82D5EA83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214160" y="3927000"/>
                  <a:ext cx="4212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21511" name="잉크 21510">
                <a:extLst>
                  <a:ext uri="{FF2B5EF4-FFF2-40B4-BE49-F238E27FC236}">
                    <a16:creationId xmlns:a16="http://schemas.microsoft.com/office/drawing/2014/main" id="{16B39288-723F-F4F8-3F7E-433737F9E11E}"/>
                  </a:ext>
                </a:extLst>
              </p14:cNvPr>
              <p14:cNvContentPartPr/>
              <p14:nvPr/>
            </p14:nvContentPartPr>
            <p14:xfrm>
              <a:off x="1239240" y="2712720"/>
              <a:ext cx="753840" cy="17280"/>
            </p14:xfrm>
          </p:contentPart>
        </mc:Choice>
        <mc:Fallback>
          <p:pic>
            <p:nvPicPr>
              <p:cNvPr id="21511" name="잉크 21510">
                <a:extLst>
                  <a:ext uri="{FF2B5EF4-FFF2-40B4-BE49-F238E27FC236}">
                    <a16:creationId xmlns:a16="http://schemas.microsoft.com/office/drawing/2014/main" id="{16B39288-723F-F4F8-3F7E-433737F9E11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203240" y="2640720"/>
                <a:ext cx="82548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21512" name="잉크 21511">
                <a:extLst>
                  <a:ext uri="{FF2B5EF4-FFF2-40B4-BE49-F238E27FC236}">
                    <a16:creationId xmlns:a16="http://schemas.microsoft.com/office/drawing/2014/main" id="{1F4C24C4-B98C-DDC4-8204-CE187F2004CD}"/>
                  </a:ext>
                </a:extLst>
              </p14:cNvPr>
              <p14:cNvContentPartPr/>
              <p14:nvPr/>
            </p14:nvContentPartPr>
            <p14:xfrm>
              <a:off x="2966880" y="2677440"/>
              <a:ext cx="1346400" cy="56520"/>
            </p14:xfrm>
          </p:contentPart>
        </mc:Choice>
        <mc:Fallback>
          <p:pic>
            <p:nvPicPr>
              <p:cNvPr id="21512" name="잉크 21511">
                <a:extLst>
                  <a:ext uri="{FF2B5EF4-FFF2-40B4-BE49-F238E27FC236}">
                    <a16:creationId xmlns:a16="http://schemas.microsoft.com/office/drawing/2014/main" id="{1F4C24C4-B98C-DDC4-8204-CE187F2004C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930880" y="2605800"/>
                <a:ext cx="1418040" cy="20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4572000" cy="4219575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페이지 부재와 프레임 개수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kumimoji="0" lang="ko-KR" altLang="en-US" sz="1800" dirty="0">
                <a:latin typeface="+mn-ea"/>
              </a:rPr>
              <a:t>프레임 수가 증가하면 페이지 부재수가 감소</a:t>
            </a:r>
            <a:endParaRPr kumimoji="0" lang="en-US" altLang="ko-KR" sz="1800" dirty="0">
              <a:latin typeface="+mn-ea"/>
            </a:endParaRPr>
          </a:p>
          <a:p>
            <a:pPr lvl="1">
              <a:defRPr/>
            </a:pPr>
            <a:endParaRPr kumimoji="0" lang="en-US" altLang="ko-KR" sz="1800" dirty="0">
              <a:latin typeface="+mn-ea"/>
            </a:endParaRPr>
          </a:p>
          <a:p>
            <a:pPr lvl="1">
              <a:defRPr/>
            </a:pPr>
            <a:endParaRPr kumimoji="0" lang="en-US" altLang="ko-KR" sz="1800" dirty="0">
              <a:latin typeface="+mn-ea"/>
            </a:endParaRPr>
          </a:p>
          <a:p>
            <a:pPr lvl="1">
              <a:defRPr/>
            </a:pPr>
            <a:endParaRPr kumimoji="0" lang="en-US" altLang="ko-KR" sz="1800" dirty="0">
              <a:latin typeface="+mn-ea"/>
            </a:endParaRPr>
          </a:p>
          <a:p>
            <a:pPr lvl="1">
              <a:defRPr/>
            </a:pPr>
            <a:endParaRPr kumimoji="0" lang="en-US" altLang="ko-KR" sz="1800" dirty="0">
              <a:latin typeface="+mn-ea"/>
            </a:endParaRPr>
          </a:p>
          <a:p>
            <a:pPr lvl="1">
              <a:defRPr/>
            </a:pPr>
            <a:endParaRPr kumimoji="0" lang="en-US" altLang="ko-KR" sz="1800" dirty="0">
              <a:latin typeface="+mn-ea"/>
            </a:endParaRPr>
          </a:p>
          <a:p>
            <a:pPr lvl="1">
              <a:defRPr/>
            </a:pPr>
            <a:endParaRPr kumimoji="0" lang="en-US" altLang="ko-KR" sz="18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참조 문자열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1800" dirty="0">
                <a:latin typeface="+mn-ea"/>
              </a:rPr>
              <a:t>메모리를 참조하는 페이지를 의미</a:t>
            </a:r>
          </a:p>
          <a:p>
            <a:pPr>
              <a:defRPr/>
            </a:pPr>
            <a:endParaRPr lang="en-US" altLang="ko-KR" sz="2400" dirty="0">
              <a:latin typeface="+mn-ea"/>
            </a:endParaRPr>
          </a:p>
          <a:p>
            <a:pPr>
              <a:defRPr/>
            </a:pPr>
            <a:endParaRPr lang="ko-KR" altLang="en-US" sz="2400" dirty="0">
              <a:latin typeface="+mn-ea"/>
            </a:endParaRPr>
          </a:p>
        </p:txBody>
      </p:sp>
      <p:sp>
        <p:nvSpPr>
          <p:cNvPr id="19459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7F20CA-B716-46B2-B7C3-8C6315C31EA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9460" name="Picture 5" descr="C:\Documents and Settings\Hanami\바탕 화면\운영체제\(강의교안)_그림파일_1장-13장\ch08_가상 메모리\ch08-17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634"/>
          <a:stretch>
            <a:fillRect/>
          </a:stretch>
        </p:blipFill>
        <p:spPr bwMode="auto">
          <a:xfrm>
            <a:off x="4857750" y="1857375"/>
            <a:ext cx="4071938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61" name="그룹 6"/>
          <p:cNvGrpSpPr>
            <a:grpSpLocks/>
          </p:cNvGrpSpPr>
          <p:nvPr/>
        </p:nvGrpSpPr>
        <p:grpSpPr bwMode="auto">
          <a:xfrm>
            <a:off x="2214563" y="5715000"/>
            <a:ext cx="4267200" cy="542925"/>
            <a:chOff x="2286000" y="2028825"/>
            <a:chExt cx="4267200" cy="542925"/>
          </a:xfrm>
        </p:grpSpPr>
        <p:graphicFrame>
          <p:nvGraphicFramePr>
            <p:cNvPr id="19462" name="Object 6"/>
            <p:cNvGraphicFramePr>
              <a:graphicFrameLocks noChangeAspect="1"/>
            </p:cNvGraphicFramePr>
            <p:nvPr/>
          </p:nvGraphicFramePr>
          <p:xfrm>
            <a:off x="3384550" y="2203450"/>
            <a:ext cx="2146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45369" imgH="215806" progId="Equation.3">
                    <p:embed/>
                  </p:oleObj>
                </mc:Choice>
                <mc:Fallback>
                  <p:oleObj name="Equation" r:id="rId3" imgW="2145369" imgH="215806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4550" y="2203450"/>
                          <a:ext cx="21463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직사각형 12"/>
            <p:cNvSpPr/>
            <p:nvPr/>
          </p:nvSpPr>
          <p:spPr bwMode="auto">
            <a:xfrm>
              <a:off x="2286000" y="2028825"/>
              <a:ext cx="4267200" cy="54292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cap="sq">
              <a:solidFill>
                <a:schemeClr val="accent1">
                  <a:shade val="50000"/>
                  <a:alpha val="2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216000" eaLnBrk="1" latinLnBrk="1" hangingPunct="1">
                <a:lnSpc>
                  <a:spcPct val="150000"/>
                </a:lnSpc>
                <a:defRPr/>
              </a:pPr>
              <a:endParaRPr lang="en-US" altLang="ko-KR" sz="13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A38B986E-7CB5-029D-B3EB-52A728DD9F43}"/>
                  </a:ext>
                </a:extLst>
              </p14:cNvPr>
              <p14:cNvContentPartPr/>
              <p14:nvPr/>
            </p14:nvContentPartPr>
            <p14:xfrm>
              <a:off x="1032600" y="2275320"/>
              <a:ext cx="1758240" cy="450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A38B986E-7CB5-029D-B3EB-52A728DD9F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6960" y="2203680"/>
                <a:ext cx="18298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85B445D6-51A3-0FFC-6FC9-3E384E9724AE}"/>
                  </a:ext>
                </a:extLst>
              </p14:cNvPr>
              <p14:cNvContentPartPr/>
              <p14:nvPr/>
            </p14:nvContentPartPr>
            <p14:xfrm>
              <a:off x="3295560" y="2277120"/>
              <a:ext cx="1262520" cy="378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85B445D6-51A3-0FFC-6FC9-3E384E9724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59920" y="2205480"/>
                <a:ext cx="133416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C4DE1798-A766-439C-B554-CAEF571D4EDC}"/>
                  </a:ext>
                </a:extLst>
              </p14:cNvPr>
              <p14:cNvContentPartPr/>
              <p14:nvPr/>
            </p14:nvContentPartPr>
            <p14:xfrm>
              <a:off x="1014240" y="2547120"/>
              <a:ext cx="1052640" cy="5040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C4DE1798-A766-439C-B554-CAEF571D4ED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8600" y="2475480"/>
                <a:ext cx="1124280" cy="19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선입선출</a:t>
            </a:r>
            <a:r>
              <a:rPr lang="en-US" altLang="ko-KR"/>
              <a:t>(FIFO) </a:t>
            </a:r>
            <a:r>
              <a:rPr lang="ko-KR" altLang="en-US"/>
              <a:t>교체 알고리즘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714500"/>
            <a:ext cx="8715375" cy="4572000"/>
          </a:xfrm>
        </p:spPr>
        <p:txBody>
          <a:bodyPr/>
          <a:lstStyle/>
          <a:p>
            <a:pPr marL="342900" lvl="1" indent="-342900">
              <a:buSzTx/>
              <a:buFont typeface="Wingdings" panose="05000000000000000000" pitchFamily="2" charset="2"/>
              <a:buChar char="q"/>
              <a:defRPr/>
            </a:pPr>
            <a:r>
              <a:rPr lang="ko-KR" altLang="en-US" dirty="0">
                <a:latin typeface="+mn-ea"/>
              </a:rPr>
              <a:t>가장 오래된 페이지가 교체되도록 선택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가장 간단한 페이지 교체 알고리즘</a:t>
            </a:r>
          </a:p>
          <a:p>
            <a:pPr lvl="1">
              <a:defRPr/>
            </a:pPr>
            <a:r>
              <a:rPr lang="en-US" altLang="ko-KR" sz="2000" dirty="0">
                <a:latin typeface="+mn-ea"/>
              </a:rPr>
              <a:t>FIFO </a:t>
            </a:r>
            <a:r>
              <a:rPr lang="ko-KR" altLang="en-US" sz="2000" dirty="0">
                <a:latin typeface="+mn-ea"/>
              </a:rPr>
              <a:t>큐 이용</a:t>
            </a:r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3E8E37D-1318-40E8-9FD1-3DC20F4E769A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0485" name="Picture 2" descr="C:\Documents and Settings\Hanami\바탕 화면\운영체제\(강의교안)_그림파일_1장-13장\ch08_가상 메모리\ch08-19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46"/>
          <a:stretch>
            <a:fillRect/>
          </a:stretch>
        </p:blipFill>
        <p:spPr bwMode="auto">
          <a:xfrm>
            <a:off x="1285875" y="3071813"/>
            <a:ext cx="6715125" cy="192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31F82CB6-CFC7-3331-48D4-5A58AE4D9E74}"/>
                  </a:ext>
                </a:extLst>
              </p14:cNvPr>
              <p14:cNvContentPartPr/>
              <p14:nvPr/>
            </p14:nvContentPartPr>
            <p14:xfrm>
              <a:off x="1019280" y="2347320"/>
              <a:ext cx="1128960" cy="234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31F82CB6-CFC7-3331-48D4-5A58AE4D9E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3640" y="2275680"/>
                <a:ext cx="12006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497E1D7E-748D-09C2-1322-730ECC1567D9}"/>
                  </a:ext>
                </a:extLst>
              </p14:cNvPr>
              <p14:cNvContentPartPr/>
              <p14:nvPr/>
            </p14:nvContentPartPr>
            <p14:xfrm>
              <a:off x="1669440" y="2700840"/>
              <a:ext cx="358200" cy="1908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497E1D7E-748D-09C2-1322-730ECC1567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33800" y="2629200"/>
                <a:ext cx="4298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18CD96C2-A3A4-4835-65EF-C066D7EE6808}"/>
                  </a:ext>
                </a:extLst>
              </p14:cNvPr>
              <p14:cNvContentPartPr/>
              <p14:nvPr/>
            </p14:nvContentPartPr>
            <p14:xfrm>
              <a:off x="2784720" y="3590400"/>
              <a:ext cx="260280" cy="3492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18CD96C2-A3A4-4835-65EF-C066D7EE680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49080" y="3518400"/>
                <a:ext cx="3319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29851D2-B231-5652-320E-841DB5740230}"/>
                  </a:ext>
                </a:extLst>
              </p14:cNvPr>
              <p14:cNvContentPartPr/>
              <p14:nvPr/>
            </p14:nvContentPartPr>
            <p14:xfrm>
              <a:off x="2462880" y="4299240"/>
              <a:ext cx="268560" cy="190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29851D2-B231-5652-320E-841DB57402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27240" y="4227600"/>
                <a:ext cx="3402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BEDB5E16-75DF-A3A9-807F-03E105CC11A4}"/>
                  </a:ext>
                </a:extLst>
              </p14:cNvPr>
              <p14:cNvContentPartPr/>
              <p14:nvPr/>
            </p14:nvContentPartPr>
            <p14:xfrm>
              <a:off x="2844480" y="4918440"/>
              <a:ext cx="123120" cy="2948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BEDB5E16-75DF-A3A9-807F-03E105CC11A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35840" y="4909800"/>
                <a:ext cx="140760" cy="31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80" name="그룹 20479">
            <a:extLst>
              <a:ext uri="{FF2B5EF4-FFF2-40B4-BE49-F238E27FC236}">
                <a16:creationId xmlns:a16="http://schemas.microsoft.com/office/drawing/2014/main" id="{F44FBC77-FDD6-94FA-8456-591D59C9C889}"/>
              </a:ext>
            </a:extLst>
          </p:cNvPr>
          <p:cNvGrpSpPr/>
          <p:nvPr/>
        </p:nvGrpSpPr>
        <p:grpSpPr>
          <a:xfrm>
            <a:off x="2467920" y="5406960"/>
            <a:ext cx="1025640" cy="350640"/>
            <a:chOff x="2467920" y="5406960"/>
            <a:chExt cx="1025640" cy="3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6164CEE8-C46F-4D9D-CDAC-F047069C0B20}"/>
                    </a:ext>
                  </a:extLst>
                </p14:cNvPr>
                <p14:cNvContentPartPr/>
                <p14:nvPr/>
              </p14:nvContentPartPr>
              <p14:xfrm>
                <a:off x="2467920" y="5406960"/>
                <a:ext cx="147240" cy="594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6164CEE8-C46F-4D9D-CDAC-F047069C0B2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59280" y="5397960"/>
                  <a:ext cx="1648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D946F08-DAB5-F4E5-88B9-DD4B448D39D8}"/>
                    </a:ext>
                  </a:extLst>
                </p14:cNvPr>
                <p14:cNvContentPartPr/>
                <p14:nvPr/>
              </p14:nvContentPartPr>
              <p14:xfrm>
                <a:off x="2518680" y="5463840"/>
                <a:ext cx="57960" cy="1447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D946F08-DAB5-F4E5-88B9-DD4B448D39D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09680" y="5455200"/>
                  <a:ext cx="756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310D0E1-DD7E-582A-51BF-9C3CD833E6E0}"/>
                    </a:ext>
                  </a:extLst>
                </p14:cNvPr>
                <p14:cNvContentPartPr/>
                <p14:nvPr/>
              </p14:nvContentPartPr>
              <p14:xfrm>
                <a:off x="2497080" y="5574360"/>
                <a:ext cx="109800" cy="684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310D0E1-DD7E-582A-51BF-9C3CD833E6E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88440" y="5565360"/>
                  <a:ext cx="127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41F9B789-02D0-81CB-5705-25A8661EAB59}"/>
                    </a:ext>
                  </a:extLst>
                </p14:cNvPr>
                <p14:cNvContentPartPr/>
                <p14:nvPr/>
              </p14:nvContentPartPr>
              <p14:xfrm>
                <a:off x="2577360" y="5481120"/>
                <a:ext cx="134640" cy="1710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41F9B789-02D0-81CB-5705-25A8661EAB5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68360" y="5472120"/>
                  <a:ext cx="152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08E12E8-9CB3-80FA-68E8-EAB04BF20B65}"/>
                    </a:ext>
                  </a:extLst>
                </p14:cNvPr>
                <p14:cNvContentPartPr/>
                <p14:nvPr/>
              </p14:nvContentPartPr>
              <p14:xfrm>
                <a:off x="2735760" y="5516400"/>
                <a:ext cx="77040" cy="1177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08E12E8-9CB3-80FA-68E8-EAB04BF20B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27120" y="5507400"/>
                  <a:ext cx="946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5CEB2161-CF76-F573-5AFA-4D751391C2D1}"/>
                    </a:ext>
                  </a:extLst>
                </p14:cNvPr>
                <p14:cNvContentPartPr/>
                <p14:nvPr/>
              </p14:nvContentPartPr>
              <p14:xfrm>
                <a:off x="2855280" y="5475720"/>
                <a:ext cx="17280" cy="1857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5CEB2161-CF76-F573-5AFA-4D751391C2D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46280" y="5467080"/>
                  <a:ext cx="349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FA5D9EA-909E-82EC-6156-E02F20BCC2E3}"/>
                    </a:ext>
                  </a:extLst>
                </p14:cNvPr>
                <p14:cNvContentPartPr/>
                <p14:nvPr/>
              </p14:nvContentPartPr>
              <p14:xfrm>
                <a:off x="2880120" y="5505960"/>
                <a:ext cx="177840" cy="1933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FA5D9EA-909E-82EC-6156-E02F20BCC2E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871480" y="5497320"/>
                  <a:ext cx="1954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14AE905-D9A9-F013-1D69-20C0CCA736B9}"/>
                    </a:ext>
                  </a:extLst>
                </p14:cNvPr>
                <p14:cNvContentPartPr/>
                <p14:nvPr/>
              </p14:nvContentPartPr>
              <p14:xfrm>
                <a:off x="3127080" y="5510640"/>
                <a:ext cx="16920" cy="1476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14AE905-D9A9-F013-1D69-20C0CCA736B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18440" y="5501640"/>
                  <a:ext cx="34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D47B7421-076E-38CD-A7AE-74878D5DD31C}"/>
                    </a:ext>
                  </a:extLst>
                </p14:cNvPr>
                <p14:cNvContentPartPr/>
                <p14:nvPr/>
              </p14:nvContentPartPr>
              <p14:xfrm>
                <a:off x="3137520" y="5494080"/>
                <a:ext cx="68040" cy="1198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D47B7421-076E-38CD-A7AE-74878D5DD31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128520" y="5485080"/>
                  <a:ext cx="85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C10B42AC-B69E-362C-E81A-EB2CF94A7C42}"/>
                    </a:ext>
                  </a:extLst>
                </p14:cNvPr>
                <p14:cNvContentPartPr/>
                <p14:nvPr/>
              </p14:nvContentPartPr>
              <p14:xfrm>
                <a:off x="3142560" y="5605680"/>
                <a:ext cx="59040" cy="316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C10B42AC-B69E-362C-E81A-EB2CF94A7C4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133560" y="5596680"/>
                  <a:ext cx="76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5B61F64-4F7A-DEF0-7594-1C99D86F3346}"/>
                    </a:ext>
                  </a:extLst>
                </p14:cNvPr>
                <p14:cNvContentPartPr/>
                <p14:nvPr/>
              </p14:nvContentPartPr>
              <p14:xfrm>
                <a:off x="3137880" y="5645640"/>
                <a:ext cx="92160" cy="111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5B61F64-4F7A-DEF0-7594-1C99D86F334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29240" y="5636640"/>
                  <a:ext cx="1098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437F7CC-5FE3-853D-C3F9-4E098F2CC379}"/>
                    </a:ext>
                  </a:extLst>
                </p14:cNvPr>
                <p14:cNvContentPartPr/>
                <p14:nvPr/>
              </p14:nvContentPartPr>
              <p14:xfrm>
                <a:off x="3235440" y="5523600"/>
                <a:ext cx="176760" cy="1209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437F7CC-5FE3-853D-C3F9-4E098F2CC37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26440" y="5514960"/>
                  <a:ext cx="194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7D1990F-BE0D-6B62-F587-8FA7E0EBFF84}"/>
                    </a:ext>
                  </a:extLst>
                </p14:cNvPr>
                <p14:cNvContentPartPr/>
                <p14:nvPr/>
              </p14:nvContentPartPr>
              <p14:xfrm>
                <a:off x="3406080" y="5486160"/>
                <a:ext cx="87480" cy="2016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7D1990F-BE0D-6B62-F587-8FA7E0EBFF8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397080" y="5477520"/>
                  <a:ext cx="10512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921BC75-2619-F23A-21B7-C6F47100D947}"/>
              </a:ext>
            </a:extLst>
          </p:cNvPr>
          <p:cNvGrpSpPr/>
          <p:nvPr/>
        </p:nvGrpSpPr>
        <p:grpSpPr>
          <a:xfrm>
            <a:off x="2668800" y="5845080"/>
            <a:ext cx="607320" cy="325080"/>
            <a:chOff x="2668800" y="5845080"/>
            <a:chExt cx="60732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C4EE152-9D7D-2E12-2475-7C1E49C97206}"/>
                    </a:ext>
                  </a:extLst>
                </p14:cNvPr>
                <p14:cNvContentPartPr/>
                <p14:nvPr/>
              </p14:nvContentPartPr>
              <p14:xfrm>
                <a:off x="2673480" y="5845080"/>
                <a:ext cx="9000" cy="1756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C4EE152-9D7D-2E12-2475-7C1E49C9720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664840" y="5836440"/>
                  <a:ext cx="26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A17BA4C9-49F8-35AC-2751-FBDDCA49CDC0}"/>
                    </a:ext>
                  </a:extLst>
                </p14:cNvPr>
                <p14:cNvContentPartPr/>
                <p14:nvPr/>
              </p14:nvContentPartPr>
              <p14:xfrm>
                <a:off x="2668800" y="5871360"/>
                <a:ext cx="92520" cy="1069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A17BA4C9-49F8-35AC-2751-FBDDCA49CDC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659800" y="5862720"/>
                  <a:ext cx="110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0F8DA72-2A3A-B506-478A-7482DC8C9EFF}"/>
                    </a:ext>
                  </a:extLst>
                </p14:cNvPr>
                <p14:cNvContentPartPr/>
                <p14:nvPr/>
              </p14:nvContentPartPr>
              <p14:xfrm>
                <a:off x="2672400" y="5901600"/>
                <a:ext cx="119160" cy="1180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0F8DA72-2A3A-B506-478A-7482DC8C9EF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663760" y="5892600"/>
                  <a:ext cx="136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C7D2508-9B28-C3FB-DBC3-576D8067B9EB}"/>
                    </a:ext>
                  </a:extLst>
                </p14:cNvPr>
                <p14:cNvContentPartPr/>
                <p14:nvPr/>
              </p14:nvContentPartPr>
              <p14:xfrm>
                <a:off x="2775000" y="5932920"/>
                <a:ext cx="71640" cy="219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C7D2508-9B28-C3FB-DBC3-576D8067B9E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66000" y="5923920"/>
                  <a:ext cx="89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926C5722-0874-DB47-57E6-7FAEACD0DF88}"/>
                    </a:ext>
                  </a:extLst>
                </p14:cNvPr>
                <p14:cNvContentPartPr/>
                <p14:nvPr/>
              </p14:nvContentPartPr>
              <p14:xfrm>
                <a:off x="2717760" y="6036240"/>
                <a:ext cx="165240" cy="1080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926C5722-0874-DB47-57E6-7FAEACD0DF8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09120" y="6027600"/>
                  <a:ext cx="1828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C7C868C-446B-3A88-BC1F-A7B54FA5A105}"/>
                    </a:ext>
                  </a:extLst>
                </p14:cNvPr>
                <p14:cNvContentPartPr/>
                <p14:nvPr/>
              </p14:nvContentPartPr>
              <p14:xfrm>
                <a:off x="2868960" y="5911680"/>
                <a:ext cx="83160" cy="1533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C7C868C-446B-3A88-BC1F-A7B54FA5A10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859960" y="5903040"/>
                  <a:ext cx="1008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92B5BB31-4760-B807-05CC-28C033E069D6}"/>
                    </a:ext>
                  </a:extLst>
                </p14:cNvPr>
                <p14:cNvContentPartPr/>
                <p14:nvPr/>
              </p14:nvContentPartPr>
              <p14:xfrm>
                <a:off x="2956440" y="5913840"/>
                <a:ext cx="80640" cy="1299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92B5BB31-4760-B807-05CC-28C033E069D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947440" y="5904840"/>
                  <a:ext cx="98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05410633-D2E7-5B06-A0B1-801EA0AD2C40}"/>
                    </a:ext>
                  </a:extLst>
                </p14:cNvPr>
                <p14:cNvContentPartPr/>
                <p14:nvPr/>
              </p14:nvContentPartPr>
              <p14:xfrm>
                <a:off x="2961480" y="6076920"/>
                <a:ext cx="92520" cy="669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05410633-D2E7-5B06-A0B1-801EA0AD2C4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952840" y="6067920"/>
                  <a:ext cx="110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913B08B5-0449-E773-1D38-644186B18AE8}"/>
                    </a:ext>
                  </a:extLst>
                </p14:cNvPr>
                <p14:cNvContentPartPr/>
                <p14:nvPr/>
              </p14:nvContentPartPr>
              <p14:xfrm>
                <a:off x="3081360" y="5918520"/>
                <a:ext cx="194760" cy="1562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913B08B5-0449-E773-1D38-644186B18AE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072360" y="5909880"/>
                  <a:ext cx="2124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08EF8418-4D61-9348-EE35-06A17954F22A}"/>
                    </a:ext>
                  </a:extLst>
                </p14:cNvPr>
                <p14:cNvContentPartPr/>
                <p14:nvPr/>
              </p14:nvContentPartPr>
              <p14:xfrm>
                <a:off x="3100440" y="5913120"/>
                <a:ext cx="117000" cy="2570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08EF8418-4D61-9348-EE35-06A17954F22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091800" y="5904480"/>
                  <a:ext cx="13464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91" name="그룹 20490">
            <a:extLst>
              <a:ext uri="{FF2B5EF4-FFF2-40B4-BE49-F238E27FC236}">
                <a16:creationId xmlns:a16="http://schemas.microsoft.com/office/drawing/2014/main" id="{FB9FAF51-E517-E354-5317-318D216AF528}"/>
              </a:ext>
            </a:extLst>
          </p:cNvPr>
          <p:cNvGrpSpPr/>
          <p:nvPr/>
        </p:nvGrpSpPr>
        <p:grpSpPr>
          <a:xfrm>
            <a:off x="7591800" y="5178720"/>
            <a:ext cx="612000" cy="295560"/>
            <a:chOff x="7591800" y="5178720"/>
            <a:chExt cx="61200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0481" name="잉크 20480">
                  <a:extLst>
                    <a:ext uri="{FF2B5EF4-FFF2-40B4-BE49-F238E27FC236}">
                      <a16:creationId xmlns:a16="http://schemas.microsoft.com/office/drawing/2014/main" id="{06E07A96-52CD-81E2-5E9B-76596B5F5F14}"/>
                    </a:ext>
                  </a:extLst>
                </p14:cNvPr>
                <p14:cNvContentPartPr/>
                <p14:nvPr/>
              </p14:nvContentPartPr>
              <p14:xfrm>
                <a:off x="7591800" y="5190600"/>
                <a:ext cx="30600" cy="232920"/>
              </p14:xfrm>
            </p:contentPart>
          </mc:Choice>
          <mc:Fallback>
            <p:pic>
              <p:nvPicPr>
                <p:cNvPr id="20481" name="잉크 20480">
                  <a:extLst>
                    <a:ext uri="{FF2B5EF4-FFF2-40B4-BE49-F238E27FC236}">
                      <a16:creationId xmlns:a16="http://schemas.microsoft.com/office/drawing/2014/main" id="{06E07A96-52CD-81E2-5E9B-76596B5F5F1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582800" y="5181960"/>
                  <a:ext cx="48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0483" name="잉크 20482">
                  <a:extLst>
                    <a:ext uri="{FF2B5EF4-FFF2-40B4-BE49-F238E27FC236}">
                      <a16:creationId xmlns:a16="http://schemas.microsoft.com/office/drawing/2014/main" id="{0CB9E2F5-1FEE-DBFC-F7ED-3F0E2C56C1F0}"/>
                    </a:ext>
                  </a:extLst>
                </p14:cNvPr>
                <p14:cNvContentPartPr/>
                <p14:nvPr/>
              </p14:nvContentPartPr>
              <p14:xfrm>
                <a:off x="7717440" y="5207160"/>
                <a:ext cx="112320" cy="227160"/>
              </p14:xfrm>
            </p:contentPart>
          </mc:Choice>
          <mc:Fallback>
            <p:pic>
              <p:nvPicPr>
                <p:cNvPr id="20483" name="잉크 20482">
                  <a:extLst>
                    <a:ext uri="{FF2B5EF4-FFF2-40B4-BE49-F238E27FC236}">
                      <a16:creationId xmlns:a16="http://schemas.microsoft.com/office/drawing/2014/main" id="{0CB9E2F5-1FEE-DBFC-F7ED-3F0E2C56C1F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08800" y="5198520"/>
                  <a:ext cx="129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0486" name="잉크 20485">
                  <a:extLst>
                    <a:ext uri="{FF2B5EF4-FFF2-40B4-BE49-F238E27FC236}">
                      <a16:creationId xmlns:a16="http://schemas.microsoft.com/office/drawing/2014/main" id="{75B1560F-88FC-1235-FF64-FF15590CAAF6}"/>
                    </a:ext>
                  </a:extLst>
                </p14:cNvPr>
                <p14:cNvContentPartPr/>
                <p14:nvPr/>
              </p14:nvContentPartPr>
              <p14:xfrm>
                <a:off x="7723920" y="5232360"/>
                <a:ext cx="129960" cy="35280"/>
              </p14:xfrm>
            </p:contentPart>
          </mc:Choice>
          <mc:Fallback>
            <p:pic>
              <p:nvPicPr>
                <p:cNvPr id="20486" name="잉크 20485">
                  <a:extLst>
                    <a:ext uri="{FF2B5EF4-FFF2-40B4-BE49-F238E27FC236}">
                      <a16:creationId xmlns:a16="http://schemas.microsoft.com/office/drawing/2014/main" id="{75B1560F-88FC-1235-FF64-FF15590CAAF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15280" y="5223360"/>
                  <a:ext cx="147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0487" name="잉크 20486">
                  <a:extLst>
                    <a:ext uri="{FF2B5EF4-FFF2-40B4-BE49-F238E27FC236}">
                      <a16:creationId xmlns:a16="http://schemas.microsoft.com/office/drawing/2014/main" id="{AE9F25C3-EA39-11F7-2BC6-16E711A8E0DC}"/>
                    </a:ext>
                  </a:extLst>
                </p14:cNvPr>
                <p14:cNvContentPartPr/>
                <p14:nvPr/>
              </p14:nvContentPartPr>
              <p14:xfrm>
                <a:off x="7935960" y="5224440"/>
                <a:ext cx="21960" cy="148320"/>
              </p14:xfrm>
            </p:contentPart>
          </mc:Choice>
          <mc:Fallback>
            <p:pic>
              <p:nvPicPr>
                <p:cNvPr id="20487" name="잉크 20486">
                  <a:extLst>
                    <a:ext uri="{FF2B5EF4-FFF2-40B4-BE49-F238E27FC236}">
                      <a16:creationId xmlns:a16="http://schemas.microsoft.com/office/drawing/2014/main" id="{AE9F25C3-EA39-11F7-2BC6-16E711A8E0D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926960" y="5215440"/>
                  <a:ext cx="396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0488" name="잉크 20487">
                  <a:extLst>
                    <a:ext uri="{FF2B5EF4-FFF2-40B4-BE49-F238E27FC236}">
                      <a16:creationId xmlns:a16="http://schemas.microsoft.com/office/drawing/2014/main" id="{0FE70A5F-D31A-636B-B9CD-F118E44DAF37}"/>
                    </a:ext>
                  </a:extLst>
                </p14:cNvPr>
                <p14:cNvContentPartPr/>
                <p14:nvPr/>
              </p14:nvContentPartPr>
              <p14:xfrm>
                <a:off x="7944600" y="5200320"/>
                <a:ext cx="182880" cy="166320"/>
              </p14:xfrm>
            </p:contentPart>
          </mc:Choice>
          <mc:Fallback>
            <p:pic>
              <p:nvPicPr>
                <p:cNvPr id="20488" name="잉크 20487">
                  <a:extLst>
                    <a:ext uri="{FF2B5EF4-FFF2-40B4-BE49-F238E27FC236}">
                      <a16:creationId xmlns:a16="http://schemas.microsoft.com/office/drawing/2014/main" id="{0FE70A5F-D31A-636B-B9CD-F118E44DAF3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35960" y="5191680"/>
                  <a:ext cx="2005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0489" name="잉크 20488">
                  <a:extLst>
                    <a:ext uri="{FF2B5EF4-FFF2-40B4-BE49-F238E27FC236}">
                      <a16:creationId xmlns:a16="http://schemas.microsoft.com/office/drawing/2014/main" id="{7986DFC2-3D9C-31A6-4231-24C0FDDCCD6B}"/>
                    </a:ext>
                  </a:extLst>
                </p14:cNvPr>
                <p14:cNvContentPartPr/>
                <p14:nvPr/>
              </p14:nvContentPartPr>
              <p14:xfrm>
                <a:off x="8124960" y="5178720"/>
                <a:ext cx="15120" cy="185760"/>
              </p14:xfrm>
            </p:contentPart>
          </mc:Choice>
          <mc:Fallback>
            <p:pic>
              <p:nvPicPr>
                <p:cNvPr id="20489" name="잉크 20488">
                  <a:extLst>
                    <a:ext uri="{FF2B5EF4-FFF2-40B4-BE49-F238E27FC236}">
                      <a16:creationId xmlns:a16="http://schemas.microsoft.com/office/drawing/2014/main" id="{7986DFC2-3D9C-31A6-4231-24C0FDDCCD6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16320" y="5170080"/>
                  <a:ext cx="32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0490" name="잉크 20489">
                  <a:extLst>
                    <a:ext uri="{FF2B5EF4-FFF2-40B4-BE49-F238E27FC236}">
                      <a16:creationId xmlns:a16="http://schemas.microsoft.com/office/drawing/2014/main" id="{37541262-E7A9-1AF3-317E-6312D7D624DB}"/>
                    </a:ext>
                  </a:extLst>
                </p14:cNvPr>
                <p14:cNvContentPartPr/>
                <p14:nvPr/>
              </p14:nvContentPartPr>
              <p14:xfrm>
                <a:off x="8055840" y="5371680"/>
                <a:ext cx="147960" cy="102600"/>
              </p14:xfrm>
            </p:contentPart>
          </mc:Choice>
          <mc:Fallback>
            <p:pic>
              <p:nvPicPr>
                <p:cNvPr id="20490" name="잉크 20489">
                  <a:extLst>
                    <a:ext uri="{FF2B5EF4-FFF2-40B4-BE49-F238E27FC236}">
                      <a16:creationId xmlns:a16="http://schemas.microsoft.com/office/drawing/2014/main" id="{37541262-E7A9-1AF3-317E-6312D7D624D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47200" y="5363040"/>
                  <a:ext cx="165600" cy="120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357313"/>
            <a:ext cx="8686800" cy="1111250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문제점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벨레디의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변이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400" dirty="0" err="1">
                <a:solidFill>
                  <a:srgbClr val="000000"/>
                </a:solidFill>
                <a:latin typeface="+mn-ea"/>
                <a:cs typeface="Times New Roman" pitchFamily="18" charset="0"/>
              </a:rPr>
              <a:t>Belady’s</a:t>
            </a:r>
            <a:r>
              <a:rPr lang="en-US" altLang="ko-KR" sz="24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 Anomaly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할당되는 프레임의 수가 증가해도 페이지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부재율이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증가하는 현상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5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21507" name="Object 6"/>
          <p:cNvGraphicFramePr>
            <a:graphicFrameLocks noChangeAspect="1"/>
          </p:cNvGraphicFramePr>
          <p:nvPr/>
        </p:nvGraphicFramePr>
        <p:xfrm>
          <a:off x="571500" y="3786188"/>
          <a:ext cx="260032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09800" imgH="215900" progId="Equation.3">
                  <p:embed/>
                </p:oleObj>
              </mc:Choice>
              <mc:Fallback>
                <p:oleObj name="Equation" r:id="rId3" imgW="22098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3786188"/>
                        <a:ext cx="260032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08" name="Picture 3" descr="C:\Documents and Settings\Hanami\바탕 화면\운영체제\(강의교안)_그림파일_1장-13장\ch08_가상 메모리\ch08-20_cut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98"/>
          <a:stretch>
            <a:fillRect/>
          </a:stretch>
        </p:blipFill>
        <p:spPr bwMode="auto">
          <a:xfrm>
            <a:off x="142875" y="4270375"/>
            <a:ext cx="5000625" cy="237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2428875"/>
            <a:ext cx="4811712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A16E1E1-B6F5-49E7-94DE-2BB99EEE9C8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80489DC2-54CC-B77B-04AE-F9A76D5E50A7}"/>
                  </a:ext>
                </a:extLst>
              </p14:cNvPr>
              <p14:cNvContentPartPr/>
              <p14:nvPr/>
            </p14:nvContentPartPr>
            <p14:xfrm>
              <a:off x="6863160" y="4772640"/>
              <a:ext cx="293400" cy="172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80489DC2-54CC-B77B-04AE-F9A76D5E50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27160" y="4701000"/>
                <a:ext cx="3650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1A0EA32A-94D4-E21B-3E55-53EE9A3870AC}"/>
                  </a:ext>
                </a:extLst>
              </p14:cNvPr>
              <p14:cNvContentPartPr/>
              <p14:nvPr/>
            </p14:nvContentPartPr>
            <p14:xfrm>
              <a:off x="6915000" y="3314640"/>
              <a:ext cx="248400" cy="388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1A0EA32A-94D4-E21B-3E55-53EE9A3870A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79000" y="3243000"/>
                <a:ext cx="3200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A763AF88-0D02-8C8D-23A2-D779E0817DA2}"/>
                  </a:ext>
                </a:extLst>
              </p14:cNvPr>
              <p14:cNvContentPartPr/>
              <p14:nvPr/>
            </p14:nvContentPartPr>
            <p14:xfrm>
              <a:off x="2188920" y="2037000"/>
              <a:ext cx="6321960" cy="644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A763AF88-0D02-8C8D-23A2-D779E0817DA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53280" y="1965360"/>
                <a:ext cx="63936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ABCBA0A8-70D2-7EB5-9255-E8FA34DF57BA}"/>
                  </a:ext>
                </a:extLst>
              </p14:cNvPr>
              <p14:cNvContentPartPr/>
              <p14:nvPr/>
            </p14:nvContentPartPr>
            <p14:xfrm>
              <a:off x="1789680" y="1556040"/>
              <a:ext cx="1922760" cy="486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ABCBA0A8-70D2-7EB5-9255-E8FA34DF57B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53680" y="1484400"/>
                <a:ext cx="1994400" cy="192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ko-KR" altLang="en-US"/>
              <a:t>최적</a:t>
            </a:r>
            <a:r>
              <a:rPr lang="en-US" altLang="ko-KR"/>
              <a:t>(optimal)</a:t>
            </a:r>
            <a:r>
              <a:rPr lang="ko-KR" altLang="en-US"/>
              <a:t> 교체 알고리즘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2000250"/>
            <a:ext cx="8572500" cy="4095750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앞으로 가장 오래 사용되지 않을 페이지 교체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모든 알고리즘 중에서 가장 낮은 페이지 </a:t>
            </a:r>
            <a:r>
              <a:rPr lang="ko-KR" altLang="en-US" sz="2000" dirty="0" err="1">
                <a:latin typeface="+mn-ea"/>
              </a:rPr>
              <a:t>부재율을</a:t>
            </a:r>
            <a:r>
              <a:rPr lang="ko-KR" altLang="en-US" sz="2000" dirty="0">
                <a:latin typeface="+mn-ea"/>
              </a:rPr>
              <a:t> 보장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kumimoji="0" lang="ko-KR" altLang="en-US" sz="2000" dirty="0">
                <a:solidFill>
                  <a:schemeClr val="accent2"/>
                </a:solidFill>
                <a:latin typeface="+mn-ea"/>
              </a:rPr>
              <a:t>현실적인 구현이 어려우며</a:t>
            </a:r>
            <a:r>
              <a:rPr kumimoji="0" lang="en-US" altLang="ko-KR" sz="2000" dirty="0">
                <a:solidFill>
                  <a:schemeClr val="accent2"/>
                </a:solidFill>
                <a:latin typeface="+mn-ea"/>
              </a:rPr>
              <a:t>, </a:t>
            </a:r>
            <a:r>
              <a:rPr kumimoji="0" lang="ko-KR" altLang="en-US" sz="2000" dirty="0">
                <a:solidFill>
                  <a:schemeClr val="accent2"/>
                </a:solidFill>
                <a:latin typeface="+mn-ea"/>
              </a:rPr>
              <a:t>비교 연구를 위해 주로 사용됨</a:t>
            </a:r>
            <a:endParaRPr kumimoji="0" lang="en-US" altLang="ko-KR" sz="2000" dirty="0">
              <a:solidFill>
                <a:schemeClr val="accent2"/>
              </a:solidFill>
              <a:latin typeface="+mn-ea"/>
            </a:endParaRPr>
          </a:p>
          <a:p>
            <a:pPr lvl="2">
              <a:defRPr/>
            </a:pPr>
            <a:r>
              <a:rPr kumimoji="0" lang="en-US" altLang="ko-KR" sz="1800" dirty="0">
                <a:solidFill>
                  <a:schemeClr val="accent2"/>
                </a:solidFill>
                <a:latin typeface="+mn-ea"/>
              </a:rPr>
              <a:t> </a:t>
            </a:r>
            <a:r>
              <a:rPr kumimoji="0" lang="ko-KR" altLang="en-US" sz="1800" dirty="0">
                <a:solidFill>
                  <a:schemeClr val="accent2"/>
                </a:solidFill>
                <a:latin typeface="+mn-ea"/>
              </a:rPr>
              <a:t>참조 문자열이 언제 사용될 것인가에 대한 정확한 정보를 요구</a:t>
            </a:r>
            <a:endParaRPr kumimoji="0" lang="en-US" altLang="ko-KR" sz="1800" dirty="0">
              <a:solidFill>
                <a:schemeClr val="accent2"/>
              </a:solidFill>
              <a:latin typeface="+mn-ea"/>
            </a:endParaRPr>
          </a:p>
          <a:p>
            <a:pPr lvl="1">
              <a:defRPr/>
            </a:pPr>
            <a:endParaRPr lang="en-US" altLang="ko-KR" sz="2000" dirty="0">
              <a:latin typeface="+mn-ea"/>
            </a:endParaRPr>
          </a:p>
        </p:txBody>
      </p:sp>
      <p:sp>
        <p:nvSpPr>
          <p:cNvPr id="2355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DFECE0-ECBD-49B9-A039-FBF2BAB2B14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3557" name="Picture 3" descr="C:\Documents and Settings\Hanami\바탕 화면\운영체제\(강의교안)_그림파일_1장-13장\ch08_가상 메모리\ch08-22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92"/>
          <a:stretch>
            <a:fillRect/>
          </a:stretch>
        </p:blipFill>
        <p:spPr bwMode="auto">
          <a:xfrm>
            <a:off x="1500188" y="4071938"/>
            <a:ext cx="6096000" cy="152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095A917A-397E-F56F-6BF8-F2628B5F59E2}"/>
                  </a:ext>
                </a:extLst>
              </p14:cNvPr>
              <p14:cNvContentPartPr/>
              <p14:nvPr/>
            </p14:nvContentPartPr>
            <p14:xfrm>
              <a:off x="958080" y="897600"/>
              <a:ext cx="1197360" cy="406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095A917A-397E-F56F-6BF8-F2628B5F59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2080" y="825600"/>
                <a:ext cx="12690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8E67D57-8FB9-0BEF-9736-6356E6C33802}"/>
                  </a:ext>
                </a:extLst>
              </p14:cNvPr>
              <p14:cNvContentPartPr/>
              <p14:nvPr/>
            </p14:nvContentPartPr>
            <p14:xfrm>
              <a:off x="1077600" y="3002520"/>
              <a:ext cx="2977200" cy="543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8E67D57-8FB9-0BEF-9736-6356E6C338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1600" y="2930520"/>
                <a:ext cx="30488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D64D39FE-7224-7DC0-39D7-03A35A2EDEC1}"/>
                  </a:ext>
                </a:extLst>
              </p14:cNvPr>
              <p14:cNvContentPartPr/>
              <p14:nvPr/>
            </p14:nvContentPartPr>
            <p14:xfrm>
              <a:off x="6780720" y="4395720"/>
              <a:ext cx="282600" cy="3708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D64D39FE-7224-7DC0-39D7-03A35A2EDE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45080" y="4323720"/>
                <a:ext cx="3542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5B467589-171B-E16B-53D0-CE73C57F51CB}"/>
                  </a:ext>
                </a:extLst>
              </p14:cNvPr>
              <p14:cNvContentPartPr/>
              <p14:nvPr/>
            </p14:nvContentPartPr>
            <p14:xfrm>
              <a:off x="2977680" y="4394640"/>
              <a:ext cx="267120" cy="270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5B467589-171B-E16B-53D0-CE73C57F51C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41680" y="4322640"/>
                <a:ext cx="33876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4A509098-F0A5-9417-A9E7-557B6AD6FA15}"/>
                  </a:ext>
                </a:extLst>
              </p14:cNvPr>
              <p14:cNvContentPartPr/>
              <p14:nvPr/>
            </p14:nvContentPartPr>
            <p14:xfrm>
              <a:off x="5685240" y="4399680"/>
              <a:ext cx="291960" cy="572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4A509098-F0A5-9417-A9E7-557B6AD6FA1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49600" y="4327680"/>
                <a:ext cx="3636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67054CE8-D6EC-D721-A9E0-B09284932969}"/>
                  </a:ext>
                </a:extLst>
              </p14:cNvPr>
              <p14:cNvContentPartPr/>
              <p14:nvPr/>
            </p14:nvContentPartPr>
            <p14:xfrm>
              <a:off x="2313840" y="4694520"/>
              <a:ext cx="296280" cy="2484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67054CE8-D6EC-D721-A9E0-B0928493296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77840" y="4622520"/>
                <a:ext cx="3679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22F4E624-8C29-66D6-FD44-6F4CE49F8425}"/>
                  </a:ext>
                </a:extLst>
              </p14:cNvPr>
              <p14:cNvContentPartPr/>
              <p14:nvPr/>
            </p14:nvContentPartPr>
            <p14:xfrm>
              <a:off x="2704440" y="4711440"/>
              <a:ext cx="238680" cy="3672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22F4E624-8C29-66D6-FD44-6F4CE49F842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68440" y="4639440"/>
                <a:ext cx="3103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CCECD2C3-5596-66E2-4230-2B03DF46645C}"/>
                  </a:ext>
                </a:extLst>
              </p14:cNvPr>
              <p14:cNvContentPartPr/>
              <p14:nvPr/>
            </p14:nvContentPartPr>
            <p14:xfrm>
              <a:off x="2655840" y="4413360"/>
              <a:ext cx="214560" cy="2988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CCECD2C3-5596-66E2-4230-2B03DF46645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19840" y="4341360"/>
                <a:ext cx="2862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27DC4884-CC51-7B1D-4A56-CF2F1D4382C5}"/>
                  </a:ext>
                </a:extLst>
              </p14:cNvPr>
              <p14:cNvContentPartPr/>
              <p14:nvPr/>
            </p14:nvContentPartPr>
            <p14:xfrm>
              <a:off x="710400" y="2187480"/>
              <a:ext cx="6081480" cy="12492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27DC4884-CC51-7B1D-4A56-CF2F1D4382C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4760" y="2115480"/>
                <a:ext cx="6153120" cy="26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7901A0-DAFB-0DC6-C592-DAF420B1095A}"/>
              </a:ext>
            </a:extLst>
          </p:cNvPr>
          <p:cNvGrpSpPr/>
          <p:nvPr/>
        </p:nvGrpSpPr>
        <p:grpSpPr>
          <a:xfrm>
            <a:off x="7015440" y="5547000"/>
            <a:ext cx="1559880" cy="411120"/>
            <a:chOff x="7015440" y="5547000"/>
            <a:chExt cx="1559880" cy="41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398550E-216C-94B4-61A1-02711DC1338E}"/>
                    </a:ext>
                  </a:extLst>
                </p14:cNvPr>
                <p14:cNvContentPartPr/>
                <p14:nvPr/>
              </p14:nvContentPartPr>
              <p14:xfrm>
                <a:off x="7015440" y="5547000"/>
                <a:ext cx="138240" cy="3016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398550E-216C-94B4-61A1-02711DC1338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06440" y="5538360"/>
                  <a:ext cx="1558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7FE1AB9-9D05-8771-7F64-06F1B41935AA}"/>
                    </a:ext>
                  </a:extLst>
                </p14:cNvPr>
                <p14:cNvContentPartPr/>
                <p14:nvPr/>
              </p14:nvContentPartPr>
              <p14:xfrm>
                <a:off x="7203360" y="5618640"/>
                <a:ext cx="119880" cy="1497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7FE1AB9-9D05-8771-7F64-06F1B41935A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94720" y="5609640"/>
                  <a:ext cx="137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3A89C62-DFC8-54DC-5383-4AFB03F7E8C3}"/>
                    </a:ext>
                  </a:extLst>
                </p14:cNvPr>
                <p14:cNvContentPartPr/>
                <p14:nvPr/>
              </p14:nvContentPartPr>
              <p14:xfrm>
                <a:off x="7245840" y="5675520"/>
                <a:ext cx="163440" cy="241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3A89C62-DFC8-54DC-5383-4AFB03F7E8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37200" y="5666880"/>
                  <a:ext cx="181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8922449-7862-7806-C1AC-660C9B313FE5}"/>
                    </a:ext>
                  </a:extLst>
                </p14:cNvPr>
                <p14:cNvContentPartPr/>
                <p14:nvPr/>
              </p14:nvContentPartPr>
              <p14:xfrm>
                <a:off x="7416840" y="5587320"/>
                <a:ext cx="40320" cy="2080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8922449-7862-7806-C1AC-660C9B313FE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08200" y="5578680"/>
                  <a:ext cx="57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DBE6A63-C003-1D09-354E-08BD00CBBBF4}"/>
                    </a:ext>
                  </a:extLst>
                </p14:cNvPr>
                <p14:cNvContentPartPr/>
                <p14:nvPr/>
              </p14:nvContentPartPr>
              <p14:xfrm>
                <a:off x="7352760" y="5784960"/>
                <a:ext cx="109800" cy="979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DBE6A63-C003-1D09-354E-08BD00CBBBF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44120" y="5775960"/>
                  <a:ext cx="1274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BB651986-8863-7B0D-6AAD-4D1B4F8D8488}"/>
                    </a:ext>
                  </a:extLst>
                </p14:cNvPr>
                <p14:cNvContentPartPr/>
                <p14:nvPr/>
              </p14:nvContentPartPr>
              <p14:xfrm>
                <a:off x="7562280" y="5641680"/>
                <a:ext cx="227160" cy="1591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BB651986-8863-7B0D-6AAD-4D1B4F8D848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53280" y="5633040"/>
                  <a:ext cx="244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60C0C6B5-C975-70DE-583E-34FB52FB7EAB}"/>
                    </a:ext>
                  </a:extLst>
                </p14:cNvPr>
                <p14:cNvContentPartPr/>
                <p14:nvPr/>
              </p14:nvContentPartPr>
              <p14:xfrm>
                <a:off x="7957560" y="5592360"/>
                <a:ext cx="74880" cy="1962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60C0C6B5-C975-70DE-583E-34FB52FB7EA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48920" y="5583360"/>
                  <a:ext cx="925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0C86918-F12B-50D9-FC1D-B0DF80B353A5}"/>
                    </a:ext>
                  </a:extLst>
                </p14:cNvPr>
                <p14:cNvContentPartPr/>
                <p14:nvPr/>
              </p14:nvContentPartPr>
              <p14:xfrm>
                <a:off x="7996800" y="5672280"/>
                <a:ext cx="61560" cy="936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0C86918-F12B-50D9-FC1D-B0DF80B353A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88160" y="5663280"/>
                  <a:ext cx="79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0CB97A67-95F0-36D4-150C-0976E1542EE5}"/>
                    </a:ext>
                  </a:extLst>
                </p14:cNvPr>
                <p14:cNvContentPartPr/>
                <p14:nvPr/>
              </p14:nvContentPartPr>
              <p14:xfrm>
                <a:off x="8006520" y="5619000"/>
                <a:ext cx="141480" cy="1540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0CB97A67-95F0-36D4-150C-0976E1542EE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97880" y="5610360"/>
                  <a:ext cx="1591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0FE2B6A-E6B6-7E75-C032-40B18FDD8700}"/>
                    </a:ext>
                  </a:extLst>
                </p14:cNvPr>
                <p14:cNvContentPartPr/>
                <p14:nvPr/>
              </p14:nvContentPartPr>
              <p14:xfrm>
                <a:off x="8074200" y="5824560"/>
                <a:ext cx="81360" cy="583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0FE2B6A-E6B6-7E75-C032-40B18FDD87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65560" y="5815920"/>
                  <a:ext cx="99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E8E67622-C790-F4EE-8F31-34EE2EF25B74}"/>
                    </a:ext>
                  </a:extLst>
                </p14:cNvPr>
                <p14:cNvContentPartPr/>
                <p14:nvPr/>
              </p14:nvContentPartPr>
              <p14:xfrm>
                <a:off x="8221080" y="5646000"/>
                <a:ext cx="89280" cy="723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E8E67622-C790-F4EE-8F31-34EE2EF25B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12440" y="5637360"/>
                  <a:ext cx="106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6F5BD09-8516-1117-D7CD-F686BCBCC461}"/>
                    </a:ext>
                  </a:extLst>
                </p14:cNvPr>
                <p14:cNvContentPartPr/>
                <p14:nvPr/>
              </p14:nvContentPartPr>
              <p14:xfrm>
                <a:off x="8189400" y="5748600"/>
                <a:ext cx="149400" cy="262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6F5BD09-8516-1117-D7CD-F686BCBCC46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80400" y="5739600"/>
                  <a:ext cx="167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FA789484-CEFA-F173-67E1-7A3C279423D8}"/>
                    </a:ext>
                  </a:extLst>
                </p14:cNvPr>
                <p14:cNvContentPartPr/>
                <p14:nvPr/>
              </p14:nvContentPartPr>
              <p14:xfrm>
                <a:off x="8248080" y="5825280"/>
                <a:ext cx="56880" cy="709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FA789484-CEFA-F173-67E1-7A3C279423D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39080" y="5816640"/>
                  <a:ext cx="74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8B143C9C-17FE-9326-F5F1-462BF4D23ED6}"/>
                    </a:ext>
                  </a:extLst>
                </p14:cNvPr>
                <p14:cNvContentPartPr/>
                <p14:nvPr/>
              </p14:nvContentPartPr>
              <p14:xfrm>
                <a:off x="8469480" y="5584800"/>
                <a:ext cx="29880" cy="3733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8B143C9C-17FE-9326-F5F1-462BF4D23E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60840" y="5575800"/>
                  <a:ext cx="475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CE201193-BB98-D7F0-F017-87F5FDC4AB36}"/>
                    </a:ext>
                  </a:extLst>
                </p14:cNvPr>
                <p14:cNvContentPartPr/>
                <p14:nvPr/>
              </p14:nvContentPartPr>
              <p14:xfrm>
                <a:off x="8356080" y="5576160"/>
                <a:ext cx="219240" cy="12924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CE201193-BB98-D7F0-F017-87F5FDC4AB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47440" y="5567160"/>
                  <a:ext cx="236880" cy="146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357188"/>
            <a:ext cx="8643938" cy="1171575"/>
          </a:xfrm>
          <a:noFill/>
        </p:spPr>
        <p:txBody>
          <a:bodyPr lIns="92075" tIns="46038" rIns="92075" bIns="46038"/>
          <a:lstStyle/>
          <a:p>
            <a:r>
              <a:rPr lang="en-US" altLang="ko-KR" sz="4000"/>
              <a:t>LRU</a:t>
            </a:r>
            <a:r>
              <a:rPr lang="en-US" altLang="ko-KR" sz="3600"/>
              <a:t>(Least Recently Used) </a:t>
            </a:r>
            <a:r>
              <a:rPr lang="ko-KR" altLang="en-US" sz="4000"/>
              <a:t>알고리즘</a:t>
            </a:r>
            <a:endParaRPr lang="ko-KR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785938"/>
            <a:ext cx="8715375" cy="4500562"/>
          </a:xfrm>
        </p:spPr>
        <p:txBody>
          <a:bodyPr lIns="92075" tIns="46038" rIns="92075" bIns="46038"/>
          <a:lstStyle/>
          <a:p>
            <a:pPr marL="342900" lvl="1" indent="-342900">
              <a:buSzTx/>
              <a:buFont typeface="Wingdings" panose="05000000000000000000" pitchFamily="2" charset="2"/>
              <a:buChar char="q"/>
              <a:defRPr/>
            </a:pPr>
            <a:r>
              <a:rPr lang="ko-KR" altLang="en-US" dirty="0">
                <a:latin typeface="+mn-ea"/>
              </a:rPr>
              <a:t>가장 오랫동안 사용하지 않은 페이지 교체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가까운 미래의 근사값으로 가장 최근의 과거를 사용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kumimoji="0" lang="ko-KR" altLang="en-US" sz="2000" dirty="0">
                <a:solidFill>
                  <a:schemeClr val="accent2"/>
                </a:solidFill>
                <a:latin typeface="+mn-ea"/>
              </a:rPr>
              <a:t>마지막 사용 시간을 기록하기 위해 하드웨어 지원이 필요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560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22B82F-8172-4282-9733-6EA36EEEB48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5605" name="Picture 2" descr="C:\Documents and Settings\Hanami\바탕 화면\운영체제\(강의교안)_그림파일_1장-13장\ch08_가상 메모리\ch08-23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56"/>
          <a:stretch>
            <a:fillRect/>
          </a:stretch>
        </p:blipFill>
        <p:spPr bwMode="auto">
          <a:xfrm>
            <a:off x="1428750" y="3786188"/>
            <a:ext cx="6605588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1AF65308-26C7-12BF-81AB-587DAA1E83D4}"/>
                  </a:ext>
                </a:extLst>
              </p14:cNvPr>
              <p14:cNvContentPartPr/>
              <p14:nvPr/>
            </p14:nvContentPartPr>
            <p14:xfrm>
              <a:off x="1032960" y="2404560"/>
              <a:ext cx="5886360" cy="727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1AF65308-26C7-12BF-81AB-587DAA1E83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6960" y="2332920"/>
                <a:ext cx="595800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7701A1A0-29F8-46CF-7147-7F83FADE041D}"/>
                  </a:ext>
                </a:extLst>
              </p14:cNvPr>
              <p14:cNvContentPartPr/>
              <p14:nvPr/>
            </p14:nvContentPartPr>
            <p14:xfrm>
              <a:off x="585840" y="926040"/>
              <a:ext cx="1103760" cy="6228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7701A1A0-29F8-46CF-7147-7F83FADE04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9840" y="854400"/>
                <a:ext cx="1175400" cy="20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428750"/>
            <a:ext cx="8643938" cy="2643188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en-US" altLang="ko-KR" sz="2400" dirty="0">
                <a:latin typeface="+mn-ea"/>
              </a:rPr>
              <a:t>LRU </a:t>
            </a:r>
            <a:r>
              <a:rPr lang="ko-KR" altLang="en-US" sz="2400" dirty="0">
                <a:latin typeface="+mn-ea"/>
              </a:rPr>
              <a:t>교체 알고리즘의 구현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계수기의 사용</a:t>
            </a:r>
          </a:p>
          <a:p>
            <a:pPr lvl="2">
              <a:defRPr/>
            </a:pPr>
            <a:r>
              <a:rPr lang="en-US" altLang="ko-KR" sz="1800" dirty="0">
                <a:latin typeface="+mn-ea"/>
              </a:rPr>
              <a:t>CPU</a:t>
            </a:r>
            <a:r>
              <a:rPr lang="ko-KR" altLang="en-US" sz="1800" dirty="0">
                <a:latin typeface="+mn-ea"/>
              </a:rPr>
              <a:t>에 논리 시계나 계수기 추가</a:t>
            </a:r>
            <a:endParaRPr lang="en-US" altLang="ko-KR" sz="1800" dirty="0">
              <a:latin typeface="+mn-ea"/>
            </a:endParaRP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각 페이지 테이블 항목과 사용 시간 레지스터를 연관</a:t>
            </a:r>
            <a:endParaRPr lang="en-US" altLang="ko-KR" sz="1800" dirty="0">
              <a:latin typeface="+mn-ea"/>
            </a:endParaRPr>
          </a:p>
          <a:p>
            <a:pPr lvl="2">
              <a:defRPr/>
            </a:pPr>
            <a:endParaRPr lang="ko-KR" altLang="en-US" sz="18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 err="1">
                <a:latin typeface="+mn-ea"/>
              </a:rPr>
              <a:t>스택의</a:t>
            </a:r>
            <a:r>
              <a:rPr lang="ko-KR" altLang="en-US" sz="2000" dirty="0">
                <a:latin typeface="+mn-ea"/>
              </a:rPr>
              <a:t> 사용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페이지 번호의 </a:t>
            </a:r>
            <a:r>
              <a:rPr lang="ko-KR" altLang="en-US" sz="1800" dirty="0" err="1">
                <a:latin typeface="+mn-ea"/>
              </a:rPr>
              <a:t>스택을</a:t>
            </a:r>
            <a:r>
              <a:rPr lang="ko-KR" altLang="en-US" sz="1800" dirty="0">
                <a:latin typeface="+mn-ea"/>
              </a:rPr>
              <a:t> 유지</a:t>
            </a:r>
          </a:p>
        </p:txBody>
      </p:sp>
      <p:sp>
        <p:nvSpPr>
          <p:cNvPr id="2765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14E4F2-9303-44DF-8332-C59C8430AD0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7652" name="Picture 2" descr="C:\Documents and Settings\Hanami\바탕 화면\운영체제\(강의교안)_그림파일_1장-13장\ch08_가상 메모리\ch08-24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79"/>
          <a:stretch>
            <a:fillRect/>
          </a:stretch>
        </p:blipFill>
        <p:spPr bwMode="auto">
          <a:xfrm>
            <a:off x="2428875" y="4071938"/>
            <a:ext cx="4524375" cy="213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8724C11C-D08B-B483-2D74-BFA0A322B1C1}"/>
                  </a:ext>
                </a:extLst>
              </p14:cNvPr>
              <p14:cNvContentPartPr/>
              <p14:nvPr/>
            </p14:nvContentPartPr>
            <p14:xfrm>
              <a:off x="1081920" y="2057520"/>
              <a:ext cx="796680" cy="432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8724C11C-D08B-B483-2D74-BFA0A322B1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5920" y="1985520"/>
                <a:ext cx="8683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BE8D465E-3BEF-FD60-20CF-293BC3F23BA9}"/>
                  </a:ext>
                </a:extLst>
              </p14:cNvPr>
              <p14:cNvContentPartPr/>
              <p14:nvPr/>
            </p14:nvContentPartPr>
            <p14:xfrm>
              <a:off x="1080480" y="3416520"/>
              <a:ext cx="582120" cy="352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BE8D465E-3BEF-FD60-20CF-293BC3F23B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4840" y="3344880"/>
                <a:ext cx="653760" cy="17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7188"/>
            <a:ext cx="7848600" cy="914400"/>
          </a:xfrm>
          <a:noFill/>
        </p:spPr>
        <p:txBody>
          <a:bodyPr lIns="92075" tIns="46038" rIns="92075" bIns="46038"/>
          <a:lstStyle/>
          <a:p>
            <a:r>
              <a:rPr lang="en-US" altLang="ko-KR"/>
              <a:t>LRU </a:t>
            </a:r>
            <a:r>
              <a:rPr lang="ko-KR" altLang="en-US"/>
              <a:t>근접 알고리즘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1500188"/>
            <a:ext cx="9001125" cy="4438650"/>
          </a:xfrm>
        </p:spPr>
        <p:txBody>
          <a:bodyPr lIns="92075" tIns="46038" rIns="92075" bIns="46038"/>
          <a:lstStyle/>
          <a:p>
            <a:pPr>
              <a:spcAft>
                <a:spcPts val="300"/>
              </a:spcAft>
              <a:defRPr/>
            </a:pPr>
            <a:r>
              <a:rPr lang="ko-KR" altLang="en-US" dirty="0">
                <a:latin typeface="+mn-ea"/>
              </a:rPr>
              <a:t> 부가된 참조비트 알고리즘</a:t>
            </a:r>
            <a:endParaRPr lang="en-US" altLang="ko-KR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각 페이지에 </a:t>
            </a:r>
            <a:r>
              <a:rPr lang="en-US" altLang="ko-KR" sz="2000" dirty="0">
                <a:latin typeface="+mn-ea"/>
              </a:rPr>
              <a:t>8</a:t>
            </a:r>
            <a:r>
              <a:rPr lang="en-US" altLang="ko-KR" sz="2000" b="1" dirty="0">
                <a:latin typeface="+mn-ea"/>
              </a:rPr>
              <a:t>bit</a:t>
            </a:r>
            <a:r>
              <a:rPr lang="en-US" altLang="ko-KR" sz="2000" dirty="0">
                <a:latin typeface="+mn-ea"/>
              </a:rPr>
              <a:t>(1</a:t>
            </a:r>
            <a:r>
              <a:rPr lang="en-US" altLang="ko-KR" sz="2000" b="1" dirty="0">
                <a:latin typeface="+mn-ea"/>
              </a:rPr>
              <a:t>byte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의 참조 비트를 기록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참조비트</a:t>
            </a:r>
            <a:r>
              <a:rPr lang="en-US" altLang="ko-KR" sz="2000" dirty="0">
                <a:latin typeface="+mn-ea"/>
              </a:rPr>
              <a:t>(1)</a:t>
            </a:r>
            <a:r>
              <a:rPr lang="ko-KR" altLang="en-US" sz="2000" dirty="0">
                <a:latin typeface="+mn-ea"/>
              </a:rPr>
              <a:t>를 최상위 </a:t>
            </a:r>
            <a:r>
              <a:rPr lang="en-US" altLang="ko-KR" sz="2000" b="1" dirty="0">
                <a:latin typeface="+mn-ea"/>
              </a:rPr>
              <a:t>bit</a:t>
            </a:r>
            <a:r>
              <a:rPr lang="ko-KR" altLang="en-US" sz="2000" dirty="0">
                <a:latin typeface="+mn-ea"/>
              </a:rPr>
              <a:t>로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삽입하고 한 비트씩 오른쪽으로 이동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최근 </a:t>
            </a:r>
            <a:r>
              <a:rPr lang="en-US" altLang="ko-KR" sz="2000" dirty="0">
                <a:latin typeface="+mn-ea"/>
              </a:rPr>
              <a:t>8</a:t>
            </a:r>
            <a:r>
              <a:rPr lang="ko-KR" altLang="en-US" sz="2000" dirty="0">
                <a:latin typeface="+mn-ea"/>
              </a:rPr>
              <a:t>번의 기간 동안 페이지 사용의 기록 정보를 유지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en-US" altLang="ko-KR" sz="1800" b="1" dirty="0">
                <a:latin typeface="+mn-ea"/>
              </a:rPr>
              <a:t>Shift Register</a:t>
            </a:r>
            <a:r>
              <a:rPr lang="ko-KR" altLang="en-US" sz="1800" dirty="0">
                <a:latin typeface="+mn-ea"/>
              </a:rPr>
              <a:t>의 값 </a:t>
            </a:r>
            <a:r>
              <a:rPr lang="en-US" altLang="ko-KR" sz="1800" dirty="0">
                <a:latin typeface="+mn-ea"/>
              </a:rPr>
              <a:t>‘00000000’: 8</a:t>
            </a:r>
            <a:r>
              <a:rPr lang="ko-KR" altLang="en-US" sz="1800" dirty="0">
                <a:latin typeface="+mn-ea"/>
              </a:rPr>
              <a:t>번의 기간 동안 한 번도 사용되지 않음</a:t>
            </a:r>
            <a:endParaRPr lang="en-US" altLang="ko-KR" sz="18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en-US" altLang="ko-KR" sz="1800" dirty="0">
                <a:latin typeface="+mn-ea"/>
              </a:rPr>
              <a:t>‘11000100(196</a:t>
            </a:r>
            <a:r>
              <a:rPr lang="en-US" altLang="ko-KR" sz="1800" baseline="-25000" dirty="0">
                <a:latin typeface="+mn-ea"/>
              </a:rPr>
              <a:t>10</a:t>
            </a:r>
            <a:r>
              <a:rPr lang="en-US" altLang="ko-KR" sz="1800" dirty="0">
                <a:latin typeface="+mn-ea"/>
              </a:rPr>
              <a:t>)’</a:t>
            </a:r>
            <a:r>
              <a:rPr lang="ko-KR" altLang="en-US" sz="1800" dirty="0">
                <a:latin typeface="+mn-ea"/>
              </a:rPr>
              <a:t>은</a:t>
            </a:r>
            <a:r>
              <a:rPr lang="en-US" altLang="ko-KR" sz="1800" dirty="0">
                <a:latin typeface="+mn-ea"/>
              </a:rPr>
              <a:t> ‘01110111(119</a:t>
            </a:r>
            <a:r>
              <a:rPr lang="en-US" altLang="ko-KR" sz="1800" baseline="-25000" dirty="0">
                <a:latin typeface="+mn-ea"/>
              </a:rPr>
              <a:t>10</a:t>
            </a:r>
            <a:r>
              <a:rPr lang="en-US" altLang="ko-KR" sz="1800" dirty="0">
                <a:latin typeface="+mn-ea"/>
              </a:rPr>
              <a:t>)’</a:t>
            </a:r>
            <a:r>
              <a:rPr lang="ko-KR" altLang="en-US" sz="1800" dirty="0">
                <a:latin typeface="+mn-ea"/>
              </a:rPr>
              <a:t>보다 최근 사용을 의미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200" dirty="0">
                <a:latin typeface="+mn-ea"/>
              </a:rPr>
              <a:t>동일한 최소값 페이지들은 모두 교체하거나 </a:t>
            </a:r>
            <a:r>
              <a:rPr lang="en-US" altLang="ko-KR" sz="2200" dirty="0">
                <a:latin typeface="+mn-ea"/>
              </a:rPr>
              <a:t>FIFO </a:t>
            </a:r>
            <a:r>
              <a:rPr lang="ko-KR" altLang="en-US" sz="2200" dirty="0">
                <a:latin typeface="+mn-ea"/>
              </a:rPr>
              <a:t>적용</a:t>
            </a:r>
            <a:endParaRPr lang="en-US" altLang="ko-KR" sz="22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endParaRPr lang="ko-KR" altLang="en-US" dirty="0">
              <a:latin typeface="+mn-ea"/>
            </a:endParaRPr>
          </a:p>
          <a:p>
            <a:pPr lvl="1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2970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05089F-88D3-474A-BC89-6A7109D271F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9701" name="Picture 2" descr="C:\Documents and Settings\Hanami\바탕 화면\운영체제\(강의교안)_그림파일_1장-13장\ch08_가상 메모리\ch08-25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33"/>
          <a:stretch>
            <a:fillRect/>
          </a:stretch>
        </p:blipFill>
        <p:spPr bwMode="auto">
          <a:xfrm>
            <a:off x="2286000" y="4572000"/>
            <a:ext cx="416718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9E4169C1-3C43-C657-663A-DAFD54039420}"/>
                  </a:ext>
                </a:extLst>
              </p14:cNvPr>
              <p14:cNvContentPartPr/>
              <p14:nvPr/>
            </p14:nvContentPartPr>
            <p14:xfrm>
              <a:off x="6502440" y="3926280"/>
              <a:ext cx="1588320" cy="7916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9E4169C1-3C43-C657-663A-DAFD540394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93440" y="3917280"/>
                <a:ext cx="1605960" cy="80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941" name="그룹 39940">
            <a:extLst>
              <a:ext uri="{FF2B5EF4-FFF2-40B4-BE49-F238E27FC236}">
                <a16:creationId xmlns:a16="http://schemas.microsoft.com/office/drawing/2014/main" id="{C8C2C727-7B19-E508-A793-8C3798F24A3B}"/>
              </a:ext>
            </a:extLst>
          </p:cNvPr>
          <p:cNvGrpSpPr/>
          <p:nvPr/>
        </p:nvGrpSpPr>
        <p:grpSpPr>
          <a:xfrm>
            <a:off x="6850200" y="4871640"/>
            <a:ext cx="2032200" cy="294120"/>
            <a:chOff x="6850200" y="4871640"/>
            <a:chExt cx="203220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8C15B026-5D96-A486-F8CD-5543E43E124C}"/>
                    </a:ext>
                  </a:extLst>
                </p14:cNvPr>
                <p14:cNvContentPartPr/>
                <p14:nvPr/>
              </p14:nvContentPartPr>
              <p14:xfrm>
                <a:off x="6850200" y="4871640"/>
                <a:ext cx="93600" cy="2145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8C15B026-5D96-A486-F8CD-5543E43E12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41200" y="4862640"/>
                  <a:ext cx="111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C62D66B-7437-EB24-76ED-9AA67BE54E65}"/>
                    </a:ext>
                  </a:extLst>
                </p14:cNvPr>
                <p14:cNvContentPartPr/>
                <p14:nvPr/>
              </p14:nvContentPartPr>
              <p14:xfrm>
                <a:off x="6909960" y="4977840"/>
                <a:ext cx="77760" cy="302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C62D66B-7437-EB24-76ED-9AA67BE54E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01320" y="4968840"/>
                  <a:ext cx="95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86DEF99D-25F0-9D2D-EF2E-BA5849600086}"/>
                    </a:ext>
                  </a:extLst>
                </p14:cNvPr>
                <p14:cNvContentPartPr/>
                <p14:nvPr/>
              </p14:nvContentPartPr>
              <p14:xfrm>
                <a:off x="6994920" y="4933920"/>
                <a:ext cx="16920" cy="1580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86DEF99D-25F0-9D2D-EF2E-BA58496000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86280" y="4925280"/>
                  <a:ext cx="345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F501DB7-76F9-BEC2-0049-F1B4F1E1F5F8}"/>
                    </a:ext>
                  </a:extLst>
                </p14:cNvPr>
                <p14:cNvContentPartPr/>
                <p14:nvPr/>
              </p14:nvContentPartPr>
              <p14:xfrm>
                <a:off x="7192920" y="4875240"/>
                <a:ext cx="70200" cy="626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F501DB7-76F9-BEC2-0049-F1B4F1E1F5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84280" y="4866240"/>
                  <a:ext cx="878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B6F93A52-E05A-6549-FFF2-F4C2317BF882}"/>
                    </a:ext>
                  </a:extLst>
                </p14:cNvPr>
                <p14:cNvContentPartPr/>
                <p14:nvPr/>
              </p14:nvContentPartPr>
              <p14:xfrm>
                <a:off x="7180320" y="4902600"/>
                <a:ext cx="139320" cy="1497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B6F93A52-E05A-6549-FFF2-F4C2317BF8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71320" y="4893960"/>
                  <a:ext cx="156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FDEAFF6-542B-5C3D-349F-F4960E84F9E6}"/>
                    </a:ext>
                  </a:extLst>
                </p14:cNvPr>
                <p14:cNvContentPartPr/>
                <p14:nvPr/>
              </p14:nvContentPartPr>
              <p14:xfrm>
                <a:off x="7339440" y="4909440"/>
                <a:ext cx="6840" cy="1386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FDEAFF6-542B-5C3D-349F-F4960E84F9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30440" y="4900800"/>
                  <a:ext cx="24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BB6CA51-C6AF-40D6-C3BD-359788433AF3}"/>
                    </a:ext>
                  </a:extLst>
                </p14:cNvPr>
                <p14:cNvContentPartPr/>
                <p14:nvPr/>
              </p14:nvContentPartPr>
              <p14:xfrm>
                <a:off x="7281840" y="5063160"/>
                <a:ext cx="93960" cy="788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BB6CA51-C6AF-40D6-C3BD-359788433A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72840" y="5054520"/>
                  <a:ext cx="1116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4795C9BC-86EE-E344-9EB2-22A65940C9F9}"/>
                    </a:ext>
                  </a:extLst>
                </p14:cNvPr>
                <p14:cNvContentPartPr/>
                <p14:nvPr/>
              </p14:nvContentPartPr>
              <p14:xfrm>
                <a:off x="7389480" y="4928160"/>
                <a:ext cx="82080" cy="824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4795C9BC-86EE-E344-9EB2-22A65940C9F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80840" y="4919160"/>
                  <a:ext cx="99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6C7373AD-98C4-3ABB-C0B2-0EA1380DA86F}"/>
                    </a:ext>
                  </a:extLst>
                </p14:cNvPr>
                <p14:cNvContentPartPr/>
                <p14:nvPr/>
              </p14:nvContentPartPr>
              <p14:xfrm>
                <a:off x="7459680" y="4934640"/>
                <a:ext cx="89280" cy="583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6C7373AD-98C4-3ABB-C0B2-0EA1380DA86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50680" y="4925640"/>
                  <a:ext cx="1069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F4966DF-1E85-34CB-DE7B-9084BC56E815}"/>
                    </a:ext>
                  </a:extLst>
                </p14:cNvPr>
                <p14:cNvContentPartPr/>
                <p14:nvPr/>
              </p14:nvContentPartPr>
              <p14:xfrm>
                <a:off x="7423680" y="4978560"/>
                <a:ext cx="116640" cy="838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F4966DF-1E85-34CB-DE7B-9084BC56E81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15040" y="4969560"/>
                  <a:ext cx="134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63F7180D-68C9-3B0A-3E27-D4E71E697D08}"/>
                    </a:ext>
                  </a:extLst>
                </p14:cNvPr>
                <p14:cNvContentPartPr/>
                <p14:nvPr/>
              </p14:nvContentPartPr>
              <p14:xfrm>
                <a:off x="7458600" y="5092680"/>
                <a:ext cx="99000" cy="662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63F7180D-68C9-3B0A-3E27-D4E71E697D0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49600" y="5083680"/>
                  <a:ext cx="116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22B5C41-F248-0127-3B2A-EB67DA6A8084}"/>
                    </a:ext>
                  </a:extLst>
                </p14:cNvPr>
                <p14:cNvContentPartPr/>
                <p14:nvPr/>
              </p14:nvContentPartPr>
              <p14:xfrm>
                <a:off x="7588920" y="5020680"/>
                <a:ext cx="53640" cy="666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22B5C41-F248-0127-3B2A-EB67DA6A808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79920" y="5012040"/>
                  <a:ext cx="71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C58A65A-CD1F-8EA5-0A34-92B3D9869733}"/>
                    </a:ext>
                  </a:extLst>
                </p14:cNvPr>
                <p14:cNvContentPartPr/>
                <p14:nvPr/>
              </p14:nvContentPartPr>
              <p14:xfrm>
                <a:off x="7612680" y="4979640"/>
                <a:ext cx="171000" cy="1861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C58A65A-CD1F-8EA5-0A34-92B3D98697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04040" y="4970640"/>
                  <a:ext cx="188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A06C339A-40A2-117C-393C-EFD1E74AAA8F}"/>
                    </a:ext>
                  </a:extLst>
                </p14:cNvPr>
                <p14:cNvContentPartPr/>
                <p14:nvPr/>
              </p14:nvContentPartPr>
              <p14:xfrm>
                <a:off x="7953240" y="4933920"/>
                <a:ext cx="27720" cy="2124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A06C339A-40A2-117C-393C-EFD1E74AAA8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44600" y="4925280"/>
                  <a:ext cx="45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0CE87659-FBFA-975E-773B-5FAE96927A20}"/>
                    </a:ext>
                  </a:extLst>
                </p14:cNvPr>
                <p14:cNvContentPartPr/>
                <p14:nvPr/>
              </p14:nvContentPartPr>
              <p14:xfrm>
                <a:off x="8054040" y="4982520"/>
                <a:ext cx="72000" cy="831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0CE87659-FBFA-975E-773B-5FAE96927A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045040" y="4973880"/>
                  <a:ext cx="896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B4BD6B0-B70A-914F-917B-5DA173376938}"/>
                    </a:ext>
                  </a:extLst>
                </p14:cNvPr>
                <p14:cNvContentPartPr/>
                <p14:nvPr/>
              </p14:nvContentPartPr>
              <p14:xfrm>
                <a:off x="8200200" y="4943280"/>
                <a:ext cx="27000" cy="1785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B4BD6B0-B70A-914F-917B-5DA17337693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91200" y="4934280"/>
                  <a:ext cx="446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361F4E86-4EE2-5DFB-25EF-AA1EEAFE70CD}"/>
                    </a:ext>
                  </a:extLst>
                </p14:cNvPr>
                <p14:cNvContentPartPr/>
                <p14:nvPr/>
              </p14:nvContentPartPr>
              <p14:xfrm>
                <a:off x="8367960" y="4931400"/>
                <a:ext cx="83160" cy="871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361F4E86-4EE2-5DFB-25EF-AA1EEAFE70C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59320" y="4922760"/>
                  <a:ext cx="100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B3A774E9-1535-2186-751E-C3A400F287AE}"/>
                    </a:ext>
                  </a:extLst>
                </p14:cNvPr>
                <p14:cNvContentPartPr/>
                <p14:nvPr/>
              </p14:nvContentPartPr>
              <p14:xfrm>
                <a:off x="8530320" y="4895760"/>
                <a:ext cx="22680" cy="1544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B3A774E9-1535-2186-751E-C3A400F287A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21320" y="4887120"/>
                  <a:ext cx="403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E5F11F5F-B344-51B8-4DB7-B6F98225518E}"/>
                    </a:ext>
                  </a:extLst>
                </p14:cNvPr>
                <p14:cNvContentPartPr/>
                <p14:nvPr/>
              </p14:nvContentPartPr>
              <p14:xfrm>
                <a:off x="8425560" y="5053440"/>
                <a:ext cx="100800" cy="939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E5F11F5F-B344-51B8-4DB7-B6F98225518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16560" y="5044800"/>
                  <a:ext cx="1184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1527EEAD-F5AC-9F19-9B31-3A582656C0CF}"/>
                    </a:ext>
                  </a:extLst>
                </p14:cNvPr>
                <p14:cNvContentPartPr/>
                <p14:nvPr/>
              </p14:nvContentPartPr>
              <p14:xfrm>
                <a:off x="8508000" y="5065680"/>
                <a:ext cx="102240" cy="4932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1527EEAD-F5AC-9F19-9B31-3A582656C0C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99360" y="5056680"/>
                  <a:ext cx="119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936" name="잉크 39935">
                  <a:extLst>
                    <a:ext uri="{FF2B5EF4-FFF2-40B4-BE49-F238E27FC236}">
                      <a16:creationId xmlns:a16="http://schemas.microsoft.com/office/drawing/2014/main" id="{C418D767-6DF6-02D0-BEC9-14CEF2669DD4}"/>
                    </a:ext>
                  </a:extLst>
                </p14:cNvPr>
                <p14:cNvContentPartPr/>
                <p14:nvPr/>
              </p14:nvContentPartPr>
              <p14:xfrm>
                <a:off x="8594040" y="4936800"/>
                <a:ext cx="114480" cy="104040"/>
              </p14:xfrm>
            </p:contentPart>
          </mc:Choice>
          <mc:Fallback>
            <p:pic>
              <p:nvPicPr>
                <p:cNvPr id="39936" name="잉크 39935">
                  <a:extLst>
                    <a:ext uri="{FF2B5EF4-FFF2-40B4-BE49-F238E27FC236}">
                      <a16:creationId xmlns:a16="http://schemas.microsoft.com/office/drawing/2014/main" id="{C418D767-6DF6-02D0-BEC9-14CEF2669D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85040" y="4927800"/>
                  <a:ext cx="132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937" name="잉크 39936">
                  <a:extLst>
                    <a:ext uri="{FF2B5EF4-FFF2-40B4-BE49-F238E27FC236}">
                      <a16:creationId xmlns:a16="http://schemas.microsoft.com/office/drawing/2014/main" id="{71454A57-2374-4DD2-CD21-466B1842ADE4}"/>
                    </a:ext>
                  </a:extLst>
                </p14:cNvPr>
                <p14:cNvContentPartPr/>
                <p14:nvPr/>
              </p14:nvContentPartPr>
              <p14:xfrm>
                <a:off x="8723280" y="4925640"/>
                <a:ext cx="21960" cy="196200"/>
              </p14:xfrm>
            </p:contentPart>
          </mc:Choice>
          <mc:Fallback>
            <p:pic>
              <p:nvPicPr>
                <p:cNvPr id="39937" name="잉크 39936">
                  <a:extLst>
                    <a:ext uri="{FF2B5EF4-FFF2-40B4-BE49-F238E27FC236}">
                      <a16:creationId xmlns:a16="http://schemas.microsoft.com/office/drawing/2014/main" id="{71454A57-2374-4DD2-CD21-466B1842AD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14280" y="4916640"/>
                  <a:ext cx="396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9938" name="잉크 39937">
                  <a:extLst>
                    <a:ext uri="{FF2B5EF4-FFF2-40B4-BE49-F238E27FC236}">
                      <a16:creationId xmlns:a16="http://schemas.microsoft.com/office/drawing/2014/main" id="{3A303B39-1CB6-395D-1BEC-7E83E07321B3}"/>
                    </a:ext>
                  </a:extLst>
                </p14:cNvPr>
                <p14:cNvContentPartPr/>
                <p14:nvPr/>
              </p14:nvContentPartPr>
              <p14:xfrm>
                <a:off x="8734800" y="4884960"/>
                <a:ext cx="140040" cy="164520"/>
              </p14:xfrm>
            </p:contentPart>
          </mc:Choice>
          <mc:Fallback>
            <p:pic>
              <p:nvPicPr>
                <p:cNvPr id="39938" name="잉크 39937">
                  <a:extLst>
                    <a:ext uri="{FF2B5EF4-FFF2-40B4-BE49-F238E27FC236}">
                      <a16:creationId xmlns:a16="http://schemas.microsoft.com/office/drawing/2014/main" id="{3A303B39-1CB6-395D-1BEC-7E83E07321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726160" y="4875960"/>
                  <a:ext cx="1576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940" name="잉크 39939">
                  <a:extLst>
                    <a:ext uri="{FF2B5EF4-FFF2-40B4-BE49-F238E27FC236}">
                      <a16:creationId xmlns:a16="http://schemas.microsoft.com/office/drawing/2014/main" id="{BFCBBAFB-8470-C1D2-59AA-3E79C0E463F5}"/>
                    </a:ext>
                  </a:extLst>
                </p14:cNvPr>
                <p14:cNvContentPartPr/>
                <p14:nvPr/>
              </p14:nvContentPartPr>
              <p14:xfrm>
                <a:off x="8859360" y="5104200"/>
                <a:ext cx="23040" cy="29520"/>
              </p14:xfrm>
            </p:contentPart>
          </mc:Choice>
          <mc:Fallback>
            <p:pic>
              <p:nvPicPr>
                <p:cNvPr id="39940" name="잉크 39939">
                  <a:extLst>
                    <a:ext uri="{FF2B5EF4-FFF2-40B4-BE49-F238E27FC236}">
                      <a16:creationId xmlns:a16="http://schemas.microsoft.com/office/drawing/2014/main" id="{BFCBBAFB-8470-C1D2-59AA-3E79C0E463F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50360" y="5095200"/>
                  <a:ext cx="4068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9942" name="잉크 39941">
                <a:extLst>
                  <a:ext uri="{FF2B5EF4-FFF2-40B4-BE49-F238E27FC236}">
                    <a16:creationId xmlns:a16="http://schemas.microsoft.com/office/drawing/2014/main" id="{9F4E6E9C-56CD-2871-5CB2-D3CD4DD45F73}"/>
                  </a:ext>
                </a:extLst>
              </p14:cNvPr>
              <p14:cNvContentPartPr/>
              <p14:nvPr/>
            </p14:nvContentPartPr>
            <p14:xfrm>
              <a:off x="1350120" y="3931680"/>
              <a:ext cx="295200" cy="37800"/>
            </p14:xfrm>
          </p:contentPart>
        </mc:Choice>
        <mc:Fallback>
          <p:pic>
            <p:nvPicPr>
              <p:cNvPr id="39942" name="잉크 39941">
                <a:extLst>
                  <a:ext uri="{FF2B5EF4-FFF2-40B4-BE49-F238E27FC236}">
                    <a16:creationId xmlns:a16="http://schemas.microsoft.com/office/drawing/2014/main" id="{9F4E6E9C-56CD-2871-5CB2-D3CD4DD45F7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341480" y="3922680"/>
                <a:ext cx="3128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9943" name="잉크 39942">
                <a:extLst>
                  <a:ext uri="{FF2B5EF4-FFF2-40B4-BE49-F238E27FC236}">
                    <a16:creationId xmlns:a16="http://schemas.microsoft.com/office/drawing/2014/main" id="{D8A41EC9-4ED0-4873-F733-CBAC60990E17}"/>
                  </a:ext>
                </a:extLst>
              </p14:cNvPr>
              <p14:cNvContentPartPr/>
              <p14:nvPr/>
            </p14:nvContentPartPr>
            <p14:xfrm>
              <a:off x="3584640" y="3935280"/>
              <a:ext cx="291240" cy="97200"/>
            </p14:xfrm>
          </p:contentPart>
        </mc:Choice>
        <mc:Fallback>
          <p:pic>
            <p:nvPicPr>
              <p:cNvPr id="39943" name="잉크 39942">
                <a:extLst>
                  <a:ext uri="{FF2B5EF4-FFF2-40B4-BE49-F238E27FC236}">
                    <a16:creationId xmlns:a16="http://schemas.microsoft.com/office/drawing/2014/main" id="{D8A41EC9-4ED0-4873-F733-CBAC60990E1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576000" y="3926280"/>
                <a:ext cx="3088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9944" name="잉크 39943">
                <a:extLst>
                  <a:ext uri="{FF2B5EF4-FFF2-40B4-BE49-F238E27FC236}">
                    <a16:creationId xmlns:a16="http://schemas.microsoft.com/office/drawing/2014/main" id="{0549E2A2-5D0C-F823-CDE8-87279C85D959}"/>
                  </a:ext>
                </a:extLst>
              </p14:cNvPr>
              <p14:cNvContentPartPr/>
              <p14:nvPr/>
            </p14:nvContentPartPr>
            <p14:xfrm>
              <a:off x="917040" y="3058680"/>
              <a:ext cx="1027800" cy="54360"/>
            </p14:xfrm>
          </p:contentPart>
        </mc:Choice>
        <mc:Fallback>
          <p:pic>
            <p:nvPicPr>
              <p:cNvPr id="39944" name="잉크 39943">
                <a:extLst>
                  <a:ext uri="{FF2B5EF4-FFF2-40B4-BE49-F238E27FC236}">
                    <a16:creationId xmlns:a16="http://schemas.microsoft.com/office/drawing/2014/main" id="{0549E2A2-5D0C-F823-CDE8-87279C85D95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81400" y="2987040"/>
                <a:ext cx="10994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9945" name="잉크 39944">
                <a:extLst>
                  <a:ext uri="{FF2B5EF4-FFF2-40B4-BE49-F238E27FC236}">
                    <a16:creationId xmlns:a16="http://schemas.microsoft.com/office/drawing/2014/main" id="{8B55D573-B4E3-294F-98A7-F36C4DB1013F}"/>
                  </a:ext>
                </a:extLst>
              </p14:cNvPr>
              <p14:cNvContentPartPr/>
              <p14:nvPr/>
            </p14:nvContentPartPr>
            <p14:xfrm>
              <a:off x="2296200" y="727320"/>
              <a:ext cx="2489400" cy="157320"/>
            </p14:xfrm>
          </p:contentPart>
        </mc:Choice>
        <mc:Fallback>
          <p:pic>
            <p:nvPicPr>
              <p:cNvPr id="39945" name="잉크 39944">
                <a:extLst>
                  <a:ext uri="{FF2B5EF4-FFF2-40B4-BE49-F238E27FC236}">
                    <a16:creationId xmlns:a16="http://schemas.microsoft.com/office/drawing/2014/main" id="{8B55D573-B4E3-294F-98A7-F36C4DB1013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260200" y="655680"/>
                <a:ext cx="2561040" cy="30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071563"/>
            <a:ext cx="8686800" cy="5321300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dirty="0">
                <a:latin typeface="+mn-ea"/>
              </a:rPr>
              <a:t>이차 기회 알고리즘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시계 알고리즘</a:t>
            </a:r>
            <a:endParaRPr lang="en-US" altLang="ko-KR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선입선출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>
                <a:latin typeface="+mn-ea"/>
                <a:cs typeface="Times New Roman" pitchFamily="18" charset="0"/>
              </a:rPr>
              <a:t>FIFO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대치 알고리즘을 기반으로 함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페이지 교체 시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참조비트가 </a:t>
            </a:r>
            <a:r>
              <a:rPr lang="en-US" altLang="ko-KR" sz="2000" dirty="0">
                <a:latin typeface="+mn-ea"/>
              </a:rPr>
              <a:t>0</a:t>
            </a:r>
            <a:r>
              <a:rPr lang="ko-KR" altLang="en-US" sz="2000" dirty="0">
                <a:latin typeface="+mn-ea"/>
              </a:rPr>
              <a:t>인 프레임을 찾기 위해 원형 버퍼 검색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 프레임의 참조비트가 </a:t>
            </a:r>
            <a:r>
              <a:rPr lang="en-US" altLang="ko-KR" sz="1800" dirty="0">
                <a:latin typeface="+mn-ea"/>
              </a:rPr>
              <a:t>‘1’</a:t>
            </a:r>
            <a:r>
              <a:rPr lang="ko-KR" altLang="en-US" sz="1800" dirty="0">
                <a:latin typeface="+mn-ea"/>
              </a:rPr>
              <a:t>이면 </a:t>
            </a:r>
            <a:r>
              <a:rPr lang="en-US" altLang="ko-KR" sz="1800" dirty="0">
                <a:latin typeface="+mn-ea"/>
              </a:rPr>
              <a:t>‘0’</a:t>
            </a:r>
            <a:r>
              <a:rPr lang="ko-KR" altLang="en-US" sz="1800" dirty="0">
                <a:latin typeface="+mn-ea"/>
              </a:rPr>
              <a:t>으로 수정</a:t>
            </a:r>
            <a:endParaRPr lang="en-US" altLang="ko-KR" sz="18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수정한 페이지에 </a:t>
            </a:r>
            <a:r>
              <a:rPr lang="en-US" altLang="ko-KR" sz="1800" dirty="0">
                <a:latin typeface="+mn-ea"/>
              </a:rPr>
              <a:t>2</a:t>
            </a:r>
            <a:r>
              <a:rPr lang="ko-KR" altLang="en-US" sz="1800" dirty="0">
                <a:latin typeface="+mn-ea"/>
              </a:rPr>
              <a:t>차적 기회를 주고 다음 검사 시까지 대치시키지 않음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모든 </a:t>
            </a:r>
            <a:r>
              <a:rPr lang="en-US" altLang="ko-KR" sz="2000" b="1" dirty="0">
                <a:latin typeface="+mn-ea"/>
              </a:rPr>
              <a:t>bit</a:t>
            </a:r>
            <a:r>
              <a:rPr lang="ko-KR" altLang="en-US" sz="2000" dirty="0">
                <a:latin typeface="+mn-ea"/>
              </a:rPr>
              <a:t>가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인 경우 선입선출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>
                <a:latin typeface="+mn-ea"/>
              </a:rPr>
              <a:t>FIFO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대치와 같아짐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ko-KR" altLang="en-US" sz="1700" dirty="0">
                <a:latin typeface="+mn-ea"/>
              </a:rPr>
              <a:t>    </a:t>
            </a:r>
            <a:endParaRPr lang="en-US" altLang="ko-KR" sz="1300" dirty="0"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31747" name="Picture 2" descr="C:\Documents and Settings\Hanami\바탕 화면\운영체제\(강의교안)_그림파일_1장-13장\ch08_가상 메모리\ch08-26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108"/>
          <a:stretch>
            <a:fillRect/>
          </a:stretch>
        </p:blipFill>
        <p:spPr bwMode="auto">
          <a:xfrm>
            <a:off x="2357438" y="3643313"/>
            <a:ext cx="358775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994EBA3-1FF9-4392-A0C1-D6C1D2E7E50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18E5EAEA-1548-E784-CC92-FAC17FA9CC76}"/>
                  </a:ext>
                </a:extLst>
              </p14:cNvPr>
              <p14:cNvContentPartPr/>
              <p14:nvPr/>
            </p14:nvContentPartPr>
            <p14:xfrm>
              <a:off x="3958680" y="1289280"/>
              <a:ext cx="669600" cy="1141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18E5EAEA-1548-E784-CC92-FAC17FA9CC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23040" y="1217280"/>
                <a:ext cx="74124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14D6D8CF-6433-6C17-9817-37A347D092E4}"/>
                  </a:ext>
                </a:extLst>
              </p14:cNvPr>
              <p14:cNvContentPartPr/>
              <p14:nvPr/>
            </p14:nvContentPartPr>
            <p14:xfrm>
              <a:off x="2076600" y="1780680"/>
              <a:ext cx="698040" cy="230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14D6D8CF-6433-6C17-9817-37A347D092E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40960" y="1709040"/>
                <a:ext cx="7696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90A46270-3812-7F9E-9D97-BD485B84B542}"/>
                  </a:ext>
                </a:extLst>
              </p14:cNvPr>
              <p14:cNvContentPartPr/>
              <p14:nvPr/>
            </p14:nvContentPartPr>
            <p14:xfrm>
              <a:off x="4814760" y="1774560"/>
              <a:ext cx="547920" cy="3852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90A46270-3812-7F9E-9D97-BD485B84B5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78760" y="1702920"/>
                <a:ext cx="6195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DE0C1FCB-B185-F7F1-93E8-BC991B118B74}"/>
                  </a:ext>
                </a:extLst>
              </p14:cNvPr>
              <p14:cNvContentPartPr/>
              <p14:nvPr/>
            </p14:nvContentPartPr>
            <p14:xfrm>
              <a:off x="1595280" y="3335520"/>
              <a:ext cx="1613520" cy="586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DE0C1FCB-B185-F7F1-93E8-BC991B118B7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59280" y="3263880"/>
                <a:ext cx="1685160" cy="20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428750"/>
            <a:ext cx="8686800" cy="4964113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dirty="0">
                <a:latin typeface="+mn-ea"/>
              </a:rPr>
              <a:t> 개선된 이차 기회 알고리즘</a:t>
            </a:r>
            <a:endParaRPr lang="en-US" altLang="ko-KR" dirty="0">
              <a:latin typeface="+mn-ea"/>
            </a:endParaRPr>
          </a:p>
          <a:p>
            <a:pPr marL="933450" lvl="1" indent="-533400">
              <a:lnSpc>
                <a:spcPct val="120000"/>
              </a:lnSpc>
              <a:defRPr/>
            </a:pPr>
            <a:r>
              <a:rPr lang="ko-KR" altLang="en-US" dirty="0">
                <a:latin typeface="+mn-ea"/>
              </a:rPr>
              <a:t>참조 비트와 오염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또는 </a:t>
            </a:r>
            <a:r>
              <a:rPr lang="en-US" altLang="ko-KR" dirty="0">
                <a:latin typeface="+mn-ea"/>
              </a:rPr>
              <a:t>modify) </a:t>
            </a:r>
            <a:r>
              <a:rPr lang="ko-KR" altLang="en-US" dirty="0">
                <a:latin typeface="+mn-ea"/>
              </a:rPr>
              <a:t>비트 사용</a:t>
            </a:r>
          </a:p>
          <a:p>
            <a:pPr marL="1257300" lvl="2" indent="-457200">
              <a:lnSpc>
                <a:spcPct val="120000"/>
              </a:lnSpc>
              <a:buSzPct val="100000"/>
              <a:buFontTx/>
              <a:buAutoNum type="arabicPeriod"/>
              <a:defRPr/>
            </a:pPr>
            <a:r>
              <a:rPr lang="en-US" altLang="ko-KR" dirty="0">
                <a:latin typeface="+mn-ea"/>
              </a:rPr>
              <a:t>(0, 0):	</a:t>
            </a:r>
            <a:r>
              <a:rPr lang="ko-KR" altLang="en-US" dirty="0">
                <a:latin typeface="+mn-ea"/>
              </a:rPr>
              <a:t>참조되지도 변경되지도 않은 것</a:t>
            </a:r>
          </a:p>
          <a:p>
            <a:pPr marL="1257300" lvl="2" indent="-457200">
              <a:lnSpc>
                <a:spcPct val="120000"/>
              </a:lnSpc>
              <a:buSzPct val="100000"/>
              <a:buFontTx/>
              <a:buAutoNum type="arabicPeriod"/>
              <a:defRPr/>
            </a:pPr>
            <a:r>
              <a:rPr lang="en-US" altLang="ko-KR" dirty="0">
                <a:latin typeface="+mn-ea"/>
              </a:rPr>
              <a:t>(0, 1):	</a:t>
            </a:r>
            <a:r>
              <a:rPr lang="ko-KR" altLang="en-US" dirty="0">
                <a:latin typeface="+mn-ea"/>
              </a:rPr>
              <a:t>최근에 참조되지 않았으나 변경된 것</a:t>
            </a:r>
          </a:p>
          <a:p>
            <a:pPr marL="1257300" lvl="2" indent="-457200">
              <a:lnSpc>
                <a:spcPct val="120000"/>
              </a:lnSpc>
              <a:buSzPct val="100000"/>
              <a:buFontTx/>
              <a:buAutoNum type="arabicPeriod"/>
              <a:defRPr/>
            </a:pPr>
            <a:r>
              <a:rPr lang="en-US" altLang="ko-KR" dirty="0">
                <a:latin typeface="+mn-ea"/>
              </a:rPr>
              <a:t>(1, 0):	</a:t>
            </a:r>
            <a:r>
              <a:rPr lang="ko-KR" altLang="en-US" dirty="0">
                <a:latin typeface="+mn-ea"/>
              </a:rPr>
              <a:t>참조되었으나 변경되지 않은 것</a:t>
            </a:r>
          </a:p>
          <a:p>
            <a:pPr marL="1257300" lvl="2" indent="-457200">
              <a:lnSpc>
                <a:spcPct val="120000"/>
              </a:lnSpc>
              <a:buSzPct val="100000"/>
              <a:buFontTx/>
              <a:buAutoNum type="arabicPeriod"/>
              <a:defRPr/>
            </a:pPr>
            <a:r>
              <a:rPr lang="en-US" altLang="ko-KR" dirty="0">
                <a:latin typeface="+mn-ea"/>
              </a:rPr>
              <a:t>(1, 1):	</a:t>
            </a:r>
            <a:r>
              <a:rPr lang="ko-KR" altLang="en-US" dirty="0">
                <a:latin typeface="+mn-ea"/>
              </a:rPr>
              <a:t>참조되고 변경된 것</a:t>
            </a:r>
          </a:p>
          <a:p>
            <a:pPr marL="914400" lvl="1" indent="-457200">
              <a:lnSpc>
                <a:spcPct val="120000"/>
              </a:lnSpc>
              <a:defRPr/>
            </a:pPr>
            <a:r>
              <a:rPr lang="ko-KR" altLang="en-US" dirty="0">
                <a:latin typeface="+mn-ea"/>
              </a:rPr>
              <a:t>등급의 번호가 낮은 페이지가 우선적으로 교체</a:t>
            </a: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2000" dirty="0"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buFontTx/>
              <a:buNone/>
              <a:defRPr/>
            </a:pPr>
            <a:r>
              <a:rPr lang="ko-KR" altLang="en-US" sz="1700" dirty="0">
                <a:latin typeface="+mn-ea"/>
              </a:rPr>
              <a:t>    </a:t>
            </a:r>
            <a:endParaRPr lang="en-US" altLang="ko-KR" sz="1300" dirty="0">
              <a:latin typeface="+mn-ea"/>
            </a:endParaRPr>
          </a:p>
        </p:txBody>
      </p:sp>
      <p:sp>
        <p:nvSpPr>
          <p:cNvPr id="33795" name="슬라이드 번호 개체 틀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19AC14C-6EFA-4007-8A82-F16A6A76AA57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345F237C-26A2-0C2E-DFCB-D8708C6F3A14}"/>
                  </a:ext>
                </a:extLst>
              </p14:cNvPr>
              <p14:cNvContentPartPr/>
              <p14:nvPr/>
            </p14:nvContentPartPr>
            <p14:xfrm>
              <a:off x="613200" y="2604360"/>
              <a:ext cx="342360" cy="16153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345F237C-26A2-0C2E-DFCB-D8708C6F3A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7560" y="2532720"/>
                <a:ext cx="414000" cy="17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6077407B-CE66-D4D9-2D0A-9900B0A74ACE}"/>
                  </a:ext>
                </a:extLst>
              </p14:cNvPr>
              <p14:cNvContentPartPr/>
              <p14:nvPr/>
            </p14:nvContentPartPr>
            <p14:xfrm>
              <a:off x="1962120" y="3144360"/>
              <a:ext cx="241560" cy="748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6077407B-CE66-D4D9-2D0A-9900B0A74A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26120" y="3072360"/>
                <a:ext cx="3132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92D69930-FA2B-5322-7B04-AE9A9946FEB5}"/>
                  </a:ext>
                </a:extLst>
              </p14:cNvPr>
              <p14:cNvContentPartPr/>
              <p14:nvPr/>
            </p14:nvContentPartPr>
            <p14:xfrm>
              <a:off x="6085200" y="3128520"/>
              <a:ext cx="467280" cy="10116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92D69930-FA2B-5322-7B04-AE9A9946FEB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49200" y="3056880"/>
                <a:ext cx="5389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9E6DA539-32C9-816A-65B1-8E29F1F8BA89}"/>
                  </a:ext>
                </a:extLst>
              </p14:cNvPr>
              <p14:cNvContentPartPr/>
              <p14:nvPr/>
            </p14:nvContentPartPr>
            <p14:xfrm>
              <a:off x="1646760" y="3556920"/>
              <a:ext cx="231480" cy="1450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9E6DA539-32C9-816A-65B1-8E29F1F8BA8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11120" y="3485280"/>
                <a:ext cx="30312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CB2A5DA6-CDB4-4FBE-05D5-2BCDA7AFAE62}"/>
                  </a:ext>
                </a:extLst>
              </p14:cNvPr>
              <p14:cNvContentPartPr/>
              <p14:nvPr/>
            </p14:nvContentPartPr>
            <p14:xfrm>
              <a:off x="3004320" y="3602640"/>
              <a:ext cx="552960" cy="9216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CB2A5DA6-CDB4-4FBE-05D5-2BCDA7AFAE6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68320" y="3531000"/>
                <a:ext cx="6246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EF884835-B019-8780-010A-2B480069BD5A}"/>
                  </a:ext>
                </a:extLst>
              </p14:cNvPr>
              <p14:cNvContentPartPr/>
              <p14:nvPr/>
            </p14:nvContentPartPr>
            <p14:xfrm>
              <a:off x="1252920" y="4466280"/>
              <a:ext cx="6242760" cy="1058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EF884835-B019-8780-010A-2B480069BD5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16920" y="4394280"/>
                <a:ext cx="6314400" cy="24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09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기타 알고리즘</a:t>
            </a:r>
          </a:p>
        </p:txBody>
      </p:sp>
      <p:sp>
        <p:nvSpPr>
          <p:cNvPr id="43011" name="Rectangle 4099"/>
          <p:cNvSpPr>
            <a:spLocks noGrp="1" noChangeArrowheads="1"/>
          </p:cNvSpPr>
          <p:nvPr>
            <p:ph type="body" idx="1"/>
          </p:nvPr>
        </p:nvSpPr>
        <p:spPr>
          <a:xfrm>
            <a:off x="228600" y="1714500"/>
            <a:ext cx="8915400" cy="4643438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계수 기반 알고리즘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en-US" altLang="ko-KR" sz="1800" dirty="0">
                <a:latin typeface="+mn-ea"/>
              </a:rPr>
              <a:t>LFU(least frequently used): </a:t>
            </a:r>
            <a:r>
              <a:rPr lang="ko-KR" altLang="en-US" sz="1800" dirty="0">
                <a:latin typeface="+mn-ea"/>
              </a:rPr>
              <a:t>참조 횟수가 가장 작은 페이지를 교체</a:t>
            </a:r>
          </a:p>
          <a:p>
            <a:pPr lvl="1">
              <a:defRPr/>
            </a:pPr>
            <a:r>
              <a:rPr lang="en-US" altLang="ko-KR" sz="1800" dirty="0">
                <a:latin typeface="+mn-ea"/>
              </a:rPr>
              <a:t>MFU(most frequently used): </a:t>
            </a:r>
            <a:r>
              <a:rPr lang="ko-KR" altLang="en-US" sz="1800" dirty="0">
                <a:latin typeface="+mn-ea"/>
              </a:rPr>
              <a:t>참조 횟수가 가장 많은 페이지를 교체</a:t>
            </a:r>
            <a:endParaRPr lang="en-US" altLang="ko-KR" sz="1800" dirty="0">
              <a:latin typeface="+mn-ea"/>
            </a:endParaRPr>
          </a:p>
          <a:p>
            <a:pPr lvl="1">
              <a:defRPr/>
            </a:pPr>
            <a:r>
              <a:rPr lang="ko-KR" altLang="en-US" sz="1800" dirty="0">
                <a:latin typeface="+mn-ea"/>
              </a:rPr>
              <a:t>비용이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많이 들고 성능이 떨어져 일반적으로 사용하지 않음</a:t>
            </a:r>
            <a:endParaRPr lang="en-US" altLang="ko-KR" sz="1800" dirty="0">
              <a:latin typeface="+mn-ea"/>
            </a:endParaRPr>
          </a:p>
          <a:p>
            <a:pPr lvl="1">
              <a:defRPr/>
            </a:pPr>
            <a:endParaRPr lang="ko-KR" altLang="en-US" sz="10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페이지 </a:t>
            </a:r>
            <a:r>
              <a:rPr lang="ko-KR" altLang="en-US" sz="2400" dirty="0" err="1">
                <a:latin typeface="+mn-ea"/>
              </a:rPr>
              <a:t>버퍼링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1800" dirty="0">
                <a:latin typeface="+mn-ea"/>
              </a:rPr>
              <a:t>항상 사용 가능한 몇 개의 프레임을 사전에 확보</a:t>
            </a:r>
            <a:endParaRPr lang="en-US" altLang="ko-KR" sz="1800" dirty="0">
              <a:latin typeface="+mn-ea"/>
            </a:endParaRPr>
          </a:p>
          <a:p>
            <a:pPr lvl="1">
              <a:defRPr/>
            </a:pPr>
            <a:r>
              <a:rPr lang="ko-KR" altLang="en-US" sz="1800" dirty="0">
                <a:latin typeface="+mn-ea"/>
              </a:rPr>
              <a:t>빠른 수행을 위해 새로운 페이지를 먼저 읽고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이후에 교체 페이지를 디스크로 복사</a:t>
            </a:r>
            <a:endParaRPr lang="en-US" altLang="ko-KR" sz="1800" dirty="0">
              <a:latin typeface="+mn-ea"/>
            </a:endParaRPr>
          </a:p>
          <a:p>
            <a:pPr lvl="1">
              <a:defRPr/>
            </a:pPr>
            <a:r>
              <a:rPr lang="ko-KR" altLang="en-US" sz="1800" dirty="0">
                <a:latin typeface="+mn-ea"/>
              </a:rPr>
              <a:t>변경 페이지 리스트를 관리하고 있다가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디스크가 일이 없을 때 모두 복사</a:t>
            </a:r>
          </a:p>
          <a:p>
            <a:pPr>
              <a:defRPr/>
            </a:pPr>
            <a:endParaRPr lang="en-US" altLang="ko-KR" sz="2400" dirty="0">
              <a:latin typeface="+mn-ea"/>
            </a:endParaRPr>
          </a:p>
        </p:txBody>
      </p:sp>
      <p:sp>
        <p:nvSpPr>
          <p:cNvPr id="3584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A924CD5-382B-4E14-8DE8-F6C21C9ECC6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35845" name="Picture 2" descr="C:\Documents and Settings\Hanami\바탕 화면\운영체제\(강의교안)_그림파일_1장-13장\ch08_가상 메모리\ch08-28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90"/>
          <a:stretch>
            <a:fillRect/>
          </a:stretch>
        </p:blipFill>
        <p:spPr bwMode="auto">
          <a:xfrm>
            <a:off x="2214563" y="5072063"/>
            <a:ext cx="4397375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A87EA97-65BC-B2AD-6551-F2CF006316D6}"/>
                  </a:ext>
                </a:extLst>
              </p14:cNvPr>
              <p14:cNvContentPartPr/>
              <p14:nvPr/>
            </p14:nvContentPartPr>
            <p14:xfrm>
              <a:off x="1018920" y="2350200"/>
              <a:ext cx="445320" cy="302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A87EA97-65BC-B2AD-6551-F2CF006316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3280" y="2278560"/>
                <a:ext cx="5169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72AE3D5B-0F51-AD47-5841-B9D98B5344B3}"/>
                  </a:ext>
                </a:extLst>
              </p14:cNvPr>
              <p14:cNvContentPartPr/>
              <p14:nvPr/>
            </p14:nvContentPartPr>
            <p14:xfrm>
              <a:off x="5885760" y="2314200"/>
              <a:ext cx="426600" cy="277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72AE3D5B-0F51-AD47-5841-B9D98B5344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50120" y="2242200"/>
                <a:ext cx="49824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18F28508-C691-BF40-6813-038E401F4AAD}"/>
                  </a:ext>
                </a:extLst>
              </p14:cNvPr>
              <p14:cNvContentPartPr/>
              <p14:nvPr/>
            </p14:nvContentPartPr>
            <p14:xfrm>
              <a:off x="1012800" y="2602200"/>
              <a:ext cx="601920" cy="7056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18F28508-C691-BF40-6813-038E401F4AA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7160" y="2530200"/>
                <a:ext cx="6735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3F06CB76-F62E-84C7-C286-BFE98057FF40}"/>
                  </a:ext>
                </a:extLst>
              </p14:cNvPr>
              <p14:cNvContentPartPr/>
              <p14:nvPr/>
            </p14:nvContentPartPr>
            <p14:xfrm>
              <a:off x="5928600" y="2672760"/>
              <a:ext cx="460080" cy="2052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3F06CB76-F62E-84C7-C286-BFE98057FF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92960" y="2600760"/>
                <a:ext cx="53172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55A0A4D0-568C-2EE7-2BA2-403D3CCA58CC}"/>
                  </a:ext>
                </a:extLst>
              </p14:cNvPr>
              <p14:cNvContentPartPr/>
              <p14:nvPr/>
            </p14:nvContentPartPr>
            <p14:xfrm>
              <a:off x="671880" y="3511920"/>
              <a:ext cx="1884600" cy="860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55A0A4D0-568C-2EE7-2BA2-403D3CCA58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5880" y="3439920"/>
                <a:ext cx="195624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577A452-F341-0191-A04B-0981317D126D}"/>
                  </a:ext>
                </a:extLst>
              </p14:cNvPr>
              <p14:cNvContentPartPr/>
              <p14:nvPr/>
            </p14:nvContentPartPr>
            <p14:xfrm>
              <a:off x="4661760" y="3916200"/>
              <a:ext cx="1321200" cy="554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577A452-F341-0191-A04B-0981317D126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25760" y="3844200"/>
                <a:ext cx="13928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0C30D3D8-13DB-8E11-6460-73B7A5CFC645}"/>
                  </a:ext>
                </a:extLst>
              </p14:cNvPr>
              <p14:cNvContentPartPr/>
              <p14:nvPr/>
            </p14:nvContentPartPr>
            <p14:xfrm>
              <a:off x="1015680" y="4280520"/>
              <a:ext cx="1715400" cy="3996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0C30D3D8-13DB-8E11-6460-73B7A5CFC64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79680" y="4208880"/>
                <a:ext cx="1787040" cy="18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latin typeface="+mn-ea"/>
                <a:ea typeface="+mn-ea"/>
              </a:rPr>
              <a:t>5. </a:t>
            </a:r>
            <a:r>
              <a:rPr lang="ko-KR" altLang="en-US">
                <a:latin typeface="+mn-ea"/>
                <a:ea typeface="+mn-ea"/>
              </a:rPr>
              <a:t>프레임의 할당</a:t>
            </a:r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85750" y="1785938"/>
            <a:ext cx="8715375" cy="4310062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ko-KR" altLang="en-US" sz="2400" dirty="0">
                <a:latin typeface="+mn-ea"/>
              </a:rPr>
              <a:t>한정된 메모리를 여러 프로세스들에게 할당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dirty="0">
                <a:latin typeface="+mn-ea"/>
              </a:rPr>
              <a:t>분배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방법 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10000"/>
              </a:lnSpc>
              <a:defRPr/>
            </a:pPr>
            <a:r>
              <a:rPr lang="ko-KR" altLang="en-US" sz="2000" dirty="0">
                <a:latin typeface="+mn-ea"/>
              </a:rPr>
              <a:t>페이지 부재와 다중프로그래밍 사이의 </a:t>
            </a:r>
            <a:r>
              <a:rPr lang="en-US" altLang="ko-KR" sz="2000" dirty="0">
                <a:latin typeface="+mn-ea"/>
              </a:rPr>
              <a:t>tradeoff</a:t>
            </a:r>
          </a:p>
          <a:p>
            <a:pPr lvl="1">
              <a:lnSpc>
                <a:spcPct val="110000"/>
              </a:lnSpc>
              <a:defRPr/>
            </a:pPr>
            <a:endParaRPr lang="en-US" altLang="ko-KR" sz="1200" dirty="0">
              <a:latin typeface="+mn-ea"/>
            </a:endParaRPr>
          </a:p>
          <a:p>
            <a:pPr>
              <a:lnSpc>
                <a:spcPct val="110000"/>
              </a:lnSpc>
              <a:defRPr/>
            </a:pPr>
            <a:r>
              <a:rPr lang="ko-KR" altLang="en-US" sz="2400" dirty="0">
                <a:latin typeface="+mn-ea"/>
              </a:rPr>
              <a:t>프로세스당 할당해야 할 최소 프레임 수 존재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할당된 프레임 수가 줄면 페이지 </a:t>
            </a:r>
            <a:r>
              <a:rPr lang="ko-KR" altLang="en-US" sz="2000" dirty="0" err="1">
                <a:latin typeface="+mn-ea"/>
              </a:rPr>
              <a:t>부재율</a:t>
            </a:r>
            <a:r>
              <a:rPr lang="ko-KR" altLang="en-US" sz="2000" dirty="0">
                <a:latin typeface="+mn-ea"/>
              </a:rPr>
              <a:t> 상승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수행 속도는 저하</a:t>
            </a:r>
            <a:endParaRPr lang="en-US" altLang="ko-KR" sz="2000" dirty="0">
              <a:latin typeface="+mn-ea"/>
            </a:endParaRPr>
          </a:p>
          <a:p>
            <a:pPr lvl="2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성능 저하를 막기 위해 할당해야 할 최소 프레임 수가 존재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1900" dirty="0">
                <a:latin typeface="+mn-ea"/>
              </a:rPr>
              <a:t>최소 프레임 수는 명령어 집합의 구조에 의해 정의</a:t>
            </a:r>
            <a:endParaRPr lang="en-US" altLang="ko-KR" sz="1900" dirty="0">
              <a:latin typeface="+mn-ea"/>
            </a:endParaRPr>
          </a:p>
          <a:p>
            <a:pPr lvl="2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수행 중인 명령이 끝나기 전에 페이지 부재 현상 발생 시 그 명령을 다시 시작</a:t>
            </a:r>
            <a:endParaRPr lang="en-US" altLang="ko-KR" sz="1600" dirty="0">
              <a:latin typeface="+mn-ea"/>
            </a:endParaRPr>
          </a:p>
          <a:p>
            <a:pPr lvl="2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1600" spc="-100" dirty="0">
                <a:latin typeface="+mn-ea"/>
              </a:rPr>
              <a:t>하나의 명령어 실행을 위해 명령어가 참조하는 모든 페이지를 수용할 수 있는 충분한 프레임이 필요</a:t>
            </a:r>
            <a:endParaRPr lang="en-US" altLang="ko-KR" sz="1600" spc="-100" dirty="0">
              <a:latin typeface="+mn-ea"/>
            </a:endParaRPr>
          </a:p>
        </p:txBody>
      </p:sp>
      <p:sp>
        <p:nvSpPr>
          <p:cNvPr id="3686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1909861-6271-4B32-8475-9A4E6298DCF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57188" y="1428750"/>
            <a:ext cx="8786812" cy="4929188"/>
          </a:xfrm>
        </p:spPr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할당 알고리즘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고정 할당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균등 할당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모든 프로세스에 똑같이 </a:t>
            </a:r>
            <a:r>
              <a:rPr lang="en-US" altLang="ko-KR" sz="1800" dirty="0">
                <a:latin typeface="+mn-ea"/>
              </a:rPr>
              <a:t>m/n </a:t>
            </a:r>
            <a:r>
              <a:rPr lang="ko-KR" altLang="en-US" sz="1800" dirty="0">
                <a:latin typeface="+mn-ea"/>
              </a:rPr>
              <a:t>개의 프레임 할당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비례 할당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프로세스의 크기에 비례하여 프레임을 할당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우선 순위의 고려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우선 순위가 높은 프로세스에 많은 기억 장소를 할당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우선 순위가 높은 프로세스가 교체할 프레임을 우선 순위가 낮은 프로세스에 할당된 프레임 중에서 선택</a:t>
            </a:r>
            <a:endParaRPr lang="en-US" altLang="ko-KR" sz="1800" dirty="0">
              <a:latin typeface="+mn-ea"/>
            </a:endParaRPr>
          </a:p>
          <a:p>
            <a:pPr lvl="2">
              <a:defRPr/>
            </a:pPr>
            <a:endParaRPr lang="en-US" altLang="ko-KR" sz="18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부하 제어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b="1" dirty="0">
                <a:latin typeface="+mn-ea"/>
                <a:cs typeface="Times New Roman" pitchFamily="18" charset="0"/>
              </a:rPr>
              <a:t>Load Control</a:t>
            </a:r>
            <a:r>
              <a:rPr lang="en-US" altLang="ko-KR" sz="2400" dirty="0"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메인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메모리에서 실행할 프로세스의 개수 결정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메모리에 적재되어 실행되는 프로세스 개수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다중 프로그래밍 수준</a:t>
            </a:r>
            <a:endParaRPr lang="en-US" altLang="ko-KR" sz="2000" dirty="0">
              <a:latin typeface="+mn-ea"/>
            </a:endParaRPr>
          </a:p>
          <a:p>
            <a:pPr lvl="2">
              <a:defRPr/>
            </a:pPr>
            <a:endParaRPr lang="ko-KR" altLang="en-US" sz="1800" dirty="0">
              <a:latin typeface="+mn-ea"/>
            </a:endParaRPr>
          </a:p>
        </p:txBody>
      </p:sp>
      <p:sp>
        <p:nvSpPr>
          <p:cNvPr id="3789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F49A995-5592-49BC-988E-EA25B2661FB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4000" dirty="0">
                <a:latin typeface="+mn-ea"/>
                <a:ea typeface="+mn-ea"/>
              </a:rPr>
              <a:t>전역</a:t>
            </a:r>
            <a:r>
              <a:rPr lang="en-US" altLang="ko-KR" sz="4000" dirty="0">
                <a:latin typeface="+mn-ea"/>
                <a:ea typeface="+mn-ea"/>
              </a:rPr>
              <a:t>(Global) </a:t>
            </a:r>
            <a:r>
              <a:rPr lang="ko-KR" altLang="en-US" sz="4000" dirty="0">
                <a:latin typeface="+mn-ea"/>
                <a:ea typeface="+mn-ea"/>
              </a:rPr>
              <a:t>대 지역</a:t>
            </a:r>
            <a:r>
              <a:rPr lang="en-US" altLang="ko-KR" sz="4000" dirty="0">
                <a:latin typeface="+mn-ea"/>
                <a:ea typeface="+mn-ea"/>
              </a:rPr>
              <a:t>(Local)  </a:t>
            </a:r>
            <a:r>
              <a:rPr lang="ko-KR" altLang="en-US" sz="4000" dirty="0">
                <a:latin typeface="+mn-ea"/>
                <a:ea typeface="+mn-ea"/>
              </a:rPr>
              <a:t>교체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전역 교체</a:t>
            </a:r>
            <a:r>
              <a:rPr lang="en-US" altLang="ko-KR" sz="2400" dirty="0">
                <a:latin typeface="+mn-ea"/>
              </a:rPr>
              <a:t>(replacement): </a:t>
            </a:r>
            <a:r>
              <a:rPr lang="ko-KR" altLang="en-US" sz="2400" dirty="0">
                <a:latin typeface="+mn-ea"/>
              </a:rPr>
              <a:t>전역 대치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프로세스는 모든 프레임 집합으로부터 교체 프레임을 선택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한 프로세스는 다른 프로세스로부터 프레임을 뺏을 수 있음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우선 순위가 높은 프로세스가 낮은 프로세스의 프레임을 가져올 수 있는 할당 기법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ko-KR" altLang="en-US" sz="20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지역 교체</a:t>
            </a:r>
            <a:r>
              <a:rPr lang="en-US" altLang="ko-KR" sz="2400" dirty="0">
                <a:latin typeface="+mn-ea"/>
              </a:rPr>
              <a:t>(replacement): </a:t>
            </a:r>
            <a:r>
              <a:rPr lang="ko-KR" altLang="en-US" sz="2400" dirty="0">
                <a:latin typeface="+mn-ea"/>
              </a:rPr>
              <a:t>지역 대치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각 프로세스는 자신의 할당된 프레임 중에서 교체 프레임을 선택</a:t>
            </a:r>
            <a:endParaRPr lang="en-US" altLang="ko-KR" sz="2000" dirty="0">
              <a:latin typeface="+mn-ea"/>
            </a:endParaRPr>
          </a:p>
        </p:txBody>
      </p:sp>
      <p:sp>
        <p:nvSpPr>
          <p:cNvPr id="3891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BFC7C5-97EE-437F-8885-9770CD4C673A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285875"/>
            <a:ext cx="8686800" cy="928688"/>
          </a:xfrm>
        </p:spPr>
        <p:txBody>
          <a:bodyPr/>
          <a:lstStyle/>
          <a:p>
            <a:pPr lvl="1">
              <a:spcAft>
                <a:spcPts val="300"/>
              </a:spcAft>
              <a:defRPr/>
            </a:pPr>
            <a:r>
              <a:rPr lang="ko-KR" altLang="en-US" sz="2000" b="1" dirty="0">
                <a:latin typeface="+mn-ea"/>
              </a:rPr>
              <a:t>새로운 프로세스 </a:t>
            </a:r>
            <a:r>
              <a:rPr lang="en-US" altLang="ko-KR" sz="2000" b="1" dirty="0">
                <a:latin typeface="+mn-ea"/>
              </a:rPr>
              <a:t>A6</a:t>
            </a:r>
            <a:r>
              <a:rPr lang="ko-KR" altLang="en-US" sz="2000" b="1" dirty="0">
                <a:latin typeface="+mn-ea"/>
              </a:rPr>
              <a:t>는 전역대치인 경우 페이지 </a:t>
            </a:r>
            <a:r>
              <a:rPr lang="en-US" altLang="ko-KR" sz="2000" b="1" dirty="0">
                <a:latin typeface="+mn-ea"/>
              </a:rPr>
              <a:t>B3</a:t>
            </a:r>
            <a:r>
              <a:rPr lang="ko-KR" altLang="en-US" sz="2000" b="1" dirty="0">
                <a:latin typeface="+mn-ea"/>
              </a:rPr>
              <a:t>과 교체</a:t>
            </a:r>
            <a:r>
              <a:rPr lang="en-US" altLang="ko-KR" sz="2000" b="1" dirty="0">
                <a:latin typeface="+mn-ea"/>
              </a:rPr>
              <a:t> 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b="1" dirty="0">
                <a:latin typeface="+mn-ea"/>
              </a:rPr>
              <a:t>지역대치인 경우 페이지 </a:t>
            </a:r>
            <a:r>
              <a:rPr lang="en-US" altLang="ko-KR" sz="2000" b="1" dirty="0">
                <a:latin typeface="+mn-ea"/>
              </a:rPr>
              <a:t>A5</a:t>
            </a:r>
            <a:r>
              <a:rPr lang="ko-KR" altLang="en-US" sz="2000" b="1" dirty="0">
                <a:latin typeface="+mn-ea"/>
              </a:rPr>
              <a:t>와 교체</a:t>
            </a:r>
            <a:endParaRPr lang="ko-KR" altLang="en-US" sz="2800" b="1" dirty="0">
              <a:latin typeface="+mn-ea"/>
            </a:endParaRPr>
          </a:p>
        </p:txBody>
      </p:sp>
      <p:pic>
        <p:nvPicPr>
          <p:cNvPr id="39939" name="Picture 2" descr="C:\Documents and Settings\Hanami\바탕 화면\운영체제\(강의교안)_그림파일_1장-13장\ch08_가상 메모리\ch08-38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3"/>
          <a:stretch>
            <a:fillRect/>
          </a:stretch>
        </p:blipFill>
        <p:spPr bwMode="auto">
          <a:xfrm>
            <a:off x="1500188" y="2286000"/>
            <a:ext cx="6019800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슬라이드 번호 개체 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710A81E-C070-4443-A286-C54CBA96F4B3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9C5E78D-1D61-FC6F-9E5E-076ACA315A4D}"/>
                  </a:ext>
                </a:extLst>
              </p14:cNvPr>
              <p14:cNvContentPartPr/>
              <p14:nvPr/>
            </p14:nvContentPartPr>
            <p14:xfrm>
              <a:off x="6695040" y="6414960"/>
              <a:ext cx="314280" cy="511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9C5E78D-1D61-FC6F-9E5E-076ACA315A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9400" y="6342960"/>
                <a:ext cx="3859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772FF480-708A-6DE3-6868-DC091E4EFC77}"/>
                  </a:ext>
                </a:extLst>
              </p14:cNvPr>
              <p14:cNvContentPartPr/>
              <p14:nvPr/>
            </p14:nvContentPartPr>
            <p14:xfrm>
              <a:off x="5053800" y="6430440"/>
              <a:ext cx="353880" cy="180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772FF480-708A-6DE3-6868-DC091E4EFC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18160" y="6358440"/>
                <a:ext cx="425520" cy="16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C:\Documents and Settings\Hanami\바탕 화면\운영체제\(강의교안)_그림파일_1장-13장\ch08_가상 메모리\ch08-30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57"/>
          <a:stretch>
            <a:fillRect/>
          </a:stretch>
        </p:blipFill>
        <p:spPr bwMode="auto">
          <a:xfrm>
            <a:off x="5214938" y="4286250"/>
            <a:ext cx="3786187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6. </a:t>
            </a:r>
            <a:r>
              <a:rPr lang="ko-KR" altLang="en-US"/>
              <a:t>스래싱</a:t>
            </a:r>
            <a:r>
              <a:rPr lang="en-US" altLang="ko-KR"/>
              <a:t>(Thrashing)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71625"/>
            <a:ext cx="8915400" cy="4786313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 err="1">
                <a:latin typeface="+mn-ea"/>
              </a:rPr>
              <a:t>스래싱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프로세스 실행 시간보다 페이지 교체 시간이 더 클 때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프로세스가 최소 프레임 수를 가지지 못해 계속 페이지 교체가 발생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ko-KR" altLang="en-US" sz="1100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sz="2400" dirty="0" err="1">
                <a:latin typeface="+mn-ea"/>
              </a:rPr>
              <a:t>스래싱의</a:t>
            </a:r>
            <a:r>
              <a:rPr lang="ko-KR" altLang="en-US" sz="2400" dirty="0">
                <a:latin typeface="+mn-ea"/>
              </a:rPr>
              <a:t> 원인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운영체제는 </a:t>
            </a:r>
            <a:r>
              <a:rPr lang="en-US" altLang="ko-KR" sz="2000" dirty="0">
                <a:latin typeface="+mn-ea"/>
              </a:rPr>
              <a:t>CPU </a:t>
            </a:r>
            <a:r>
              <a:rPr lang="ko-KR" altLang="en-US" sz="2000" dirty="0">
                <a:latin typeface="+mn-ea"/>
              </a:rPr>
              <a:t>이용률이 낮으면 새로운 프로세스를 도입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페이지 오류를 발생하면 다른 프로세스들의 페이지를 내보냄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다른 프로세스의 페이지 부재 발생 비율 상승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각 프로세스는 </a:t>
            </a:r>
            <a:r>
              <a:rPr lang="ko-KR" altLang="en-US" sz="2000" dirty="0" err="1">
                <a:latin typeface="+mn-ea"/>
              </a:rPr>
              <a:t>페이징</a:t>
            </a:r>
            <a:r>
              <a:rPr lang="ko-KR" altLang="en-US" sz="2000" dirty="0">
                <a:latin typeface="+mn-ea"/>
              </a:rPr>
              <a:t> 처리 장치에서 대기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ko-KR" sz="2000" dirty="0">
                <a:latin typeface="+mn-ea"/>
              </a:rPr>
              <a:t>CPU </a:t>
            </a:r>
            <a:r>
              <a:rPr lang="ko-KR" altLang="en-US" sz="2000" dirty="0">
                <a:latin typeface="+mn-ea"/>
              </a:rPr>
              <a:t>이용률 저하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en-US" altLang="ko-KR" sz="1100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sz="2400" dirty="0" err="1"/>
              <a:t>스래싱</a:t>
            </a:r>
            <a:r>
              <a:rPr lang="ko-KR" altLang="en-US" sz="2400" dirty="0"/>
              <a:t> 방지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/>
              <a:t>각 프로세스에게 충분한 프레임 제공</a:t>
            </a:r>
            <a:endParaRPr lang="ko-KR" altLang="en-US" sz="1800" dirty="0">
              <a:latin typeface="+mn-e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0CAFE1DC-B68E-1889-A8E5-3927DC3D341D}"/>
                  </a:ext>
                </a:extLst>
              </p14:cNvPr>
              <p14:cNvContentPartPr/>
              <p14:nvPr/>
            </p14:nvContentPartPr>
            <p14:xfrm>
              <a:off x="2537400" y="851880"/>
              <a:ext cx="1820520" cy="986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0CAFE1DC-B68E-1889-A8E5-3927DC3D34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01400" y="780240"/>
                <a:ext cx="18921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B7B035C5-4B9C-41A0-B280-9663E2E052E7}"/>
                  </a:ext>
                </a:extLst>
              </p14:cNvPr>
              <p14:cNvContentPartPr/>
              <p14:nvPr/>
            </p14:nvContentPartPr>
            <p14:xfrm>
              <a:off x="2973360" y="3710640"/>
              <a:ext cx="2003400" cy="5076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B7B035C5-4B9C-41A0-B280-9663E2E052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37720" y="3638640"/>
                <a:ext cx="20750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8938C9F4-AA08-39CE-0DDD-E311A9257E05}"/>
                  </a:ext>
                </a:extLst>
              </p14:cNvPr>
              <p14:cNvContentPartPr/>
              <p14:nvPr/>
            </p14:nvContentPartPr>
            <p14:xfrm>
              <a:off x="631920" y="4925640"/>
              <a:ext cx="1685160" cy="748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8938C9F4-AA08-39CE-0DDD-E311A9257E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6280" y="4853640"/>
                <a:ext cx="17568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37D3DBC-3858-878A-B39B-9DC8B19B41F6}"/>
                  </a:ext>
                </a:extLst>
              </p14:cNvPr>
              <p14:cNvContentPartPr/>
              <p14:nvPr/>
            </p14:nvContentPartPr>
            <p14:xfrm>
              <a:off x="2989920" y="5318040"/>
              <a:ext cx="2232720" cy="352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37D3DBC-3858-878A-B39B-9DC8B19B41F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53920" y="5246400"/>
                <a:ext cx="2304360" cy="17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989" name="그룹 41988">
            <a:extLst>
              <a:ext uri="{FF2B5EF4-FFF2-40B4-BE49-F238E27FC236}">
                <a16:creationId xmlns:a16="http://schemas.microsoft.com/office/drawing/2014/main" id="{1BA5FE56-DECC-F42E-D93A-DD5FE7F109EC}"/>
              </a:ext>
            </a:extLst>
          </p:cNvPr>
          <p:cNvGrpSpPr/>
          <p:nvPr/>
        </p:nvGrpSpPr>
        <p:grpSpPr>
          <a:xfrm>
            <a:off x="6270600" y="3639720"/>
            <a:ext cx="1213560" cy="238680"/>
            <a:chOff x="6270600" y="3639720"/>
            <a:chExt cx="121356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9B60A5B3-4FA8-510C-959D-B1B77E0CE9BA}"/>
                    </a:ext>
                  </a:extLst>
                </p14:cNvPr>
                <p14:cNvContentPartPr/>
                <p14:nvPr/>
              </p14:nvContentPartPr>
              <p14:xfrm>
                <a:off x="6278160" y="3674640"/>
                <a:ext cx="12600" cy="694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9B60A5B3-4FA8-510C-959D-B1B77E0CE9B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69520" y="3665640"/>
                  <a:ext cx="30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D307136-AC9C-8B90-0FDD-E5F3D5797D9B}"/>
                    </a:ext>
                  </a:extLst>
                </p14:cNvPr>
                <p14:cNvContentPartPr/>
                <p14:nvPr/>
              </p14:nvContentPartPr>
              <p14:xfrm>
                <a:off x="6270600" y="3642600"/>
                <a:ext cx="105480" cy="914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D307136-AC9C-8B90-0FDD-E5F3D5797D9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1960" y="3633960"/>
                  <a:ext cx="123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06F3CBE7-6AA3-4F5F-514E-22E076F15CAB}"/>
                    </a:ext>
                  </a:extLst>
                </p14:cNvPr>
                <p14:cNvContentPartPr/>
                <p14:nvPr/>
              </p14:nvContentPartPr>
              <p14:xfrm>
                <a:off x="6273120" y="3726120"/>
                <a:ext cx="126360" cy="1051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06F3CBE7-6AA3-4F5F-514E-22E076F15C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4120" y="3717480"/>
                  <a:ext cx="144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DB16E6B-213A-CD76-B23B-CA66E807AF07}"/>
                    </a:ext>
                  </a:extLst>
                </p14:cNvPr>
                <p14:cNvContentPartPr/>
                <p14:nvPr/>
              </p14:nvContentPartPr>
              <p14:xfrm>
                <a:off x="6292200" y="3824040"/>
                <a:ext cx="182160" cy="543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DB16E6B-213A-CD76-B23B-CA66E807AF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83560" y="3815400"/>
                  <a:ext cx="1998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D545BCF2-B936-0208-D119-1DEFC937218C}"/>
                    </a:ext>
                  </a:extLst>
                </p14:cNvPr>
                <p14:cNvContentPartPr/>
                <p14:nvPr/>
              </p14:nvContentPartPr>
              <p14:xfrm>
                <a:off x="6433320" y="3691560"/>
                <a:ext cx="10440" cy="979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D545BCF2-B936-0208-D119-1DEFC93721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24680" y="3682560"/>
                  <a:ext cx="28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C204DA4D-ECE3-112C-7925-A3B97E51D0AF}"/>
                    </a:ext>
                  </a:extLst>
                </p14:cNvPr>
                <p14:cNvContentPartPr/>
                <p14:nvPr/>
              </p14:nvContentPartPr>
              <p14:xfrm>
                <a:off x="6419280" y="3670320"/>
                <a:ext cx="88560" cy="1033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C204DA4D-ECE3-112C-7925-A3B97E51D0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10640" y="3661320"/>
                  <a:ext cx="106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B534C3F-EEB7-3E39-727B-98DB6B56CB70}"/>
                    </a:ext>
                  </a:extLst>
                </p14:cNvPr>
                <p14:cNvContentPartPr/>
                <p14:nvPr/>
              </p14:nvContentPartPr>
              <p14:xfrm>
                <a:off x="6431880" y="3757080"/>
                <a:ext cx="78840" cy="396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B534C3F-EEB7-3E39-727B-98DB6B56CB7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22880" y="3748080"/>
                  <a:ext cx="96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888A2AC-D282-E28D-010D-4C303B484E57}"/>
                    </a:ext>
                  </a:extLst>
                </p14:cNvPr>
                <p14:cNvContentPartPr/>
                <p14:nvPr/>
              </p14:nvContentPartPr>
              <p14:xfrm>
                <a:off x="6546360" y="3700920"/>
                <a:ext cx="48600" cy="968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888A2AC-D282-E28D-010D-4C303B484E5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37720" y="3691920"/>
                  <a:ext cx="662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D77525A5-95C7-565E-EBEF-BA17C55E5516}"/>
                    </a:ext>
                  </a:extLst>
                </p14:cNvPr>
                <p14:cNvContentPartPr/>
                <p14:nvPr/>
              </p14:nvContentPartPr>
              <p14:xfrm>
                <a:off x="6471120" y="3828720"/>
                <a:ext cx="125640" cy="460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D77525A5-95C7-565E-EBEF-BA17C55E55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62120" y="3819720"/>
                  <a:ext cx="143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1BEB073B-6DA4-C64D-17AB-7EF7C92D535E}"/>
                    </a:ext>
                  </a:extLst>
                </p14:cNvPr>
                <p14:cNvContentPartPr/>
                <p14:nvPr/>
              </p14:nvContentPartPr>
              <p14:xfrm>
                <a:off x="6681720" y="3682560"/>
                <a:ext cx="102600" cy="986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1BEB073B-6DA4-C64D-17AB-7EF7C92D53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73080" y="3673920"/>
                  <a:ext cx="120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6C69AF6-7F8F-4A48-0F48-F61458EE1C5E}"/>
                    </a:ext>
                  </a:extLst>
                </p14:cNvPr>
                <p14:cNvContentPartPr/>
                <p14:nvPr/>
              </p14:nvContentPartPr>
              <p14:xfrm>
                <a:off x="6720240" y="3762120"/>
                <a:ext cx="24840" cy="93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6C69AF6-7F8F-4A48-0F48-F61458EE1C5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11240" y="3753480"/>
                  <a:ext cx="42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0D16E7A7-9386-95F5-F972-E8E42D2184C3}"/>
                    </a:ext>
                  </a:extLst>
                </p14:cNvPr>
                <p14:cNvContentPartPr/>
                <p14:nvPr/>
              </p14:nvContentPartPr>
              <p14:xfrm>
                <a:off x="6686760" y="3755280"/>
                <a:ext cx="151920" cy="1213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0D16E7A7-9386-95F5-F972-E8E42D2184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77760" y="3746640"/>
                  <a:ext cx="169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810A741D-38F8-336C-68BE-706B07171425}"/>
                    </a:ext>
                  </a:extLst>
                </p14:cNvPr>
                <p14:cNvContentPartPr/>
                <p14:nvPr/>
              </p14:nvContentPartPr>
              <p14:xfrm>
                <a:off x="6836880" y="3681840"/>
                <a:ext cx="6480" cy="676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810A741D-38F8-336C-68BE-706B0717142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28240" y="3672840"/>
                  <a:ext cx="24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B16CA87-F483-E01A-F2B7-10BD7E6DED8E}"/>
                    </a:ext>
                  </a:extLst>
                </p14:cNvPr>
                <p14:cNvContentPartPr/>
                <p14:nvPr/>
              </p14:nvContentPartPr>
              <p14:xfrm>
                <a:off x="6797640" y="3696240"/>
                <a:ext cx="114480" cy="885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B16CA87-F483-E01A-F2B7-10BD7E6DED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89000" y="3687240"/>
                  <a:ext cx="1321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124161F7-64A8-EC69-508A-0E44A21D4DB1}"/>
                    </a:ext>
                  </a:extLst>
                </p14:cNvPr>
                <p14:cNvContentPartPr/>
                <p14:nvPr/>
              </p14:nvContentPartPr>
              <p14:xfrm>
                <a:off x="6841200" y="3751320"/>
                <a:ext cx="128160" cy="788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124161F7-64A8-EC69-508A-0E44A21D4D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32200" y="3742320"/>
                  <a:ext cx="145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8305260-FA3B-7567-433C-6B0F8C3321D0}"/>
                    </a:ext>
                  </a:extLst>
                </p14:cNvPr>
                <p14:cNvContentPartPr/>
                <p14:nvPr/>
              </p14:nvContentPartPr>
              <p14:xfrm>
                <a:off x="6957480" y="3728640"/>
                <a:ext cx="65880" cy="900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8305260-FA3B-7567-433C-6B0F8C3321D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48840" y="3719640"/>
                  <a:ext cx="83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1B20C7E3-4E0A-E7CE-CC83-B4041A6307BF}"/>
                    </a:ext>
                  </a:extLst>
                </p14:cNvPr>
                <p14:cNvContentPartPr/>
                <p14:nvPr/>
              </p14:nvContentPartPr>
              <p14:xfrm>
                <a:off x="6870360" y="3826920"/>
                <a:ext cx="156960" cy="417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1B20C7E3-4E0A-E7CE-CC83-B4041A6307B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61720" y="3818280"/>
                  <a:ext cx="174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5F51E478-4AF1-4952-77C6-0AE7FBA43A13}"/>
                    </a:ext>
                  </a:extLst>
                </p14:cNvPr>
                <p14:cNvContentPartPr/>
                <p14:nvPr/>
              </p14:nvContentPartPr>
              <p14:xfrm>
                <a:off x="7019760" y="3701640"/>
                <a:ext cx="18000" cy="820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5F51E478-4AF1-4952-77C6-0AE7FBA43A1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10760" y="3693000"/>
                  <a:ext cx="356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57528FC3-6241-550E-5174-D7F4257C3D22}"/>
                    </a:ext>
                  </a:extLst>
                </p14:cNvPr>
                <p14:cNvContentPartPr/>
                <p14:nvPr/>
              </p14:nvContentPartPr>
              <p14:xfrm>
                <a:off x="7013640" y="3682560"/>
                <a:ext cx="108360" cy="982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57528FC3-6241-550E-5174-D7F4257C3D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04640" y="3673560"/>
                  <a:ext cx="126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37C95CF6-5C67-82E0-EC04-DAFF532EC91F}"/>
                    </a:ext>
                  </a:extLst>
                </p14:cNvPr>
                <p14:cNvContentPartPr/>
                <p14:nvPr/>
              </p14:nvContentPartPr>
              <p14:xfrm>
                <a:off x="7152960" y="3699480"/>
                <a:ext cx="60840" cy="759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37C95CF6-5C67-82E0-EC04-DAFF532EC91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43960" y="3690480"/>
                  <a:ext cx="784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15FD1B22-1923-80D0-C122-A750AA51E6FA}"/>
                    </a:ext>
                  </a:extLst>
                </p14:cNvPr>
                <p14:cNvContentPartPr/>
                <p14:nvPr/>
              </p14:nvContentPartPr>
              <p14:xfrm>
                <a:off x="7079520" y="3802080"/>
                <a:ext cx="97200" cy="511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15FD1B22-1923-80D0-C122-A750AA51E6F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70880" y="3793080"/>
                  <a:ext cx="114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7763778F-8178-B316-3AD3-C21AC71D2904}"/>
                    </a:ext>
                  </a:extLst>
                </p14:cNvPr>
                <p14:cNvContentPartPr/>
                <p14:nvPr/>
              </p14:nvContentPartPr>
              <p14:xfrm>
                <a:off x="7254480" y="3639720"/>
                <a:ext cx="111960" cy="7020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7763778F-8178-B316-3AD3-C21AC71D290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45840" y="3631080"/>
                  <a:ext cx="1296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537EA578-FE5D-514A-CA7F-6B32C185B517}"/>
                    </a:ext>
                  </a:extLst>
                </p14:cNvPr>
                <p14:cNvContentPartPr/>
                <p14:nvPr/>
              </p14:nvContentPartPr>
              <p14:xfrm>
                <a:off x="7290480" y="3741960"/>
                <a:ext cx="74880" cy="554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537EA578-FE5D-514A-CA7F-6B32C185B5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81840" y="3733320"/>
                  <a:ext cx="925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18EE5D6C-6B28-F9AE-7D64-58B3D055CFAB}"/>
                    </a:ext>
                  </a:extLst>
                </p14:cNvPr>
                <p14:cNvContentPartPr/>
                <p14:nvPr/>
              </p14:nvContentPartPr>
              <p14:xfrm>
                <a:off x="7383000" y="3658080"/>
                <a:ext cx="83160" cy="1072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18EE5D6C-6B28-F9AE-7D64-58B3D055CF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74360" y="3649440"/>
                  <a:ext cx="1008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984" name="잉크 41983">
                  <a:extLst>
                    <a:ext uri="{FF2B5EF4-FFF2-40B4-BE49-F238E27FC236}">
                      <a16:creationId xmlns:a16="http://schemas.microsoft.com/office/drawing/2014/main" id="{477CDAE8-E84A-6F31-7403-8636BDC2125B}"/>
                    </a:ext>
                  </a:extLst>
                </p14:cNvPr>
                <p14:cNvContentPartPr/>
                <p14:nvPr/>
              </p14:nvContentPartPr>
              <p14:xfrm>
                <a:off x="7361040" y="3811080"/>
                <a:ext cx="20160" cy="51480"/>
              </p14:xfrm>
            </p:contentPart>
          </mc:Choice>
          <mc:Fallback>
            <p:pic>
              <p:nvPicPr>
                <p:cNvPr id="41984" name="잉크 41983">
                  <a:extLst>
                    <a:ext uri="{FF2B5EF4-FFF2-40B4-BE49-F238E27FC236}">
                      <a16:creationId xmlns:a16="http://schemas.microsoft.com/office/drawing/2014/main" id="{477CDAE8-E84A-6F31-7403-8636BDC212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52400" y="3802080"/>
                  <a:ext cx="378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985" name="잉크 41984">
                  <a:extLst>
                    <a:ext uri="{FF2B5EF4-FFF2-40B4-BE49-F238E27FC236}">
                      <a16:creationId xmlns:a16="http://schemas.microsoft.com/office/drawing/2014/main" id="{8D6BE3B0-38DD-A743-4632-FC0BB8AF08CB}"/>
                    </a:ext>
                  </a:extLst>
                </p14:cNvPr>
                <p14:cNvContentPartPr/>
                <p14:nvPr/>
              </p14:nvContentPartPr>
              <p14:xfrm>
                <a:off x="7348080" y="3775800"/>
                <a:ext cx="126360" cy="54000"/>
              </p14:xfrm>
            </p:contentPart>
          </mc:Choice>
          <mc:Fallback>
            <p:pic>
              <p:nvPicPr>
                <p:cNvPr id="41985" name="잉크 41984">
                  <a:extLst>
                    <a:ext uri="{FF2B5EF4-FFF2-40B4-BE49-F238E27FC236}">
                      <a16:creationId xmlns:a16="http://schemas.microsoft.com/office/drawing/2014/main" id="{8D6BE3B0-38DD-A743-4632-FC0BB8AF08C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39080" y="3767160"/>
                  <a:ext cx="1440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988" name="잉크 41987">
                  <a:extLst>
                    <a:ext uri="{FF2B5EF4-FFF2-40B4-BE49-F238E27FC236}">
                      <a16:creationId xmlns:a16="http://schemas.microsoft.com/office/drawing/2014/main" id="{0B206F00-B025-8BFE-8840-8DE4A3290121}"/>
                    </a:ext>
                  </a:extLst>
                </p14:cNvPr>
                <p14:cNvContentPartPr/>
                <p14:nvPr/>
              </p14:nvContentPartPr>
              <p14:xfrm>
                <a:off x="7385160" y="3841320"/>
                <a:ext cx="99000" cy="26640"/>
              </p14:xfrm>
            </p:contentPart>
          </mc:Choice>
          <mc:Fallback>
            <p:pic>
              <p:nvPicPr>
                <p:cNvPr id="41988" name="잉크 41987">
                  <a:extLst>
                    <a:ext uri="{FF2B5EF4-FFF2-40B4-BE49-F238E27FC236}">
                      <a16:creationId xmlns:a16="http://schemas.microsoft.com/office/drawing/2014/main" id="{0B206F00-B025-8BFE-8840-8DE4A329012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76160" y="3832320"/>
                  <a:ext cx="116640" cy="44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C:\Documents and Settings\Hanami\바탕 화면\운영체제\(강의교안)_그림파일_1장-13장\ch08_가상 메모리\ch08-31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53" b="12175"/>
          <a:stretch>
            <a:fillRect/>
          </a:stretch>
        </p:blipFill>
        <p:spPr bwMode="auto">
          <a:xfrm>
            <a:off x="4714875" y="3827463"/>
            <a:ext cx="4000500" cy="303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071563"/>
            <a:ext cx="8929687" cy="5786437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/>
              <a:t>국부 모델</a:t>
            </a:r>
            <a:r>
              <a:rPr lang="en-US" altLang="ko-KR" sz="2400" dirty="0"/>
              <a:t>(Locality Model) = </a:t>
            </a:r>
            <a:r>
              <a:rPr lang="ko-KR" altLang="en-US" sz="2400" dirty="0"/>
              <a:t>지역성 모델</a:t>
            </a:r>
            <a:endParaRPr lang="en-US" altLang="ko-KR" sz="2400" dirty="0"/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프로세스들은 메모리 내의 정보를 균일하게 액세스하지 않고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일부 페이지들을 선호하여 지역적인 부분만을 집중적으로 참조하는 현상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시간 지역성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참조된 페이지는 가까운 미래에 다시 참조 가능성 높음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latin typeface="+mn-ea"/>
              </a:rPr>
              <a:t>    - </a:t>
            </a:r>
            <a:r>
              <a:rPr lang="ko-KR" altLang="en-US" sz="1600" dirty="0" err="1">
                <a:latin typeface="+mn-ea"/>
              </a:rPr>
              <a:t>순환구조의</a:t>
            </a:r>
            <a:r>
              <a:rPr lang="ko-KR" altLang="en-US" sz="1600">
                <a:latin typeface="+mn-ea"/>
              </a:rPr>
              <a:t> 루프</a:t>
            </a:r>
            <a:r>
              <a:rPr lang="en-US" altLang="ko-KR" sz="160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부프로그램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스택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계산이나 합계의 변수 등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공간 지역성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참조된 페이지 근처의 기억장소를 참조할 가능성 높음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latin typeface="+mn-ea"/>
              </a:rPr>
              <a:t>    - </a:t>
            </a:r>
            <a:r>
              <a:rPr lang="ko-KR" altLang="en-US" sz="1600" dirty="0">
                <a:latin typeface="+mn-ea"/>
              </a:rPr>
              <a:t>배열 순례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검색 작업</a:t>
            </a:r>
            <a:r>
              <a:rPr lang="en-US" altLang="ko-KR" sz="1600" dirty="0">
                <a:latin typeface="+mn-ea"/>
              </a:rPr>
              <a:t>), </a:t>
            </a:r>
            <a:r>
              <a:rPr lang="ko-KR" altLang="en-US" sz="1600" dirty="0">
                <a:latin typeface="+mn-ea"/>
              </a:rPr>
              <a:t>순차적 코드의 실행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근처의 관련 변수 선언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등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spcAft>
                <a:spcPts val="300"/>
              </a:spcAft>
              <a:buFontTx/>
              <a:buNone/>
              <a:defRPr/>
            </a:pPr>
            <a:endParaRPr lang="en-US" altLang="ko-KR" sz="1600" dirty="0"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국부 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실제로 함께 사용되는 페이지의 집합</a:t>
            </a:r>
          </a:p>
        </p:txBody>
      </p:sp>
      <p:sp>
        <p:nvSpPr>
          <p:cNvPr id="44036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58B2DD-D72D-4C1D-AE2F-99D6CDE33D2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2240E2E-0A38-DCF6-083C-15D320A6D060}"/>
                  </a:ext>
                </a:extLst>
              </p14:cNvPr>
              <p14:cNvContentPartPr/>
              <p14:nvPr/>
            </p14:nvContentPartPr>
            <p14:xfrm>
              <a:off x="645960" y="1268040"/>
              <a:ext cx="1344600" cy="446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2240E2E-0A38-DCF6-083C-15D320A6D0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0320" y="1196400"/>
                <a:ext cx="141624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ACD7686D-BD42-31EA-B0EE-44DC3C241D3E}"/>
                  </a:ext>
                </a:extLst>
              </p14:cNvPr>
              <p14:cNvContentPartPr/>
              <p14:nvPr/>
            </p14:nvContentPartPr>
            <p14:xfrm>
              <a:off x="4635120" y="1305840"/>
              <a:ext cx="883800" cy="367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ACD7686D-BD42-31EA-B0EE-44DC3C241D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9480" y="1233840"/>
                <a:ext cx="9554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A1A942BF-A32A-1F9A-1D1D-2606E3AB966A}"/>
                  </a:ext>
                </a:extLst>
              </p14:cNvPr>
              <p14:cNvContentPartPr/>
              <p14:nvPr/>
            </p14:nvContentPartPr>
            <p14:xfrm>
              <a:off x="990485" y="2383352"/>
              <a:ext cx="1452600" cy="3492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A1A942BF-A32A-1F9A-1D1D-2606E3AB96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4845" y="2311352"/>
                <a:ext cx="152424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B9FE7795-B2A5-A0FB-A23A-0B03594A3D8D}"/>
                  </a:ext>
                </a:extLst>
              </p14:cNvPr>
              <p14:cNvContentPartPr/>
              <p14:nvPr/>
            </p14:nvContentPartPr>
            <p14:xfrm>
              <a:off x="1227725" y="2741552"/>
              <a:ext cx="1472400" cy="4032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B9FE7795-B2A5-A0FB-A23A-0B03594A3D8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92085" y="2669552"/>
                <a:ext cx="154404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627FB204-698C-E81C-652F-5AA02DB6C77A}"/>
              </a:ext>
            </a:extLst>
          </p:cNvPr>
          <p:cNvGrpSpPr/>
          <p:nvPr/>
        </p:nvGrpSpPr>
        <p:grpSpPr>
          <a:xfrm>
            <a:off x="2148965" y="2521232"/>
            <a:ext cx="356400" cy="261720"/>
            <a:chOff x="2148965" y="2521232"/>
            <a:chExt cx="35640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9129729-E5CE-A560-2AB8-0630042E0236}"/>
                    </a:ext>
                  </a:extLst>
                </p14:cNvPr>
                <p14:cNvContentPartPr/>
                <p14:nvPr/>
              </p14:nvContentPartPr>
              <p14:xfrm>
                <a:off x="2190365" y="2521232"/>
                <a:ext cx="106560" cy="2617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9129729-E5CE-A560-2AB8-0630042E023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1725" y="2512232"/>
                  <a:ext cx="1242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F58C8B32-2862-EF60-3236-70055D413D9D}"/>
                    </a:ext>
                  </a:extLst>
                </p14:cNvPr>
                <p14:cNvContentPartPr/>
                <p14:nvPr/>
              </p14:nvContentPartPr>
              <p14:xfrm>
                <a:off x="2148965" y="2616992"/>
                <a:ext cx="175680" cy="907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F58C8B32-2862-EF60-3236-70055D413D9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39965" y="2607992"/>
                  <a:ext cx="1933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E031A272-AE2A-F0CA-662F-32EE1DC76EBD}"/>
                    </a:ext>
                  </a:extLst>
                </p14:cNvPr>
                <p14:cNvContentPartPr/>
                <p14:nvPr/>
              </p14:nvContentPartPr>
              <p14:xfrm>
                <a:off x="2328245" y="2603672"/>
                <a:ext cx="57240" cy="637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E031A272-AE2A-F0CA-662F-32EE1DC76E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19605" y="2594672"/>
                  <a:ext cx="748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77699A13-8A47-EE8E-D0FA-6341343D87B4}"/>
                    </a:ext>
                  </a:extLst>
                </p14:cNvPr>
                <p14:cNvContentPartPr/>
                <p14:nvPr/>
              </p14:nvContentPartPr>
              <p14:xfrm>
                <a:off x="2407445" y="2568032"/>
                <a:ext cx="97920" cy="1062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77699A13-8A47-EE8E-D0FA-6341343D87B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98805" y="2559392"/>
                  <a:ext cx="115560" cy="12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40BC0A00-7A29-49EA-27CD-DD816491DE69}"/>
                  </a:ext>
                </a:extLst>
              </p14:cNvPr>
              <p14:cNvContentPartPr/>
              <p14:nvPr/>
            </p14:nvContentPartPr>
            <p14:xfrm>
              <a:off x="2597165" y="2357792"/>
              <a:ext cx="6152040" cy="6516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40BC0A00-7A29-49EA-27CD-DD816491DE6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61165" y="2286152"/>
                <a:ext cx="622368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3B5BC023-1B76-7683-C581-A9337E5B12D9}"/>
                  </a:ext>
                </a:extLst>
              </p14:cNvPr>
              <p14:cNvContentPartPr/>
              <p14:nvPr/>
            </p14:nvContentPartPr>
            <p14:xfrm>
              <a:off x="1039085" y="3134312"/>
              <a:ext cx="1332720" cy="3996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3B5BC023-1B76-7683-C581-A9337E5B12D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03085" y="3062672"/>
                <a:ext cx="140436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72E257F2-237E-8BFA-696F-8F1AC807C49F}"/>
                  </a:ext>
                </a:extLst>
              </p14:cNvPr>
              <p14:cNvContentPartPr/>
              <p14:nvPr/>
            </p14:nvContentPartPr>
            <p14:xfrm>
              <a:off x="4202765" y="3129992"/>
              <a:ext cx="558720" cy="1764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72E257F2-237E-8BFA-696F-8F1AC807C49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67125" y="3058352"/>
                <a:ext cx="63036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75918FBD-5C79-7AF6-70F2-58D49DF4B2F9}"/>
                  </a:ext>
                </a:extLst>
              </p14:cNvPr>
              <p14:cNvContentPartPr/>
              <p14:nvPr/>
            </p14:nvContentPartPr>
            <p14:xfrm>
              <a:off x="5392205" y="2730752"/>
              <a:ext cx="412920" cy="2844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75918FBD-5C79-7AF6-70F2-58D49DF4B2F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56565" y="2658752"/>
                <a:ext cx="48456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그룹 25">
            <a:extLst>
              <a:ext uri="{FF2B5EF4-FFF2-40B4-BE49-F238E27FC236}">
                <a16:creationId xmlns:a16="http://schemas.microsoft.com/office/drawing/2014/main" id="{7235AF00-C53B-C78A-7AAD-AA7EA97C9BF7}"/>
              </a:ext>
            </a:extLst>
          </p:cNvPr>
          <p:cNvGrpSpPr/>
          <p:nvPr/>
        </p:nvGrpSpPr>
        <p:grpSpPr>
          <a:xfrm>
            <a:off x="7024805" y="2707712"/>
            <a:ext cx="1258200" cy="181440"/>
            <a:chOff x="7024805" y="2707712"/>
            <a:chExt cx="1258200" cy="18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86123264-AF84-7EA8-B17B-E4B42EBA08B8}"/>
                    </a:ext>
                  </a:extLst>
                </p14:cNvPr>
                <p14:cNvContentPartPr/>
                <p14:nvPr/>
              </p14:nvContentPartPr>
              <p14:xfrm>
                <a:off x="7024805" y="2707712"/>
                <a:ext cx="88200" cy="1702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86123264-AF84-7EA8-B17B-E4B42EBA08B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16165" y="2698712"/>
                  <a:ext cx="1058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62021ED-E050-5B8D-2AE8-39F181FCB8A2}"/>
                    </a:ext>
                  </a:extLst>
                </p14:cNvPr>
                <p14:cNvContentPartPr/>
                <p14:nvPr/>
              </p14:nvContentPartPr>
              <p14:xfrm>
                <a:off x="7121285" y="2748032"/>
                <a:ext cx="316440" cy="1411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62021ED-E050-5B8D-2AE8-39F181FCB8A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12645" y="2739392"/>
                  <a:ext cx="3340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0AFF576D-EABA-9ADE-2218-11AFA7255004}"/>
                    </a:ext>
                  </a:extLst>
                </p14:cNvPr>
                <p14:cNvContentPartPr/>
                <p14:nvPr/>
              </p14:nvContentPartPr>
              <p14:xfrm>
                <a:off x="7568405" y="2777552"/>
                <a:ext cx="103320" cy="68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0AFF576D-EABA-9ADE-2218-11AFA72550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59405" y="2768912"/>
                  <a:ext cx="120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9F498E63-25C3-D0C6-1A2F-8761B4133F18}"/>
                    </a:ext>
                  </a:extLst>
                </p14:cNvPr>
                <p14:cNvContentPartPr/>
                <p14:nvPr/>
              </p14:nvContentPartPr>
              <p14:xfrm>
                <a:off x="7619165" y="2730032"/>
                <a:ext cx="23040" cy="1479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9F498E63-25C3-D0C6-1A2F-8761B4133F1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10525" y="2721392"/>
                  <a:ext cx="40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F6FD080-70D9-A9F0-A6A3-8BAE425DE446}"/>
                    </a:ext>
                  </a:extLst>
                </p14:cNvPr>
                <p14:cNvContentPartPr/>
                <p14:nvPr/>
              </p14:nvContentPartPr>
              <p14:xfrm>
                <a:off x="7727525" y="2772512"/>
                <a:ext cx="96120" cy="165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F6FD080-70D9-A9F0-A6A3-8BAE425DE44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18885" y="2763872"/>
                  <a:ext cx="113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A043E292-F4A5-DA06-3E03-7FF27502B641}"/>
                    </a:ext>
                  </a:extLst>
                </p14:cNvPr>
                <p14:cNvContentPartPr/>
                <p14:nvPr/>
              </p14:nvContentPartPr>
              <p14:xfrm>
                <a:off x="7736885" y="2825432"/>
                <a:ext cx="91800" cy="180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A043E292-F4A5-DA06-3E03-7FF27502B6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27885" y="2816792"/>
                  <a:ext cx="1094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E7390E44-020E-3788-CA72-A9D8870F1927}"/>
                    </a:ext>
                  </a:extLst>
                </p14:cNvPr>
                <p14:cNvContentPartPr/>
                <p14:nvPr/>
              </p14:nvContentPartPr>
              <p14:xfrm>
                <a:off x="7974845" y="2749112"/>
                <a:ext cx="153000" cy="864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E7390E44-020E-3788-CA72-A9D8870F192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65845" y="2740112"/>
                  <a:ext cx="1706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975AEE1-9340-D543-74D4-CDEB2367AB09}"/>
                    </a:ext>
                  </a:extLst>
                </p14:cNvPr>
                <p14:cNvContentPartPr/>
                <p14:nvPr/>
              </p14:nvContentPartPr>
              <p14:xfrm>
                <a:off x="8240165" y="2715272"/>
                <a:ext cx="42840" cy="172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975AEE1-9340-D543-74D4-CDEB2367AB0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31525" y="2706272"/>
                  <a:ext cx="60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36ED3D25-0874-41DE-9B59-7438BE89CCBB}"/>
                    </a:ext>
                  </a:extLst>
                </p14:cNvPr>
                <p14:cNvContentPartPr/>
                <p14:nvPr/>
              </p14:nvContentPartPr>
              <p14:xfrm>
                <a:off x="8249165" y="2803112"/>
                <a:ext cx="29160" cy="820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36ED3D25-0874-41DE-9B59-7438BE89CCB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40525" y="2794112"/>
                  <a:ext cx="46800" cy="9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F96C3F3D-007A-3B48-BA90-46C9211237C1}"/>
                  </a:ext>
                </a:extLst>
              </p14:cNvPr>
              <p14:cNvContentPartPr/>
              <p14:nvPr/>
            </p14:nvContentPartPr>
            <p14:xfrm>
              <a:off x="1229525" y="3446072"/>
              <a:ext cx="440640" cy="4752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F96C3F3D-007A-3B48-BA90-46C9211237C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93885" y="3374072"/>
                <a:ext cx="5122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17890A0B-3662-F247-FD0A-81E0B7FE64B3}"/>
                  </a:ext>
                </a:extLst>
              </p14:cNvPr>
              <p14:cNvContentPartPr/>
              <p14:nvPr/>
            </p14:nvContentPartPr>
            <p14:xfrm>
              <a:off x="5169365" y="3452912"/>
              <a:ext cx="1577880" cy="39600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17890A0B-3662-F247-FD0A-81E0B7FE64B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133365" y="3381272"/>
                <a:ext cx="1649520" cy="18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285750"/>
            <a:ext cx="7683500" cy="1143000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4000" dirty="0">
                <a:latin typeface="+mj-ea"/>
              </a:rPr>
              <a:t>작업 세트</a:t>
            </a:r>
            <a:r>
              <a:rPr lang="en-US" altLang="ko-KR" sz="4000" dirty="0">
                <a:latin typeface="+mj-ea"/>
              </a:rPr>
              <a:t>(Working Set) </a:t>
            </a:r>
            <a:r>
              <a:rPr lang="ko-KR" altLang="en-US" sz="4000" dirty="0">
                <a:latin typeface="+mj-ea"/>
              </a:rPr>
              <a:t>모델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929687" cy="5214937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작업 세트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dirty="0">
                <a:latin typeface="+mn-ea"/>
              </a:rPr>
              <a:t>작업 설정</a:t>
            </a:r>
            <a:r>
              <a:rPr lang="en-US" altLang="ko-KR" sz="2400" dirty="0">
                <a:latin typeface="+mn-ea"/>
              </a:rPr>
              <a:t>): </a:t>
            </a:r>
            <a:r>
              <a:rPr lang="ko-KR" altLang="en-US" sz="2400" dirty="0">
                <a:latin typeface="+mn-ea"/>
              </a:rPr>
              <a:t>프로그램 국부의 근사값 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프로세스가 많이 참조하는 페이지들을 메모리에 계속 상주시키는 방법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ko-KR" altLang="en-US" sz="1000" dirty="0">
              <a:latin typeface="+mn-ea"/>
            </a:endParaRPr>
          </a:p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프로세스 작업 세트 정의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900" dirty="0">
                <a:latin typeface="+mn-ea"/>
              </a:rPr>
              <a:t>작업 세트 </a:t>
            </a:r>
            <a:r>
              <a:rPr lang="en-US" altLang="ko-KR" sz="1900" b="1" dirty="0">
                <a:latin typeface="+mn-ea"/>
              </a:rPr>
              <a:t>WS(t, w):</a:t>
            </a:r>
            <a:r>
              <a:rPr lang="ko-KR" altLang="en-US" sz="1900" dirty="0">
                <a:latin typeface="+mn-ea"/>
              </a:rPr>
              <a:t> 시간 </a:t>
            </a:r>
            <a:r>
              <a:rPr lang="en-US" altLang="ko-KR" sz="1900" b="1" dirty="0">
                <a:latin typeface="+mn-ea"/>
              </a:rPr>
              <a:t>(t-w)</a:t>
            </a:r>
            <a:r>
              <a:rPr lang="ko-KR" altLang="en-US" sz="1900" dirty="0">
                <a:latin typeface="+mn-ea"/>
              </a:rPr>
              <a:t>부터 </a:t>
            </a:r>
            <a:r>
              <a:rPr lang="en-US" altLang="ko-KR" sz="1900" b="1" dirty="0">
                <a:latin typeface="+mn-ea"/>
              </a:rPr>
              <a:t>t</a:t>
            </a:r>
            <a:r>
              <a:rPr lang="ko-KR" altLang="en-US" sz="1900" dirty="0">
                <a:latin typeface="+mn-ea"/>
              </a:rPr>
              <a:t>까지에 참조한 페이지들의 집합</a:t>
            </a:r>
            <a:endParaRPr lang="en-US" altLang="ko-KR" sz="19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en-US" altLang="ko-KR" sz="1600" b="1" dirty="0">
                <a:latin typeface="+mn-ea"/>
              </a:rPr>
              <a:t>t </a:t>
            </a:r>
            <a:r>
              <a:rPr lang="en-US" altLang="ko-KR" sz="1600" dirty="0">
                <a:latin typeface="+mn-ea"/>
              </a:rPr>
              <a:t>:</a:t>
            </a:r>
            <a:r>
              <a:rPr lang="ko-KR" altLang="en-US" sz="1600" dirty="0">
                <a:latin typeface="+mn-ea"/>
              </a:rPr>
              <a:t> 현재 프로세스 시간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프로세서를 점유하고 있는 시간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lvl="2">
              <a:spcAft>
                <a:spcPts val="300"/>
              </a:spcAft>
              <a:defRPr/>
            </a:pPr>
            <a:r>
              <a:rPr lang="en-US" altLang="ko-KR" sz="1600" b="1" dirty="0">
                <a:latin typeface="+mn-ea"/>
              </a:rPr>
              <a:t>w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프로세스 창의 크기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과거 어느 시간까지 포함할 지를 나타냄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kumimoji="0" lang="en-US" altLang="ko-KR" sz="19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kumimoji="0" lang="en-US" altLang="ko-KR" sz="1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kumimoji="0" lang="ko-KR" altLang="en-US" sz="1800" dirty="0">
                <a:latin typeface="+mn-ea"/>
              </a:rPr>
              <a:t>창의 크기</a:t>
            </a:r>
            <a:r>
              <a:rPr kumimoji="0" lang="en-US" altLang="ko-KR" sz="1800" dirty="0">
                <a:latin typeface="+mn-ea"/>
              </a:rPr>
              <a:t> </a:t>
            </a:r>
            <a:r>
              <a:rPr kumimoji="0" lang="en-US" altLang="ko-KR" sz="1800" b="1" dirty="0">
                <a:latin typeface="+mn-ea"/>
              </a:rPr>
              <a:t>w</a:t>
            </a:r>
            <a:r>
              <a:rPr kumimoji="0" lang="ko-KR" altLang="en-US" sz="1800" dirty="0">
                <a:latin typeface="+mn-ea"/>
              </a:rPr>
              <a:t>가 커지면 작업설정이 커지나</a:t>
            </a:r>
            <a:r>
              <a:rPr kumimoji="0" lang="en-US" altLang="ko-KR" sz="1800" dirty="0">
                <a:latin typeface="+mn-ea"/>
              </a:rPr>
              <a:t>, </a:t>
            </a:r>
            <a:r>
              <a:rPr kumimoji="0" lang="en-US" altLang="ko-KR" sz="1800" b="1" dirty="0">
                <a:latin typeface="+mn-ea"/>
              </a:rPr>
              <a:t>w</a:t>
            </a:r>
            <a:r>
              <a:rPr kumimoji="0" lang="ko-KR" altLang="en-US" sz="1800" dirty="0">
                <a:latin typeface="+mn-ea"/>
              </a:rPr>
              <a:t>가 너무</a:t>
            </a:r>
            <a:r>
              <a:rPr kumimoji="0" lang="en-US" altLang="ko-KR" sz="1800" dirty="0">
                <a:latin typeface="+mn-ea"/>
              </a:rPr>
              <a:t> </a:t>
            </a:r>
            <a:r>
              <a:rPr kumimoji="0" lang="ko-KR" altLang="en-US" sz="1800" dirty="0">
                <a:latin typeface="+mn-ea"/>
              </a:rPr>
              <a:t>커지면 작업설정도 증가하지 않음</a:t>
            </a:r>
          </a:p>
        </p:txBody>
      </p:sp>
      <p:sp>
        <p:nvSpPr>
          <p:cNvPr id="46084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02F524-9DF6-40BC-850F-DC045D0B7E2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46085" name="Picture 2" descr="C:\Documents and Settings\Hanami\바탕 화면\운영체제\(강의교안)_그림파일_1장-13장\ch08_가상 메모리\ch08-32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11"/>
          <a:stretch>
            <a:fillRect/>
          </a:stretch>
        </p:blipFill>
        <p:spPr bwMode="auto">
          <a:xfrm>
            <a:off x="357188" y="4286250"/>
            <a:ext cx="3914775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6" name="Picture 3" descr="C:\Documents and Settings\Hanami\바탕 화면\운영체제\(강의교안)_그림파일_1장-13장\ch08_가상 메모리\ch08-33_cu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89"/>
          <a:stretch>
            <a:fillRect/>
          </a:stretch>
        </p:blipFill>
        <p:spPr bwMode="auto">
          <a:xfrm>
            <a:off x="4714875" y="4286250"/>
            <a:ext cx="4217988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26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214438"/>
            <a:ext cx="8686800" cy="5357812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작업세트 모델 예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1900" dirty="0">
                <a:latin typeface="+mn-ea"/>
              </a:rPr>
              <a:t>∆=10 </a:t>
            </a:r>
            <a:r>
              <a:rPr lang="ko-KR" altLang="en-US" sz="1900" dirty="0">
                <a:latin typeface="+mn-ea"/>
              </a:rPr>
              <a:t>이면</a:t>
            </a:r>
            <a:r>
              <a:rPr lang="en-US" altLang="ko-KR" sz="1900" dirty="0">
                <a:latin typeface="+mn-ea"/>
              </a:rPr>
              <a:t>, </a:t>
            </a:r>
            <a:r>
              <a:rPr lang="en-US" altLang="ko-KR" sz="1900" b="1" dirty="0">
                <a:latin typeface="+mn-ea"/>
                <a:cs typeface="Times New Roman" pitchFamily="18" charset="0"/>
              </a:rPr>
              <a:t>t</a:t>
            </a:r>
            <a:r>
              <a:rPr lang="en-US" altLang="ko-KR" sz="1900" b="1" baseline="-25000" dirty="0">
                <a:latin typeface="+mn-ea"/>
                <a:cs typeface="Times New Roman" pitchFamily="18" charset="0"/>
              </a:rPr>
              <a:t>1</a:t>
            </a:r>
            <a:r>
              <a:rPr lang="en-US" altLang="ko-KR" sz="1900" dirty="0">
                <a:latin typeface="+mn-ea"/>
              </a:rPr>
              <a:t> </a:t>
            </a:r>
            <a:r>
              <a:rPr lang="ko-KR" altLang="en-US" sz="1900" dirty="0">
                <a:latin typeface="+mn-ea"/>
              </a:rPr>
              <a:t>시간의 작업설정은 </a:t>
            </a:r>
            <a:r>
              <a:rPr lang="en-US" altLang="ko-KR" sz="1900" dirty="0">
                <a:latin typeface="+mn-ea"/>
              </a:rPr>
              <a:t>{1,2,5,6,7}, </a:t>
            </a:r>
            <a:r>
              <a:rPr lang="en-US" altLang="ko-KR" sz="1900" b="1" dirty="0">
                <a:latin typeface="+mn-ea"/>
              </a:rPr>
              <a:t>t</a:t>
            </a:r>
            <a:r>
              <a:rPr lang="en-US" altLang="ko-KR" sz="1900" b="1" baseline="-25000" dirty="0">
                <a:latin typeface="+mn-ea"/>
              </a:rPr>
              <a:t>2</a:t>
            </a:r>
            <a:r>
              <a:rPr lang="en-US" altLang="ko-KR" sz="1900" dirty="0">
                <a:latin typeface="+mn-ea"/>
              </a:rPr>
              <a:t> </a:t>
            </a:r>
            <a:r>
              <a:rPr lang="ko-KR" altLang="en-US" sz="1900" dirty="0">
                <a:latin typeface="+mn-ea"/>
              </a:rPr>
              <a:t>시간에는 </a:t>
            </a:r>
            <a:r>
              <a:rPr lang="en-US" altLang="ko-KR" sz="1900" dirty="0">
                <a:latin typeface="+mn-ea"/>
              </a:rPr>
              <a:t>{3,4}</a:t>
            </a:r>
          </a:p>
          <a:p>
            <a:pPr lvl="1">
              <a:spcAft>
                <a:spcPts val="300"/>
              </a:spcAft>
              <a:buFontTx/>
              <a:buNone/>
              <a:defRPr/>
            </a:pPr>
            <a:endParaRPr lang="en-US" altLang="ko-KR" sz="1700" dirty="0">
              <a:latin typeface="+mn-ea"/>
            </a:endParaRPr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r>
              <a:rPr lang="ko-KR" altLang="en-US" sz="2400" dirty="0"/>
              <a:t>사용법</a:t>
            </a:r>
          </a:p>
          <a:p>
            <a:pPr lvl="1">
              <a:defRPr/>
            </a:pPr>
            <a:r>
              <a:rPr lang="ko-KR" altLang="en-US" sz="1800" dirty="0"/>
              <a:t>운영 체제는 각 프로세스의 작업 세트 크기에 맞는 충분한 프레임 할당</a:t>
            </a:r>
          </a:p>
          <a:p>
            <a:pPr lvl="1">
              <a:defRPr/>
            </a:pPr>
            <a:r>
              <a:rPr lang="ko-KR" altLang="en-US" sz="1800" dirty="0"/>
              <a:t>작업 세트 크기의 합이 증가하여 총 유효 프레임 수보다 커지면 한 프로세스를 중지시켜 프레임을 다른 프로세스에 재할당</a:t>
            </a:r>
          </a:p>
        </p:txBody>
      </p:sp>
      <p:pic>
        <p:nvPicPr>
          <p:cNvPr id="48131" name="Picture 2" descr="C:\Documents and Settings\Hanami\바탕 화면\운영체제\(강의교안)_그림파일_1장-13장\ch08_가상 메모리\ch08-34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24"/>
          <a:stretch>
            <a:fillRect/>
          </a:stretch>
        </p:blipFill>
        <p:spPr bwMode="auto">
          <a:xfrm>
            <a:off x="1357313" y="2357438"/>
            <a:ext cx="6850062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슬라이드 번호 개체 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68D8CC-9F37-4F43-9A5C-370508B39F4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62925FCC-B134-C17F-5CB7-CE51E4D98DAC}"/>
                  </a:ext>
                </a:extLst>
              </p14:cNvPr>
              <p14:cNvContentPartPr/>
              <p14:nvPr/>
            </p14:nvContentPartPr>
            <p14:xfrm>
              <a:off x="1949165" y="3486032"/>
              <a:ext cx="1465560" cy="327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62925FCC-B134-C17F-5CB7-CE51E4D98D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3165" y="3414392"/>
                <a:ext cx="15372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B3363A6D-64F1-5E56-194D-592AE32BD388}"/>
                  </a:ext>
                </a:extLst>
              </p14:cNvPr>
              <p14:cNvContentPartPr/>
              <p14:nvPr/>
            </p14:nvContentPartPr>
            <p14:xfrm>
              <a:off x="4542965" y="3519512"/>
              <a:ext cx="1505160" cy="414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B3363A6D-64F1-5E56-194D-592AE32BD3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07325" y="3447872"/>
                <a:ext cx="1576800" cy="18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723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285875"/>
            <a:ext cx="8772525" cy="4505325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작업 세트 모델의 문제점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작업설정이 갖는 과거의 참조가 미래의 참조를 항상 보장하지는 않음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작업 세트의 크기와 구성 페이지들은 시간 경과에 따라 변화가 심함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kumimoji="0" lang="ko-KR" altLang="en-US" sz="1600" dirty="0">
                <a:latin typeface="+mn-ea"/>
              </a:rPr>
              <a:t>과도기는 프로세스가 다른 지역으로  이동</a:t>
            </a:r>
            <a:endParaRPr lang="en-US" altLang="ko-KR" sz="16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각 프로세스가 참조한 페이지 시간 순서로 된 페이지 큐를 유지 필요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작업 세트를 위한 메모리 관리는 매우 복잡</a:t>
            </a:r>
            <a:endParaRPr lang="en-US" altLang="ko-KR" sz="16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창의 크기 </a:t>
            </a:r>
            <a:r>
              <a:rPr lang="en-US" altLang="ko-KR" sz="2000" dirty="0">
                <a:latin typeface="+mn-ea"/>
              </a:rPr>
              <a:t>∆ </a:t>
            </a:r>
            <a:r>
              <a:rPr lang="ko-KR" altLang="en-US" sz="2000" dirty="0">
                <a:latin typeface="+mn-ea"/>
              </a:rPr>
              <a:t>의 최적값이 알려져 있지 않으며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프로세스의 성격에 따라 </a:t>
            </a:r>
            <a:r>
              <a:rPr lang="en-US" altLang="ko-KR" sz="2000" dirty="0">
                <a:latin typeface="+mn-ea"/>
              </a:rPr>
              <a:t>∆ </a:t>
            </a:r>
            <a:r>
              <a:rPr lang="ko-KR" altLang="en-US" sz="2000" dirty="0">
                <a:latin typeface="+mn-ea"/>
              </a:rPr>
              <a:t>의 최적값은 매우 다양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50179" name="Picture 3" descr="C:\Documents and Settings\Hanami\바탕 화면\운영체제\(강의교안)_그림파일_1장-13장\ch08_가상 메모리\ch08-35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65"/>
          <a:stretch>
            <a:fillRect/>
          </a:stretch>
        </p:blipFill>
        <p:spPr bwMode="auto">
          <a:xfrm>
            <a:off x="2428875" y="4429125"/>
            <a:ext cx="4116388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58F5E0-6CF2-4420-AA12-95A779DA54E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C25EB426-0954-3CA9-819D-43C9B1DF3CF6}"/>
                  </a:ext>
                </a:extLst>
              </p14:cNvPr>
              <p14:cNvContentPartPr/>
              <p14:nvPr/>
            </p14:nvContentPartPr>
            <p14:xfrm>
              <a:off x="2367125" y="2407112"/>
              <a:ext cx="685440" cy="216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C25EB426-0954-3CA9-819D-43C9B1DF3C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1125" y="2335472"/>
                <a:ext cx="757080" cy="16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981200"/>
            <a:ext cx="8715375" cy="1733550"/>
          </a:xfrm>
        </p:spPr>
        <p:txBody>
          <a:bodyPr lIns="92075" tIns="46038" rIns="92075" bIns="46038"/>
          <a:lstStyle/>
          <a:p>
            <a:pPr marL="285750" indent="-285750">
              <a:defRPr/>
            </a:pPr>
            <a:r>
              <a:rPr lang="ko-KR" altLang="en-US" sz="2400" dirty="0">
                <a:latin typeface="+mn-ea"/>
              </a:rPr>
              <a:t> 페이지 </a:t>
            </a:r>
            <a:r>
              <a:rPr lang="ko-KR" altLang="en-US" sz="2400" dirty="0" err="1">
                <a:latin typeface="+mn-ea"/>
              </a:rPr>
              <a:t>부재율</a:t>
            </a:r>
            <a:r>
              <a:rPr lang="ko-KR" altLang="en-US" sz="2400" dirty="0">
                <a:latin typeface="+mn-ea"/>
              </a:rPr>
              <a:t> 조절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 err="1">
                <a:latin typeface="+mn-ea"/>
              </a:rPr>
              <a:t>스래싱</a:t>
            </a:r>
            <a:r>
              <a:rPr lang="ko-KR" altLang="en-US" sz="2400" dirty="0">
                <a:latin typeface="+mn-ea"/>
              </a:rPr>
              <a:t> 방지 방법</a:t>
            </a:r>
          </a:p>
          <a:p>
            <a:pPr marL="685800" lvl="1" indent="-228600">
              <a:defRPr/>
            </a:pPr>
            <a:r>
              <a:rPr lang="ko-KR" altLang="en-US" sz="2000" dirty="0">
                <a:latin typeface="+mn-ea"/>
              </a:rPr>
              <a:t>페이지 </a:t>
            </a:r>
            <a:r>
              <a:rPr lang="ko-KR" altLang="en-US" sz="2000" dirty="0" err="1">
                <a:latin typeface="+mn-ea"/>
              </a:rPr>
              <a:t>부재율의</a:t>
            </a:r>
            <a:r>
              <a:rPr lang="ko-KR" altLang="en-US" sz="2000" dirty="0">
                <a:latin typeface="+mn-ea"/>
              </a:rPr>
              <a:t> 상한과 하한을 정함</a:t>
            </a:r>
            <a:endParaRPr lang="en-US" altLang="ko-KR" sz="2000" dirty="0">
              <a:latin typeface="+mn-ea"/>
            </a:endParaRPr>
          </a:p>
          <a:p>
            <a:pPr marL="685800" lvl="1" indent="-228600">
              <a:defRPr/>
            </a:pPr>
            <a:r>
              <a:rPr lang="ko-KR" altLang="en-US" sz="2000" dirty="0">
                <a:latin typeface="+mn-ea"/>
              </a:rPr>
              <a:t>상한을 넘으면 프레임을 더 할당하고 하한보다 낮으면 프레임을 회수</a:t>
            </a:r>
            <a:endParaRPr lang="en-US" altLang="ko-KR" sz="2000" dirty="0">
              <a:latin typeface="+mn-ea"/>
            </a:endParaRPr>
          </a:p>
          <a:p>
            <a:pPr marL="685800" lvl="1" indent="-228600">
              <a:defRPr/>
            </a:pPr>
            <a:r>
              <a:rPr lang="ko-KR" altLang="en-US" sz="2000" dirty="0">
                <a:latin typeface="+mn-ea"/>
              </a:rPr>
              <a:t>페이지 부재가 발생할 때 조절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작업세트 모델보다 오버헤드가 적음</a:t>
            </a:r>
          </a:p>
          <a:p>
            <a:pPr marL="685800" lvl="1" indent="-228600">
              <a:defRPr/>
            </a:pPr>
            <a:endParaRPr lang="en-US" altLang="ko-KR" dirty="0">
              <a:latin typeface="+mn-ea"/>
            </a:endParaRP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/>
              <a:t>페이지 부재 빈도</a:t>
            </a:r>
            <a:r>
              <a:rPr lang="en-US" altLang="ko-KR" sz="3200"/>
              <a:t>(Page Fault Frequency)</a:t>
            </a:r>
            <a:endParaRPr lang="en-US" altLang="ko-KR" sz="3600"/>
          </a:p>
        </p:txBody>
      </p:sp>
      <p:sp>
        <p:nvSpPr>
          <p:cNvPr id="5222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A71C80-C58C-4422-AE80-DDFDCDA9321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52229" name="Picture 2" descr="C:\Documents and Settings\Hanami\바탕 화면\운영체제\(강의교안)_그림파일_1장-13장\ch08_가상 메모리\ch08-36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77"/>
          <a:stretch>
            <a:fillRect/>
          </a:stretch>
        </p:blipFill>
        <p:spPr bwMode="auto">
          <a:xfrm>
            <a:off x="142875" y="4000500"/>
            <a:ext cx="4433888" cy="214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0" name="Picture 2" descr="C:\Documents and Settings\Hanami\바탕 화면\운영체제\(강의교안)_그림파일_1장-13장\ch08_가상 메모리\ch08-37_cu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11"/>
          <a:stretch>
            <a:fillRect/>
          </a:stretch>
        </p:blipFill>
        <p:spPr bwMode="auto">
          <a:xfrm>
            <a:off x="4429125" y="3929063"/>
            <a:ext cx="4572000" cy="22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A1684E59-1BCB-4220-B226-75BA9E81D0DE}"/>
                  </a:ext>
                </a:extLst>
              </p14:cNvPr>
              <p14:cNvContentPartPr/>
              <p14:nvPr/>
            </p14:nvContentPartPr>
            <p14:xfrm>
              <a:off x="6804845" y="3326552"/>
              <a:ext cx="1851120" cy="525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A1684E59-1BCB-4220-B226-75BA9E81D0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69205" y="3254552"/>
                <a:ext cx="19227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6D6747D1-EE92-CB04-C125-A9E10B1EA899}"/>
                  </a:ext>
                </a:extLst>
              </p14:cNvPr>
              <p14:cNvContentPartPr/>
              <p14:nvPr/>
            </p14:nvContentPartPr>
            <p14:xfrm>
              <a:off x="1018205" y="2945672"/>
              <a:ext cx="7786080" cy="936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6D6747D1-EE92-CB04-C125-A9E10B1EA8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2565" y="2873672"/>
                <a:ext cx="78577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2C48B72E-96BC-BD4E-1D47-E4C27C5E0C06}"/>
                  </a:ext>
                </a:extLst>
              </p14:cNvPr>
              <p14:cNvContentPartPr/>
              <p14:nvPr/>
            </p14:nvContentPartPr>
            <p14:xfrm>
              <a:off x="1044125" y="2579912"/>
              <a:ext cx="4145400" cy="8460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2C48B72E-96BC-BD4E-1D47-E4C27C5E0C0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8125" y="2507912"/>
                <a:ext cx="421704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39C36691-153D-2D2F-DAAC-F3BC7CCD304B}"/>
                  </a:ext>
                </a:extLst>
              </p14:cNvPr>
              <p14:cNvContentPartPr/>
              <p14:nvPr/>
            </p14:nvContentPartPr>
            <p14:xfrm>
              <a:off x="3581405" y="2205872"/>
              <a:ext cx="1666440" cy="705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39C36691-153D-2D2F-DAAC-F3BC7CCD304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45405" y="2134232"/>
                <a:ext cx="1738080" cy="21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기타 고려사항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 err="1">
                <a:latin typeface="+mn-ea"/>
              </a:rPr>
              <a:t>프리</a:t>
            </a: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 err="1">
                <a:latin typeface="+mn-ea"/>
              </a:rPr>
              <a:t>페이징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prepaging</a:t>
            </a:r>
            <a:r>
              <a:rPr lang="en-US" altLang="ko-KR" sz="2400" dirty="0">
                <a:latin typeface="+mn-ea"/>
              </a:rPr>
              <a:t>)</a:t>
            </a: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예상되는 모든 페이지를 사전에 한꺼번에 메모리 내로 가져옴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처음에 발생하는 많은 페이지 부재를 방지하기 위한 기법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20000"/>
              </a:lnSpc>
              <a:defRPr/>
            </a:pPr>
            <a:r>
              <a:rPr lang="ko-KR" altLang="en-US" sz="2000">
                <a:latin typeface="+mn-ea"/>
              </a:rPr>
              <a:t>메모리로 들어온 </a:t>
            </a:r>
            <a:r>
              <a:rPr lang="ko-KR" altLang="en-US" sz="2000" dirty="0">
                <a:latin typeface="+mn-ea"/>
              </a:rPr>
              <a:t>페이지 중에서 상당 수는 사용되지 않을 수 있음 </a:t>
            </a:r>
            <a:br>
              <a:rPr lang="ko-KR" altLang="en-US" dirty="0">
                <a:latin typeface="+mn-ea"/>
              </a:rPr>
            </a:br>
            <a:endParaRPr lang="ko-KR" altLang="en-US" dirty="0">
              <a:latin typeface="+mn-ea"/>
            </a:endParaRPr>
          </a:p>
          <a:p>
            <a:pPr>
              <a:lnSpc>
                <a:spcPct val="120000"/>
              </a:lnSpc>
              <a:defRPr/>
            </a:pPr>
            <a:r>
              <a:rPr lang="ko-KR" altLang="en-US" sz="2400" dirty="0">
                <a:latin typeface="+mn-ea"/>
              </a:rPr>
              <a:t> 페이지 크기 선택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en-US" sz="2000" dirty="0">
                <a:latin typeface="+mn-ea"/>
              </a:rPr>
              <a:t>크기가 작은 페이지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내부 단편화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지역성에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유리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en-US" sz="2000" dirty="0">
                <a:latin typeface="+mn-ea"/>
              </a:rPr>
              <a:t>크기가 큰 페이지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테이블 크기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입출력 시간에 유리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en-US" sz="2000" dirty="0">
                <a:latin typeface="+mn-ea"/>
              </a:rPr>
              <a:t>프로세서 속도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메모리 용량 증가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디스크 속도의 증가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오늘날 페이지 크기는 커짐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20000"/>
              </a:lnSpc>
              <a:defRPr/>
            </a:pPr>
            <a:endParaRPr lang="en-US" altLang="ko-KR" sz="2000" dirty="0">
              <a:latin typeface="+mn-ea"/>
            </a:endParaRPr>
          </a:p>
        </p:txBody>
      </p:sp>
      <p:sp>
        <p:nvSpPr>
          <p:cNvPr id="5427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5074CC-1BE9-4D6A-B6B7-44EFA498B0A7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571625"/>
            <a:ext cx="8929687" cy="2533650"/>
          </a:xfrm>
        </p:spPr>
        <p:txBody>
          <a:bodyPr/>
          <a:lstStyle/>
          <a:p>
            <a:pPr>
              <a:defRPr/>
            </a:pPr>
            <a:r>
              <a:rPr lang="ko-KR" altLang="en-US" sz="2200" dirty="0" err="1">
                <a:latin typeface="+mn-ea"/>
              </a:rPr>
              <a:t>커널</a:t>
            </a:r>
            <a:r>
              <a:rPr lang="ko-KR" altLang="en-US" sz="2200" dirty="0">
                <a:latin typeface="+mn-ea"/>
              </a:rPr>
              <a:t> 메모리 할당에 적용</a:t>
            </a:r>
            <a:endParaRPr lang="en-US" altLang="ko-KR" sz="22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다양한 크기의 자료 구조 사용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내부 단편화 문제 커짐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물리 메모리에 직접 접근하는 특정 하드웨어 장치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연속적인 메모리 할당 필요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200" dirty="0">
                <a:latin typeface="+mn-ea"/>
              </a:rPr>
              <a:t>동작 원리</a:t>
            </a:r>
            <a:endParaRPr lang="en-US" altLang="ko-KR" sz="22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요청된 크기가 버퍼보다 작으면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버퍼를 동일한 크기의 </a:t>
            </a:r>
            <a:r>
              <a:rPr lang="en-US" altLang="ko-KR" sz="1800" dirty="0">
                <a:latin typeface="+mn-ea"/>
              </a:rPr>
              <a:t>2</a:t>
            </a:r>
            <a:r>
              <a:rPr lang="ko-KR" altLang="en-US" sz="1800" dirty="0">
                <a:latin typeface="+mn-ea"/>
              </a:rPr>
              <a:t>개 버디로 나눔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가능할 때마다 인접한 자유로운 버퍼들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b="1" dirty="0">
                <a:latin typeface="+mn-ea"/>
                <a:cs typeface="Times New Roman" pitchFamily="18" charset="0"/>
              </a:rPr>
              <a:t>Free Buffers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을 합치는 과정을 반복</a:t>
            </a:r>
            <a:endParaRPr lang="en-US" altLang="ko-KR" sz="1800" dirty="0">
              <a:latin typeface="+mn-ea"/>
            </a:endParaRPr>
          </a:p>
        </p:txBody>
      </p:sp>
      <p:pic>
        <p:nvPicPr>
          <p:cNvPr id="55299" name="Picture 3" descr="C:\Documents and Settings\Hanami\바탕 화면\운영체제\(강의교안)_그림파일_1장-13장\ch07_메모리 관리\ch07-29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13"/>
          <a:stretch>
            <a:fillRect/>
          </a:stretch>
        </p:blipFill>
        <p:spPr bwMode="auto">
          <a:xfrm>
            <a:off x="2000250" y="4357688"/>
            <a:ext cx="5548313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14313" y="571500"/>
            <a:ext cx="8786812" cy="714375"/>
          </a:xfrm>
          <a:prstGeom prst="rect">
            <a:avLst/>
          </a:prstGeom>
        </p:spPr>
        <p:txBody>
          <a:bodyPr/>
          <a:lstStyle/>
          <a:p>
            <a:pPr algn="ctr" latinLnBrk="1">
              <a:lnSpc>
                <a:spcPct val="85000"/>
              </a:lnSpc>
              <a:defRPr/>
            </a:pPr>
            <a:r>
              <a:rPr lang="ko-KR" alt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버디</a:t>
            </a:r>
            <a:r>
              <a:rPr lang="en-US" altLang="ko-KR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(buddy)</a:t>
            </a:r>
            <a:r>
              <a:rPr lang="ko-KR" alt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시스템</a:t>
            </a:r>
          </a:p>
        </p:txBody>
      </p:sp>
      <p:sp>
        <p:nvSpPr>
          <p:cNvPr id="55301" name="슬라이드 번호 개체 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B6B995-EC6D-44DE-8EAD-768E577AA4CA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2105</TotalTime>
  <Words>1563</Words>
  <Application>Microsoft Office PowerPoint</Application>
  <PresentationFormat>화면 슬라이드 쇼(4:3)</PresentationFormat>
  <Paragraphs>275</Paragraphs>
  <Slides>30</Slides>
  <Notes>19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HY견고딕</vt:lpstr>
      <vt:lpstr>굴림</vt:lpstr>
      <vt:lpstr>Arial</vt:lpstr>
      <vt:lpstr>Times New Roman</vt:lpstr>
      <vt:lpstr>Wingdings</vt:lpstr>
      <vt:lpstr>직선과 네모</vt:lpstr>
      <vt:lpstr>Equation</vt:lpstr>
      <vt:lpstr>8장. 가상 메모리</vt:lpstr>
      <vt:lpstr>목  차</vt:lpstr>
      <vt:lpstr>1. 배경</vt:lpstr>
      <vt:lpstr>PowerPoint 프레젠테이션</vt:lpstr>
      <vt:lpstr>2. 요구 페이징(demand paging)</vt:lpstr>
      <vt:lpstr>페이지 부재 오류 (Page Fault)</vt:lpstr>
      <vt:lpstr>요구 페이징의 성능</vt:lpstr>
      <vt:lpstr>4. 페이지 교체(page replacement)</vt:lpstr>
      <vt:lpstr>PowerPoint 프레젠테이션</vt:lpstr>
      <vt:lpstr>선입선출(FIFO) 교체 알고리즘</vt:lpstr>
      <vt:lpstr>PowerPoint 프레젠테이션</vt:lpstr>
      <vt:lpstr>최적(optimal) 교체 알고리즘</vt:lpstr>
      <vt:lpstr>LRU(Least Recently Used) 알고리즘</vt:lpstr>
      <vt:lpstr>PowerPoint 프레젠테이션</vt:lpstr>
      <vt:lpstr>LRU 근접 알고리즘</vt:lpstr>
      <vt:lpstr>PowerPoint 프레젠테이션</vt:lpstr>
      <vt:lpstr>PowerPoint 프레젠테이션</vt:lpstr>
      <vt:lpstr>기타 알고리즘</vt:lpstr>
      <vt:lpstr>5. 프레임의 할당</vt:lpstr>
      <vt:lpstr>PowerPoint 프레젠테이션</vt:lpstr>
      <vt:lpstr>전역(Global) 대 지역(Local)  교체</vt:lpstr>
      <vt:lpstr>PowerPoint 프레젠테이션</vt:lpstr>
      <vt:lpstr>6. 스래싱(Thrashing)</vt:lpstr>
      <vt:lpstr>PowerPoint 프레젠테이션</vt:lpstr>
      <vt:lpstr>작업 세트(Working Set) 모델</vt:lpstr>
      <vt:lpstr>PowerPoint 프레젠테이션</vt:lpstr>
      <vt:lpstr>PowerPoint 프레젠테이션</vt:lpstr>
      <vt:lpstr>페이지 부재 빈도(Page Fault Frequency)</vt:lpstr>
      <vt:lpstr>7. 기타 고려사항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김현진</cp:lastModifiedBy>
  <cp:revision>547</cp:revision>
  <cp:lastPrinted>1996-03-06T04:51:07Z</cp:lastPrinted>
  <dcterms:created xsi:type="dcterms:W3CDTF">1996-06-05T03:01:40Z</dcterms:created>
  <dcterms:modified xsi:type="dcterms:W3CDTF">2023-11-24T02:45:45Z</dcterms:modified>
</cp:coreProperties>
</file>