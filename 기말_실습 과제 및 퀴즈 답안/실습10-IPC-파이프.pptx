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4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 varScale="1">
        <p:scale>
          <a:sx n="114" d="100"/>
          <a:sy n="114" d="100"/>
        </p:scale>
        <p:origin x="17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02.22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93 1344 0 0,'0'-1'19'0'0,"0"0"-1"0"0,0 0 1 0 0,0 0-1 0 0,0 0 1 0 0,0 0 0 0 0,0 0-1 0 0,0 0 1 0 0,1 0-1 0 0,-1 0 1 0 0,0 0-1 0 0,1 1 1 0 0,-1-1-1 0 0,1 0 1 0 0,-1 0-1 0 0,1 0 1 0 0,-1 0-1 0 0,1 1 1 0 0,0-1-1 0 0,-1 0 1 0 0,1 1 0 0 0,1-2-1 0 0,23-21 92 0 0,-13 13 255 0 0,34-30 4092 0 0,-46 40-4416 0 0,0 1 1 0 0,0-1-1 0 0,-1 0 1 0 0,1 0-1 0 0,0 0 0 0 0,-1 1 1 0 0,1-1-1 0 0,0 0 0 0 0,0 0 1 0 0,0 1-1 0 0,-1-1 0 0 0,1 0 1 0 0,0 1-1 0 0,0-1 0 0 0,0 0 1 0 0,0 1-1 0 0,0-1 1 0 0,-1 0-1 0 0,1 1 0 0 0,0-1 1 0 0,0 0-1 0 0,0 1 0 0 0,0-1 1 0 0,0 0-1 0 0,0 1 0 0 0,0-1 1 0 0,0 0-1 0 0,0 1 0 0 0,0-1 1 0 0,0 0-1 0 0,1 1 0 0 0,-1-1 1 0 0,0 0-1 0 0,0 1 1 0 0,0-1-1 0 0,0 0 0 0 0,0 0 1 0 0,1 1-1 0 0,-1-1 0 0 0,0 0 1 0 0,0 1-1 0 0,0-1 0 0 0,1 0 1 0 0,-1 0-1 0 0,0 0 0 0 0,1 1 1 0 0,-1-1-1 0 0,0 0 1 0 0,0 0-1 0 0,1 0 0 0 0,-1 0 1 0 0,0 1-1 0 0,1-1 0 0 0,-1 0 1 0 0,0 0-1 0 0,1 0 0 0 0,-1 0 1 0 0,0 0-1 0 0,1 0 0 0 0,-1 0 1 0 0,0 0-1 0 0,1 0 1 0 0,-1 0-1 0 0,0 0 0 0 0,1 0 1 0 0,-1 0-1 0 0,0 0 0 0 0,1 0 1 0 0,-1-1-1 0 0,38 1 899 0 0,-24-1-606 0 0,31 17 847 0 0,-41-14-1039 0 0,1 0 1 0 0,0 0 0 0 0,0 0 0 0 0,0 0 0 0 0,0-1 0 0 0,0 0 0 0 0,0 0 0 0 0,0 0-1 0 0,0-1 1 0 0,0 1 0 0 0,1-1 0 0 0,8-1 0 0 0,10-2 231 0 0,1 1-1 0 0,-1 2 1 0 0,45 3 0 0 0,-33 0-126 0 0,-9-3-93 0 0,1-1 0 0 0,0-1 1 0 0,32-7-1 0 0,-35 4 45 0 0,1 1 0 0 0,0 2 0 0 0,49 1 1 0 0,-52 2-23 0 0,0-1 1 0 0,42-6-1 0 0,-45 3-65 0 0,1 1 1 0 0,-1 1-1 0 0,41 3 0 0 0,-47-1 68 0 0,1 0 1 0 0,-1-1-1 0 0,21-3 0 0 0,15 1 91 0 0,-19 7 126 0 0,-24 2-1851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06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2433 0 0,'-2'0'200'0'0,"0"-1"0"0"0,1 1 0 0 0,-1 0 0 0 0,1 0 0 0 0,-1 0 0 0 0,0 0 0 0 0,1 0 0 0 0,-1 1 0 0 0,0-1 0 0 0,1 0 0 0 0,-1 1 0 0 0,1-1 0 0 0,-1 1 0 0 0,1 0 0 0 0,-1-1 0 0 0,1 1 0 0 0,0 0 0 0 0,-1 0 0 0 0,1 0 0 0 0,0 0 0 0 0,-1 0 0 0 0,1 0 0 0 0,0 0 0 0 0,0 1 0 0 0,0-1 0 0 0,0 0 1 0 0,0 1-1 0 0,0-1 0 0 0,1 0 0 0 0,-2 3 0 0 0,2-2-153 0 0,0 1-1 0 0,0-1 1 0 0,1 0 0 0 0,-1 0 0 0 0,1 0 0 0 0,-1 0 0 0 0,1 0 0 0 0,0 0 0 0 0,0 0 0 0 0,0 0 0 0 0,0 0 0 0 0,0 0-1 0 0,0 0 1 0 0,1 0 0 0 0,-1 0 0 0 0,1-1 0 0 0,-1 1 0 0 0,1-1 0 0 0,-1 1 0 0 0,1-1 0 0 0,0 0 0 0 0,0 1 0 0 0,3 0-1 0 0,59 31 479 0 0,-53-29-467 0 0,0 0 0 0 0,-1 1 0 0 0,0 1 1 0 0,0 0-1 0 0,0 0 0 0 0,-1 1 0 0 0,10 8 0 0 0,-19-15 12 0 0,1 0-1 0 0,-1 0 1 0 0,0 1 0 0 0,0-1 0 0 0,1 0-1 0 0,-1 0 1 0 0,0 1 0 0 0,0-1 0 0 0,0 0-1 0 0,1 0 1 0 0,-1 0 0 0 0,0 1 0 0 0,0-1-1 0 0,0 0 1 0 0,0 1 0 0 0,0-1 0 0 0,1 0-1 0 0,-1 0 1 0 0,0 1 0 0 0,0-1 0 0 0,0 0-1 0 0,0 1 1 0 0,0-1 0 0 0,0 0 0 0 0,0 1-1 0 0,0-1 1 0 0,0 0 0 0 0,0 1 0 0 0,0-1-1 0 0,0 0 1 0 0,0 1 0 0 0,-1-1 0 0 0,1 0-1 0 0,0 0 1 0 0,0 1 0 0 0,0-1 0 0 0,0 0-1 0 0,0 0 1 0 0,-1 1 0 0 0,-15 5 1326 0 0,-42-2-855 0 0,25-2-243 0 0,4 4-174 0 0,1 1-1 0 0,-34 12 1 0 0,-17 6-318 0 0,77-24 2 0 0,1-1 1 0 0,-1 1-1 0 0,0-1 0 0 0,1 0 0 0 0,-1 0 0 0 0,0 1 0 0 0,1-1 0 0 0,-1 0 0 0 0,0-1 0 0 0,1 1 0 0 0,-1 0 0 0 0,1 0 0 0 0,-1-1 0 0 0,0 1 1 0 0,-2-2-1 0 0,4 2-74 0 0,-1-1 1 0 0,0 1-1 0 0,1-1 1 0 0,-1 1 0 0 0,1-1-1 0 0,-1 0 1 0 0,1 1-1 0 0,-1-1 1 0 0,1 0 0 0 0,-1 1-1 0 0,1-1 1 0 0,0 0-1 0 0,-1 0 1 0 0,1 1-1 0 0,0-1 1 0 0,0 0 0 0 0,-1 0-1 0 0,1 0 1 0 0,0 0-1 0 0,0 1 1 0 0,0-3 0 0 0,6-27-5261 0 0,1 9 5659 0 0,-7 21-20 0 0,7-14-1443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07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5130 268 1728 0 0,'3'-18'986'0'0,"-24"35"-822"0"0,19-16 46 0 0,0 0 0 0 0,1 0 1 0 0,-1 0-1 0 0,0 0 0 0 0,1 0 1 0 0,-1 0-1 0 0,0 0 0 0 0,0-1 0 0 0,0 1 1 0 0,0 0-1 0 0,0-1 0 0 0,0 0 0 0 0,0 0 1 0 0,0 1-1 0 0,0-1 0 0 0,0 0 0 0 0,0-1 1 0 0,0 1-1 0 0,0 0 0 0 0,0 0 0 0 0,0-1 1 0 0,0 1-1 0 0,-3-2 0 0 0,-15-4-51 0 0,-50-1 2373 0 0,58 7-2116 0 0,0 0-1 0 0,0-1 0 0 0,0-1 1 0 0,1 0-1 0 0,-1 0 0 0 0,-19-8 1 0 0,-79-36 1526 0 0,-197-54-1 0 0,170 67-1502 0 0,-212-22-1 0 0,274 49-271 0 0,0 3-1 0 0,-1 4 1 0 0,1 3 0 0 0,-117 21-1 0 0,131-14-186 0 0,-14 3-127 0 0,1 2 0 0 0,-85 32 1 0 0,139-41 116 0 0,1 1 0 0 0,0 1 0 0 0,0 0 1 0 0,1 2-1 0 0,1 0 0 0 0,-1 1 1 0 0,2 0-1 0 0,0 1 0 0 0,1 1 0 0 0,0 1 1 0 0,1 0-1 0 0,-24 34 0 0 0,38-49 21 0 0,0 0 0 0 0,0 0 0 0 0,-1 0 0 0 0,1 0 0 0 0,0 0 0 0 0,0 0 0 0 0,0 0 0 0 0,0 1 0 0 0,-1-1 0 0 0,1 0 0 0 0,0 0 0 0 0,0 0 0 0 0,0 0 0 0 0,0 0 0 0 0,-1 1 0 0 0,1-1 0 0 0,0 0 0 0 0,0 0 0 0 0,0 0 0 0 0,0 0 0 0 0,0 1 0 0 0,0-1 0 0 0,0 0 0 0 0,0 0 0 0 0,0 0 0 0 0,0 1 0 0 0,0-1 0 0 0,0 0 0 0 0,-1 0 0 0 0,1 0 0 0 0,0 1 0 0 0,1-1 0 0 0,-1 0 0 0 0,0 0 0 0 0,0 0 0 0 0,0 1 0 0 0,0-1 0 0 0,0 0 0 0 0,0 0 0 0 0,0 0 0 0 0,0 1 0 0 0,0-1 0 0 0,0 0 0 0 0,0 0 0 0 0,0 0 0 0 0,1 0 0 0 0,-1 1 0 0 0,0-1 0 0 0,0 0 0 0 0,0 0 0 0 0,0 0 0 0 0,1 0 0 0 0,-1 0 0 0 0,0 1 0 0 0,0-1-1 0 0,0 0 1 0 0,0 0 0 0 0,1 0 0 0 0,-1 0 0 0 0,0 0 0 0 0,0 0 0 0 0,0 0 0 0 0,1 0 0 0 0,-1 0 0 0 0,0 0 0 0 0,1 0 0 0 0,20-8-234 0 0,25-19 149 0 0,-41 24 108 0 0,-1-1 1 0 0,1 1-1 0 0,-1-1 1 0 0,0 0-1 0 0,0 1 1 0 0,0-2-1 0 0,-1 1 1 0 0,1 0-1 0 0,-1-1 1 0 0,3-5-1 0 0,-5 8 15 0 0,-1 0 0 0 0,1-1 1 0 0,-1 1-1 0 0,0 0 0 0 0,0 0 0 0 0,0 0 0 0 0,0-1 0 0 0,0 1 0 0 0,-1 0 0 0 0,1 0 1 0 0,0 0-1 0 0,-1 0 0 0 0,0 0 0 0 0,1-1 0 0 0,-1 1 0 0 0,0 0 0 0 0,0 1 0 0 0,0-1 1 0 0,-1 0-1 0 0,1 0 0 0 0,0 0 0 0 0,-1 1 0 0 0,1-1 0 0 0,-1 0 0 0 0,1 1 1 0 0,-1 0-1 0 0,0-1 0 0 0,-3-1 0 0 0,-8-6 88 0 0,0 0 1 0 0,0 0-1 0 0,-1 2 0 0 0,-1 0 0 0 0,1 0 1 0 0,-1 1-1 0 0,0 1 0 0 0,0 1 1 0 0,-26-5-1 0 0,-19 0 160 0 0,-70-1 0 0 0,74 7-180 0 0,-113-4 159 0 0,0 7-1 0 0,-318 43 0 0 0,231 2-214 0 0,-296 90 0 0 0,433-98-281 0 0,1 6-1 0 0,3 4 0 0 0,1 6 0 0 0,3 4 0 0 0,-150 104 0 0 0,253-156-252 0 0,-27 18-2302 0 0,19-20-1473 0 0,16-3 3980 0 0,-1-1 0 0 0,1 1 0 0 0,-1 0 0 0 0,1 0 0 0 0,-1-1 0 0 0,1 1 0 0 0,-1 0 0 0 0,1-1 0 0 0,0 1 0 0 0,-1-1 0 0 0,1 1 0 0 0,-1 0 0 0 0,1-1 0 0 0,0 1 0 0 0,-1-1 0 0 0,1 1 0 0 0,0-1 0 0 0,0 1 0 0 0,0-1 0 0 0,-1 1 0 0 0,1-1 0 0 0,0 1 1 0 0,0-1-1 0 0,0 1 0 0 0,0-1 0 0 0,0 0 0 0 0,-1-12-2916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09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95 1792 0 0,'6'0'4785'0'0,"41"-3"-2424"0"0,-11-9-531 0 0,-1-2-1 0 0,62-33 1 0 0,-103 44-1767 0 0,1 1 0 0 0,-1-1 0 0 0,0 1 0 0 0,1 0 0 0 0,-1 1 0 0 0,0-1 0 0 0,-11 0 0 0 0,11 1-157 0 0,0 1 0 0 0,0-1 0 0 0,0 1 0 0 0,-1 1 0 0 0,1-1-1 0 0,0 1 1 0 0,0 0 0 0 0,0 0 0 0 0,0 1 0 0 0,0 0 0 0 0,0 0 0 0 0,0 0-1 0 0,1 1 1 0 0,-1 0 0 0 0,1 0 0 0 0,-1 0 0 0 0,1 1 0 0 0,0-1 0 0 0,1 1-1 0 0,-1 0 1 0 0,1 1 0 0 0,-1-1 0 0 0,1 1 0 0 0,1 0 0 0 0,-1 0 0 0 0,1 0-1 0 0,-1 1 1 0 0,2-1 0 0 0,-1 1 0 0 0,0 0 0 0 0,1-1 0 0 0,0 1 0 0 0,-2 11 0 0 0,1-6 55 0 0,1-1 0 0 0,-1 1 1 0 0,2 0-1 0 0,-1 0 1 0 0,2 0-1 0 0,-1 0 1 0 0,1 0-1 0 0,3 16 1 0 0,-2-23 84 0 0,-1 0-1 0 0,2 0 1 0 0,-1 0 0 0 0,0 0 0 0 0,1 0 0 0 0,0 0 0 0 0,0 0 0 0 0,0-1 0 0 0,0 1-1 0 0,1-1 1 0 0,-1 1 0 0 0,1-1 0 0 0,0 0 0 0 0,0 0 0 0 0,0 0 0 0 0,0-1 0 0 0,1 1 0 0 0,-1-1-1 0 0,1 1 1 0 0,-1-1 0 0 0,1 0 0 0 0,0-1 0 0 0,0 1 0 0 0,6 1 0 0 0,-1 0 17 0 0,0-1-1 0 0,0 0 1 0 0,0-1 0 0 0,1 0 0 0 0,-1 0 0 0 0,0-1 0 0 0,1 0-1 0 0,-1 0 1 0 0,1-1 0 0 0,-1-1 0 0 0,0 1 0 0 0,0-2 0 0 0,0 1-1 0 0,0-1 1 0 0,0-1 0 0 0,11-5 0 0 0,-10 6-1310 0 0,-9 3 921 0 0,0 0 0 0 0,-1 0 0 0 0,1 0 0 0 0,-1 0 0 0 0,1 0 0 0 0,0 0 0 0 0,-1-1 0 0 0,1 1 1 0 0,-1 0-1 0 0,1 0 0 0 0,-1 0 0 0 0,1-1 0 0 0,-1 1 0 0 0,1 0 0 0 0,-1-1 0 0 0,1 1 0 0 0,-1-1 0 0 0,1 1 0 0 0,-1 0 0 0 0,1-1 0 0 0,-1 1 0 0 0,0-1 0 0 0,1 1 0 0 0,-1-1 0 0 0,0 1 0 0 0,1-1 0 0 0,-1 1 0 0 0,0-1 0 0 0,0 0 0 0 0,1 0 0 0 0,0-2-1361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0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25 1624 0 0,'-1'1'288'0'0,"0"1"-1"0"0,0-1 0 0 0,-1 1 1 0 0,2-1-1 0 0,-1 1 0 0 0,0-1 1 0 0,0 1-1 0 0,0 0 0 0 0,1 0 1 0 0,-1-1-1 0 0,1 1 0 0 0,-1 0 1 0 0,1 0-1 0 0,0-1 0 0 0,0 1 1 0 0,0 0-1 0 0,0 2 0 0 0,0-3-161 0 0,1-1 0 0 0,-1 1 0 0 0,1-1-1 0 0,-1 1 1 0 0,1 0 0 0 0,-1-1 0 0 0,1 0-1 0 0,-1 1 1 0 0,1-1 0 0 0,0 1 0 0 0,-1-1-1 0 0,1 0 1 0 0,0 1 0 0 0,0-1-1 0 0,-1 0 1 0 0,1 0 0 0 0,0 1 0 0 0,0-1-1 0 0,-1 0 1 0 0,1 0 0 0 0,0 0 0 0 0,0 0-1 0 0,-1 0 1 0 0,1 0 0 0 0,0 0-1 0 0,0 0 1 0 0,0-1 0 0 0,13-1 632 0 0,0-1 0 0 0,0-1-1 0 0,17-7 1 0 0,-11 4-690 0 0,18-6 152 0 0,14-3 111 0 0,-18 9-7418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0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1 107 3673 0 0,'2'1'328'0'0,"0"0"-1"0"0,0 0 1 0 0,0 0 0 0 0,0 0 0 0 0,0 0 0 0 0,0-1 0 0 0,0 1-1 0 0,1-1 1 0 0,-1 0 0 0 0,0 1 0 0 0,0-1 0 0 0,1 0-1 0 0,-1 0 1 0 0,0-1 0 0 0,0 1 0 0 0,1 0 0 0 0,-1-1 0 0 0,0 1-1 0 0,0-1 1 0 0,0 0 0 0 0,4-1 0 0 0,45-22 600 0 0,-19 7-724 0 0,-16 10-799 0 0,0-2 0 0 0,-1 0 0 0 0,17-12 0 0 0,-22 9-3612 0 0,-10 12 4150 0 0,0-1 0 0 0,0 1 0 0 0,1 0 0 0 0,-1 0 0 0 0,0 0 0 0 0,0 0 0 0 0,0-1 1 0 0,0 1-1 0 0,0 0 0 0 0,0 0 0 0 0,0 0 0 0 0,0-1 0 0 0,1 1 0 0 0,-1 0 0 0 0,0 0 1 0 0,0-1-1 0 0,0 1 0 0 0,0 0 0 0 0,0 0 0 0 0,0 0 0 0 0,0-1 0 0 0,0 1 0 0 0,0 0 0 0 0,0 0 1 0 0,-1-1-1 0 0,1 1 0 0 0,0 0 0 0 0,0 0 0 0 0,0 0 0 0 0,0-1 0 0 0,0 1 0 0 0,0 0 1 0 0,0 0-1 0 0,0 0 0 0 0,-1 0 0 0 0,1-1 0 0 0,0 1 0 0 0,0 0 0 0 0,0 0 0 0 0,0 0 1 0 0,-1 0-1 0 0,1 0 0 0 0,0-1 0 0 0,0 1 0 0 0,0 0 0 0 0,-1 0 0 0 0,1 0 0 0 0,0 0 1 0 0,0 0-1 0 0,0 0 0 0 0,-1 0 0 0 0,1 0 0 0 0,0 0 0 0 0,0 0 0 0 0,0 0 0 0 0,-1 0 0 0 0,1 0 1 0 0,0 0-1 0 0,0 0 0 0 0,-1 0 0 0 0,1 0 0 0 0,-4 1-1366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0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1032 0 0,'3'0'304'0'0,"-1"1"0"0"0,1 0-1 0 0,-1-1 1 0 0,0 0-1 0 0,1 1 1 0 0,-1-1 0 0 0,1 0-1 0 0,-1 0 1 0 0,1-1 0 0 0,-1 1-1 0 0,1 0 1 0 0,-1-1 0 0 0,0 0-1 0 0,1 1 1 0 0,3-3 0 0 0,42-20 1782 0 0,-24 11-1481 0 0,9-4 58 0 0,-22 10-170 0 0,0 0 0 0 0,1 1 0 0 0,0 0 0 0 0,0 1 0 0 0,0 1 0 0 0,0-1 0 0 0,17-1 0 0 0,-28 6-451 0 0,-1-1-1 0 0,1 0 0 0 0,0 1 0 0 0,0-1 1 0 0,-1 0-1 0 0,1 1 0 0 0,-1-1 0 0 0,1 1 0 0 0,0-1 1 0 0,-1 1-1 0 0,1-1 0 0 0,-1 1 0 0 0,1 0 0 0 0,-1-1 1 0 0,1 1-1 0 0,-1-1 0 0 0,0 1 0 0 0,1 0 0 0 0,-1 0 1 0 0,0-1-1 0 0,1 1 0 0 0,-1 0 0 0 0,0 0 0 0 0,0-1 1 0 0,0 1-1 0 0,0 0 0 0 0,0 0 0 0 0,0-1 0 0 0,0 1 1 0 0,0 0-1 0 0,0 0 0 0 0,0-1 0 0 0,0 1 0 0 0,0 0 1 0 0,-1 0-1 0 0,1-1 0 0 0,0 1 0 0 0,0 0 0 0 0,-1-1 1 0 0,0 2-1 0 0,-11 38-353 0 0,11-36 281 0 0,-16 38-963 0 0,-10 30-1574 0 0,19-24-3244 0 0,14-47 3113 0 0,8 3 828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1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1 2264 0 0,'-6'8'3979'0'0,"-4"25"-2688"0"0,8-25-667 0 0,-7 20 384 0 0,3-11-844 0 0,1 1 0 0 0,0-1 0 0 0,1 1 0 0 0,-2 32 0 0 0,11-67-3068 0 0,11-35 2541 0 0,-16 16 337 0 0,-1 31 131 0 0,1-1 0 0 0,-1 1 0 0 0,1 0 0 0 0,0-1-1 0 0,1 1 1 0 0,-1 0 0 0 0,1 0 0 0 0,0-1 0 0 0,0 1 0 0 0,3-5 0 0 0,0 10 165 0 0,0 1 0 0 0,1 1 1 0 0,-1-1-1 0 0,0 1 0 0 0,0-1 0 0 0,-1 1 0 0 0,1 1 1 0 0,0-1-1 0 0,4 4 0 0 0,6 2 175 0 0,-3-4-487 0 0,-1 0-1 0 0,1-1 0 0 0,-1-1 0 0 0,1 0 0 0 0,0 0 0 0 0,0-1 1 0 0,0 0-1 0 0,0-1 0 0 0,15-1 0 0 0,6 0-4972 0 0,-37 3 1782 0 0,1 1 1515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1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2761 0 0,'0'1'201'0'0,"0"0"1"0"0,0 1-1 0 0,0-1 1 0 0,0 0-1 0 0,0 0 1 0 0,1 0-1 0 0,-1 0 1 0 0,0 0-1 0 0,1 0 1 0 0,-1 0 0 0 0,1 0-1 0 0,-1 0 1 0 0,1 0-1 0 0,-1 0 1 0 0,1 0-1 0 0,0 0 1 0 0,0 0-1 0 0,-1 0 1 0 0,1-1-1 0 0,0 1 1 0 0,0 0-1 0 0,0 0 1 0 0,0-1-1 0 0,0 1 1 0 0,1 0 0 0 0,1 0 87 0 0,0 0 1 0 0,0 0 0 0 0,1 0 0 0 0,-1 0 0 0 0,0-1 0 0 0,1 1 0 0 0,-1-1-1 0 0,6 0 1 0 0,4-1 216 0 0,0 0 0 0 0,0-1 0 0 0,18-6 0 0 0,-12 3-170 0 0,-1-1-1 0 0,1-1 1 0 0,-1 0-1 0 0,-1-2 0 0 0,33-20 1 0 0,-42 19-24 0 0,-16 7-351 0 0,6 3 21 0 0,0 0 0 0 0,0 0 0 0 0,1 0 0 0 0,-1 1 0 0 0,0-1 0 0 0,1 1 0 0 0,-1-1 0 0 0,0 1-1 0 0,1-1 1 0 0,-1 1 0 0 0,1 0 0 0 0,-1 0 0 0 0,1 0 0 0 0,-1 0 0 0 0,-1 1 0 0 0,0 3-6 0 0,-1 0 0 0 0,1 0 0 0 0,0 0 0 0 0,1 1 0 0 0,-1-1 0 0 0,1 1 0 0 0,0-1 0 0 0,1 1 0 0 0,-1 0 0 0 0,1-1 1 0 0,0 1-1 0 0,0 0 0 0 0,1 11 0 0 0,1 10 146 0 0,7 49 0 0 0,-1-19-26 0 0,-7-26-130 0 0,-1-22-248 0 0,1 0 0 0 0,0 0-1 0 0,1 0 1 0 0,-1 0 0 0 0,2 0 0 0 0,-1-1-1 0 0,1 1 1 0 0,1 0 0 0 0,4 11 0 0 0,-7-20 190 0 0,0 0 1 0 0,0 0 0 0 0,0 0-1 0 0,0 1 1 0 0,0-1 0 0 0,0 0 0 0 0,0 0-1 0 0,1 0 1 0 0,-1 1 0 0 0,0-1 0 0 0,0 0-1 0 0,0 0 1 0 0,0 0 0 0 0,0 0 0 0 0,1 1-1 0 0,-1-1 1 0 0,0 0 0 0 0,0 0-1 0 0,0 0 1 0 0,1 0 0 0 0,-1 0 0 0 0,0 0-1 0 0,0 0 1 0 0,0 0 0 0 0,1 0 0 0 0,-1 1-1 0 0,0-1 1 0 0,0 0 0 0 0,0 0-1 0 0,1 0 1 0 0,-1 0 0 0 0,0 0 0 0 0,0 0-1 0 0,0 0 1 0 0,1 0 0 0 0,-1-1 0 0 0,0 1-1 0 0,0 0 1 0 0,1 0 0 0 0,-1 0 0 0 0,0 0-1 0 0,0 0 1 0 0,0 0 0 0 0,0 0-1 0 0,1 0 1 0 0,-1 0 0 0 0,0-1 0 0 0,0 1-1 0 0,0 0 1 0 0,0 0 0 0 0,1 0 0 0 0,-1 0-1 0 0,0-1 1 0 0,0 1 0 0 0,0 0 0 0 0,0 0-1 0 0,0 0 1 0 0,0-1 0 0 0,0 1-1 0 0,0 0 1 0 0,1 0 0 0 0,-1 0 0 0 0,0-1-1 0 0,0 1 1 0 0,0 0 0 0 0,4-19-2187 0 0,-3 14 1691 0 0,4-11-1567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2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2184 0 0,'0'0'132'0'0,"1"1"0"0"0,-1-1 0 0 0,1 1 0 0 0,0-1 0 0 0,-1 1 0 0 0,1-1 0 0 0,0 1 0 0 0,-1-1 0 0 0,1 0 0 0 0,0 1 0 0 0,-1-1-1 0 0,1 0 1 0 0,0 1 0 0 0,0-1 0 0 0,0 0 0 0 0,-1 0 0 0 0,1 0 0 0 0,0 0 0 0 0,0 0 0 0 0,-1 0 0 0 0,1 0 0 0 0,0 0 0 0 0,0 0-1 0 0,0 0 1 0 0,-1 0 0 0 0,2-1 0 0 0,30-2 2082 0 0,-26 2-1524 0 0,1 0-138 0 0,120-17 3088 0 0,-115 16-3562 0 0,-1-1 0 0 0,0 0 0 0 0,-1 0 0 0 0,1-1 0 0 0,-1-1 0 0 0,1 0 0 0 0,-1 0 0 0 0,18-14 0 0 0,-27 18-118 0 0,0 0-1 0 0,0 0 0 0 0,0 0 0 0 0,0 0 1 0 0,0 0-1 0 0,0 0 0 0 0,0 0 1 0 0,0 0-1 0 0,-1 0 0 0 0,1 0 1 0 0,0 0-1 0 0,-1-1 0 0 0,1 1 1 0 0,-1 0-1 0 0,1 0 0 0 0,-1-3 0 0 0,0 4-44 0 0,0-1 0 0 0,0 1 0 0 0,0-1 0 0 0,0 1 0 0 0,0-1 0 0 0,-1 1 0 0 0,1-1 0 0 0,0 1 0 0 0,0-1 0 0 0,0 1 0 0 0,-1-1 0 0 0,1 1 0 0 0,0 0 0 0 0,-1-1 0 0 0,1 1-1 0 0,-1-1 1 0 0,1 1 0 0 0,0 0 0 0 0,-1-1 0 0 0,1 1 0 0 0,-1 0 0 0 0,1-1 0 0 0,-1 1 0 0 0,1 0 0 0 0,-1 0 0 0 0,0-1 0 0 0,-1 1-72 0 0,-1-1 1 0 0,1 1 0 0 0,0-1-1 0 0,-1 1 1 0 0,1 0-1 0 0,0 0 1 0 0,-1 0-1 0 0,1 0 1 0 0,0 0 0 0 0,-1 1-1 0 0,1-1 1 0 0,0 1-1 0 0,0-1 1 0 0,-1 1 0 0 0,1 0-1 0 0,0 0 1 0 0,-2 1-1 0 0,-2 2 194 0 0,1 1 1 0 0,0-1-1 0 0,0 1 0 0 0,0 0 0 0 0,1 0 0 0 0,0 0 0 0 0,0 1 0 0 0,0 0 0 0 0,1-1 0 0 0,-1 1 0 0 0,2 0 0 0 0,-1 1 1 0 0,0-1-1 0 0,1 0 0 0 0,1 1 0 0 0,-3 11 0 0 0,0 11 543 0 0,1 0-1 0 0,1 46 1 0 0,1-33-551 0 0,1-39-51 0 0,2 76 60 0 0,-1-74-304 0 0,-1 0-1 0 0,1 0 1 0 0,0 0-1 0 0,1 0 0 0 0,-1 0 1 0 0,1 0-1 0 0,0 0 0 0 0,0 0 1 0 0,1-1-1 0 0,-1 1 1 0 0,1-1-1 0 0,6 8 0 0 0,-9-12 180 0 0,1 1-1 0 0,-1-1 1 0 0,1 1-1 0 0,0-1 1 0 0,-1 1-1 0 0,1-1 1 0 0,0 1-1 0 0,-1-1 1 0 0,1 1-1 0 0,0-1 1 0 0,-1 0-1 0 0,1 0 1 0 0,0 1-1 0 0,0-1 1 0 0,0 0-1 0 0,-1 0 1 0 0,1 0-1 0 0,0 0 1 0 0,0 0-1 0 0,0 0 1 0 0,-1 0-1 0 0,1 0 1 0 0,0 0-1 0 0,0 0 1 0 0,0 0-1 0 0,-1-1 1 0 0,1 1-1 0 0,0 0 1 0 0,0 0-1 0 0,-1-1 0 0 0,1 1 1 0 0,0-1-1 0 0,-1 1 1 0 0,1-1-1 0 0,0 1 1 0 0,-1-1-1 0 0,1 1 1 0 0,0-2-1 0 0,19-25-1227 0 0,-18 23 1202 0 0,6-8-1223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1 960 0 0,'-1'0'91'0'0,"0"0"-1"0"0,1 1 1 0 0,-1-1-1 0 0,0 1 1 0 0,0-1 0 0 0,1 1-1 0 0,-1-1 1 0 0,0 1-1 0 0,0 0 1 0 0,1-1-1 0 0,-1 1 1 0 0,1 0 0 0 0,-1 0-1 0 0,1-1 1 0 0,-1 1-1 0 0,1 0 1 0 0,-1 0-1 0 0,1 0 1 0 0,0 0 0 0 0,-1-1-1 0 0,1 1 1 0 0,0 0-1 0 0,0 0 1 0 0,0 0-1 0 0,0 0 1 0 0,-1 0 0 0 0,1 0-1 0 0,1 0 1 0 0,-1 0-1 0 0,0 0 1 0 0,0 0-1 0 0,0-1 1 0 0,0 1 0 0 0,1 0-1 0 0,-1 1 1 0 0,8 42 2156 0 0,-7-37-1818 0 0,17 58 1517 0 0,-12-45-1936 0 0,0 1 1 0 0,-1 0 0 0 0,-1 0-1 0 0,-1 1 1 0 0,1 34 0 0 0,-4-51-178 0 0,-1 0 1 0 0,0 0-1 0 0,0 0 1 0 0,0 0-1 0 0,0 0 0 0 0,-1 0 1 0 0,1 0-1 0 0,-1-1 1 0 0,0 1-1 0 0,-1-1 1 0 0,1 1-1 0 0,-1-1 1 0 0,0 0-1 0 0,0 0 0 0 0,0 0 1 0 0,-1-1-1 0 0,0 1 1 0 0,1-1-1 0 0,-1 0 1 0 0,0 1-1 0 0,0-2 1 0 0,-1 1-1 0 0,1 0 0 0 0,-1-1 1 0 0,1 0-1 0 0,-1 0 1 0 0,0-1-1 0 0,1 1 1 0 0,-8 1-1 0 0,4-2 354 0 0,0 1 0 0 0,0-1-1 0 0,0 0 1 0 0,0-1 0 0 0,0 0-1 0 0,0 0 1 0 0,-1-1 0 0 0,1 0 0 0 0,0 0-1 0 0,0-1 1 0 0,-11-4 0 0 0,33 3 4526 0 0,21-14-2599 0 0,-19 9-1568 0 0,11-4-645 0 0,102-49 1564 0 0,-88 37-3899 0 0,-2-3-3434 0 0,-23 14 2285 0 0,-9 8 1290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3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1 112 3113 0 0,'4'129'3955'0'0,"-2"-111"-3995"0"0,0 0-1 0 0,1-1 1 0 0,1 1-1 0 0,1-1 1 0 0,7 20-1 0 0,-11-34-117 0 0,1-1 0 0 0,-1 1 0 0 0,1 0 0 0 0,0-1 0 0 0,-1 1 0 0 0,1 0 0 0 0,1-1 0 0 0,-1 0 0 0 0,0 0 0 0 0,5 4-1 0 0,-7-6 123 0 0,0 0-1 0 0,0 0 0 0 0,0 0 1 0 0,0 0-1 0 0,1 1 0 0 0,-1-1 1 0 0,0 0-1 0 0,0 0 0 0 0,0 0 1 0 0,1 0-1 0 0,-1 0 0 0 0,0 0 0 0 0,0 0 1 0 0,0 0-1 0 0,1 0 0 0 0,-1 0 1 0 0,0 0-1 0 0,0 0 0 0 0,0 0 1 0 0,1 0-1 0 0,-1 0 0 0 0,0 0 1 0 0,0 0-1 0 0,0 0 0 0 0,1 0 0 0 0,-1 0 1 0 0,0 0-1 0 0,0 0 0 0 0,0 0 1 0 0,1-1-1 0 0,-1 1 0 0 0,0 0 1 0 0,0 0-1 0 0,0 0 0 0 0,0 0 1 0 0,1 0-1 0 0,-1-1 0 0 0,0 1 0 0 0,0 0 1 0 0,0 0-1 0 0,0 0 0 0 0,0 0 1 0 0,0-1-1 0 0,0 1 0 0 0,1 0 1 0 0,-4-23-593 0 0,-7-7 638 0 0,6 20 512 0 0,1 0 0 0 0,0 0-1 0 0,1-1 1 0 0,0 1-1 0 0,-1-18 1 0 0,3 28-382 0 0,1-1 0 0 0,-1 1 0 0 0,0-1 0 0 0,1 1 0 0 0,-1 0 0 0 0,1-1 0 0 0,-1 1 0 0 0,1-1 0 0 0,-1 1 0 0 0,1 0 0 0 0,-1-1 0 0 0,1 1 0 0 0,-1 0 0 0 0,1 0 0 0 0,-1 0 0 0 0,1-1 0 0 0,0 1 0 0 0,-1 0 0 0 0,1 0 0 0 0,-1 0 0 0 0,1 0 0 0 0,-1 0 0 0 0,1 0 0 0 0,0 0 0 0 0,-1 0 0 0 0,1 0 0 0 0,-1 0 0 0 0,1 0 0 0 0,0 1 0 0 0,-1-1 0 0 0,1 0 0 0 0,0 1 1 0 0,32 6 853 0 0,-22-4-748 0 0,-5-3-227 0 0,0 1-1 0 0,0-1 1 0 0,0 0 0 0 0,0 0-1 0 0,0-1 1 0 0,0 0 0 0 0,-1 0-1 0 0,1 0 1 0 0,0-1 0 0 0,5-2-1 0 0,-4 1-372 0 0,0 0 0 0 0,-1-1 0 0 0,0 1-1 0 0,0-1 1 0 0,0-1 0 0 0,0 0 0 0 0,-1 1 0 0 0,1-2-1 0 0,-1 1 1 0 0,0 0 0 0 0,-1-1 0 0 0,5-8 0 0 0,-4 7-79 0 0,-1 0 1 0 0,-1 0 0 0 0,1-1-1 0 0,-1 0 1 0 0,0 0 0 0 0,-1 1-1 0 0,0-2 1 0 0,0 1 0 0 0,-1 0 0 0 0,1-15-1 0 0,-2 17 426 0 0,-1-1 0 0 0,1 1 1 0 0,-1-1-1 0 0,-1 1 0 0 0,1-1 0 0 0,-1 1 0 0 0,0 0 0 0 0,-5-11 1 0 0,7 17 58 0 0,0-1 1 0 0,-1 0 0 0 0,1 0 0 0 0,0 0-1 0 0,-1 0 1 0 0,1 1 0 0 0,-1-1 0 0 0,1 0-1 0 0,-1 0 1 0 0,1 1 0 0 0,-1-1 0 0 0,0 0-1 0 0,1 1 1 0 0,-1-1 0 0 0,0 1 0 0 0,0-1 0 0 0,1 1-1 0 0,-1-1 1 0 0,0 1 0 0 0,0-1 0 0 0,0 1-1 0 0,0 0 1 0 0,1-1 0 0 0,-1 1 0 0 0,0 0-1 0 0,0 0 1 0 0,0 0 0 0 0,-2 0 0 0 0,2 0 27 0 0,-1 1-1 0 0,1-1 1 0 0,-1 1 0 0 0,1 0 0 0 0,-1 0-1 0 0,1 0 1 0 0,0 0 0 0 0,-1 0 0 0 0,1 0 0 0 0,0 0-1 0 0,0 0 1 0 0,0 1 0 0 0,-1-1 0 0 0,0 2-1 0 0,-2 3 189 0 0,0 1-1 0 0,0-1 0 0 0,1 1 0 0 0,0 0 0 0 0,0 0 1 0 0,-2 9-1 0 0,4-9-99 0 0,0 1 0 0 0,0 0 0 0 0,1 0 0 0 0,0 0 0 0 0,1-1 0 0 0,-1 1 0 0 0,2 0 0 0 0,-1 0 0 0 0,1-1 0 0 0,0 1 0 0 0,0-1 0 0 0,1 0 0 0 0,0 1 0 0 0,0-1 0 0 0,5 7 0 0 0,-6-11-88 0 0,0-1-1 0 0,0 1 0 0 0,1 0 1 0 0,-1-1-1 0 0,0 1 0 0 0,1-1 1 0 0,0 0-1 0 0,0 0 0 0 0,-1 0 1 0 0,1 0-1 0 0,0-1 0 0 0,0 1 1 0 0,1-1-1 0 0,-1 1 0 0 0,0-1 0 0 0,0 0 1 0 0,1-1-1 0 0,-1 1 0 0 0,0 0 1 0 0,1-1-1 0 0,-1 0 0 0 0,1 0 1 0 0,-1 0-1 0 0,1 0 0 0 0,-1 0 1 0 0,0-1-1 0 0,1 0 0 0 0,-1 1 1 0 0,0-1-1 0 0,1 0 0 0 0,-1-1 0 0 0,0 1 1 0 0,0-1-1 0 0,0 1 0 0 0,5-5 1 0 0,-5 5 38 0 0,-1 0 0 0 0,1 0 1 0 0,-1-1-1 0 0,0 1 1 0 0,0-1-1 0 0,0 1 0 0 0,0-1 1 0 0,0 0-1 0 0,0 0 0 0 0,0 0 1 0 0,0 0-1 0 0,-1 0 1 0 0,1 0-1 0 0,-1 0 0 0 0,1-1 1 0 0,-1 1-1 0 0,0-1 0 0 0,0 1 1 0 0,0-1-1 0 0,0 1 0 0 0,-1-1 1 0 0,2-5-1 0 0,-3 4 3 0 0,0 0-1 0 0,1 0 0 0 0,-1 0 1 0 0,-1-1-1 0 0,1 1 0 0 0,0 0 1 0 0,-1 0-1 0 0,0 1 0 0 0,0-1 1 0 0,0 0-1 0 0,-1 1 0 0 0,1-1 1 0 0,-6-5-1 0 0,-19-27-73 0 0,21 26-420 0 0,0 1 0 0 0,-1 0 0 0 0,0 0-1 0 0,-1 0 1 0 0,0 1 0 0 0,0 0 0 0 0,-15-11 0 0 0,22 19 143 0 0,0 0 1 0 0,1-1 0 0 0,-1 1 0 0 0,0 0 0 0 0,0 0-1 0 0,1 0 1 0 0,-1-1 0 0 0,0 1 0 0 0,0 0-1 0 0,0 0 1 0 0,1 0 0 0 0,-1 0 0 0 0,0 0-1 0 0,0 1 1 0 0,1-1 0 0 0,-1 0 0 0 0,0 0 0 0 0,0 0-1 0 0,1 1 1 0 0,-1-1 0 0 0,0 0 0 0 0,0 1-1 0 0,1-1 1 0 0,-1 0 0 0 0,1 1 0 0 0,-1-1 0 0 0,0 1-1 0 0,1-1 1 0 0,-1 1 0 0 0,1 0 0 0 0,-1-1-1 0 0,1 1 1 0 0,-1 0 0 0 0,1-1 0 0 0,-1 1-1 0 0,1 0 1 0 0,0-1 0 0 0,0 1 0 0 0,-1 0 0 0 0,1 0-1 0 0,0-1 1 0 0,0 1 0 0 0,0 0 0 0 0,-1 0-1 0 0,1-1 1 0 0,0 1 0 0 0,0 0 0 0 0,1 1 0 0 0,-3 7-1779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3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2897 0 0,'1'1'146'0'0,"0"-1"0"0"0,0 1 1 0 0,-1-1-1 0 0,1 1 0 0 0,0-1 1 0 0,0 1-1 0 0,-1-1 0 0 0,1 1 1 0 0,0 0-1 0 0,-1 0 0 0 0,1-1 1 0 0,-1 1-1 0 0,1 0 0 0 0,-1 0 1 0 0,1 0-1 0 0,-1-1 0 0 0,0 1 1 0 0,1 0-1 0 0,-1 0 0 0 0,0 0 1 0 0,0 0-1 0 0,0 0 1 0 0,1 0-1 0 0,-1 0 0 0 0,0 1 1 0 0,2 29 53 0 0,-2-28 45 0 0,3 62 892 0 0,4 76 416 0 0,6-46-3424 0 0,-12-93 1695 0 0,0 1-152 0 0,-1-1 0 0 0,1 1 0 0 0,0-1 0 0 0,-1 1 0 0 0,0 0 0 0 0,0-1 0 0 0,0 1 0 0 0,0-1 0 0 0,0 1 1 0 0,0 0-1 0 0,0-1 0 0 0,-1 1 0 0 0,0-1 0 0 0,1 1 0 0 0,-1-1 0 0 0,-1 4 0 0 0,-1-4-1295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3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1728 0 0,'0'0'133'0'0,"0"1"-1"0"0,1-1 0 0 0,-1 1 0 0 0,1-1 0 0 0,-1 1 1 0 0,0-1-1 0 0,1 1 0 0 0,-1-1 0 0 0,1 1 1 0 0,-1-1-1 0 0,1 0 0 0 0,0 1 0 0 0,-1-1 0 0 0,1 0 1 0 0,-1 1-1 0 0,1-1 0 0 0,-1 0 0 0 0,1 0 1 0 0,0 1-1 0 0,-1-1 0 0 0,1 0 0 0 0,0 0 0 0 0,-1 0 1 0 0,1 0-1 0 0,0 0 0 0 0,-1 0 0 0 0,1 0 1 0 0,0 0-1 0 0,-1 0 0 0 0,1-1 0 0 0,-1 1 0 0 0,1 0 1 0 0,0 0-1 0 0,-1 0 0 0 0,1-1 0 0 0,-1 1 1 0 0,1 0-1 0 0,0-1 0 0 0,32-11 2132 0 0,-30 11-1867 0 0,33-17 1973 0 0,-29 14-2089 0 0,-1 0 0 0 0,0 0 0 0 0,1 1 0 0 0,0 0 0 0 0,0 0 0 0 0,0 1 0 0 0,0 0 0 0 0,0 0 0 0 0,0 0 0 0 0,0 1 0 0 0,1 0 0 0 0,11 0 0 0 0,-17 2-273 0 0,-1 0 0 0 0,1 1 1 0 0,-1-1-1 0 0,0 0 0 0 0,0 0 1 0 0,1 0-1 0 0,-1 1 1 0 0,0-1-1 0 0,0 1 0 0 0,0-1 1 0 0,0 1-1 0 0,-1-1 0 0 0,1 1 1 0 0,0 0-1 0 0,-1-1 0 0 0,1 1 1 0 0,-1 0-1 0 0,1-1 1 0 0,-1 1-1 0 0,0 0 0 0 0,0 0 1 0 0,0-1-1 0 0,0 1 0 0 0,0 0 1 0 0,0 0-1 0 0,0-1 0 0 0,-1 1 1 0 0,1 0-1 0 0,-1 1 1 0 0,-11 54-850 0 0,-7-13-211 0 0,15-36 942 0 0,-1 0-1 0 0,2 1 1 0 0,-1-1-1 0 0,1 1 1 0 0,1 0-1 0 0,0 0 0 0 0,-2 12 1 0 0,4-21 135 0 0,0 1 1 0 0,0-1-1 0 0,0 1 0 0 0,0 0 1 0 0,0-1-1 0 0,0 1 1 0 0,1-1-1 0 0,-1 1 0 0 0,0-1 1 0 0,0 1-1 0 0,0 0 1 0 0,1-1-1 0 0,-1 1 0 0 0,0-1 1 0 0,1 1-1 0 0,-1-1 1 0 0,0 1-1 0 0,1-1 0 0 0,-1 0 1 0 0,0 1-1 0 0,1-1 1 0 0,-1 1-1 0 0,1-1 0 0 0,-1 0 1 0 0,1 1-1 0 0,-1-1 1 0 0,1 0-1 0 0,-1 0 1 0 0,1 1-1 0 0,-1-1 0 0 0,1 0 1 0 0,0 0-1 0 0,25-1 637 0 0,19-17-118 0 0,-35 13-1071 0 0,-1-1-1 0 0,0 0 0 0 0,-1 0 1 0 0,0-1-1 0 0,0 0 0 0 0,0-1 1 0 0,-1 0-1 0 0,8-10 0 0 0,1-5-3389 0 0,25-45-1 0 0,-30 51 2039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13 2425 0 0,'-1'-1'39'0'0,"1"0"1"0"0,-1 0-1 0 0,1 1 1 0 0,-1-1-1 0 0,1 0 1 0 0,-1 0-1 0 0,0 1 1 0 0,0-1-1 0 0,1 0 1 0 0,-1 1 0 0 0,0-1-1 0 0,0 1 1 0 0,0-1-1 0 0,1 1 1 0 0,-1-1-1 0 0,0 1 1 0 0,0 0-1 0 0,0-1 1 0 0,0 1-1 0 0,0 0 1 0 0,0 0-1 0 0,0 0 1 0 0,0 0 0 0 0,0 0-1 0 0,0 0 1 0 0,0 0-1 0 0,0 0 1 0 0,0 0-1 0 0,0 0 1 0 0,0 0-1 0 0,0 1 1 0 0,0-1-1 0 0,0 0 1 0 0,0 1 0 0 0,0-1-1 0 0,1 1 1 0 0,-1-1-1 0 0,0 1 1 0 0,0-1-1 0 0,0 1 1 0 0,1-1-1 0 0,-1 1 1 0 0,0 0-1 0 0,1 0 1 0 0,-1-1 0 0 0,0 1-1 0 0,1 0 1 0 0,-1 0-1 0 0,1 0 1 0 0,-1 0-1 0 0,1-1 1 0 0,0 1-1 0 0,-1 0 1 0 0,1 0-1 0 0,0 0 1 0 0,-1 0 0 0 0,1 0-1 0 0,0 1 1 0 0,-1 3 8 0 0,-1 1 0 0 0,1-1 0 0 0,1 0 0 0 0,-1 0 0 0 0,1 0 0 0 0,-1 1 0 0 0,2-1 0 0 0,-1 0 0 0 0,0 0 0 0 0,3 7 0 0 0,-2-9 35 0 0,0 0 0 0 0,1 0 0 0 0,0 0-1 0 0,-1 0 1 0 0,1 0 0 0 0,1 0 0 0 0,-1-1-1 0 0,0 1 1 0 0,1-1 0 0 0,-1 1 0 0 0,1-1-1 0 0,0 0 1 0 0,-1 0 0 0 0,1 0-1 0 0,0 0 1 0 0,0-1 0 0 0,0 1 0 0 0,1-1-1 0 0,-1 0 1 0 0,0 0 0 0 0,1 0 0 0 0,-1 0-1 0 0,0 0 1 0 0,1-1 0 0 0,-1 0-1 0 0,1 1 1 0 0,-1-1 0 0 0,1 0 0 0 0,-1-1-1 0 0,1 1 1 0 0,5-2 0 0 0,-4 1 136 0 0,0 0 0 0 0,0 0 0 0 0,0 0 0 0 0,0-1 1 0 0,0 0-1 0 0,0 0 0 0 0,-1 0 0 0 0,1 0 0 0 0,-1-1 0 0 0,0 0 0 0 0,0 0 0 0 0,0 0 1 0 0,0 0-1 0 0,0-1 0 0 0,0 1 0 0 0,-1-1 0 0 0,0 0 0 0 0,0 0 0 0 0,0 0 0 0 0,0-1 1 0 0,3-6-1 0 0,-6 10-160 0 0,1 0-1 0 0,-1 0 1 0 0,0-1 0 0 0,0 1 0 0 0,1 0 0 0 0,-1 0 0 0 0,0 0-1 0 0,0-1 1 0 0,0 1 0 0 0,-1 0 0 0 0,1 0 0 0 0,0-1 0 0 0,0 1 0 0 0,-1 0-1 0 0,1 0 1 0 0,0 0 0 0 0,-1 0 0 0 0,1 0 0 0 0,-1 0 0 0 0,0 0-1 0 0,1-1 1 0 0,-1 1 0 0 0,0 1 0 0 0,0-2 0 0 0,-2-1-7 0 0,1 1 0 0 0,-1 0 0 0 0,1 1 1 0 0,-1-1-1 0 0,0 0 0 0 0,0 1 0 0 0,0-1 0 0 0,0 1 1 0 0,-4-1-1 0 0,1 0-355 0 0,0 0 1 0 0,0 1-1 0 0,0 0 1 0 0,-1 0-1 0 0,1 0 1 0 0,0 1-1 0 0,-1 0 1 0 0,1 0-1 0 0,-8 2 1 0 0,11-1-271 0 0,0-1 1 0 0,0 1 0 0 0,0 0 0 0 0,0 1-1 0 0,0-1 1 0 0,1 0 0 0 0,-1 1 0 0 0,0 0 0 0 0,1 0-1 0 0,-1 0 1 0 0,1 0 0 0 0,-1 0 0 0 0,1 0 0 0 0,0 0-1 0 0,-2 4 1 0 0,-1-2-1339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4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2553 0 0,'3'2'484'0'0,"1"0"1"0"0,-1 0 0 0 0,1 0 0 0 0,0 0 0 0 0,-1 0 0 0 0,1-1 0 0 0,0 1 0 0 0,0-1 0 0 0,0 0 0 0 0,0 0 0 0 0,0-1 0 0 0,0 1 0 0 0,0-1 0 0 0,0 0 0 0 0,0 0 0 0 0,5-1 0 0 0,74-10 2026 0 0,-62 7-1745 0 0,1 0-301 0 0,-1-1-241 0 0,1 2 0 0 0,25-1 0 0 0,-98 35-2691 0 0,44-25 2238 0 0,0 0 0 0 0,0 0 0 0 0,1 0 0 0 0,0 1 0 0 0,0 0 0 0 0,1 0 0 0 0,0 1 0 0 0,0-1 0 0 0,1 1 0 0 0,0 0 0 0 0,0 0 0 0 0,-3 12 0 0 0,3-10 366 0 0,1 1-1 0 0,0 0 1 0 0,1 1-1 0 0,0-1 0 0 0,0 0 1 0 0,1 0-1 0 0,1 1 1 0 0,0-1-1 0 0,2 16 1 0 0,-2-26-71 0 0,0 1 0 0 0,1-1 0 0 0,-1 0 1 0 0,0 0-1 0 0,1 0 0 0 0,-1 0 1 0 0,1 1-1 0 0,0-1 0 0 0,-1 0 0 0 0,1 0 1 0 0,0 0-1 0 0,0 0 0 0 0,-1 0 0 0 0,1 0 1 0 0,0-1-1 0 0,0 1 0 0 0,0 0 0 0 0,0 0 1 0 0,0 0-1 0 0,0-1 0 0 0,0 1 0 0 0,1-1 1 0 0,-1 1-1 0 0,2 0 0 0 0,0 0 121 0 0,1-1 0 0 0,-1 1 0 0 0,1-1 0 0 0,0 0 0 0 0,-1 1 0 0 0,1-2 0 0 0,0 1 0 0 0,5-1 0 0 0,3-2 378 0 0,1 0 0 0 0,-1 0-1 0 0,22-11 1 0 0,45-31 500 0 0,-50 21-7376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5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97 2769 0 0,'-7'5'3879'0'0,"11"-9"-1220"0"0,27-21 85 0 0,-12 9-1801 0 0,1 2 0 0 0,23-13-1 0 0,-38 24-777 0 0,1 1-1 0 0,0 0 1 0 0,-1 0 0 0 0,1 0-1 0 0,0 1 1 0 0,0 0-1 0 0,0 0 1 0 0,0 0 0 0 0,0 1-1 0 0,0 0 1 0 0,10 1 0 0 0,-14-1-126 0 0,1 1 1 0 0,-1 0 0 0 0,1 0 0 0 0,0 0 0 0 0,-1 0-1 0 0,1 0 1 0 0,-1 0 0 0 0,0 1 0 0 0,1-1 0 0 0,-1 1-1 0 0,0-1 1 0 0,0 1 0 0 0,0 0 0 0 0,0 0 0 0 0,0 0-1 0 0,-1 0 1 0 0,1 0 0 0 0,-1 1 0 0 0,1-1 0 0 0,-1 0 0 0 0,0 1-1 0 0,1-1 1 0 0,-1 1 0 0 0,-1-1 0 0 0,1 1 0 0 0,0 0-1 0 0,0 3 1 0 0,2 9-653 0 0,-2 0 0 0 0,1 1 0 0 0,-2 24 0 0 0,-1-23-1777 0 0,-1 0 0 0 0,-1 0 0 0 0,-5 17 0 0 0,-2-20-125 0 0,5-10 1752 0 0,-1 5-1316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5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0 203 3297 0 0,'1'3'5121'0'0,"-1"-2"-5040"0"0,12-4 2211 0 0,11-4-519 0 0,9-8 68 0 0,39-24 0 0 0,-47 25-1926 0 0,0 1 0 0 0,1 0 0 0 0,39-12 0 0 0,-49 21-1553 0 0,0-1 0 0 0,0 0 0 0 0,0-1 0 0 0,-1-1 0 0 0,0 0 0 0 0,0-1 0 0 0,22-17 0 0 0,-22 14-452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6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19 2248 0 0,'-8'-18'7886'0'0,"10"37"-5013"0"0,1 11-2084 0 0,-2 4-172 0 0,4 54-51 0 0,-4-81-545 0 0,1 0 0 0 0,-1 0 0 0 0,1 0 0 0 0,0 0 0 0 0,1 0 0 0 0,-1-1 0 0 0,1 1 0 0 0,1-1 0 0 0,5 10 0 0 0,-7-15-10 0 0,0 1 1 0 0,0-1 0 0 0,-1 0 0 0 0,1 0 0 0 0,0 0 0 0 0,0 0 0 0 0,1 0 0 0 0,-1 0 0 0 0,0-1 0 0 0,0 1 0 0 0,0-1 0 0 0,0 1 0 0 0,0-1-1 0 0,1 0 1 0 0,-1 0 0 0 0,0 0 0 0 0,0 0 0 0 0,1 0 0 0 0,-1-1 0 0 0,0 1 0 0 0,0-1 0 0 0,0 1 0 0 0,0-1 0 0 0,0 0 0 0 0,1 0-1 0 0,-1 0 1 0 0,3-2 0 0 0,57-32-602 0 0,-60 34 488 0 0,5-4-715 0 0,-1 0 0 0 0,0-1 0 0 0,0 0 0 0 0,0 0 0 0 0,-1 0 0 0 0,0 0 0 0 0,-1-1 0 0 0,1 0 0 0 0,-1 0 0 0 0,0 0 0 0 0,-1 0 0 0 0,0-1 0 0 0,0 1 0 0 0,2-10 0 0 0,1-1-1118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6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 0 0,'0'1'162'0'0,"-1"-1"0"0"0,1 0 0 0 0,-1 1 0 0 0,0-1 0 0 0,1 0 0 0 0,-1 1 0 0 0,1-1 0 0 0,-1 1 0 0 0,1-1 0 0 0,0 0 0 0 0,-1 1 1 0 0,1-1-1 0 0,-1 1 0 0 0,1 0 0 0 0,0-1 0 0 0,-1 1 0 0 0,1-1 0 0 0,0 1 0 0 0,0-1 0 0 0,0 1 0 0 0,-1 0 0 0 0,1-1 0 0 0,0 1 1 0 0,0 0-1 0 0,0-1 0 0 0,0 1 0 0 0,0 0 0 0 0,0-1 0 0 0,0 1 0 0 0,0 0 0 0 0,0-1 0 0 0,0 1 0 0 0,1-1 0 0 0,-1 2 0 0 0,5 30 2068 0 0,-3-24-1697 0 0,33 191 2796 0 0,-27-165-4732 0 0,25 60-1 0 0,-36-114-7392 0 0,-16-91 8246 0 0,5 70 558 0 0,10 32 302 0 0,0 0 0 0 0,1 0 1 0 0,0-1-1 0 0,1 1 0 0 0,0-1 0 0 0,0-10 1 0 0,12 26 5863 0 0,13-3-3665 0 0,20-2-1241 0 0,-34-2-1157 0 0,1-1 0 0 0,-1 0 0 0 0,0-1 0 0 0,15-6 1 0 0,12-10-3633 0 0,-51 28-2813 0 0,-5 1 3961 0 0,-33 18 1964 0 0,44-22 485 0 0,1 0 1 0 0,1 1 0 0 0,-1 0-1 0 0,1 0 1 0 0,-12 14 0 0 0,17-19 54 0 0,1 1 1 0 0,-1-1 0 0 0,0 0 0 0 0,1 1-1 0 0,-1-1 1 0 0,1 1 0 0 0,0-1 0 0 0,0 1 0 0 0,0 0-1 0 0,0 0 1 0 0,1-1 0 0 0,-1 1 0 0 0,1 0 0 0 0,-1 0-1 0 0,1 0 1 0 0,0 0 0 0 0,0-1 0 0 0,0 1-1 0 0,1 0 1 0 0,-1 0 0 0 0,1 0 0 0 0,-1-1 0 0 0,1 1-1 0 0,0 0 1 0 0,1 2 0 0 0,-1-4-59 0 0,0 0 0 0 0,1 0 0 0 0,-1 0 0 0 0,0 0 0 0 0,0 0 0 0 0,1 0 0 0 0,-1-1 0 0 0,0 1 0 0 0,1-1 1 0 0,-1 1-1 0 0,1-1 0 0 0,-1 1 0 0 0,1-1 0 0 0,-1 0 0 0 0,1 0 0 0 0,-1 1 0 0 0,1-1 0 0 0,-1 0 0 0 0,1-1 0 0 0,-1 1 0 0 0,1 0 0 0 0,-1 0 0 0 0,0-1 0 0 0,1 1 0 0 0,-1 0 0 0 0,1-1 1 0 0,-1 0-1 0 0,0 1 0 0 0,1-1 0 0 0,-1 0 0 0 0,2-1 0 0 0,43-24 133 0 0,-46 26-203 0 0,51-41-1284 0 0,-23 8-3475 0 0,-27 30 2890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58 1344 0 0,'-3'7'278'0'0,"0"0"-1"0"0,0 0 0 0 0,1 1 0 0 0,0-1 1 0 0,0 0-1 0 0,1 1 0 0 0,0-1 0 0 0,0 1 1 0 0,1-1-1 0 0,0 1 0 0 0,0 0 0 0 0,0-1 1 0 0,1 1-1 0 0,3 11 0 0 0,-3-17-205 0 0,-1 1 0 0 0,1 0 0 0 0,0 0-1 0 0,-1 0 1 0 0,1-1 0 0 0,1 1 0 0 0,-1-1 0 0 0,0 1 0 0 0,1-1-1 0 0,-1 1 1 0 0,1-1 0 0 0,0 0 0 0 0,-1 0 0 0 0,1 1 0 0 0,0-1 0 0 0,1-1-1 0 0,-1 1 1 0 0,0 0 0 0 0,0 0 0 0 0,1-1 0 0 0,-1 0 0 0 0,1 1-1 0 0,-1-1 1 0 0,1 0 0 0 0,0 0 0 0 0,-1 0 0 0 0,1-1 0 0 0,0 1-1 0 0,0 0 1 0 0,0-1 0 0 0,-1 0 0 0 0,1 0 0 0 0,0 0 0 0 0,0 0-1 0 0,0 0 1 0 0,0-1 0 0 0,-1 1 0 0 0,1-1 0 0 0,0 0 0 0 0,4-1-1 0 0,0-1 136 0 0,1 0 0 0 0,-1 0 1 0 0,0-1-1 0 0,0 0 0 0 0,-1 0 0 0 0,1 0 0 0 0,-1-1 0 0 0,0 0 0 0 0,0 0 0 0 0,-1-1 0 0 0,1 0 0 0 0,-1 1 0 0 0,0-2 0 0 0,-1 1 0 0 0,7-12 0 0 0,-9 14-80 0 0,0 0 0 0 0,-1 0 1 0 0,0 0-1 0 0,1 0 0 0 0,-1-1 1 0 0,-1 1-1 0 0,1 0 1 0 0,-1 0-1 0 0,1-1 0 0 0,-1 1 1 0 0,0 0-1 0 0,-1-1 0 0 0,1 1 1 0 0,-1 0-1 0 0,0 0 0 0 0,0-1 1 0 0,0 1-1 0 0,0 0 0 0 0,-1 0 1 0 0,0 0-1 0 0,0 1 0 0 0,0-1 1 0 0,0 0-1 0 0,0 1 1 0 0,-1-1-1 0 0,0 1 0 0 0,0 0 1 0 0,0-1-1 0 0,0 1 0 0 0,-4-2 1 0 0,5 2-168 0 0,-1 1 0 0 0,1 0 1 0 0,-1 1-1 0 0,0-1 1 0 0,0 0-1 0 0,0 1 0 0 0,0-1 1 0 0,0 1-1 0 0,0 0 1 0 0,0 0-1 0 0,0 0 0 0 0,0 0 1 0 0,0 1-1 0 0,-1 0 0 0 0,1-1 1 0 0,0 1-1 0 0,0 0 1 0 0,-1 0-1 0 0,1 1 0 0 0,0-1 1 0 0,0 1-1 0 0,0-1 1 0 0,-1 1-1 0 0,1 0 0 0 0,0 0 1 0 0,0 1-1 0 0,0-1 0 0 0,0 1 1 0 0,1-1-1 0 0,-1 1 1 0 0,0 0-1 0 0,1 0 0 0 0,-4 2 1 0 0,0 2-846 0 0,0 0 0 0 0,0 0 0 0 0,1 1 0 0 0,-1-1 0 0 0,1 1 1 0 0,1 0-1 0 0,-1 1 0 0 0,1-1 0 0 0,1 1 0 0 0,-1-1 0 0 0,-3 16 0 0 0,7-19-365 0 0,2-2-651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7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1 1752 0 0,'-5'1'210'0'0,"0"0"-1"0"0,0 0 1 0 0,1 0-1 0 0,-1 1 1 0 0,0 0 0 0 0,1 0-1 0 0,0 0 1 0 0,-1 1-1 0 0,1-1 1 0 0,0 1-1 0 0,0 0 1 0 0,0 0-1 0 0,1 1 1 0 0,-6 5-1 0 0,3-2-55 0 0,0 1 1 0 0,1 0-1 0 0,0 0 0 0 0,0 1 0 0 0,0-1 0 0 0,1 1 1 0 0,-4 12-1 0 0,5-11-135 0 0,0-1 0 0 0,1 1 0 0 0,-1 0 0 0 0,2 0 0 0 0,-1 0 0 0 0,2 0-1 0 0,-1 0 1 0 0,1 0 0 0 0,1 0 0 0 0,0 0 0 0 0,0 0 0 0 0,1 0 0 0 0,0 0 0 0 0,1 0 0 0 0,4 11 0 0 0,-5-18-4 0 0,-1-1 0 0 0,0 1 1 0 0,1-1-1 0 0,-1 0 0 0 0,1 1 0 0 0,0-1 1 0 0,0 0-1 0 0,0 0 0 0 0,0 0 0 0 0,0 0 0 0 0,0 0 1 0 0,0-1-1 0 0,1 1 0 0 0,-1-1 0 0 0,0 0 1 0 0,1 1-1 0 0,0-1 0 0 0,-1 0 0 0 0,1 0 0 0 0,0-1 1 0 0,4 2-1 0 0,-3-2 87 0 0,0 0 0 0 0,0-1 0 0 0,1 1 0 0 0,-1-1 0 0 0,0 0 0 0 0,0 0 0 0 0,0 0 0 0 0,-1-1 0 0 0,1 1 0 0 0,0-1 0 0 0,0 0 0 0 0,-1 0 0 0 0,5-4 0 0 0,2-2 212 0 0,0 0 0 0 0,0-1 0 0 0,0 0 0 0 0,-1-1 0 0 0,-1 0 0 0 0,0 0 0 0 0,0-1 0 0 0,7-15 0 0 0,-11 18-145 0 0,0-2 1 0 0,-1 1-1 0 0,0 0 0 0 0,0-1 0 0 0,-1 1 1 0 0,0-1-1 0 0,-1 0 0 0 0,0 0 1 0 0,-1 0-1 0 0,-1-17 0 0 0,1 24-149 0 0,-1 0 1 0 0,1 0-1 0 0,-1 0 0 0 0,1 0 0 0 0,-1 0 0 0 0,0 1 1 0 0,0-1-1 0 0,-1 0 0 0 0,1 0 0 0 0,0 1 0 0 0,-1-1 1 0 0,0 1-1 0 0,1 0 0 0 0,-1-1 0 0 0,0 1 0 0 0,0 0 0 0 0,-1 0 1 0 0,1 0-1 0 0,0 0 0 0 0,-1 0 0 0 0,1 1 0 0 0,-1-1 1 0 0,1 1-1 0 0,-1 0 0 0 0,0-1 0 0 0,1 1 0 0 0,-1 0 1 0 0,0 1-1 0 0,0-1 0 0 0,0 0 0 0 0,0 1 0 0 0,0 0 1 0 0,0-1-1 0 0,0 1 0 0 0,0 1 0 0 0,0-1 0 0 0,0 0 1 0 0,0 1-1 0 0,-5 1 0 0 0,0-1-426 0 0,0 1 0 0 0,0 1 0 0 0,1-1 0 0 0,-1 1 0 0 0,0 1 0 0 0,1-1 0 0 0,0 1 0 0 0,-9 7 0 0 0,9-6-411 0 0,1 0 0 0 0,0 0 0 0 0,0 1 0 0 0,0 0 0 0 0,0 0 0 0 0,1 0 0 0 0,0 1-1 0 0,-5 9 1 0 0,6-4-1226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7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3073 0 0,'-1'13'642'0'0,"-1"0"0"0"0,1 0-1 0 0,1 1 1 0 0,1-1 0 0 0,0 0 0 0 0,4 24 0 0 0,0 0-90 0 0,8 70 494 0 0,38 149 1 0 0,20-20-5641 0 0,-60-205 1044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18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1 206 1384 0 0,'-1'-3'216'0'0,"1"-1"0"0"0,0 0 1 0 0,1 0-1 0 0,-1 1 0 0 0,1-1 0 0 0,-1 0 0 0 0,1 1 0 0 0,0-1 0 0 0,0 0 0 0 0,1 1 0 0 0,-1-1 0 0 0,1 1 0 0 0,0 0 1 0 0,0 0-1 0 0,2-4 0 0 0,2 1 549 0 0,0 1-1 0 0,0 1 1 0 0,1-1 0 0 0,-1 1 0 0 0,1 0 0 0 0,9-4 0 0 0,-11 5-507 0 0,4-1 196 0 0,0 0 0 0 0,0 0 0 0 0,1 1 0 0 0,-1 0 0 0 0,1 0 0 0 0,-1 1-1 0 0,1 0 1 0 0,15 0 0 0 0,-22 2-384 0 0,-1 0 0 0 0,0 0 0 0 0,1 0 0 0 0,-1 1 0 0 0,0-1 0 0 0,0 1 0 0 0,1-1 0 0 0,-1 1 0 0 0,0 0 0 0 0,0 0 0 0 0,0 0 0 0 0,0 0 0 0 0,1 0 0 0 0,-2 1 0 0 0,1-1-1 0 0,3 3 1 0 0,-3-1-28 0 0,-1-1 0 0 0,1 0-1 0 0,-1 1 1 0 0,0-1-1 0 0,0 1 1 0 0,0-1-1 0 0,0 1 1 0 0,0-1 0 0 0,-1 1-1 0 0,1 0 1 0 0,-1-1-1 0 0,0 1 1 0 0,0 0-1 0 0,0-1 1 0 0,0 1 0 0 0,0 0-1 0 0,-1-1 1 0 0,0 5-1 0 0,-5 19-606 0 0,-1 0 0 0 0,-2 0-1 0 0,0 0 1 0 0,-18 33 0 0 0,-9 23-6431 0 0,30-68 4250 0 0,2-14 1106 0 0,2-26 618 0 0,12-43 593 0 0,-9 65 522 0 0,0 1 1 0 0,1 0-1 0 0,-1-1 0 0 0,1 1 1 0 0,0 0-1 0 0,0 0 0 0 0,0 0 1 0 0,0 0-1 0 0,1 0 0 0 0,-1 0 1 0 0,1 1-1 0 0,-1-1 0 0 0,1 1 1 0 0,0 0-1 0 0,0 0 0 0 0,0 0 1 0 0,1 0-1 0 0,2-1 0 0 0,2 0 508 0 0,0 2 0 0 0,0-1-1 0 0,0 1 1 0 0,1 1-1 0 0,-1-1 1 0 0,12 2-1 0 0,-1-1 267 0 0,-7-1-356 0 0,0 0 1 0 0,0-1-1 0 0,0 0 0 0 0,-1-1 1 0 0,1 0-1 0 0,-1-1 0 0 0,0-1 1 0 0,0 0-1 0 0,0 0 0 0 0,15-10 1 0 0,-22 13-376 0 0,0-1-1 0 0,0 1 1 0 0,0-1 0 0 0,-1 0-1 0 0,1 0 1 0 0,-1 0 0 0 0,0 0-1 0 0,0 0 1 0 0,0-1 0 0 0,0 0 0 0 0,-1 1-1 0 0,1-1 1 0 0,-1 0 0 0 0,0 0-1 0 0,0 0 1 0 0,0-1 0 0 0,-1 1-1 0 0,0 0 1 0 0,1-1 0 0 0,-1 1-1 0 0,-1-1 1 0 0,1 1 0 0 0,-1-1 0 0 0,0 1-1 0 0,0-1 1 0 0,0 1 0 0 0,0-1-1 0 0,-1 1 1 0 0,0-1 0 0 0,-2-6-1 0 0,3 9-120 0 0,-1-1 0 0 0,0 1 0 0 0,0 0 0 0 0,0-1 1 0 0,0 1-1 0 0,0 0 0 0 0,0 0 0 0 0,-1 0 0 0 0,1 0 0 0 0,-1 0 0 0 0,1 0 0 0 0,-1 0 0 0 0,0 0 0 0 0,0 1 0 0 0,0-1 0 0 0,0 1 0 0 0,0-1 0 0 0,0 1 0 0 0,0 0 0 0 0,0 0 0 0 0,-1 0 0 0 0,1 0 0 0 0,0 0 0 0 0,-1 0 0 0 0,1 1 0 0 0,0-1 0 0 0,-1 1 0 0 0,1 0 0 0 0,-1 0 0 0 0,1 0 0 0 0,-1 0 0 0 0,1 0 0 0 0,-1 0 0 0 0,1 0 0 0 0,-1 1 0 0 0,-3 1 0 0 0,1 0-118 0 0,-1 0 0 0 0,1 1 0 0 0,-1-1 0 0 0,1 1 0 0 0,0 1 0 0 0,0-1 0 0 0,1 1 0 0 0,-1-1 0 0 0,1 2 0 0 0,0-1 0 0 0,-1 0 0 0 0,2 1 0 0 0,-1 0 0 0 0,-3 6 0 0 0,-1 4-2 0 0,2 0 1 0 0,0 1-1 0 0,0 0 1 0 0,2 0-1 0 0,0 1 1 0 0,1-1-1 0 0,0 1 0 0 0,2 0 1 0 0,0 0-1 0 0,1 25 1 0 0,1-35 79 0 0,0 0 0 0 0,0 0 0 0 0,0 0 0 0 0,1 0 0 0 0,0 0 0 0 0,0-1 0 0 0,0 1 0 0 0,1-1 0 0 0,0 0 0 0 0,1 1 1 0 0,-1-1-1 0 0,7 6 0 0 0,-7-8 3 0 0,0-1 0 0 0,1 0 1 0 0,-1 0-1 0 0,1 0 0 0 0,0-1 1 0 0,0 1-1 0 0,0-1 0 0 0,0 0 0 0 0,1 0 1 0 0,-1-1-1 0 0,0 1 0 0 0,1-1 1 0 0,-1 0-1 0 0,1 0 0 0 0,0 0 1 0 0,-1-1-1 0 0,1 0 0 0 0,0 0 1 0 0,-1 0-1 0 0,6-1 0 0 0,-3 1 26 0 0,0 0 0 0 0,-1-1 0 0 0,1 0-1 0 0,-1 0 1 0 0,1-1 0 0 0,-1 0 0 0 0,0 0 0 0 0,1 0 0 0 0,-1-1-1 0 0,0 0 1 0 0,-1 0 0 0 0,1-1 0 0 0,0 1 0 0 0,-1-1-1 0 0,0 0 1 0 0,0-1 0 0 0,0 1 0 0 0,0-1 0 0 0,-1 0 0 0 0,0 0-1 0 0,0-1 1 0 0,0 1 0 0 0,-1-1 0 0 0,0 0 0 0 0,0 0-1 0 0,0 0 1 0 0,-1 0 0 0 0,0 0 0 0 0,0-1 0 0 0,0 1 0 0 0,1-13-1 0 0,0-13-219 0 0,-2 0 0 0 0,-1 0-1 0 0,-2 0 1 0 0,-1 1-1 0 0,-8-40 1 0 0,9 56 24 0 0,-2-7 92 0 0,2 10 589 0 0,10 33 163 0 0,51 173 739 0 0,-53-174-1479 0 0,-1 1 1 0 0,-1-1 0 0 0,-1 1-1 0 0,1 40 1 0 0,4-90 271 0 0,-3 0 1 0 0,4-42-1 0 0,-8 51 122 0 0,1 0-1 0 0,1 1 0 0 0,1-1 1 0 0,0 1-1 0 0,1 0 1 0 0,2 0-1 0 0,15-35 1 0 0,-21 52-291 0 0,0 0 0 0 0,1 0 0 0 0,-1 0 1 0 0,0 0-1 0 0,1 0 0 0 0,-1 0 1 0 0,1 0-1 0 0,-1 1 0 0 0,1-1 0 0 0,0 1 1 0 0,0-1-1 0 0,-1 1 0 0 0,1 0 1 0 0,0-1-1 0 0,1 1 0 0 0,-1 0 1 0 0,0 0-1 0 0,0 1 0 0 0,0-1 0 0 0,0 0 1 0 0,1 1-1 0 0,-1-1 0 0 0,0 1 1 0 0,4 0-1 0 0,-2 0 3 0 0,-1 1 1 0 0,1 0-1 0 0,-1 0 0 0 0,0 1 1 0 0,1-1-1 0 0,-1 1 1 0 0,0-1-1 0 0,0 1 0 0 0,0 0 1 0 0,0 0-1 0 0,0 1 1 0 0,-1-1-1 0 0,1 1 0 0 0,2 3 1 0 0,4 4 108 0 0,0 1 0 0 0,-1 0 0 0 0,-1 1 0 0 0,0-1 0 0 0,0 1 0 0 0,-1 1 0 0 0,6 17 1 0 0,-10-18-33 0 0,0-1 0 0 0,0 1 0 0 0,-1-1 0 0 0,-1 18 0 0 0,2 15-560 0 0,-2-43 454 0 0,0-1 0 0 0,0 0 0 0 0,0 1 0 0 0,0-1 0 0 0,0 1 0 0 0,0-1 0 0 0,1 0 0 0 0,-1 1-1 0 0,0-1 1 0 0,0 0 0 0 0,0 1 0 0 0,0-1 0 0 0,0 1 0 0 0,0-1 0 0 0,1 0 0 0 0,-1 1 0 0 0,0-1 0 0 0,0 0 0 0 0,1 0-1 0 0,-1 1 1 0 0,0-1 0 0 0,0 0 0 0 0,1 1 0 0 0,-1-1 0 0 0,0 0 0 0 0,1 0 0 0 0,-1 0 0 0 0,0 1 0 0 0,1-1 0 0 0,-1 0-1 0 0,0 0 1 0 0,1 0 0 0 0,-1 0 0 0 0,1 0 0 0 0,-1 0 0 0 0,0 0 0 0 0,1 1 0 0 0,-1-1 0 0 0,0 0 0 0 0,1 0 0 0 0,-1-1-1 0 0,1 1 1 0 0,20-12-122 0 0,14-23 55 0 0,-24 23 109 0 0,61-80-3502 0 0,-62 78 1425 0 0,-1-1 0 0 0,-1 0 0 0 0,0 0 0 0 0,10-28 1 0 0,-8 11-2098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30.95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62 592 0 0,'0'0'28'0'0,"-1"0"0"0"0,1 0 0 0 0,0 0 0 0 0,0 0 0 0 0,0 0 0 0 0,-1 0 0 0 0,1 0 0 0 0,0 0 0 0 0,0 0 0 0 0,0-1 0 0 0,-1 1 1 0 0,1 0-1 0 0,0 0 0 0 0,0 0 0 0 0,0 0 0 0 0,0 0 0 0 0,-1 0 0 0 0,1-1 0 0 0,0 1 0 0 0,0 0 0 0 0,0 0 0 0 0,0 0 0 0 0,0 0 0 0 0,-1-1 0 0 0,1 1 0 0 0,0 0 0 0 0,0 0 0 0 0,0 0 0 0 0,0-1 0 0 0,0 1 0 0 0,0 0 0 0 0,0 0 0 0 0,0 0 0 0 0,0-1 0 0 0,0 1 0 0 0,0 0 0 0 0,0 0 0 0 0,0-1 0 0 0,0 1 0 0 0,0 0 1 0 0,0 0-1 0 0,0 0 0 0 0,0-1 0 0 0,0 1 0 0 0,0 0 0 0 0,0 0 0 0 0,0 0 0 0 0,1-1 0 0 0,-1 1 0 0 0,0 0 0 0 0,0 0 0 0 0,0 0 0 0 0,0 0 0 0 0,0-1 0 0 0,0 1 0 0 0,1 0 0 0 0,-1 0 0 0 0,0 0 0 0 0,0 0 0 0 0,0 0 0 0 0,1-1 0 0 0,21-7 2035 0 0,33 3-676 0 0,-32 7-1115 0 0,0-2 0 0 0,0 0-1 0 0,0-1 1 0 0,0-2 0 0 0,24-4 0 0 0,42-5 360 0 0,-7 13 132 0 0,-58 0-510 0 0,0 0 0 0 0,30-4 0 0 0,-29 1 89 0 0,-1 1 0 0 0,0 2 0 0 0,45 6 0 0 0,-40-3-252 0 0,0-2-1 0 0,33-1 1 0 0,235-5 1081 0 0,-148 2-830 0 0,-91 3-32 0 0,96-10 0 0 0,-88 3-45 0 0,102 4 0 0 0,-96 3-38 0 0,152-1 923 0 0,-190-9-2005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33.0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75 1 1512 0 0,'-2'0'42'0'0,"-1"1"0"0"0,1 0 0 0 0,0 0-1 0 0,-1-1 1 0 0,1 1 0 0 0,0 1 0 0 0,0-1 0 0 0,0 0-1 0 0,0 0 1 0 0,0 1 0 0 0,0-1 0 0 0,0 1 0 0 0,1 0-1 0 0,-1 0 1 0 0,0-1 0 0 0,-1 5 0 0 0,1-4 163 0 0,1 0 0 0 0,-1 0 0 0 0,1 0 0 0 0,-1-1 0 0 0,0 1 0 0 0,1 0 0 0 0,-1-1 0 0 0,0 1 0 0 0,0-1 0 0 0,0 0 0 0 0,0 1 0 0 0,-1-1 0 0 0,1 0 0 0 0,0 0 0 0 0,0-1 0 0 0,-5 2 0 0 0,7-1-70 0 0,0 0-1 0 0,-1 0 1 0 0,1 1-1 0 0,0-1 1 0 0,0 0 0 0 0,0 0-1 0 0,0 0 1 0 0,0 0 0 0 0,0 0-1 0 0,0 1 1 0 0,1-1 0 0 0,-1 0-1 0 0,0 0 1 0 0,1 0 0 0 0,-1 0-1 0 0,1 0 1 0 0,-1 0 0 0 0,1 0-1 0 0,-1 0 1 0 0,1 0 0 0 0,0 0-1 0 0,-1 0 1 0 0,1 0-1 0 0,0 0 1 0 0,0-1 0 0 0,0 1-1 0 0,0 0 1 0 0,1 1 0 0 0,10 0 64 0 0,0 1 0 0 0,0-1 1 0 0,0-1-1 0 0,-1 0 0 0 0,2-1 0 0 0,-1 0 1 0 0,0-1-1 0 0,17-3 0 0 0,29 0 179 0 0,138-2 778 0 0,59-5 464 0 0,-74-1-745 0 0,18-2-128 0 0,-143 8-460 0 0,71-5 280 0 0,-118 11-458 0 0,0 0 0 0 0,0 1 1 0 0,1 0-1 0 0,-1 1 0 0 0,13 4 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8:37.6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26 357 2112 0 0,'-9'-1'900'0'0,"8"1"-844"0"0,1 0 0 0 0,-1 1 0 0 0,1-1-1 0 0,-1 0 1 0 0,1 0 0 0 0,-1 0 0 0 0,1 0 0 0 0,-1 0 0 0 0,1 0-1 0 0,-1 0 1 0 0,1 0 0 0 0,-1 0 0 0 0,1 0 0 0 0,-1 0 0 0 0,1-1 0 0 0,-1 1-1 0 0,1 0 1 0 0,-1 0 0 0 0,1 0 0 0 0,0-1 0 0 0,-1 1 0 0 0,1 0-1 0 0,-1 0 1 0 0,1-1 0 0 0,0 1 0 0 0,-1 0 0 0 0,1-1 0 0 0,-1 1-1 0 0,1-1 1 0 0,0 1 0 0 0,0 0 0 0 0,-1-1 0 0 0,1 1 0 0 0,0-1-1 0 0,0 1 1 0 0,-1-1 0 0 0,1 1 0 0 0,0-1 0 0 0,0 1 0 0 0,0-1 0 0 0,0 1-1 0 0,0-1 1 0 0,0 1 0 0 0,0-1 0 0 0,0 1 0 0 0,0-1 0 0 0,0 1-1 0 0,0-1 1 0 0,0 1 0 0 0,0-1 0 0 0,1-4 3403 0 0,-1 3-3250 0 0,1 1 0 0 0,-1 0 0 0 0,0 0-1 0 0,1 0 1 0 0,-1 0 0 0 0,0 0 0 0 0,1-1-1 0 0,-1 1 1 0 0,1 0 0 0 0,0 0 0 0 0,-1 0-1 0 0,1 0 1 0 0,0 1 0 0 0,0-1-1 0 0,0 0 1 0 0,-1 0 0 0 0,1 0 0 0 0,0 0-1 0 0,0 1 1 0 0,1-1 0 0 0,92-72 3232 0 0,-61 45-2643 0 0,2 2 0 0 0,0 1 0 0 0,67-35 0 0 0,-86 54-513 0 0,0 0-1 0 0,1 1 0 0 0,-1 1 0 0 0,1 1 1 0 0,27-3-1 0 0,88 2 793 0 0,-102 5-759 0 0,-3 0-41 0 0,51 10 1 0 0,-24-2-117 0 0,9 1 222 0 0,-45-7-365 0 0,-1 1-1 0 0,1-2 1 0 0,-1 0 0 0 0,1-2-1 0 0,-1 1 1 0 0,1-2-1 0 0,0-1 1 0 0,20-3 0 0 0,227-65 583 0 0,-263 69-600 0 0,11-3 32 0 0,1 0 0 0 0,-1 1 0 0 0,1 0 0 0 0,-1 1 0 0 0,1 1-1 0 0,0 0 1 0 0,0 1 0 0 0,0 0 0 0 0,-1 1 0 0 0,28 6 0 0 0,53 16 15 0 0,-52-14-3 0 0,40 15 1 0 0,-61-18-40 0 0,-1-2 0 0 0,1 0 0 0 0,-1-1 0 0 0,1-1 0 0 0,30-1 1 0 0,36 3 77 0 0,-49-2-55 0 0,1-2 0 0 0,-1-1-1 0 0,1-3 1 0 0,42-8 0 0 0,-35 5-17 0 0,10-2-3 0 0,92-10 58 0 0,-134 19-61 0 0,0-1-1 0 0,0 2 1 0 0,0 0-1 0 0,0 0 0 0 0,-1 2 1 0 0,1 0-1 0 0,0 0 1 0 0,14 6-1 0 0,-4 2-9 0 0,-1-2 0 0 0,1-1 0 0 0,1-1 0 0 0,27 4 0 0 0,-39-9 12 0 0,0-1-1 0 0,0-1 1 0 0,0 0-1 0 0,1-1 1 0 0,-1 0 0 0 0,0-1-1 0 0,0 0 1 0 0,0-1 0 0 0,21-8-1 0 0,39-15 113 0 0,1 4-1 0 0,122-21 1 0 0,-180 41-103 0 0,1 1 0 0 0,0 1 0 0 0,0 1 0 0 0,0 0-1 0 0,-1 1 1 0 0,29 7 0 0 0,-7-1-19 0 0,182 16 91 0 0,-196-21-75 0 0,1-2-1 0 0,-1-1 1 0 0,0-1-1 0 0,1-1 1 0 0,-1-1-1 0 0,0-1 0 0 0,35-11 1 0 0,-27 6 13 0 0,0 3-1 0 0,1 0 1 0 0,42 0 0 0 0,-51 5 0 0 0,0 1-1 0 0,0 1 1 0 0,-1 1 0 0 0,1 1-1 0 0,-1 1 1 0 0,1 1 0 0 0,-1 1-1 0 0,30 13 1 0 0,-42-15-24 0 0,0 0 1 0 0,0-1-1 0 0,1 0 0 0 0,-1 0 1 0 0,1-1-1 0 0,0-1 0 0 0,17 0 1 0 0,89-9 45 0 0,-16 0-23 0 0,-68 6-17 0 0,0-2 1 0 0,-1 0-1 0 0,38-12 1 0 0,-46 9 2 0 0,1 2 0 0 0,-1 0 0 0 0,1 1 0 0 0,0 2 0 0 0,0 1 0 0 0,47 4 0 0 0,-44 2 6 0 0,56 21-1 0 0,-67-19-8 0 0,0-1 0 0 0,1-1 0 0 0,-1 0 0 0 0,1-2 0 0 0,0 0 0 0 0,1-1 0 0 0,23 0 0 0 0,211-6 44 0 0,-162-6-54 0 0,-65 6 7 0 0,0 0 1 0 0,0 2 0 0 0,0 2 0 0 0,34 2-1 0 0,-30 4-26 0 0,1 1-1 0 0,-1 1 0 0 0,58 24 1 0 0,-77-27-3 0 0,8 2 29 0 0,1-1 0 0 0,0-1 0 0 0,0-1 0 0 0,0-1 0 0 0,27 1 0 0 0,109-9 77 0 0,-54-6-49 0 0,-61 6-29 0 0,-1 0 1 0 0,1 3-1 0 0,-1 2 1 0 0,49 5-1 0 0,8 13-9 0 0,45 4 8 0 0,-103-21 28 0 0,-1-2 1 0 0,1-2-1 0 0,0-1 1 0 0,63-16-1 0 0,16-2 170 0 0,-105 21-184 0 0,1 0 0 0 0,0 1 0 0 0,-1 0 0 0 0,1 2 0 0 0,0 0 0 0 0,21 5 0 0 0,89 33 19 0 0,-53-16-71 0 0,-33-11 58 0 0,-29-8-15 0 0,1-1 1 0 0,1-1-1 0 0,-1 0 1 0 0,0 0-1 0 0,1-1 1 0 0,0 0-1 0 0,-1-1 1 0 0,1 0-1 0 0,0-1 1 0 0,0-1-1 0 0,-1 1 1 0 0,14-4-1 0 0,13-5 54 0 0,-12 2-18 0 0,1 1 0 0 0,0 1 0 0 0,48-1 0 0 0,28 0 5 0 0,-83 3-46 0 0,1 1-1 0 0,0 1 1 0 0,0 1-1 0 0,0 0 1 0 0,0 2-1 0 0,-1 0 1 0 0,1 2-1 0 0,0 0 1 0 0,25 9-1 0 0,-35-8-3 0 0,15 6 12 0 0,48 12-1 0 0,-63-21-8 0 0,-1 0-1 0 0,1-1 0 0 0,0 0 1 0 0,0-1-1 0 0,0 0 1 0 0,0 0-1 0 0,20-5 1 0 0,-4-1-27 0 0,0 0 0 0 0,0 2 0 0 0,1 1 0 0 0,-1 1 0 0 0,1 1 0 0 0,0 2 0 0 0,54 8 0 0 0,-42-2-98 0 0,0-2 0 0 0,1-1 0 0 0,0-2 0 0 0,-1-2 0 0 0,1-2 0 0 0,0-1 0 0 0,45-10 0 0 0,-82 11-334 0 0,1 1 1 0 0,-1-1 0 0 0,0 1 0 0 0,0-1-1 0 0,1 0 1 0 0,-1-1 0 0 0,-1 1 0 0 0,1-1 0 0 0,0 0-1 0 0,4-3 1 0 0,-1-2-2113 0 0,1-1 0 0 0,-1 1 0 0 0,0-1-1 0 0,-1-1 1 0 0,9-16 0 0 0,1-4-2880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0:41.8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347 461 2705 0 0,'-25'39'12690'0'0,"40"-60"-10273"0"0,14-22-1019 0 0,-3-2 0 0 0,-1-1 0 0 0,-2-1 0 0 0,24-76 1 0 0,-66 371-411 0 0,20-187-786 0 0,13 96 0 0 0,-14-153-154 0 0,-1-1-1 0 0,1 1 1 0 0,-1-1-1 0 0,0 1 1 0 0,0-1 0 0 0,0 1-1 0 0,0-1 1 0 0,0 0-1 0 0,-1 1 1 0 0,1-1 0 0 0,-1 0-1 0 0,0 0 1 0 0,0 0-1 0 0,0 0 1 0 0,-1-1 0 0 0,1 1-1 0 0,0 0 1 0 0,-1-1-1 0 0,0 0 1 0 0,0 0 0 0 0,0 0-1 0 0,0 0 1 0 0,-4 2 0 0 0,0 1-16 0 0,0-1 1 0 0,0-1-1 0 0,0 1 1 0 0,0-1-1 0 0,-1-1 1 0 0,0 1 0 0 0,1-1-1 0 0,-1-1 1 0 0,-15 2-1 0 0,11-4-3 0 0,0 0-1 0 0,0-1 0 0 0,0 0 0 0 0,0-1 1 0 0,0 0-1 0 0,-22-10 0 0 0,-66-38 103 0 0,86 43-117 0 0,5 3-4 0 0,1 0 0 0 0,-1 0 0 0 0,1-1 0 0 0,0 0 0 0 0,1-1 0 0 0,-1 0 0 0 0,1 0 0 0 0,1-1 0 0 0,-1 1 0 0 0,1-2 0 0 0,1 1-1 0 0,-1 0 1 0 0,1-1 0 0 0,1 0 0 0 0,0 0 0 0 0,-4-11 0 0 0,5 6 10 0 0,0 1 0 0 0,1-1-1 0 0,0 0 1 0 0,1 1-1 0 0,1-1 1 0 0,0 0 0 0 0,1 0-1 0 0,0 0 1 0 0,1 0 0 0 0,7-23-1 0 0,-3 15 21 0 0,2 0 1 0 0,0 0-1 0 0,2 1 0 0 0,0 0 0 0 0,2 1 0 0 0,0 0 1 0 0,1 1-1 0 0,1 0 0 0 0,0 1 0 0 0,2 0 1 0 0,0 1-1 0 0,1 1 0 0 0,31-23 0 0 0,-34 31-34 0 0,1 0-1 0 0,0 1 1 0 0,0 1-1 0 0,0 1 1 0 0,1 0-1 0 0,0 1 1 0 0,0 0-1 0 0,0 1 1 0 0,32-1-1 0 0,-18 4 1 0 0,0 0 0 0 0,-1 2 0 0 0,1 2 0 0 0,47 11 1 0 0,-65-12 7 0 0,0 1 0 0 0,0 0 1 0 0,-1 1-1 0 0,1 1 1 0 0,-1 0-1 0 0,0 0 1 0 0,0 1-1 0 0,-1 1 1 0 0,0-1-1 0 0,-1 2 1 0 0,1-1-1 0 0,-1 1 1 0 0,-1 1-1 0 0,0-1 1 0 0,0 2-1 0 0,-1-1 0 0 0,-1 1 1 0 0,1 0-1 0 0,-2 0 1 0 0,7 16-1 0 0,-7-11 6 0 0,1 1 0 0 0,-2 0-1 0 0,0 0 1 0 0,-1 0 0 0 0,-1 0-1 0 0,-1 1 1 0 0,0-1 0 0 0,-1 0-1 0 0,-1 1 1 0 0,0-1 0 0 0,-2 1-1 0 0,0-1 1 0 0,-1 0 0 0 0,-7 20-1 0 0,2-13-128 0 0,-1-1 0 0 0,-1 0-1 0 0,-1 0 1 0 0,-26 36-1 0 0,30-48-680 0 0,-1 0 0 0 0,-1-1-1 0 0,0 0 1 0 0,0 0-1 0 0,-1-1 1 0 0,-12 7-1 0 0,7-9-3226 0 0,15-7 3552 0 0,0 0 1 0 0,0 0-1 0 0,0 0 0 0 0,0 0 1 0 0,0-1-1 0 0,0 1 1 0 0,0 0-1 0 0,0 0 1 0 0,0-1-1 0 0,0 1 0 0 0,1-1 1 0 0,-1 1-1 0 0,0-1 1 0 0,0 1-1 0 0,0-1 1 0 0,0 1-1 0 0,1-1 1 0 0,-1 0-1 0 0,0 1 0 0 0,1-1 1 0 0,-1 0-1 0 0,0 0 1 0 0,0 0-1 0 0,-8-14-5670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2:07.3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55 0 4089 0 0,'-10'2'12361'0'0,"9"-1"-12074"0"0,1 16 4199 0 0,8 18-2945 0 0,0-15-1303 0 0,2 0 0 0 0,0-1 0 0 0,1 0 0 0 0,1-1 0 0 0,1-1 0 0 0,0 0 0 0 0,1 0 0 0 0,17 14 0 0 0,22 18 52 0 0,61 44-1 0 0,-52-51 110 0 0,-45-33-71 0 0,-1 2 0 0 0,0 0 0 0 0,0 1 0 0 0,-1 0 0 0 0,-1 1 0 0 0,0 1 0 0 0,20 26-1 0 0,-34-39-272 0 0,1-1-1 0 0,-1 1 0 0 0,0 0 0 0 0,0-1 0 0 0,0 1 0 0 0,1 0 0 0 0,-1-1 0 0 0,0 1 1 0 0,0 0-1 0 0,0-1 0 0 0,0 1 0 0 0,0 0 0 0 0,0 0 0 0 0,-1-1 0 0 0,1 1 1 0 0,0 0-1 0 0,0-1 0 0 0,0 1 0 0 0,-1 0 0 0 0,1-1 0 0 0,0 1 0 0 0,-1-1 1 0 0,1 1-1 0 0,0 0 0 0 0,-1-1 0 0 0,1 1 0 0 0,-1-1 0 0 0,1 1 0 0 0,-1-1 0 0 0,1 1 1 0 0,-1-1-1 0 0,1 1 0 0 0,-1-1 0 0 0,0 0 0 0 0,1 1 0 0 0,-1-1 0 0 0,0 0 1 0 0,-35 16 666 0 0,17-8-622 0 0,-280 155-1037 0 0,225-115-1244 0 0,35-22-972 0 0,-1-2-4036 0 0,39-24 6615 0 0,0 1 0 0 0,0-1 0 0 0,0 1 0 0 0,0-1 0 0 0,0 0 0 0 0,-1 1 1 0 0,1-1-1 0 0,0 0 0 0 0,0 0 0 0 0,0 0 0 0 0,0 0 0 0 0,0 0 0 0 0,-1 0 0 0 0,1 0 0 0 0,0 0 0 0 0,-2-1 0 0 0,-5-3-5340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2:07.8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76 2361 0 0,'-27'6'5308'0'0,"24"-5"-4682"0"0,1 1 0 0 0,-1-2 0 0 0,0 1 0 0 0,0 0 0 0 0,0 0 0 0 0,1-1 0 0 0,-1 0 0 0 0,0 1 0 0 0,0-1 0 0 0,0 0 0 0 0,-4-1 0 0 0,37-22 4664 0 0,4 7-3751 0 0,-22 8-1184 0 0,2 1 0 0 0,-1 1-1 0 0,1 0 1 0 0,0 1 0 0 0,0 1 0 0 0,0 0 0 0 0,1 1 0 0 0,20-3 0 0 0,-34 6-327 0 0,0 0 0 0 0,0 0 0 0 0,0 0 0 0 0,0 0 0 0 0,0 0 0 0 0,0 1 0 0 0,0-1 0 0 0,0 0 0 0 0,0 0 0 0 0,0 1 0 0 0,0-1-1 0 0,0 0 1 0 0,0 1 0 0 0,-1-1 0 0 0,1 1 0 0 0,0-1 0 0 0,0 1 0 0 0,0 0 0 0 0,-1-1 0 0 0,1 1 0 0 0,0 0 0 0 0,0 0 0 0 0,-1-1 0 0 0,1 1 0 0 0,-1 0 0 0 0,1 0 0 0 0,-1 0 0 0 0,1 0 0 0 0,0 1 0 0 0,-1 1 4 0 0,1 0 0 0 0,-1 0 1 0 0,0 0-1 0 0,1 1 0 0 0,-1-1 1 0 0,-1 0-1 0 0,1 0 0 0 0,0 0 1 0 0,-1 0-1 0 0,-1 3 1 0 0,-3 11-1 0 0,-1 0 1 0 0,-13 26 0 0 0,17-39-18 0 0,-16 28-96 0 0,-40 56 0 0 0,-1 0 51 0 0,58-87 31 0 0,1-1-1 0 0,-1 1 1 0 0,1-1-1 0 0,-1 1 1 0 0,1-1-1 0 0,0 1 0 0 0,-1 0 1 0 0,1-1-1 0 0,0 1 1 0 0,0 0-1 0 0,-1-1 1 0 0,1 1-1 0 0,0 0 1 0 0,0 0-1 0 0,0-1 1 0 0,0 1-1 0 0,0 0 0 0 0,0-1 1 0 0,0 1-1 0 0,0 0 1 0 0,0 0-1 0 0,0-1 1 0 0,0 1-1 0 0,0 0 1 0 0,0 0-1 0 0,1-1 1 0 0,-1 1-1 0 0,0 0 0 0 0,1-1 1 0 0,-1 1-1 0 0,0-1 1 0 0,1 2-1 0 0,1-2 6 0 0,-1 1-1 0 0,1 0 1 0 0,-1-1 0 0 0,1 1-1 0 0,-1-1 1 0 0,1 1-1 0 0,-1-1 1 0 0,1 0-1 0 0,-1 0 1 0 0,1 0 0 0 0,-1 0-1 0 0,1 0 1 0 0,3 0-1 0 0,49-13 138 0 0,-39 6-52 0 0,-1 0 0 0 0,0-1 0 0 0,0 0 0 0 0,19-17-1 0 0,4-2-2456 0 0,4 5-6021 0 0,-18 17-4024 0 0,-17 8 9445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2:08.4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528 595 1928 0 0,'-7'1'1224'0'0,"0"1"0"0"0,0 0 0 0 0,0 0 0 0 0,0 0 0 0 0,0 1 0 0 0,1 0 0 0 0,-8 4 0 0 0,-20 9 2293 0 0,19-12-2387 0 0,0-1-1 0 0,0 0 1 0 0,0-1 0 0 0,-1 0 0 0 0,-23-1 0 0 0,20-2-739 0 0,1 0-1 0 0,-1-1 1 0 0,1-1-1 0 0,0-1 1 0 0,0 0-1 0 0,0-1 1 0 0,-28-13-1 0 0,36 12-296 0 0,0 0 0 0 0,1-1 1 0 0,0 0-1 0 0,0-1 0 0 0,0 0 0 0 0,1 0 1 0 0,0-1-1 0 0,1 0 0 0 0,0 0 0 0 0,0-1 0 0 0,1 0 1 0 0,0 0-1 0 0,1-1 0 0 0,0 1 0 0 0,-3-13 0 0 0,3 11-18 0 0,2 0 0 0 0,-1-1 0 0 0,2 1 0 0 0,-1-1 0 0 0,2 1 0 0 0,0-1 0 0 0,0 1 0 0 0,1-1 0 0 0,1 0 0 0 0,0 1 0 0 0,1-1 0 0 0,0 1 0 0 0,7-22 0 0 0,-2 15-27 0 0,1 1 0 0 0,0 0 0 0 0,2 0 0 0 0,0 1 0 0 0,1 0-1 0 0,21-25 1 0 0,-22 32-41 0 0,0 1 0 0 0,0 0-1 0 0,1 0 1 0 0,0 1-1 0 0,1 0 1 0 0,0 1-1 0 0,0 0 1 0 0,0 1 0 0 0,1 0-1 0 0,19-5 1 0 0,-10 5 12 0 0,-1 0 1 0 0,1 2-1 0 0,0 0 1 0 0,0 2 0 0 0,1 1-1 0 0,-1 0 1 0 0,0 1-1 0 0,0 2 1 0 0,0 0-1 0 0,1 2 1 0 0,-2 0 0 0 0,1 1-1 0 0,35 14 1 0 0,-50-16-4 0 0,0 1 0 0 0,0 0 0 0 0,0 0 0 0 0,-1 1 0 0 0,0-1 0 0 0,0 1 0 0 0,0 1 0 0 0,0-1 0 0 0,-1 1 0 0 0,0 0 0 0 0,0 0 0 0 0,0 1 0 0 0,6 11 0 0 0,-6-7 12 0 0,0 1 1 0 0,-1 0-1 0 0,0 0 0 0 0,-1 0 0 0 0,0 0 0 0 0,-1 1 0 0 0,1 24 1 0 0,-3-7-43 0 0,-2 0 0 0 0,0 0 0 0 0,-3 0 1 0 0,0-1-1 0 0,-2 1 0 0 0,-14 39 0 0 0,-15 18-906 0 0,32-80 187 0 0,0 0-1 0 0,0-1 1 0 0,0 1 0 0 0,-1-1 0 0 0,-9 10-1 0 0,2-10-3512 0 0,12-5 3760 0 0,-1-1-1 0 0,0 0 1 0 0,0 0 0 0 0,1 0 0 0 0,-1 0 0 0 0,0 0 0 0 0,0 0-1 0 0,1 0 1 0 0,-1 0 0 0 0,0 0 0 0 0,0 0 0 0 0,1 0 0 0 0,-1 0-1 0 0,0-1 1 0 0,0 1 0 0 0,1 0 0 0 0,-1-1 0 0 0,0 1-1 0 0,1 0 1 0 0,-1-1 0 0 0,0 1 0 0 0,0-2 0 0 0,-5-5-5349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4:58.62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38 98 1200 0 0,'0'0'11'0'0,"0"0"-1"0"0,-1-1 0 0 0,1 1 0 0 0,-1 0 1 0 0,1 0-1 0 0,0 0 0 0 0,-1-1 0 0 0,1 1 1 0 0,0 0-1 0 0,0 0 0 0 0,-1-1 0 0 0,1 1 1 0 0,0 0-1 0 0,0-1 0 0 0,-1 1 0 0 0,1 0 1 0 0,0-1-1 0 0,0 1 0 0 0,0 0 0 0 0,-1-1 1 0 0,1 1-1 0 0,0 0 0 0 0,0-1 0 0 0,0 1 1 0 0,0-1-1 0 0,0 1 0 0 0,0 0 0 0 0,0-1 1 0 0,0 1-1 0 0,0-1 0 0 0,0 1 0 0 0,0 0 1 0 0,0-1-1 0 0,0 1 0 0 0,0-1 0 0 0,0 1 1 0 0,0 0-1 0 0,1-1 0 0 0,-1 1 0 0 0,0 0 1 0 0,0-1-1 0 0,0 1 0 0 0,1 0 0 0 0,-1-1 1 0 0,0 1-1 0 0,0 0 0 0 0,1-1 0 0 0,-1 1 1 0 0,0 0-1 0 0,1 0 0 0 0,-1-1 0 0 0,0 1 1 0 0,1 0-1 0 0,-1 0 0 0 0,0 0 0 0 0,1 0 1 0 0,-1-1-1 0 0,0 1 0 0 0,1 0 0 0 0,0 0 1 0 0,-1 0-3 0 0,1 0 1 0 0,-1 0 0 0 0,1 0-1 0 0,-1-1 1 0 0,1 1-1 0 0,-1 0 1 0 0,0 0 0 0 0,1-1-1 0 0,-1 1 1 0 0,1 0 0 0 0,-1 0-1 0 0,0-1 1 0 0,1 1-1 0 0,-1 0 1 0 0,0-1 0 0 0,1 1-1 0 0,-1-1 1 0 0,0 1 0 0 0,1 0-1 0 0,-1-1 1 0 0,0 1 0 0 0,0-1-1 0 0,0 1 1 0 0,1-1-1 0 0,-1 1 1 0 0,0-1 0 0 0,0 1-1 0 0,0-1 1 0 0,0 1 0 0 0,0-1-1 0 0,0 1 1 0 0,0 0 0 0 0,0-1-1 0 0,0 1 1 0 0,0-2-1 0 0,-1 1 119 0 0,0 0 0 0 0,1 0 0 0 0,-1 1 0 0 0,0-1 0 0 0,0 0 0 0 0,0 0-1 0 0,0 1 1 0 0,0-1 0 0 0,0 0 0 0 0,0 1 0 0 0,0-1 0 0 0,0 1 0 0 0,0-1-1 0 0,0 1 1 0 0,0 0 0 0 0,0-1 0 0 0,0 1 0 0 0,-1 0 0 0 0,1 0-1 0 0,0 0 1 0 0,0 0 0 0 0,0 0 0 0 0,0 0 0 0 0,0 0 0 0 0,-1 0 0 0 0,0 1-1 0 0,-18-5 2355 0 0,21 3-2359 0 0,0 0 0 0 0,0-1 0 0 0,0 1 0 0 0,0 0 0 0 0,0 0 1 0 0,0 0-1 0 0,1 0 0 0 0,-1 0 0 0 0,0 0 0 0 0,1 1 0 0 0,-1-1 0 0 0,0 0 1 0 0,1 1-1 0 0,-1-1 0 0 0,1 0 0 0 0,-1 1 0 0 0,1 0 0 0 0,-1-1 0 0 0,1 1 1 0 0,0 0-1 0 0,-1 0 0 0 0,1 0 0 0 0,2 0 0 0 0,42-2 886 0 0,-13 0-383 0 0,44-7 1 0 0,-44 4-424 0 0,45 0 0 0 0,119 19 1493 0 0,-99-4-1249 0 0,179-2 763 0 0,-235-8-962 0 0,52 3 156 0 0,52-2-146 0 0,-31-6-239 0 0,104-13 27 0 0,-150 7-32 0 0,117-4 1 0 0,-142 16 410 0 0,-14 0-1450 0 0,-10-1-2661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06.24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172 63 8 0 0,'-1'-1'0'0'0,"-3"1"112"0"0,0 0-1 0 0,-1 1 1 0 0,1-1 0 0 0,0 1 0 0 0,-1 0-1 0 0,1 0 1 0 0,-5 3 0 0 0,5-3 25 0 0,1 0-109 0 0,0-1 0 0 0,1 0 0 0 0,-1 1 0 0 0,0-1 0 0 0,1 0 0 0 0,-1 0 0 0 0,0-1 0 0 0,1 1 0 0 0,-1 0 0 0 0,1-1 0 0 0,-1 0 0 0 0,1 1 0 0 0,-1-1 0 0 0,1 0 0 0 0,-1-1 0 0 0,1 1 0 0 0,0 0 0 0 0,-4-3 0 0 0,-26-9 331 0 0,3 13 97 0 0,28 0-394 0 0,1 1 0 0 0,-1-1 0 0 0,1 0 0 0 0,-1 0 0 0 0,1 0 1 0 0,-1 0-1 0 0,0 0 0 0 0,1 0 0 0 0,-1 0 0 0 0,1 0 0 0 0,-1 0 0 0 0,1 0 0 0 0,-1 0 0 0 0,0 0 0 0 0,1 0 0 0 0,-1 0 0 0 0,1 0 0 0 0,-1-1 1 0 0,1 1-1 0 0,-1 0 0 0 0,1 0 0 0 0,-1-1 0 0 0,1 1 0 0 0,-1-1 0 0 0,6-26 2147 0 0,5 30-1681 0 0,0-1 1 0 0,1 0 0 0 0,-1-1 0 0 0,1 0 0 0 0,0 0 0 0 0,11-1 0 0 0,17 2-222 0 0,-14-1 131 0 0,0-2 1 0 0,0 0 0 0 0,-1-2 0 0 0,27-6 0 0 0,-20 3-212 0 0,-1 2 1 0 0,32-1-1 0 0,26 4 187 0 0,94 3 200 0 0,-137 2-516 0 0,114 5 528 0 0,-31-12 88 0 0,-85 12-387 0 0,-3-1-3618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09.4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139 1 136 0 0,'-28'22'1300'0'0,"26"-19"-1241"0"0,0-1 0 0 0,0 0-1 0 0,-1 0 1 0 0,1 0 0 0 0,0 0-1 0 0,-1 0 1 0 0,1-1 0 0 0,-1 1-1 0 0,0-1 1 0 0,1 1 0 0 0,-1-1-1 0 0,0 0 1 0 0,0 0 0 0 0,0 0 0 0 0,0-1-1 0 0,0 1 1 0 0,-4 0 0 0 0,5-1 14 0 0,0 0 0 0 0,0 1 0 0 0,0-1 0 0 0,0 1 0 0 0,0-1 0 0 0,1 1 0 0 0,-1 0 1 0 0,0 0-1 0 0,0 0 0 0 0,1 0 0 0 0,-1 0 0 0 0,1 0 0 0 0,-1 0 0 0 0,-2 3 0 0 0,3-2 222 0 0,-1-1-1 0 0,1 0 0 0 0,-1 1 0 0 0,1-1 0 0 0,-1 0 0 0 0,0 0 0 0 0,1 0 1 0 0,-1 0-1 0 0,0-1 0 0 0,0 1 0 0 0,1 0 0 0 0,-1-1 0 0 0,0 1 1 0 0,-4 0-1 0 0,6-1-242 0 0,0 1 1 0 0,0-1 0 0 0,-1 1-1 0 0,1-1 1 0 0,0 1 0 0 0,0-1-1 0 0,0 1 1 0 0,0-1 0 0 0,0 1-1 0 0,0-1 1 0 0,0 1 0 0 0,0-1-1 0 0,0 1 1 0 0,0-1 0 0 0,0 1-1 0 0,0-1 1 0 0,0 1 0 0 0,1-1-1 0 0,-1 1 1 0 0,0-1 0 0 0,0 1-1 0 0,0-1 1 0 0,1 1 0 0 0,-1-1-1 0 0,0 1 1 0 0,1-1 0 0 0,-1 0-1 0 0,0 1 1 0 0,1-1 0 0 0,-1 0-1 0 0,1 1 1 0 0,-1-1 0 0 0,0 0 0 0 0,1 1-1 0 0,0-1 1 0 0,14 19 934 0 0,-10-17-821 0 0,0 0 1 0 0,1 0-1 0 0,-1 0 0 0 0,0 0 0 0 0,1-1 1 0 0,-1 0-1 0 0,1 0 0 0 0,-1-1 1 0 0,1 1-1 0 0,-1-1 0 0 0,10-1 0 0 0,23 3 218 0 0,-4 2 66 0 0,0-2-1 0 0,0-1 1 0 0,54-5 0 0 0,-43 1-59 0 0,61 3 0 0 0,-41 0-169 0 0,-48 0-72 0 0,0-1 0 0 0,0 2 0 0 0,24 3 1 0 0,-9 1-58 0 0,0-3 0 0 0,0 0 0 0 0,63-6 0 0 0,-2-1 99 0 0,-76 5-169 0 0,0-1-1 0 0,0-1 1 0 0,-1 0 0 0 0,1-2 0 0 0,26-8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39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41 414 1224 0 0,'-5'0'28'0'0,"-23"-4"3924"0"0,28 3-3805 0 0,-1 0 0 0 0,0 0 0 0 0,1 0 0 0 0,-1 0 0 0 0,0 1 0 0 0,1-1 0 0 0,-1 0 0 0 0,1 0 0 0 0,-1 0 1 0 0,1 0-1 0 0,0-1 0 0 0,-1 1 0 0 0,1 0 0 0 0,0 0 0 0 0,0 0 0 0 0,0 0 0 0 0,0 0 0 0 0,0 0 0 0 0,0 0 0 0 0,0 0 0 0 0,0 0 0 0 0,0-1 0 0 0,0 1 0 0 0,1 0 0 0 0,0-2 0 0 0,2-8 17 0 0,0 0 0 0 0,1 0 1 0 0,0 0-1 0 0,1 1 0 0 0,0 0 0 0 0,1 0 0 0 0,0 0 0 0 0,8-10 0 0 0,5-3 393 0 0,41-41 0 0 0,-45 51-316 0 0,1 1 0 0 0,0 1 0 0 0,1 1-1 0 0,0 0 1 0 0,0 1 0 0 0,1 1 0 0 0,0 1-1 0 0,1 0 1 0 0,0 2 0 0 0,0 0-1 0 0,23-3 1 0 0,-37 8-148 0 0,-1 1 0 0 0,1 0 0 0 0,-1 0-1 0 0,1 0 1 0 0,-1 0 0 0 0,0 1 0 0 0,1-1 0 0 0,-1 1 0 0 0,0 1-1 0 0,0-1 1 0 0,0 0 0 0 0,-1 1 0 0 0,1 0 0 0 0,0 0-1 0 0,-1 0 1 0 0,5 5 0 0 0,47 58 81 0 0,-20-8 14 0 0,-23-36-72 0 0,2 0 0 0 0,19 25 0 0 0,-30-43-104 0 0,0 0-1 0 0,1 0 1 0 0,0 0-1 0 0,0 0 1 0 0,0-1-1 0 0,0 0 1 0 0,1 0-1 0 0,-1 0 1 0 0,1 0 0 0 0,0 0-1 0 0,0-1 1 0 0,0 0-1 0 0,0 0 1 0 0,0-1-1 0 0,10 3 1 0 0,-10-4 8 0 0,-1 0 1 0 0,0-1 0 0 0,0 0-1 0 0,0 1 1 0 0,0-1-1 0 0,0 0 1 0 0,0-1 0 0 0,0 1-1 0 0,0-1 1 0 0,-1 0 0 0 0,1 0-1 0 0,0 0 1 0 0,-1 0 0 0 0,1-1-1 0 0,-1 1 1 0 0,3-4 0 0 0,53-57 281 0 0,-38 38-270 0 0,-8 12-2 0 0,-1-1 0 0 0,2 1 0 0 0,0 1 0 0 0,0 1 0 0 0,32-20 0 0 0,-41 28-13 0 0,1 1 0 0 0,0-1 1 0 0,-1 1-1 0 0,1 1 0 0 0,0-1 0 0 0,0 1 0 0 0,1 0 0 0 0,-1 0 0 0 0,0 1 1 0 0,0-1-1 0 0,0 2 0 0 0,0-1 0 0 0,1 1 0 0 0,-1-1 0 0 0,0 2 1 0 0,0-1-1 0 0,0 1 0 0 0,0 0 0 0 0,-1 0 0 0 0,1 0 0 0 0,8 5 1 0 0,0 2 29 0 0,-1 1 0 0 0,1 0 0 0 0,-2 1 0 0 0,1 0 0 0 0,-2 1 0 0 0,1 0 0 0 0,9 15 0 0 0,41 40 81 0 0,-59-64-115 0 0,0 0-1 0 0,0 0 1 0 0,0 0 0 0 0,1-1 0 0 0,0 1 0 0 0,-1-1 0 0 0,1 0-1 0 0,0 0 1 0 0,0 0 0 0 0,0-1 0 0 0,0 1 0 0 0,0-1 0 0 0,0 0 0 0 0,1 0-1 0 0,-1-1 1 0 0,0 1 0 0 0,1-1 0 0 0,-1 0 0 0 0,0 0 0 0 0,1 0-1 0 0,-1-1 1 0 0,0 1 0 0 0,0-1 0 0 0,1 0 0 0 0,-1 0 0 0 0,0-1 0 0 0,5-2-1 0 0,7-5 53 0 0,-1-1 1 0 0,0 0-1 0 0,-1-1 0 0 0,0-1 0 0 0,19-19 0 0 0,-22 18-49 0 0,1 2 0 0 0,1 0 0 0 0,0 0-1 0 0,0 1 1 0 0,24-13 0 0 0,-30 20-9 0 0,1 1 0 0 0,-1 0-1 0 0,0 1 1 0 0,1-1 0 0 0,-1 1-1 0 0,1 1 1 0 0,0 0 0 0 0,-1 0 0 0 0,1 0-1 0 0,-1 1 1 0 0,1 0 0 0 0,-1 0-1 0 0,10 4 1 0 0,13 4 36 0 0,-1 2 0 0 0,29 15 0 0 0,35 12 284 0 0,-85-36-336 0 0,0 0 0 0 0,-1-1 0 0 0,1 0 0 0 0,0 0 0 0 0,-1 0 0 0 0,1-1 0 0 0,0 0 0 0 0,0-1 0 0 0,-1 1 0 0 0,1-2 0 0 0,0 1 0 0 0,-1-1 0 0 0,1 0 0 0 0,-1-1 0 0 0,0 1 0 0 0,10-6 0 0 0,-6 1-556 0 0,0-1 0 0 0,-1 0 0 0 0,1 0 1 0 0,-2-1-1 0 0,1 0 0 0 0,-1 0 1 0 0,-1-1-1 0 0,0-1 0 0 0,7-11 1 0 0,0 0-1678 0 0,-2-1-1 0 0,-1-1 1 0 0,11-29 0 0 0,-5 1-1775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5.0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176 106 2032 0 0,'-7'-7'2240'0'0,"4"4"-1209"0"0,0 0-1 0 0,1 0 1 0 0,-1 1-1 0 0,0-1 1 0 0,-1 1-1 0 0,1-1 1 0 0,0 1 0 0 0,-6-3-1 0 0,7 5-851 0 0,0 0 0 0 0,0 0 0 0 0,0-1 0 0 0,0 1 0 0 0,0 0-1 0 0,0 0 1 0 0,1 1 0 0 0,-1-1 0 0 0,0 0 0 0 0,0 1 0 0 0,0-1 0 0 0,0 1-1 0 0,0 0 1 0 0,1-1 0 0 0,-1 1 0 0 0,0 0 0 0 0,1 0 0 0 0,-1 0 0 0 0,0 0 0 0 0,1 1-1 0 0,-1-1 1 0 0,-1 2 0 0 0,-5 5-81 0 0,-1 1 0 0 0,1-1 0 0 0,1 2 0 0 0,-1-1 0 0 0,2 1 0 0 0,-1 0-1 0 0,1 1 1 0 0,1-1 0 0 0,-8 20 0 0 0,10-22-147 0 0,0 0 0 0 0,1 1-1 0 0,0-1 1 0 0,0 0 0 0 0,1 1 0 0 0,0-1-1 0 0,0 1 1 0 0,1 0 0 0 0,0-1 0 0 0,1 1-1 0 0,0-1 1 0 0,0 1 0 0 0,0-1-1 0 0,4 11 1 0 0,-4-17 42 0 0,0 0 0 0 0,0 0-1 0 0,0 0 1 0 0,0 0 0 0 0,0 0-1 0 0,0 0 1 0 0,1 0 0 0 0,-1 0 0 0 0,1 0-1 0 0,-1-1 1 0 0,1 1 0 0 0,0 0-1 0 0,-1-1 1 0 0,1 0 0 0 0,0 1 0 0 0,0-1-1 0 0,0 0 1 0 0,0 0 0 0 0,0 0-1 0 0,0 0 1 0 0,4 1 0 0 0,-3-2 12 0 0,1 0 0 0 0,0 0 0 0 0,-1 0 0 0 0,1 0 0 0 0,0 0 0 0 0,-1-1 0 0 0,1 1 0 0 0,-1-1 0 0 0,1 0 0 0 0,-1 0 0 0 0,1 0 0 0 0,3-3 0 0 0,4-1 15 0 0,0-1 1 0 0,-1-1 0 0 0,0 0 0 0 0,-1 0-1 0 0,1-1 1 0 0,-2 0 0 0 0,10-10 0 0 0,-7 4 21 0 0,0-1 1 0 0,-1 0-1 0 0,0-1 0 0 0,-2 1 1 0 0,0-2-1 0 0,0 1 0 0 0,5-23 1 0 0,-11 32 6 0 0,0 1 1 0 0,-1-1-1 0 0,0-1 0 0 0,0 1 1 0 0,-1 0-1 0 0,1 0 1 0 0,-2 0-1 0 0,1 0 0 0 0,-3-11 1 0 0,2 14-9 0 0,0 0 0 0 0,-1 0 0 0 0,1 0 1 0 0,-1 0-1 0 0,0 0 0 0 0,0 1 0 0 0,-1-1 1 0 0,1 1-1 0 0,-1-1 0 0 0,1 1 0 0 0,-1 0 0 0 0,0 0 1 0 0,0 0-1 0 0,-1 0 0 0 0,1 1 0 0 0,-1-1 1 0 0,-3-1-1 0 0,2 2-153 0 0,1 0 1 0 0,-1 1 0 0 0,1 0-1 0 0,-1 0 1 0 0,1 0-1 0 0,-1 0 1 0 0,0 1-1 0 0,0 0 1 0 0,1 0 0 0 0,-1 0-1 0 0,0 1 1 0 0,0-1-1 0 0,1 1 1 0 0,-1 0 0 0 0,1 1-1 0 0,-1-1 1 0 0,1 1-1 0 0,-1 0 1 0 0,1 0-1 0 0,0 0 1 0 0,0 0 0 0 0,-7 6-1 0 0,1-2-946 0 0,1 1 0 0 0,1 0 0 0 0,-15 15-1 0 0,18-16-193 0 0,0 0 1 0 0,0 0-1 0 0,0 1 0 0 0,1-1 0 0 0,-4 8 0 0 0,8-13 1170 0 0,0-1 0 0 0,0 0 1 0 0,0 1-1 0 0,0-1 0 0 0,0 0 0 0 0,0 1 1 0 0,0-1-1 0 0,-1 0 0 0 0,1 1 1 0 0,0-1-1 0 0,0 0 0 0 0,0 0 0 0 0,-1 1 1 0 0,1-1-1 0 0,0 0 0 0 0,0 0 1 0 0,-1 1-1 0 0,1-1 0 0 0,0 0 0 0 0,-1 0 1 0 0,1 0-1 0 0,0 0 0 0 0,-1 1 1 0 0,1-1-1 0 0,0 0 0 0 0,-1 0 0 0 0,1 0 1 0 0,0 0-1 0 0,-1 0 0 0 0,1 0 1 0 0,0 0-1 0 0,-1 0 0 0 0,0 0 0 0 0,0 0-184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5.4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2401 0 0,'5'8'718'0'0,"-1"0"1"0"0,1 0 0 0 0,-1 0 0 0 0,-1 0-1 0 0,1 1 1 0 0,-1 0 0 0 0,-1-1 0 0 0,0 1 0 0 0,0 0-1 0 0,1 16 1 0 0,-2 11 274 0 0,-4 53 1 0 0,1 12-409 0 0,7-51-589 0 0,0 4-2437 0 0,-6-1-3629 0 0,-8-31 3645 0 0,5-10 814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5.7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30 143 2841 0 0,'-8'4'789'0'0,"-12"6"1632"0"0,18-13-1356 0 0,12-8-257 0 0,23-18 1166 0 0,70-49 0 0 0,-78 61-1281 0 0,-22 15-582 0 0,-1 0-1 0 0,1 0 1 0 0,0 0-1 0 0,0 0 0 0 0,0 1 1 0 0,0-1-1 0 0,0 1 1 0 0,0 0-1 0 0,0 0 0 0 0,0 0 1 0 0,6-1-1 0 0,-9 2-82 0 0,1 0 1 0 0,-1 0-1 0 0,0 1 0 0 0,1-1 0 0 0,-1 0 1 0 0,1 0-1 0 0,-1 0 0 0 0,1 0 0 0 0,-1 1 0 0 0,0-1 1 0 0,1 0-1 0 0,-1 0 0 0 0,0 1 0 0 0,1-1 0 0 0,-1 0 1 0 0,0 1-1 0 0,1-1 0 0 0,-1 0 0 0 0,0 1 0 0 0,0-1 1 0 0,1 1-1 0 0,-1-1 0 0 0,0 0 0 0 0,0 1 0 0 0,0-1 1 0 0,0 1-1 0 0,0-1 0 0 0,1 0 0 0 0,-1 2 0 0 0,-3 26 315 0 0,-35 80-686 0 0,28-85 314 0 0,1 0 0 0 0,1 1 0 0 0,1 0 0 0 0,-7 48 0 0 0,14-72 27 0 0,0 1 0 0 0,-1-1 1 0 0,1 1-1 0 0,0-1 0 0 0,0 1 0 0 0,0-1 0 0 0,0 1 0 0 0,0-1 0 0 0,0 1 1 0 0,0-1-1 0 0,0 1 0 0 0,0-1 0 0 0,0 1 0 0 0,0-1 0 0 0,1 1 1 0 0,-1-1-1 0 0,0 0 0 0 0,0 1 0 0 0,0-1 0 0 0,1 1 0 0 0,-1-1 0 0 0,0 1 1 0 0,0-1-1 0 0,1 0 0 0 0,-1 1 0 0 0,0-1 0 0 0,1 1 0 0 0,-1-1 0 0 0,0 0 1 0 0,1 0-1 0 0,-1 1 0 0 0,1-1 0 0 0,-1 0 0 0 0,1 0 0 0 0,-1 1 0 0 0,1-1 1 0 0,-1 0-1 0 0,1 0 0 0 0,0 0 0 0 0,23-8 37 0 0,21-26-19 0 0,-33 23-603 0 0,1-1-1 0 0,-2 0 1 0 0,1-1-1 0 0,12-19 0 0 0,-19 24-170 0 0,-1 1 0 0 0,0-1 0 0 0,-1 0 0 0 0,0 0 0 0 0,0 0 0 0 0,-1-1 0 0 0,0 1 0 0 0,0-1 0 0 0,-1 1-1 0 0,1-14 1 0 0,7-20-1490 0 0,-7 23 1245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6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2288 0 0,'0'0'115'0'0,"0"1"0"0"0,0 0 0 0 0,0-1-1 0 0,0 1 1 0 0,0 0 0 0 0,0-1 0 0 0,0 1-1 0 0,0 0 1 0 0,0-1 0 0 0,0 1 0 0 0,0 0-1 0 0,0-1 1 0 0,1 1 0 0 0,-1 0 0 0 0,0-1-1 0 0,0 1 1 0 0,1 0 0 0 0,-1-1 0 0 0,0 1-1 0 0,1-1 1 0 0,-1 1 0 0 0,1-1 0 0 0,-1 1-1 0 0,0-1 1 0 0,1 1 0 0 0,-1-1 0 0 0,1 1-1 0 0,0-1 1 0 0,-1 0 0 0 0,1 1 0 0 0,-1-1-1 0 0,1 0 1 0 0,-1 1 0 0 0,1-1 0 0 0,0 0 0 0 0,-1 0-1 0 0,2 0 1 0 0,26-7 2757 0 0,-18 3-2192 0 0,16-7 911 0 0,-21 8-1368 0 0,-1 0 0 0 0,1 1 0 0 0,0 0 0 0 0,0 0 0 0 0,1 0 0 0 0,-1 0 0 0 0,0 1 0 0 0,0 0 0 0 0,1 0 0 0 0,-1 0 0 0 0,1 1 0 0 0,-1-1 0 0 0,11 2 0 0 0,-15 0-151 0 0,1 0 0 0 0,-1 0 0 0 0,0 0 1 0 0,0 1-1 0 0,0-1 0 0 0,1 0 0 0 0,-1 1 0 0 0,0-1 1 0 0,-1 0-1 0 0,1 1 0 0 0,0-1 0 0 0,0 1 0 0 0,-1 0 1 0 0,1-1-1 0 0,0 1 0 0 0,-1-1 0 0 0,0 1 0 0 0,1 0 1 0 0,-1-1-1 0 0,0 1 0 0 0,0 0 0 0 0,0-1 0 0 0,0 3 1 0 0,-3 48 108 0 0,2-39-73 0 0,-2 17-157 0 0,1-15-583 0 0,1 0-1 0 0,0 0 1 0 0,1 0-1 0 0,4 25 0 0 0,-5-39 525 0 0,1-1-1 0 0,0 0 0 0 0,0 0 1 0 0,0 1-1 0 0,0-1 0 0 0,0 0 0 0 0,0 0 1 0 0,0 0-1 0 0,0 1 0 0 0,0-1 1 0 0,0 0-1 0 0,0 0 0 0 0,0 0 1 0 0,0 1-1 0 0,0-1 0 0 0,1 0 1 0 0,-1 0-1 0 0,0 0 0 0 0,0 1 1 0 0,0-1-1 0 0,0 0 0 0 0,0 0 0 0 0,0 0 1 0 0,0 0-1 0 0,1 1 0 0 0,-1-1 1 0 0,0 0-1 0 0,0 0 0 0 0,0 0 1 0 0,0 0-1 0 0,1 0 0 0 0,-1 0 1 0 0,0 1-1 0 0,0-1 0 0 0,0 0 1 0 0,1 0-1 0 0,-1 0 0 0 0,0 0 0 0 0,0 0 1 0 0,0 0-1 0 0,1 0 0 0 0,-1 0 1 0 0,0 0-1 0 0,0 0 0 0 0,0 0 1 0 0,1 0-1 0 0,-1 0 0 0 0,0 0 1 0 0,0 0-1 0 0,1 0 0 0 0,-1 0 1 0 0,0 0-1 0 0,0 0 0 0 0,1-1 0 0 0,9-13-2827 0 0,6-20 821 0 0,-8 11 1263 0 0,7 5-543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6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6 2088 0 0,'0'-1'104'0'0,"0"1"0"0"0,0 0 0 0 0,0 0 0 0 0,0 0 0 0 0,0-1 0 0 0,0 1-1 0 0,0 0 1 0 0,0 0 0 0 0,0 0 0 0 0,0-1 0 0 0,0 1 0 0 0,0 0 0 0 0,0 0-1 0 0,-1 0 1 0 0,1-1 0 0 0,0 1 0 0 0,0 0 0 0 0,0 0 0 0 0,0 0 0 0 0,0 0 0 0 0,-1-1-1 0 0,1 1 1 0 0,0 0 0 0 0,0 0 0 0 0,0 0 0 0 0,0 0 0 0 0,-1 0 0 0 0,1 0-1 0 0,0 0 1 0 0,0 0 0 0 0,0-1 0 0 0,-1 1 0 0 0,1 0 0 0 0,0 0 0 0 0,0 0-1 0 0,0 0 1 0 0,-1 0 0 0 0,1 0 0 0 0,0 0 0 0 0,0 0 0 0 0,0 0 0 0 0,-1 0-1 0 0,1 0 1 0 0,0 1 0 0 0,0-1 0 0 0,0 0 0 0 0,-1 0 0 0 0,1 0 0 0 0,0 0-1 0 0,0 0 1 0 0,0 0 0 0 0,-1 0 0 0 0,1 0 0 0 0,0 1 0 0 0,0-1 0 0 0,0 0-1 0 0,0 0 1 0 0,0 0 0 0 0,-1 0 0 0 0,1 1 0 0 0,0-1 0 0 0,0 0 0 0 0,0 0-1 0 0,0 0 1 0 0,0 0 0 0 0,0 1 0 0 0,0-1 0 0 0,0 0 0 0 0,0 1 0 0 0,-3 25 2237 0 0,6 34-1609 0 0,-3-4-63 0 0,-2-44-473 0 0,2 0-1 0 0,0 0 1 0 0,0-1-1 0 0,1 1 0 0 0,4 15 1 0 0,-5-26-164 0 0,0-1 0 0 0,0 1 0 0 0,1 0 0 0 0,-1-1 1 0 0,0 1-1 0 0,1 0 0 0 0,-1-1 0 0 0,1 1 0 0 0,-1 0 1 0 0,1-1-1 0 0,-1 1 0 0 0,1-1 0 0 0,-1 1 0 0 0,1-1 1 0 0,0 1-1 0 0,-1-1 0 0 0,1 1 0 0 0,-1-1 0 0 0,1 0 1 0 0,0 1-1 0 0,0-1 0 0 0,-1 0 0 0 0,1 0 0 0 0,0 1 1 0 0,0-1-1 0 0,-1 0 0 0 0,2 0 0 0 0,26-4 380 0 0,23-21-104 0 0,-33 14-490 0 0,45-31 482 0 0,-59 39-750 0 0,0 0 1 0 0,-1 0 0 0 0,1-1 0 0 0,-1 0-1 0 0,0 1 1 0 0,0-1 0 0 0,3-5 0 0 0,-21 12-6283 0 0,-7 11 4827 0 0,4 0 1480 0 0,1 1-1 0 0,0 2 1 0 0,1-1 0 0 0,-19 28-1 0 0,27-34 767 0 0,1 0-1 0 0,1 0 1 0 0,0 0-1 0 0,1 1 0 0 0,0 0 1 0 0,0 0-1 0 0,1 1 1 0 0,0-1-1 0 0,1 1 0 0 0,-2 15 1 0 0,5-27-267 0 0,0 1 1 0 0,0-1-1 0 0,0 1 0 0 0,0-1 1 0 0,0 1-1 0 0,0-1 1 0 0,0 1-1 0 0,0-1 1 0 0,0 1-1 0 0,0-1 0 0 0,1 1 1 0 0,-1-1-1 0 0,0 0 1 0 0,0 1-1 0 0,0-1 0 0 0,1 1 1 0 0,-1-1-1 0 0,0 1 1 0 0,0-1-1 0 0,1 0 0 0 0,-1 1 1 0 0,0-1-1 0 0,1 1 1 0 0,-1-1-1 0 0,0 0 0 0 0,1 0 1 0 0,-1 1-1 0 0,1-1 1 0 0,-1 0-1 0 0,0 1 1 0 0,2-1-1 0 0,18-1 1972 0 0,27-19 1007 0 0,-38 16-2398 0 0,11-5-56 0 0,-1-2 1 0 0,0 0-1 0 0,0-1 0 0 0,32-28 1 0 0,-51 40-586 0 0,0 0 0 0 0,0 0 1 0 0,0 1-1 0 0,0-1 0 0 0,0 0 1 0 0,0 0-1 0 0,0 0 0 0 0,0 0 1 0 0,0 0-1 0 0,0 0 0 0 0,0 1 1 0 0,0-1-1 0 0,0 0 0 0 0,0 0 1 0 0,0 0-1 0 0,0 0 1 0 0,0 0-1 0 0,0 0 0 0 0,0 1 1 0 0,1-1-1 0 0,-1 0 0 0 0,0 0 1 0 0,0 0-1 0 0,0 0 0 0 0,0 0 1 0 0,0 0-1 0 0,0 0 0 0 0,0 0 1 0 0,1 0-1 0 0,-1 0 0 0 0,0 0 1 0 0,0 0-1 0 0,0 1 0 0 0,0-1 1 0 0,0 0-1 0 0,0 0 1 0 0,1 0-1 0 0,-1 0 0 0 0,0 0 1 0 0,0 0-1 0 0,0 0 0 0 0,0 0 1 0 0,0 0-1 0 0,1 0 0 0 0,-1-1 1 0 0,0 1-1 0 0,0 0 0 0 0,0 0 1 0 0,0 0-1 0 0,0 0 0 0 0,0 0 1 0 0,1 0-1 0 0,-1 0 0 0 0,0 0 1 0 0,0 0-1 0 0,0 0 1 0 0,0 0-1 0 0,0-1 0 0 0,0 1 1 0 0,0 0-1 0 0,0 0 0 0 0,1 0 1 0 0,-1 0-1 0 0,0 0 0 0 0,0 0 1 0 0,0-1-1 0 0,-4 20 4 0 0,-12 22-572 0 0,2-14 250 0 0,8-17 270 0 0,0 1 1 0 0,0 1-1 0 0,1-1 0 0 0,0 1 0 0 0,1 0 1 0 0,1 0-1 0 0,0 0 0 0 0,0 1 0 0 0,0 17 0 0 0,3-28 45 0 0,0-1-1 0 0,0 0 1 0 0,1 1-1 0 0,-1-1 1 0 0,1 1-1 0 0,-1-1 1 0 0,1 0-1 0 0,0 1 0 0 0,-1-1 1 0 0,1 0-1 0 0,0 0 1 0 0,0 1-1 0 0,0-1 1 0 0,0 0-1 0 0,0 0 1 0 0,0 0-1 0 0,0 0 0 0 0,0 0 1 0 0,0 0-1 0 0,1-1 1 0 0,-1 1-1 0 0,0 0 1 0 0,1-1-1 0 0,-1 1 1 0 0,0-1-1 0 0,1 1 0 0 0,-1-1 1 0 0,1 1-1 0 0,-1-1 1 0 0,1 0-1 0 0,-1 0 1 0 0,0 0-1 0 0,1 0 1 0 0,-1 0-1 0 0,1 0 0 0 0,-1 0 1 0 0,1 0-1 0 0,-1-1 1 0 0,1 1-1 0 0,1-1 1 0 0,5-1-2 0 0,-1 0 0 0 0,1 0-1 0 0,0 0 1 0 0,-1-1 0 0 0,0 0 0 0 0,8-5 0 0 0,-8 3-168 0 0,1 0-1 0 0,-1-1 0 0 0,0 0 1 0 0,0 0-1 0 0,12-15 1 0 0,-3-1-2302 0 0,0-2 1 0 0,13-27 0 0 0,14-22-3966 0 0,-32 58 4792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6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41 2649 0 0,'-3'-2'371'0'0,"0"1"1"0"0,-1 0 0 0 0,1 0 0 0 0,-1 0-1 0 0,1 0 1 0 0,-1 0 0 0 0,1 1 0 0 0,-1 0 0 0 0,0 0-1 0 0,1 0 1 0 0,-1 0 0 0 0,1 0 0 0 0,-1 1-1 0 0,0-1 1 0 0,1 1 0 0 0,-1 0 0 0 0,1 0-1 0 0,0 0 1 0 0,-1 1 0 0 0,1-1 0 0 0,0 1 0 0 0,0 0-1 0 0,0 0 1 0 0,0 0 0 0 0,-4 4 0 0 0,50-16 2730 0 0,-11-4-1944 0 0,-23 9-954 0 0,0 1-1 0 0,0 0 1 0 0,1 0-1 0 0,-1 1 1 0 0,1 0-1 0 0,0 1 0 0 0,0 0 1 0 0,0 0-1 0 0,0 1 1 0 0,14 0-1 0 0,-22 2-167 0 0,0-1 0 0 0,0 1 0 0 0,-1 0 0 0 0,1 0 0 0 0,0 0 0 0 0,-1 0 0 0 0,1 0 0 0 0,-1 0 0 0 0,1 1 0 0 0,-1-1 0 0 0,0 0-1 0 0,1 1 1 0 0,-1-1 0 0 0,0 1 0 0 0,0-1 0 0 0,0 1 0 0 0,0-1 0 0 0,0 1 0 0 0,0 0 0 0 0,-1 0 0 0 0,1-1 0 0 0,-1 1 0 0 0,1 0 0 0 0,-1 0 0 0 0,1 2-1 0 0,6 60-73 0 0,-5-34-663 0 0,2-3-500 0 0,1 9-2359 0 0,2-14-3730 0 0,-6-29 3187 0 0,8-16 2772 0 0,8 18 416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7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 1288 0 0,'0'-1'122'0'0,"0"1"-1"0"0,0-1 1 0 0,0 0-1 0 0,0 0 0 0 0,0 0 1 0 0,1 1-1 0 0,-1-1 1 0 0,0 0-1 0 0,1 0 0 0 0,-1 1 1 0 0,0-1-1 0 0,1 0 1 0 0,-1 0-1 0 0,1 1 0 0 0,-1-1 1 0 0,1 1-1 0 0,0-1 1 0 0,-1 1-1 0 0,1-1 0 0 0,0 0 1 0 0,-1 1-1 0 0,1 0 1 0 0,0-1-1 0 0,-1 1 0 0 0,1-1 1 0 0,0 1-1 0 0,0 0 1 0 0,-1 0-1 0 0,1-1 1 0 0,2 1-1 0 0,-2 1 36 0 0,0 0 1 0 0,0 0-1 0 0,0 0 1 0 0,0 0 0 0 0,0 0-1 0 0,0 0 1 0 0,0 0-1 0 0,0 0 1 0 0,0 1-1 0 0,0-1 1 0 0,-1 0-1 0 0,1 1 1 0 0,0-1-1 0 0,-1 0 1 0 0,1 3-1 0 0,17 64 1890 0 0,-17-64-2017 0 0,14 157 828 0 0,-13-144-4998 0 0,-3-27 4250 0 0,0 0 1 0 0,-1 1-1 0 0,1-1 1 0 0,-2 1-1 0 0,-5-17 0 0 0,-7-24 3006 0 0,25 43 844 0 0,22-2-2300 0 0,-16 4-1292 0 0,30-21-980 0 0,-12 5-7635 0 0,-38 29 3009 0 0,0-2 3610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7.7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 0 2032 0 0,'-4'5'619'0'0,"1"-1"-1"0"0,-1 1 1 0 0,1 0-1 0 0,0 0 0 0 0,0 0 1 0 0,0 0-1 0 0,1 0 0 0 0,-1 1 1 0 0,-1 6-1 0 0,1 1 4 0 0,1-1 0 0 0,0 0 0 0 0,-1 25 0 0 0,3-11-259 0 0,1 0 0 0 0,2 0 0 0 0,8 39 0 0 0,-10-62-377 0 0,-1 0 0 0 0,1 0-1 0 0,0 0 1 0 0,0 0 0 0 0,1 0 0 0 0,-1-1 0 0 0,0 1-1 0 0,1 0 1 0 0,3 4 0 0 0,-4-6-139 0 0,0-1 0 0 0,-1 1-1 0 0,1 0 1 0 0,0-1 0 0 0,0 1 0 0 0,-1-1 0 0 0,1 1-1 0 0,0-1 1 0 0,0 1 0 0 0,0-1 0 0 0,0 1-1 0 0,0-1 1 0 0,0 0 0 0 0,0 0 0 0 0,0 1 0 0 0,-1-1-1 0 0,1 0 1 0 0,0 0 0 0 0,0 0 0 0 0,0 0-1 0 0,2 0 1 0 0,-1-1-120 0 0,1 0 0 0 0,-1-1 1 0 0,0 1-1 0 0,0 0 0 0 0,1-1 0 0 0,-1 0 0 0 0,0 1 0 0 0,0-1 0 0 0,-1 0 0 0 0,1 0 0 0 0,0 0 0 0 0,0 0 0 0 0,-1 0 1 0 0,0 0-1 0 0,1-1 0 0 0,-1 1 0 0 0,0 0 0 0 0,0-1 0 0 0,0 1 0 0 0,0-1 0 0 0,0-2 0 0 0,4-12-141 0 0,0 0 0 0 0,-1 0 0 0 0,2-28 0 0 0,-3 22-441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8.1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19 1016 0 0,'-12'-18'1362'0'0,"6"29"599"0"0,10 36 487 0 0,24 28 1539 0 0,-19-54-3111 0 0,0 0 1 0 0,-2 0-1 0 0,-1 0 1 0 0,7 41 0 0 0,-12-55-864 0 0,-1 0 0 0 0,0 0 0 0 0,-1 0 1 0 0,1 0-1 0 0,-1 0 0 0 0,0-1 0 0 0,-1 1 0 0 0,0 0 1 0 0,0 0-1 0 0,0-1 0 0 0,-1 0 0 0 0,0 1 0 0 0,0-1 1 0 0,-1 0-1 0 0,1 0 0 0 0,-1-1 0 0 0,-1 1 0 0 0,1-1 1 0 0,-1 0-1 0 0,-5 5 0 0 0,1-2-202 0 0,6-4 151 0 0,0 0-1 0 0,0-1 0 0 0,-1 1 1 0 0,1-1-1 0 0,-1 0 1 0 0,0 0-1 0 0,0-1 0 0 0,0 1 1 0 0,0-1-1 0 0,-5 2 1 0 0,8-4 78 0 0,0 0 1 0 0,0-1 0 0 0,0 1 0 0 0,1-1 0 0 0,-1 1 0 0 0,0-1 0 0 0,0 0 0 0 0,1 1 0 0 0,-1-1 0 0 0,0 0 0 0 0,1 1 0 0 0,-1-1 0 0 0,1 0 0 0 0,-1 0 0 0 0,1 1 0 0 0,-1-1 0 0 0,1 0 0 0 0,0 0 0 0 0,-1 0 0 0 0,1 0 0 0 0,0 0 0 0 0,0 1 0 0 0,-1-1 0 0 0,1 0 0 0 0,0 0 0 0 0,0 0 0 0 0,0 0 0 0 0,0-1 0 0 0,0-34 626 0 0,0 31-585 0 0,0-1-114 0 0,0 0 0 0 0,1-1 0 0 0,0 1-1 0 0,0 0 1 0 0,1 1 0 0 0,0-1 0 0 0,0 0-1 0 0,0 0 1 0 0,1 1 0 0 0,-1-1 0 0 0,1 1-1 0 0,1 0 1 0 0,-1 0 0 0 0,5-5 0 0 0,7-6-1389 0 0,1 0 0 0 0,29-22 1 0 0,20-20-2573 0 0,-28 3 1278 0 0,-31 44 2460 0 0,0 1 0 0 0,1-1 0 0 0,14-15 0 0 0,-20 32 765 0 0,0 1 1 0 0,-1-1-1 0 0,0 1 0 0 0,0 0 1 0 0,-1-1-1 0 0,-1 11 1 0 0,-7 28 1107 0 0,6-23-1145 0 0,-1-1 0 0 0,-1 0 1 0 0,-1 0-1 0 0,0-1 1 0 0,-2 1-1 0 0,0-1 0 0 0,-16 26 1 0 0,28-55-641 0 0,0 0 1 0 0,0 0-1 0 0,-1 0 1 0 0,4-16-1 0 0,-6 17 291 0 0,1 0 1 0 0,0 0-1 0 0,0 1 0 0 0,1-1 0 0 0,0 1 1 0 0,0-1-1 0 0,1 1 0 0 0,0 0 1 0 0,0 0-1 0 0,0 1 0 0 0,1-1 0 0 0,6-5 1 0 0,-9 11-16 0 0,-1 0 1 0 0,1 0 0 0 0,0 1-1 0 0,0-1 1 0 0,-1 0 0 0 0,1 1-1 0 0,0-1 1 0 0,0 1 0 0 0,0 0-1 0 0,0 0 1 0 0,0 0-1 0 0,0 0 1 0 0,0 0 0 0 0,0 0-1 0 0,-1 0 1 0 0,1 1 0 0 0,0-1-1 0 0,0 0 1 0 0,0 1 0 0 0,0 0-1 0 0,0-1 1 0 0,-1 1 0 0 0,1 0-1 0 0,0 0 1 0 0,-1 0 0 0 0,1 0-1 0 0,-1 0 1 0 0,3 3-1 0 0,48 46 474 0 0,-33-30-424 0 0,-10-11-196 0 0,33 29-361 0 0,-40-37 186 0 0,0 0 0 0 0,-1 1-1 0 0,1-1 1 0 0,0 0-1 0 0,-1 0 1 0 0,1 0 0 0 0,0 0-1 0 0,0-1 1 0 0,0 1 0 0 0,0 0-1 0 0,0-1 1 0 0,0 1-1 0 0,0-1 1 0 0,0 0 0 0 0,0 0-1 0 0,0 0 1 0 0,0 0 0 0 0,0 0-1 0 0,0 0 1 0 0,0 0-1 0 0,4-1 1 0 0,-5-1-142 0 0,1 1 1 0 0,-1-1-1 0 0,1 1 0 0 0,-1-1 0 0 0,0 0 0 0 0,0 1 1 0 0,0-1-1 0 0,0 0 0 0 0,0 0 0 0 0,0 0 1 0 0,0 0-1 0 0,-1 0 0 0 0,1 0 0 0 0,0 0 1 0 0,-1 0-1 0 0,0 0 0 0 0,0 0 0 0 0,1 0 0 0 0,-1 0 1 0 0,-1-4-1 0 0,-2-50-2711 0 0,1 44 2561 0 0,0-14-982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8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13 2697 0 0,'-2'-1'448'0'0,"0"-1"1"0"0,-1 1 0 0 0,1-1-1 0 0,0 1 1 0 0,0 0 0 0 0,0 0 0 0 0,-1 0-1 0 0,1 1 1 0 0,-1-1 0 0 0,1 0 0 0 0,-1 1-1 0 0,1-1 1 0 0,-1 1 0 0 0,1 0-1 0 0,-1 0 1 0 0,1 0 0 0 0,-1 0 0 0 0,1 1-1 0 0,-1-1 1 0 0,1 1 0 0 0,0-1 0 0 0,-5 3-1 0 0,3-1-270 0 0,1 0 0 0 0,0 0 0 0 0,0 0 0 0 0,0 1 0 0 0,0 0 0 0 0,0-1-1 0 0,1 1 1 0 0,-1 0 0 0 0,1 1 0 0 0,0-1 0 0 0,0 0 0 0 0,0 1 0 0 0,-2 4 0 0 0,0 0-248 0 0,1 0 1 0 0,0 1-1 0 0,1-1 0 0 0,0 0 1 0 0,0 1-1 0 0,1-1 1 0 0,0 1-1 0 0,0 0 0 0 0,1-1 1 0 0,0 1-1 0 0,0 0 1 0 0,4 16-1 0 0,-3-23 59 0 0,-1-1 0 0 0,1 1 1 0 0,-1 0-1 0 0,1 0 0 0 0,0-1 0 0 0,0 1 0 0 0,0-1 0 0 0,0 1 0 0 0,0-1 1 0 0,0 1-1 0 0,0-1 0 0 0,1 0 0 0 0,-1 1 0 0 0,0-1 0 0 0,1 0 0 0 0,-1 0 1 0 0,1 0-1 0 0,-1 0 0 0 0,1 0 0 0 0,0 0 0 0 0,-1-1 0 0 0,1 1 0 0 0,0 0 1 0 0,2 0-1 0 0,-1-1 22 0 0,0 0 1 0 0,1 0-1 0 0,-1 0 1 0 0,1 0-1 0 0,-1-1 1 0 0,1 0-1 0 0,-1 1 1 0 0,1-1-1 0 0,-1 0 0 0 0,0-1 1 0 0,0 1-1 0 0,4-2 1 0 0,1-1 71 0 0,0-1 0 0 0,0 0 0 0 0,-1-1 0 0 0,1 1 0 0 0,-1-1-1 0 0,0-1 1 0 0,-1 1 0 0 0,11-14 0 0 0,-15 15 26 0 0,1 0 0 0 0,-1 1-1 0 0,0-1 1 0 0,-1 0 0 0 0,1 0 0 0 0,-1-1-1 0 0,0 1 1 0 0,0 0 0 0 0,-1 0-1 0 0,0 0 1 0 0,1-1 0 0 0,-2 1 0 0 0,1 0-1 0 0,-2-10 1 0 0,1 14-107 0 0,1-1 1 0 0,-1 1-1 0 0,1-1 0 0 0,-1 1 0 0 0,1-1 0 0 0,-1 1 1 0 0,0-1-1 0 0,0 1 0 0 0,0 0 0 0 0,0-1 1 0 0,0 1-1 0 0,0 0 0 0 0,0 0 0 0 0,0 0 1 0 0,0 0-1 0 0,0 0 0 0 0,-1 0 0 0 0,1 0 0 0 0,0 0 1 0 0,-2 0-1 0 0,0 0-155 0 0,1 1 0 0 0,0-1 0 0 0,0 1 0 0 0,-1 0 0 0 0,1 0 0 0 0,0 0 0 0 0,0 1 0 0 0,-1-1 0 0 0,1 0 0 0 0,0 1 0 0 0,0-1 0 0 0,0 1 0 0 0,0 0 0 0 0,0 0 0 0 0,0 0 0 0 0,0 0 0 0 0,0 0 0 0 0,-3 2 0 0 0,0 0-1018 0 0,0 0 0 0 0,0 1 1 0 0,1-1-1 0 0,-1 1 0 0 0,1 0 1 0 0,0 0-1 0 0,0 0 0 0 0,1 1 1 0 0,-5 6-1 0 0,4-4-688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8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21 129 1216 0 0,'-1'0'306'0'0,"0"0"-1"0"0,0 1 1 0 0,-1-1-1 0 0,1 0 1 0 0,0 1-1 0 0,0-1 1 0 0,0 1-1 0 0,0-1 1 0 0,0 1-1 0 0,1 0 1 0 0,-1-1-1 0 0,0 1 1 0 0,0 0-1 0 0,0 0 1 0 0,0-1-1 0 0,1 1 1 0 0,-1 0-1 0 0,0 0 1 0 0,1 0-1 0 0,-1 0 1 0 0,0 2-1 0 0,7 1 3064 0 0,11-9-1478 0 0,156-66 2410 0 0,-101 43-5054 0 0,-52 22-381 0 0,-16 5 214 0 0,0 0-1 0 0,0 0 1 0 0,1 0 0 0 0,-1-1-1 0 0,0 0 1 0 0,0 0 0 0 0,0 0 0 0 0,3-3-1 0 0,-9-1-3395 0 0,-17-8 2678 0 0,9 13 336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9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33 1128 0 0,'-2'4'249'0'0,"1"0"1"0"0,0 0-1 0 0,0-1 0 0 0,1 1 0 0 0,-1 0 0 0 0,1 0 1 0 0,0 0-1 0 0,0 0 0 0 0,0 0 0 0 0,1 0 0 0 0,0 0 0 0 0,1 7 1 0 0,-1-10-120 0 0,-1 0 0 0 0,1 0 1 0 0,0-1-1 0 0,-1 1 0 0 0,1 0 1 0 0,0-1-1 0 0,0 1 0 0 0,-1 0 1 0 0,1-1-1 0 0,0 1 1 0 0,0-1-1 0 0,0 1 0 0 0,0-1 1 0 0,0 1-1 0 0,-1-1 0 0 0,1 0 1 0 0,0 0-1 0 0,0 1 0 0 0,2-1 1 0 0,33-4 2753 0 0,-17-2-1999 0 0,0-1 0 0 0,-1-1 0 0 0,0-1 0 0 0,19-12 0 0 0,-17 10-312 0 0,0 0-1 0 0,34-12 1 0 0,-54 22-553 0 0,0 1 0 0 0,1 0-1 0 0,-1 0 1 0 0,1 0 0 0 0,-1 0 0 0 0,0-1-1 0 0,1 1 1 0 0,-1 0 0 0 0,1 0 0 0 0,-1 0-1 0 0,0 0 1 0 0,1 0 0 0 0,-1 0 0 0 0,1 0-1 0 0,-1 0 1 0 0,0 0 0 0 0,1 0 0 0 0,-1 1-1 0 0,1-1 1 0 0,-1 0 0 0 0,0 0 0 0 0,1 0-1 0 0,-1 0 1 0 0,1 1 0 0 0,-1-1 0 0 0,0 0-1 0 0,1 0 1 0 0,-1 1 0 0 0,0-1 0 0 0,1 0-1 0 0,-1 0 1 0 0,0 1 0 0 0,0-1 0 0 0,1 0 0 0 0,-1 1-1 0 0,0-1 1 0 0,0 1 0 0 0,0-1 0 0 0,1 0-1 0 0,-1 1 1 0 0,0 23 196 0 0,-14 22-630 0 0,7-33 174 0 0,0-1 0 0 0,0 0 0 0 0,-1 0 0 0 0,-1-1 1 0 0,-18 20-1 0 0,16-20-146 0 0,0 1 0 0 0,2 0 0 0 0,0 0 0 0 0,-11 19 0 0 0,20-30 354 0 0,-1-1-1 0 0,1 1 0 0 0,0-1 0 0 0,0 1 0 0 0,0-1 0 0 0,-1 1 0 0 0,1-1 0 0 0,0 1 0 0 0,0-1 0 0 0,0 1 0 0 0,0-1 1 0 0,0 1-1 0 0,0-1 0 0 0,0 1 0 0 0,0-1 0 0 0,0 1 0 0 0,0-1 0 0 0,0 1 0 0 0,0-1 0 0 0,0 1 0 0 0,1-1 0 0 0,-1 1 1 0 0,0-1-1 0 0,0 1 0 0 0,0-1 0 0 0,1 1 0 0 0,-1-1 0 0 0,0 1 0 0 0,1-1 0 0 0,-1 0 0 0 0,0 1 0 0 0,1-1 0 0 0,-1 1 0 0 0,1-1 1 0 0,-1 0-1 0 0,1 1 0 0 0,26 6 78 0 0,27-10 789 0 0,-38-2-866 0 0,-1 0-1 0 0,0-1 1 0 0,0 0 0 0 0,-1-1 0 0 0,0-1 0 0 0,0 0-1 0 0,15-13 1 0 0,-20 14-1332 0 0,-1 0-1 0 0,0 0 1 0 0,0-1-1 0 0,-1 0 1 0 0,0-1-1 0 0,11-16 1 0 0,-9 9-1150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49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35 2401 0 0,'-19'-3'8039'0'0,"34"13"-3738"0"0,34 14-1866 0 0,-42-22-2601 0 0,55 14 904 0 0,-29-15-2126 0 0,-8-8-3488 0 0,-24 7 4678 0 0,-1-1 1 0 0,0 1 0 0 0,1 0-1 0 0,-1-1 1 0 0,0 1 0 0 0,1 0-1 0 0,-1-1 1 0 0,0 1 0 0 0,0-1-1 0 0,1 1 1 0 0,-1-1-1 0 0,0 1 1 0 0,0 0 0 0 0,0-1-1 0 0,1 1 1 0 0,-1-1 0 0 0,0 1-1 0 0,0-1 1 0 0,0 1 0 0 0,0-1-1 0 0,0 1 1 0 0,0-1 0 0 0,0 1-1 0 0,0-1 1 0 0,0 1-1 0 0,0-1 1 0 0,-1 1 0 0 0,1-1-1 0 0,0 1 1 0 0,0-1 0 0 0,-1 0-1 0 0,-12-18-2473 0 0,-19-13 1700 0 0,30 31 703 0 0,-12-10-814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50.1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0 504 0 0,'-8'13'585'0'0,"0"1"0"0"0,2 0 0 0 0,-10 25 0 0 0,14-33-187 0 0,0 0 0 0 0,1 0 1 0 0,0 1-1 0 0,0-1 0 0 0,0 1 0 0 0,0-1 0 0 0,1 0 0 0 0,0 1 0 0 0,1-1 0 0 0,0 1 1 0 0,2 9-1 0 0,-3-15-279 0 0,1 0 1 0 0,0 0-1 0 0,0 0 1 0 0,0 1-1 0 0,-1-1 1 0 0,1 0-1 0 0,1 0 1 0 0,-1 0-1 0 0,0 0 1 0 0,0 0-1 0 0,0-1 1 0 0,0 1-1 0 0,1 0 1 0 0,-1-1-1 0 0,0 1 1 0 0,1 0-1 0 0,-1-1 1 0 0,0 1-1 0 0,1-1 1 0 0,-1 0-1 0 0,1 0 1 0 0,-1 1-1 0 0,0-1 1 0 0,1 0 0 0 0,-1 0-1 0 0,1 0 1 0 0,-1 0-1 0 0,1-1 1 0 0,-1 1-1 0 0,0 0 1 0 0,1-1-1 0 0,-1 1 1 0 0,1-1-1 0 0,-1 1 1 0 0,0-1-1 0 0,2-1 1 0 0,51-22 2465 0 0,-54 24-2575 0 0,39-28 1584 0 0,-30 21-1176 0 0,0 1-1 0 0,0 0 1 0 0,1 0 0 0 0,14-6-1 0 0,-24 12-400 0 0,1 0-1 0 0,-1-1 0 0 0,0 1 0 0 0,0 0 1 0 0,1 0-1 0 0,-1 0 0 0 0,0 0 0 0 0,0 0 1 0 0,1 0-1 0 0,-1 0 0 0 0,0 0 0 0 0,0 0 1 0 0,1 0-1 0 0,-1 0 0 0 0,0 0 0 0 0,0 0 1 0 0,1 0-1 0 0,-1 0 0 0 0,0 0 0 0 0,0 0 1 0 0,1 0-1 0 0,-1 0 0 0 0,0 0 0 0 0,0 0 1 0 0,1 1-1 0 0,-1-1 0 0 0,0 0 1 0 0,0 0-1 0 0,0 0 0 0 0,1 0 0 0 0,-1 0 1 0 0,0 1-1 0 0,0-1 0 0 0,0 0 0 0 0,1 0 1 0 0,-1 0-1 0 0,0 1 0 0 0,0-1 0 0 0,0 0 1 0 0,0 0-1 0 0,0 1 0 0 0,0-1 0 0 0,0 0 1 0 0,1 1-1 0 0,-3 16 231 0 0,-8 17-395 0 0,4-22-45 0 0,-1 0 0 0 0,0 0 0 0 0,0-1 0 0 0,-10 11 0 0 0,9-12 47 0 0,1-1 0 0 0,0 2 0 0 0,1-1 1 0 0,0 0-1 0 0,-6 16 0 0 0,24-47 287 0 0,1 0-1 0 0,1 1 1 0 0,1 1 0 0 0,30-32 0 0 0,-43 49-91 0 0,1-1 0 0 0,-1 1 0 0 0,1 0 0 0 0,-1 0 0 0 0,1 0 0 0 0,0 0 0 0 0,0 0 0 0 0,0 1 0 0 0,0-1 0 0 0,0 1 0 0 0,0 0 0 0 0,0 0 0 0 0,0 0 0 0 0,1 0 0 0 0,-1 0-1 0 0,0 1 1 0 0,1-1 0 0 0,-1 1 0 0 0,0 0 0 0 0,4 1 0 0 0,-1 0-312 0 0,0 0-1 0 0,0 0 0 0 0,0 1 0 0 0,0 0 1 0 0,-1 0-1 0 0,1 1 0 0 0,-1-1 1 0 0,1 1-1 0 0,-1 0 0 0 0,7 6 0 0 0,-12-9 156 0 0,0 0-1 0 0,0 0 1 0 0,0 0-1 0 0,-14 10-9535 0 0,-15-8 6300 0 0,13-2 2380 0 0,1 2-505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50.5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58 2056 0 0,'-1'0'244'0'0,"-1"1"-1"0"0,1 0 1 0 0,0 0-1 0 0,0 0 1 0 0,-1 0-1 0 0,1 0 1 0 0,0 0-1 0 0,0 0 1 0 0,0 1-1 0 0,0-1 1 0 0,0 0-1 0 0,0 1 1 0 0,1-1-1 0 0,-1 1 1 0 0,0-1-1 0 0,1 0 1 0 0,-1 1-1 0 0,1-1 1 0 0,-1 1-1 0 0,1 0 1 0 0,0-1-1 0 0,-1 1 1 0 0,1-1-1 0 0,0 3 1 0 0,1-3-58 0 0,0-1 1 0 0,-1 1 0 0 0,1 0 0 0 0,0 0-1 0 0,0-1 1 0 0,0 1 0 0 0,0 0 0 0 0,0-1-1 0 0,0 1 1 0 0,0-1 0 0 0,0 1 0 0 0,0-1 0 0 0,0 0-1 0 0,0 1 1 0 0,0-1 0 0 0,0 0 0 0 0,0 0-1 0 0,0 0 1 0 0,0 0 0 0 0,0 0 0 0 0,0 0-1 0 0,0 0 1 0 0,1 0 0 0 0,-1 0 0 0 0,0 0 0 0 0,0-1-1 0 0,0 1 1 0 0,0 0 0 0 0,0-1 0 0 0,0 1-1 0 0,0-1 1 0 0,0 1 0 0 0,0-1 0 0 0,1 0-1 0 0,81-35 2827 0 0,-56 23-2560 0 0,0 1-1 0 0,1 1 1 0 0,48-11 0 0 0,-75 22-440 0 0,-1-1 0 0 0,1 1 0 0 0,-1 0-1 0 0,1 0 1 0 0,-1 0 0 0 0,1 0 0 0 0,-1 0 0 0 0,1 0 0 0 0,-1-1-1 0 0,1 1 1 0 0,-1 0 0 0 0,1 1 0 0 0,0-1 0 0 0,-1 0 0 0 0,1 0-1 0 0,-1 0 1 0 0,1 0 0 0 0,-1 0 0 0 0,1 0 0 0 0,-1 1-1 0 0,1-1 1 0 0,-1 0 0 0 0,0 0 0 0 0,1 1 0 0 0,-1-1 0 0 0,1 0-1 0 0,-1 1 1 0 0,1-1 0 0 0,-1 0 0 0 0,0 1 0 0 0,1-1 0 0 0,-1 1-1 0 0,0-1 1 0 0,0 1 0 0 0,1-1 0 0 0,-1 1 0 0 0,0 0-1 0 0,-5 23-379 0 0,-22 22-1397 0 0,-108 119-1816 0 0,122-151 3338 0 0,5-4 1019 0 0,29-21 437 0 0,74-52 289 0 0,-61 39-946 0 0,53-29 1 0 0,-87 53-545 0 0,0 0 0 0 0,0 0 1 0 0,0 0-1 0 0,0 0 0 0 0,0 0 0 0 0,1 0 1 0 0,-1 0-1 0 0,0 0 0 0 0,0 0 1 0 0,0 0-1 0 0,0 0 0 0 0,0 0 1 0 0,1 0-1 0 0,-1 1 0 0 0,0-1 0 0 0,0 0 1 0 0,0 0-1 0 0,0 0 0 0 0,0 0 1 0 0,0 0-1 0 0,1 0 0 0 0,-1 0 1 0 0,0 0-1 0 0,0 0 0 0 0,0 1 0 0 0,0-1 1 0 0,0 0-1 0 0,0 0 0 0 0,0 0 1 0 0,0 0-1 0 0,0 0 0 0 0,0 0 0 0 0,0 1 1 0 0,0-1-1 0 0,1 0 0 0 0,-1 0 1 0 0,0 0-1 0 0,0 0 0 0 0,0 0 1 0 0,0 1-1 0 0,0-1 0 0 0,0 0 0 0 0,0 0 1 0 0,0 0-1 0 0,0 0 0 0 0,-1 0 1 0 0,1 1-1 0 0,0-1 0 0 0,0 0 1 0 0,0 0-1 0 0,0 0 0 0 0,0 0 0 0 0,0 0 1 0 0,0 0-1 0 0,0 1 0 0 0,0-1 1 0 0,0 0-1 0 0,0 0 0 0 0,-1 0 1 0 0,1 0-1 0 0,0 0 0 0 0,0 0 0 0 0,0 0 1 0 0,0 0-1 0 0,0 1 0 0 0,0-1 1 0 0,0 0-1 0 0,-1 0 0 0 0,1 0 1 0 0,-11 22 165 0 0,-16 22-503 0 0,-6-5-75 0 0,-16 21 181 0 0,46-55 226 0 0,0-1 1 0 0,0 1-1 0 0,1-1 1 0 0,-1 1-1 0 0,1 0 1 0 0,0 0-1 0 0,1 0 0 0 0,-1 0 1 0 0,1 0-1 0 0,0 0 1 0 0,0 8-1 0 0,1-12-5 0 0,0-1 0 0 0,1 1 0 0 0,-1 0 0 0 0,1 0 0 0 0,-1 0 0 0 0,0-1 0 0 0,1 1-1 0 0,-1 0 1 0 0,1 0 0 0 0,0-1 0 0 0,-1 1 0 0 0,1 0 0 0 0,0-1 0 0 0,-1 1 0 0 0,1-1 0 0 0,0 1-1 0 0,0-1 1 0 0,-1 1 0 0 0,1-1 0 0 0,0 1 0 0 0,0-1 0 0 0,0 0 0 0 0,0 1 0 0 0,-1-1 0 0 0,1 0-1 0 0,0 0 1 0 0,0 0 0 0 0,0 0 0 0 0,0 0 0 0 0,0 0 0 0 0,0 0 0 0 0,0 0 0 0 0,0 0 0 0 0,-1 0-1 0 0,1 0 1 0 0,0-1 0 0 0,0 1 0 0 0,1-1 0 0 0,38-8 188 0 0,-39 9-183 0 0,15-5 121 0 0,-1-1-1 0 0,0-1 0 0 0,0 0 1 0 0,22-14-1 0 0,6-15-903 0 0,-38 31 160 0 0,-1 0 1 0 0,0 0-1 0 0,-1-1 1 0 0,1 1-1 0 0,-1-1 0 0 0,3-6 1 0 0,-5 9-79 0 0,0 1 1 0 0,0-1 0 0 0,-1 1 0 0 0,1-1-1 0 0,-1 1 1 0 0,0-1 0 0 0,0 1-1 0 0,0-1 1 0 0,0 0 0 0 0,0 1-1 0 0,-1-1 1 0 0,1 1 0 0 0,-1-1-1 0 0,1 1 1 0 0,-3-5 0 0 0,-2-5-2289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51.5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0 224 2753 0 0,'13'-10'6462'0'0,"21"-3"-3857"0"0,-30 12-1990 0 0,7-3 268 0 0,73-22 2647 0 0,-78 25-3372 0 0,0-1-1 0 0,0 1 1 0 0,0 0 0 0 0,1 1 0 0 0,-1 0 0 0 0,0 0 0 0 0,0 0 0 0 0,0 1 0 0 0,0-1 0 0 0,0 2 0 0 0,10 2 0 0 0,-15-3-133 0 0,0 0 0 0 0,0 0 0 0 0,0 0 0 0 0,0 0 0 0 0,0 0 0 0 0,0 0 0 0 0,0 1 0 0 0,0-1 0 0 0,0 0 0 0 0,0 1 0 0 0,-1-1 0 0 0,1 1 0 0 0,-1-1 0 0 0,1 1 1 0 0,-1-1-1 0 0,1 1 0 0 0,-1-1 0 0 0,0 1 0 0 0,0-1 0 0 0,0 1 0 0 0,0 0 0 0 0,0-1 0 0 0,0 1 0 0 0,0-1 0 0 0,0 1 0 0 0,-1-1 0 0 0,1 1 0 0 0,-1-1 0 0 0,1 1 0 0 0,-1-1 0 0 0,0 1 0 0 0,1-1 1 0 0,-3 3-1 0 0,-28 55-447 0 0,27-53 344 0 0,-3 6 7 0 0,1 0 0 0 0,0 0 1 0 0,1 1-1 0 0,0-1 0 0 0,1 1 1 0 0,-4 19-1 0 0,8-29 66 0 0,-1 0 1 0 0,0-1-1 0 0,1 1 1 0 0,-1 0-1 0 0,1 0 1 0 0,0 0 0 0 0,0 0-1 0 0,0-1 1 0 0,0 1-1 0 0,1 0 1 0 0,-1 0-1 0 0,1 0 1 0 0,0-1-1 0 0,0 1 1 0 0,-1 0-1 0 0,2-1 1 0 0,-1 1-1 0 0,0-1 1 0 0,1 1-1 0 0,-1-1 1 0 0,1 1-1 0 0,-1-1 1 0 0,1 0-1 0 0,0 0 1 0 0,0 0-1 0 0,0 0 1 0 0,0 0 0 0 0,1 0-1 0 0,-1-1 1 0 0,0 1-1 0 0,1-1 1 0 0,-1 0-1 0 0,1 1 1 0 0,0-1-1 0 0,-1 0 1 0 0,1-1-1 0 0,0 1 1 0 0,2 0-1 0 0,-1-1 11 0 0,0 0-1 0 0,0 0 0 0 0,0-1 1 0 0,0 1-1 0 0,0-1 1 0 0,0 0-1 0 0,0 0 0 0 0,0-1 1 0 0,-1 1-1 0 0,1-1 0 0 0,-1 0 1 0 0,1 0-1 0 0,-1 0 0 0 0,1 0 1 0 0,-1 0-1 0 0,0-1 1 0 0,0 1-1 0 0,0-1 0 0 0,-1 0 1 0 0,1 0-1 0 0,3-6 0 0 0,4-3-228 0 0,-1-2 0 0 0,0 1 0 0 0,-1-1 0 0 0,7-15 0 0 0,-10 16-1199 0 0,0 0-1 0 0,0 0 1 0 0,-2 0 0 0 0,1 0 0 0 0,1-19 0 0 0,-5 27 851 0 0,1 0 1 0 0,-1-1-1 0 0,0 1 1 0 0,-1 0-1 0 0,1 0 1 0 0,-1 0-1 0 0,0 0 1 0 0,-1 0-1 0 0,-2-8 1 0 0,3 10 479 0 0,-1 0-1 0 0,1 0 1 0 0,-1 1-1 0 0,0-1 1 0 0,0 1-1 0 0,0 0 1 0 0,0-1 0 0 0,0 1-1 0 0,0 0 1 0 0,-5-3-1 0 0,5 4 144 0 0,0 1-1 0 0,0-1 0 0 0,0 1 1 0 0,0 0-1 0 0,0-1 0 0 0,0 1 1 0 0,1 0-1 0 0,-1 0 0 0 0,0 0 1 0 0,0 0-1 0 0,0 0 0 0 0,-3 1 1 0 0,4-1 18 0 0,1 0 0 0 0,-1 0 1 0 0,0 1-1 0 0,1-1 0 0 0,-1 0 1 0 0,0 0-1 0 0,1 0 0 0 0,-1 0 0 0 0,0 1 1 0 0,1-1-1 0 0,-1 0 0 0 0,1 0 1 0 0,-1 1-1 0 0,1-1 0 0 0,-1 0 1 0 0,0 1-1 0 0,1-1 0 0 0,-1 1 1 0 0,1-1-1 0 0,0 1 0 0 0,-1-1 0 0 0,1 1 1 0 0,-1-1-1 0 0,1 1 0 0 0,0-1 1 0 0,-1 1-1 0 0,1 0 0 0 0,0-1 1 0 0,0 1-1 0 0,-1 0 0 0 0,1-1 0 0 0,0 1 1 0 0,0-1-1 0 0,0 1 0 0 0,0 0 1 0 0,0-1-1 0 0,0 1 0 0 0,0 0 1 0 0,0 1-1 0 0,1-2 115 0 0,-1 1-1 0 0,1-1 1 0 0,0 1 0 0 0,0-1 0 0 0,-1 1 0 0 0,1-1-1 0 0,0 1 1 0 0,0-1 0 0 0,-1 0 0 0 0,1 1 0 0 0,0-1-1 0 0,0 0 1 0 0,0 0 0 0 0,0 0 0 0 0,0 1 0 0 0,0-1-1 0 0,-1 0 1 0 0,1 0 0 0 0,0 0 0 0 0,0-1-1 0 0,0 1 1 0 0,0 0 0 0 0,0 0 0 0 0,0 0 0 0 0,-1-1-1 0 0,1 1 1 0 0,0 0 0 0 0,0-1 0 0 0,1 0 0 0 0,31-12 2963 0 0,-30 11-2793 0 0,7-3 91 0 0,0-1-1 0 0,0 0 1 0 0,-1 0-1 0 0,10-10 1 0 0,-11 9-377 0 0,0 1-1 0 0,0 0 1 0 0,0 0 0 0 0,1 1 0 0 0,13-6 0 0 0,-22 11-154 0 0,1-1 1 0 0,0 1-1 0 0,-1 0 1 0 0,1-1-1 0 0,0 1 1 0 0,-1 0-1 0 0,1 0 0 0 0,0-1 1 0 0,0 1-1 0 0,-1 0 1 0 0,1 0-1 0 0,0 0 1 0 0,0 0-1 0 0,-1 0 1 0 0,1 0-1 0 0,0 0 1 0 0,0 0-1 0 0,-1 0 1 0 0,1 1-1 0 0,0-1 0 0 0,0 0 1 0 0,-1 0-1 0 0,1 1 1 0 0,0-1-1 0 0,1 1 1 0 0,-3 16-2819 0 0,-20 21 651 0 0,-7-11 2142 0 0,20-20 117 0 0,0 0 0 0 0,1 0 0 0 0,0 0 0 0 0,0 1 0 0 0,0 0 0 0 0,1 1 0 0 0,1-1 0 0 0,-1 1 0 0 0,1 0 0 0 0,-4 12 0 0 0,9-20 4 0 0,0-1 0 0 0,0 0 0 0 0,0 0 0 0 0,0 1 0 0 0,0-1 0 0 0,0 0-1 0 0,0 0 1 0 0,0 0 0 0 0,0 1 0 0 0,0-1 0 0 0,0 0 0 0 0,0 0 0 0 0,0 0 0 0 0,0 1 0 0 0,0-1 0 0 0,0 0 0 0 0,1 0-1 0 0,-1 0 1 0 0,0 1 0 0 0,0-1 0 0 0,0 0 0 0 0,0 0 0 0 0,0 0 0 0 0,1 0 0 0 0,-1 1 0 0 0,0-1 0 0 0,0 0 0 0 0,0 0-1 0 0,1 0 1 0 0,-1 0 0 0 0,0 0 0 0 0,0 0 0 0 0,0 0 0 0 0,1 0 0 0 0,-1 0 0 0 0,0 0 0 0 0,0 0 0 0 0,1 0 0 0 0,-1 0-1 0 0,0 0 1 0 0,0 0 0 0 0,0 0 0 0 0,1 0 0 0 0,-1 0 0 0 0,0 0 0 0 0,18-3 429 0 0,14-9 93 0 0,-20 5-569 0 0,0-1 1 0 0,0 0-1 0 0,-1-1 0 0 0,0 0 1 0 0,0 0-1 0 0,-1-1 0 0 0,-1-1 1 0 0,11-14-1 0 0,-15 19-66 0 0,-1 0 1 0 0,0-1-1 0 0,0 1 0 0 0,-1-1 0 0 0,1 0 0 0 0,-2 0 0 0 0,1 0 1 0 0,-1 0-1 0 0,0 0 0 0 0,0-1 0 0 0,-1 1 0 0 0,0 0 0 0 0,0-1 1 0 0,-1 0-1 0 0,0 1 0 0 0,0-1 0 0 0,-2-8 0 0 0,1 13 152 0 0,0 1 0 0 0,0 0 0 0 0,0-1 0 0 0,-1 1 0 0 0,1 0 0 0 0,-1 0 0 0 0,1 0 0 0 0,-1 0-1 0 0,0 0 1 0 0,0 1 0 0 0,-3-3 0 0 0,5 3-22 0 0,0 1 1 0 0,-1-1-1 0 0,1 1 0 0 0,0 0 0 0 0,-1-1 1 0 0,1 1-1 0 0,0 0 0 0 0,-1 0 0 0 0,1-1 1 0 0,-1 1-1 0 0,1 0 0 0 0,-1 0 0 0 0,1-1 1 0 0,-1 1-1 0 0,1 0 0 0 0,-1 0 0 0 0,1 0 1 0 0,-1 0-1 0 0,1 0 0 0 0,-1 0 0 0 0,1 0 1 0 0,-1 0-1 0 0,1 0 0 0 0,-1 0 0 0 0,1 0 1 0 0,-1 0-1 0 0,1 0 0 0 0,-1 0 0 0 0,1 1 1 0 0,-1-1-1 0 0,1 0 0 0 0,-1 0 0 0 0,1 0 1 0 0,-1 1-1 0 0,1-1 0 0 0,-1 0 0 0 0,1 1 1 0 0,0-1-1 0 0,-1 0 0 0 0,1 1 0 0 0,0-1 1 0 0,-1 1-1 0 0,1-1 0 0 0,0 0 0 0 0,-1 1 1 0 0,1-1-1 0 0,0 1 0 0 0,0-1 0 0 0,0 1 1 0 0,-1-1-1 0 0,1 1 0 0 0,0-1 0 0 0,0 1 1 0 0,0-1-1 0 0,0 1 0 0 0,0-1 0 0 0,0 1 1 0 0,0-1-1 0 0,0 2 0 0 0,1 5 389 0 0,-1 0 1 0 0,1 0-1 0 0,1 0 0 0 0,-1 0 0 0 0,1 0 1 0 0,0 0-1 0 0,6 12 0 0 0,7 25 431 0 0,-11-24-870 0 0,7 57 27 0 0,-10-72-624 0 0,-1 1-1 0 0,0 0 0 0 0,0-1 1 0 0,0 1-1 0 0,-1 0 0 0 0,0-1 1 0 0,0 1-1 0 0,-1 0 0 0 0,1-1 1 0 0,-5 9-1 0 0,5-12 205 0 0,0-1-1 0 0,0 0 1 0 0,0 0 0 0 0,0 0 0 0 0,0 0-1 0 0,0 0 1 0 0,0 0 0 0 0,0 0 0 0 0,-1 0-1 0 0,1 0 1 0 0,0-1 0 0 0,-1 1 0 0 0,1 0-1 0 0,-1-1 1 0 0,-1 1 0 0 0,-1 0-1427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51.9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90 3465 0 0,'-7'13'1951'0'0,"3"-7"-1202"0"0,1 0 0 0 0,0 0-1 0 0,0 0 1 0 0,0 0 0 0 0,1 1-1 0 0,0-1 1 0 0,0 1-1 0 0,0-1 1 0 0,-1 13 0 0 0,9-22-257 0 0,-1 0 1 0 0,-1 0 0 0 0,1-1-1 0 0,0 1 1 0 0,-1-1 0 0 0,6-6-1 0 0,16-18 1100 0 0,40-31 0 0 0,-56 51-1383 0 0,0 0 0 0 0,0 1 0 0 0,1 1-1 0 0,0-1 1 0 0,1 2 0 0 0,0 0 0 0 0,23-8 0 0 0,-33 13-171 0 0,0-1 0 0 0,0 1-1 0 0,-1 0 1 0 0,1 0 0 0 0,0-1 0 0 0,0 1 0 0 0,0 1-1 0 0,0-1 1 0 0,-1 0 0 0 0,1 0 0 0 0,0 1 0 0 0,0-1-1 0 0,0 0 1 0 0,-1 1 0 0 0,1 0 0 0 0,0 0 0 0 0,-1-1 0 0 0,1 1-1 0 0,0 0 1 0 0,-1 0 0 0 0,3 2 0 0 0,-2 0-6 0 0,1 0 1 0 0,-1-1-1 0 0,0 1 0 0 0,-1 0 0 0 0,1 0 1 0 0,0 0-1 0 0,-1 0 0 0 0,0 1 1 0 0,0-1-1 0 0,0 0 0 0 0,1 4 1 0 0,0 5-160 0 0,0 1 1 0 0,-1 0 0 0 0,-1-1-1 0 0,0 1 1 0 0,-2 15-1 0 0,-6 20-1490 0 0,-2 18-1918 0 0,11-25-1774 0 0,5-55-714 0 0,6-19 3786 0 0,-2-5 933 0 0,2 25 270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52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1840 0 0,'1'-3'9530'0'0,"2"13"-5232"0"0,13 33-1055 0 0,-8-29-2944 0 0,-1 0 1 0 0,0 0-1 0 0,-1 1 1 0 0,-1 0-1 0 0,0 0 1 0 0,3 18 0 0 0,7 95-4560 0 0,-14-114 2979 0 0,1-1-1195 0 0,0-3-657 0 0,-1-1-3383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5:52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4169 0 0,'0'2'391'0'0,"-1"-1"0"0"0,1 1 0 0 0,0 0 0 0 0,-1 0 0 0 0,1 0 0 0 0,0-1 0 0 0,0 1 0 0 0,0 0 0 0 0,0 0 1 0 0,1 0-1 0 0,-1-1 0 0 0,0 1 0 0 0,1 0 0 0 0,-1 0 0 0 0,1 0 0 0 0,0-1 0 0 0,-1 1 0 0 0,1-1 0 0 0,0 1 0 0 0,0 0 0 0 0,0-1 0 0 0,0 1 0 0 0,0-1 0 0 0,1 0 1 0 0,-1 1-1 0 0,0-1 0 0 0,1 0 0 0 0,-1 0 0 0 0,1 0 0 0 0,-1 0 0 0 0,1 0 0 0 0,-1 0 0 0 0,1 0 0 0 0,0-1 0 0 0,-1 1 0 0 0,1 0 0 0 0,2 0 0 0 0,3-6-128 0 0,-7-7-4022 0 0,-6-12-6588 0 0,6 22 9097 0 0,-2-6-1854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49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95 2353 0 0,'-2'0'696'0'0,"0"1"1"0"0,0 0 0 0 0,1 0 0 0 0,-1 0 0 0 0,0 1 0 0 0,0-1 0 0 0,1 0-1 0 0,-1 1 1 0 0,1-1 0 0 0,0 7 5953 0 0,18-20-5724 0 0,6-9 52 0 0,37-29 653 0 0,-55 46-1485 0 0,0 1 0 0 0,1-1 0 0 0,-1 1 0 0 0,1 0-1 0 0,0 0 1 0 0,0 1 0 0 0,0 0 0 0 0,0 0 0 0 0,8-1-1 0 0,-14 3-123 0 0,0 0-1 0 0,1 0 0 0 0,-1-1 0 0 0,0 1 1 0 0,0 0-1 0 0,0 0 0 0 0,0 0 0 0 0,1 0 0 0 0,-1 0 1 0 0,0 0-1 0 0,0 0 0 0 0,0 0 0 0 0,1 0 1 0 0,-1 0-1 0 0,0 0 0 0 0,0 0 0 0 0,0 0 1 0 0,0 0-1 0 0,1 0 0 0 0,-1 0 0 0 0,0 0 0 0 0,0 0 1 0 0,0 0-1 0 0,1 0 0 0 0,-1 0 0 0 0,0 0 1 0 0,0 0-1 0 0,0 0 0 0 0,0 0 0 0 0,1 0 0 0 0,-1 1 1 0 0,0-1-1 0 0,0 0 0 0 0,0 0 0 0 0,0 0 1 0 0,0 0-1 0 0,1 0 0 0 0,-1 0 0 0 0,0 1 0 0 0,0-1 1 0 0,0 0-1 0 0,0 0 0 0 0,0 0 0 0 0,0 0 1 0 0,0 1-1 0 0,0-1 0 0 0,0 0 0 0 0,0 0 0 0 0,0 0 1 0 0,0 1-1 0 0,0-1 0 0 0,0 0 0 0 0,0 0 1 0 0,0 0-1 0 0,0 1 0 0 0,0-1 0 0 0,0 0 0 0 0,0 0 1 0 0,-11 13 434 0 0,-18 9-157 0 0,-17 2-1 0 0,32-17-259 0 0,1 0-1 0 0,-1 0 1 0 0,1 1 0 0 0,0 1 0 0 0,1 0 0 0 0,-21 19 0 0 0,20-13 10 0 0,0 1-1 0 0,1 0 1 0 0,-15 27-1 0 0,24-38-37 0 0,0 0 0 0 0,0 0-1 0 0,1 1 1 0 0,0-1 0 0 0,0 1 0 0 0,0-1-1 0 0,1 1 1 0 0,-1 0 0 0 0,1-1-1 0 0,1 1 1 0 0,-1 0 0 0 0,1 0 0 0 0,0 0-1 0 0,0 0 1 0 0,1 0 0 0 0,2 9-1 0 0,-3-14-8 0 0,1 0-1 0 0,-1 1 1 0 0,1-1-1 0 0,0 1 1 0 0,-1-1 0 0 0,1 0-1 0 0,0 0 1 0 0,0 0-1 0 0,0 1 1 0 0,0-1-1 0 0,0 0 1 0 0,0 0-1 0 0,0 0 1 0 0,1 0-1 0 0,-1-1 1 0 0,0 1-1 0 0,0 0 1 0 0,1 0-1 0 0,-1-1 1 0 0,1 1-1 0 0,-1-1 1 0 0,2 1-1 0 0,1 0 3 0 0,0-1-1 0 0,-1 0 0 0 0,1 0 1 0 0,0 0-1 0 0,0 0 1 0 0,-1 0-1 0 0,1-1 0 0 0,6-1 1 0 0,6-3 18 0 0,-1-1 1 0 0,0 0-1 0 0,16-10 1 0 0,-27 14-13 0 0,75-33 122 0 0,-52 25-1254 0 0,-1-2 0 0 0,30-18 0 0 0,-53 28 174 0 0,1-1-1 0 0,-1 0 1 0 0,1 0 0 0 0,-1 0 0 0 0,0 0-1 0 0,0 0 1 0 0,-1-1 0 0 0,1 0 0 0 0,-1 1-1 0 0,0-1 1 0 0,0 0 0 0 0,0 0 0 0 0,0 0-1 0 0,1-5 1 0 0,6-35-3399 0 0,-4 23 2452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49.7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2056 0 0,'0'32'5796'0'0,"1"53"2970"0"0,4 3-6350 0 0,-3-68-2749 0 0,0 0-1 0 0,2 1 1 0 0,1-1 0 0 0,0-1 0 0 0,2 1 0 0 0,10 22 0 0 0,-7-28-9443 0 0,-13-36 5742 0 0,-12-36 3146 0 0,-8 1 2838 0 0,24 58-1702 0 0,-1 0 0 0 0,0 0 0 0 0,1-1-1 0 0,-1 1 1 0 0,1 0 0 0 0,-1-1 0 0 0,1 1 0 0 0,-1 0-1 0 0,1-1 1 0 0,-1 1 0 0 0,1-1 0 0 0,-1 1 0 0 0,1 0-1 0 0,0-1 1 0 0,-1 0 0 0 0,1 1 0 0 0,0-1 0 0 0,0 1-1 0 0,-1-1 1 0 0,1 0 0 0 0,0 0 0 0 0,0 1 0 0 0,-1-1-1 0 0,1 0 1 0 0,0 0 0 0 0,1 0 0 0 0,28-5 1845 0 0,22-21-2412 0 0,-42 19 223 0 0,6-4-5868 0 0,-16 11 5861 0 0,0-1-1 0 0,0 1 1 0 0,1 0 0 0 0,-1-1-1 0 0,0 1 1 0 0,0-1-1 0 0,0 1 1 0 0,0 0 0 0 0,0-1-1 0 0,0 1 1 0 0,0 0-1 0 0,0-1 1 0 0,0 1 0 0 0,0 0-1 0 0,0-1 1 0 0,0 1-1 0 0,0 0 1 0 0,0-1 0 0 0,0 1-1 0 0,-1-1 1 0 0,1 1-1 0 0,0 0 1 0 0,0-1 0 0 0,0 1-1 0 0,0 0 1 0 0,-1 0-1 0 0,1-1 1 0 0,0 1 0 0 0,0 0-1 0 0,-1 0 1 0 0,1-1-1 0 0,0 1 1 0 0,0 0 0 0 0,-1 0-1 0 0,1-1 1 0 0,0 1-1 0 0,-1 0 1 0 0,1 0 0 0 0,-1 0-1 0 0,-3-2-1695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0.1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62 3681 0 0,'-2'16'1605'0'0,"0"0"0"0"0,1 0-1 0 0,0 0 1 0 0,1 0 0 0 0,4 22 0 0 0,-4-33-1480 0 0,0-1 0 0 0,1 0 0 0 0,0 0 0 0 0,0 0 0 0 0,0 0 0 0 0,0 0 0 0 0,1 0 0 0 0,-1 0 0 0 0,1 0 0 0 0,0-1 0 0 0,0 1 0 0 0,0 0 0 0 0,1-1 0 0 0,-1 0 0 0 0,1 0 0 0 0,0 1 0 0 0,0-2 0 0 0,0 1 0 0 0,0 0 0 0 0,0 0 0 0 0,1-1 0 0 0,-1 0 0 0 0,1 0 0 0 0,0 0 0 0 0,6 2 0 0 0,-5-3-30 0 0,0-1 1 0 0,-1 0 0 0 0,1 0 0 0 0,-1 0-1 0 0,1-1 1 0 0,-1 0 0 0 0,1 0 0 0 0,-1 0 0 0 0,1 0-1 0 0,-1-1 1 0 0,0 1 0 0 0,0-1 0 0 0,0 0 0 0 0,0 0-1 0 0,0-1 1 0 0,0 1 0 0 0,0-1 0 0 0,4-5 0 0 0,10-8 206 0 0,-1 0 0 0 0,18-24 0 0 0,-25 28-221 0 0,20-20-224 0 0,22-26 273 0 0,-28 17-8991 0 0,-25 32 4813 0 0,-5 0 2228 0 0,5 8 1037 0 0,-3-3-2355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0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55 4657 0 0,'-1'3'1005'0'0,"1"-1"1"0"0,-1 0-1 0 0,1 1 0 0 0,-1-1 0 0 0,1 1 1 0 0,0-1-1 0 0,-1 0 0 0 0,1 1 0 0 0,1-1 1 0 0,-1 5-1 0 0,15 51 1813 0 0,-7-29-1659 0 0,6 60 177 0 0,6 29-972 0 0,-16-103-1004 0 0,0-1 0 0 0,1 1 0 0 0,8 13 0 0 0,-13-27 411 0 0,0 0 0 0 0,1 0 0 0 0,-1 0 0 0 0,1 0 0 0 0,-1 0 0 0 0,1 0 0 0 0,0 0-1 0 0,-1 0 1 0 0,1 0 0 0 0,0 0 0 0 0,0 0 0 0 0,0-1 0 0 0,0 1 0 0 0,0 0 0 0 0,-1-1 0 0 0,1 1 0 0 0,2 0 0 0 0,-2-1 14 0 0,-1 0 0 0 0,1 0 0 0 0,-1 0 1 0 0,1 0-1 0 0,-1 0 0 0 0,1 0 0 0 0,-1 0 1 0 0,1 0-1 0 0,-1-1 0 0 0,1 1 0 0 0,-1 0 1 0 0,1 0-1 0 0,-1-1 0 0 0,1 1 0 0 0,-1 0 1 0 0,0 0-1 0 0,1-1 0 0 0,-1 1 0 0 0,1-1 1 0 0,-1 1-1 0 0,0 0 0 0 0,1-1 0 0 0,-1 1 1 0 0,0-1-1 0 0,0 1 0 0 0,1-1 0 0 0,7-24-5054 0 0,-6 7 4997 0 0,-5-19-1133 0 0,3 4-223 0 0</inkml:trace>
  <inkml:trace contextRef="#ctx0" brushRef="#br0" timeOffset="1">192 0 5177 0 0,'21'84'9195'0'0,"-1"-9"-5342"0"0,-13-45-3064 0 0,5 54 0 0 0,-11-72-735 0 0,-1 0 0 0 0,0 0 0 0 0,0 0 0 0 0,-1 0 0 0 0,-1 0-1 0 0,0 0 1 0 0,0-1 0 0 0,-1 1 0 0 0,-1-1 0 0 0,0 0 0 0 0,-1 0 0 0 0,0 0 0 0 0,-10 17 0 0 0,13-26-57 0 0,1 0 1 0 0,0 1-1 0 0,-1-1 1 0 0,1 0-1 0 0,-1 0 1 0 0,0 0-1 0 0,0-1 1 0 0,0 1-1 0 0,0 0 1 0 0,0-1-1 0 0,0 1 1 0 0,0-1-1 0 0,0 0 1 0 0,-1 0-1 0 0,1 0 1 0 0,0 0-1 0 0,-1 0 1 0 0,1 0-1 0 0,-1 0 1 0 0,1-1 0 0 0,-1 0-1 0 0,1 1 1 0 0,-1-1-1 0 0,0 0 1 0 0,1 0-1 0 0,-1 0 1 0 0,1 0-1 0 0,-4-1 1 0 0,4-1 3 0 0,-1 1 1 0 0,1 0-1 0 0,0-1 1 0 0,0 1-1 0 0,0-1 1 0 0,0 1 0 0 0,0-1-1 0 0,0 0 1 0 0,1 0-1 0 0,-1 0 1 0 0,1 0-1 0 0,-1 0 1 0 0,1 0 0 0 0,0 0-1 0 0,0-1 1 0 0,0 1-1 0 0,0 0 1 0 0,0-1-1 0 0,0 1 1 0 0,0-1 0 0 0,1 1-1 0 0,0-1 1 0 0,-1 1-1 0 0,1-1 1 0 0,0 1-1 0 0,0-1 1 0 0,0 1 0 0 0,1-5-1 0 0,0-2-102 0 0,1 0 1 0 0,-1 1-1 0 0,2-1 1 0 0,-1 1-1 0 0,1 0 1 0 0,0 0-1 0 0,1 0 0 0 0,0 0 1 0 0,0 0-1 0 0,1 1 1 0 0,0 0-1 0 0,0 0 1 0 0,12-13-1 0 0,-9 11-525 0 0,11-17-2813 0 0,-1-1 0 0 0,-2-1 0 0 0,0-1 0 0 0,11-31 0 0 0,-18 43 2241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0.9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2857 0 0,'26'56'9703'0'0,"-2"41"-4670"0"0,-15-55-4041 0 0,-1 5-489 0 0,2 6-472 0 0,1-22-3131 0 0,-19-51-3032 0 0,1-9 3583 0 0,5 21 2747 0 0,0 0 1 0 0,1-1-1 0 0,0 1 1 0 0,1 0-1 0 0,-1-1 1 0 0,2 1 0 0 0,-1 0-1 0 0,3-12 1 0 0,-1 18 265 0 0,1 0 1 0 0,0 0 0 0 0,0 1 0 0 0,0-1 0 0 0,0 0 0 0 0,0 1 0 0 0,0 0 0 0 0,0 0-1 0 0,0 0 1 0 0,1 0 0 0 0,-1 0 0 0 0,6 0 0 0 0,16-6-122 0 0,23-22-1829 0 0,-21 4-6667 0 0,-22 22 5895 0 0,5 6-508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1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41 430 3425 0 0,'-11'27'2951'0'0,"-12"55"-1"0"0,21-73-2521 0 0,0 0 0 0 0,1 0 0 0 0,0 1 0 0 0,1-1 0 0 0,0 1 0 0 0,0-1 0 0 0,1 0 0 0 0,0 1 0 0 0,5 17 0 0 0,-5-25-378 0 0,-1 0-1 0 0,1 0 0 0 0,0 0 0 0 0,0 0 1 0 0,0 0-1 0 0,0 0 0 0 0,0 0 1 0 0,0 0-1 0 0,1 0 0 0 0,-1-1 0 0 0,1 1 1 0 0,-1 0-1 0 0,1-1 0 0 0,-1 0 1 0 0,1 1-1 0 0,0-1 0 0 0,0 0 0 0 0,0 1 1 0 0,0-1-1 0 0,0 0 0 0 0,0-1 1 0 0,0 1-1 0 0,4 1 0 0 0,-3-2 55 0 0,1 0 0 0 0,0 0 0 0 0,0 0 0 0 0,0 0 0 0 0,-1-1 0 0 0,1 0 0 0 0,0 1 0 0 0,-1-1 0 0 0,1-1 0 0 0,-1 1 0 0 0,1 0 0 0 0,6-5 0 0 0,-1 1 177 0 0,0-1 1 0 0,0 0 0 0 0,-1-1-1 0 0,1 0 1 0 0,-1 0 0 0 0,-1-1 0 0 0,0 0-1 0 0,0 0 1 0 0,6-10 0 0 0,-10 12-76 0 0,0 0 0 0 0,0-1 1 0 0,-1 1-1 0 0,0-1 1 0 0,0 0-1 0 0,-1 0 0 0 0,0 0 1 0 0,0 0-1 0 0,0-8 1 0 0,-1 13-168 0 0,0 1 0 0 0,0-1 1 0 0,0 0-1 0 0,0 1 0 0 0,0-1 1 0 0,0 1-1 0 0,-1-1 0 0 0,1 1 1 0 0,0-1-1 0 0,-1 0 0 0 0,0 1 1 0 0,1-1-1 0 0,-1 1 1 0 0,0 0-1 0 0,1-1 0 0 0,-1 1 1 0 0,0 0-1 0 0,0-1 0 0 0,0 1 1 0 0,-1 0-1 0 0,1 0 0 0 0,0 0 1 0 0,0 0-1 0 0,0 0 0 0 0,-1 0 1 0 0,1 0-1 0 0,-1 0 0 0 0,1 1 1 0 0,0-1-1 0 0,-1 0 1 0 0,1 1-1 0 0,-1-1 0 0 0,0 1 1 0 0,1 0-1 0 0,-1-1 0 0 0,1 1 1 0 0,-1 0-1 0 0,0 0 0 0 0,1 0 1 0 0,-1 0-1 0 0,1 0 0 0 0,-1 1 1 0 0,0-1-1 0 0,1 0 1 0 0,-2 1-1 0 0,-9 2-159 0 0,1 0 1 0 0,0 0-1 0 0,0 1 0 0 0,-17 9 1 0 0,24-12-198 0 0,0 1 1 0 0,1 1 0 0 0,-1-1 0 0 0,0 1-1 0 0,1-1 1 0 0,0 1 0 0 0,0 0 0 0 0,-1 0-1 0 0,2 0 1 0 0,-1 1 0 0 0,0-1 0 0 0,1 1-1 0 0,-1-1 1 0 0,1 1 0 0 0,-2 6 0 0 0,4-9-67 0 0,-1 0 0 0 0,1 1 0 0 0,0-1 0 0 0,1 0 0 0 0,-1 1 0 0 0,0-1 0 0 0,0 0 0 0 0,1 1 0 0 0,-1-1 0 0 0,0 0 0 0 0,1 0 0 0 0,-1 1 0 0 0,1-1 0 0 0,0 0 0 0 0,-1 0 0 0 0,1 0 0 0 0,0 0 0 0 0,0 0 0 0 0,2 2 0 0 0,-3-2 237 0 0,0-1 1 0 0,0 1-1 0 0,1-1 0 0 0,-1 0 0 0 0,0 1 0 0 0,1-1 1 0 0,-1 1-1 0 0,1-1 0 0 0,-1 0 0 0 0,0 1 0 0 0,1-1 1 0 0,-1 0-1 0 0,1 1 0 0 0,-1-1 0 0 0,1 0 0 0 0,-1 0 1 0 0,1 1-1 0 0,-1-1 0 0 0,1 0 0 0 0,-1 0 1 0 0,1 0-1 0 0,0 0 0 0 0,-1 0 0 0 0,1 0 0 0 0,-1 0 1 0 0,1 0-1 0 0,-1 0 0 0 0,1 0 0 0 0,-1 0 0 0 0,1 0 1 0 0,0 0-1 0 0,-1 0 0 0 0,1-1 0 0 0,-1 1 0 0 0,1 0 1 0 0,-1 0-1 0 0,1-1 0 0 0,-1 1 0 0 0,1 0 0 0 0,-1-1 1 0 0,0 1-1 0 0,1-1 0 0 0,3-11-1450 0 0,10 6 4 0 0</inkml:trace>
  <inkml:trace contextRef="#ctx0" brushRef="#br0" timeOffset="1">358 0 6033 0 0,'1'79'9248'0'0,"4"-4"-5695"0"0,5-1-4820 0 0,7 2-3944 0 0,-15-67 1013 0 0,-9-7-526 0 0,4 1 1946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1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1 195 5865 0 0,'0'1'443'0'0,"1"-1"0"0"0,0 1-1 0 0,0-1 1 0 0,0 1 0 0 0,0-1 0 0 0,0 1-1 0 0,0-1 1 0 0,-1 1 0 0 0,1-1-1 0 0,0 0 1 0 0,0 1 0 0 0,0-1 0 0 0,0 0-1 0 0,0 0 1 0 0,0 0 0 0 0,0 0 0 0 0,1 0-1 0 0,-1 0 1 0 0,1 0 0 0 0,23-9 2199 0 0,22-23-3152 0 0,-43 29 975 0 0,94-82-2151 0 0,-68 54-2122 0 0,-3-2-3723 0 0,-21 26 5226 0 0,-1 14 870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2.1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 0 1416 0 0,'-7'9'655'0'0,"-1"0"0"0"0,1 0-1 0 0,1 1 1 0 0,0-1-1 0 0,0 1 1 0 0,1 1 0 0 0,0-1-1 0 0,-4 17 1 0 0,7-22-277 0 0,0 1 0 0 0,0-1 1 0 0,1 1-1 0 0,0 0 0 0 0,0-1 0 0 0,1 1 0 0 0,-1 0 1 0 0,1 0-1 0 0,0 0 0 0 0,1-1 0 0 0,0 1 0 0 0,0 0 1 0 0,0-1-1 0 0,0 1 0 0 0,1 0 0 0 0,0-1 0 0 0,0 0 1 0 0,5 9-1 0 0,-6-12-288 0 0,1 0 0 0 0,-1 0 0 0 0,1 0-1 0 0,-1-1 1 0 0,1 1 0 0 0,0-1 0 0 0,0 1 0 0 0,-1-1 0 0 0,1 1 0 0 0,0-1 0 0 0,0 0 0 0 0,1 0 0 0 0,-1 0 0 0 0,0 0-1 0 0,0 0 1 0 0,0-1 0 0 0,1 1 0 0 0,-1-1 0 0 0,0 1 0 0 0,1-1 0 0 0,-1 0 0 0 0,5 0 0 0 0,-3-1-5 0 0,1 1-1 0 0,-1-1 1 0 0,0-1 0 0 0,1 1-1 0 0,-1-1 1 0 0,0 0 0 0 0,0 0 0 0 0,0 0-1 0 0,0 0 1 0 0,0-1 0 0 0,5-4-1 0 0,-4 3 16 0 0,0 0-1 0 0,-1 0 0 0 0,1-1 0 0 0,-1 1 1 0 0,0-1-1 0 0,0 0 0 0 0,0-1 1 0 0,-1 1-1 0 0,0 0 0 0 0,0-1 0 0 0,0 0 1 0 0,-1 0-1 0 0,0 0 0 0 0,0 0 1 0 0,0 0-1 0 0,-1 0 0 0 0,2-11 0 0 0,-4 16-46 0 0,1 0-1 0 0,0-1 0 0 0,-1 1 0 0 0,1-1 1 0 0,-1 1-1 0 0,0 0 0 0 0,1 0 0 0 0,-1-1 1 0 0,0 1-1 0 0,0 0 0 0 0,0 0 0 0 0,1 0 1 0 0,-1 0-1 0 0,-1 0 0 0 0,1 0 0 0 0,0 0 1 0 0,0 0-1 0 0,0 0 0 0 0,0 0 0 0 0,-1 1 1 0 0,1-1-1 0 0,0 0 0 0 0,-1 1 0 0 0,1-1 1 0 0,0 1-1 0 0,-1 0 0 0 0,1-1 0 0 0,-1 1 1 0 0,1 0-1 0 0,0 0 0 0 0,-1 0 0 0 0,1 0 1 0 0,-3 0-1 0 0,-58 7 265 0 0,42-4-482 0 0,-28-3-994 0 0,25-6-1863 0 0,22 5 2741 0 0,1 1 0 0 0,-1 0 0 0 0,1-1 0 0 0,-1 1 0 0 0,1 0 0 0 0,-1-1 0 0 0,1 1 0 0 0,-1-1 0 0 0,1 1 0 0 0,0-1 0 0 0,-1 1 0 0 0,1-1 0 0 0,0 1 0 0 0,-1-1 1 0 0,1 1-1 0 0,0-1 0 0 0,0 1 0 0 0,0-1 0 0 0,-1 0 0 0 0,1 1 0 0 0,0-1 0 0 0,0 1 0 0 0,0-1 0 0 0,0 0 0 0 0,0 1 0 0 0,0-1 0 0 0,0 1 0 0 0,0-1 0 0 0,1-1 1 0 0,9-16-5908 0 0,-8 16 5727 0 0,4-4-1143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2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2160 0 0,'4'12'10727'0'0,"0"23"-8031"0"0,-2-25-1437 0 0,23 127 2350 0 0,-17-104-4305 0 0,1-1 1 0 0,16 36-1 0 0,-16-51-774 0 0,6-7-5237 0 0,-10-18 1068 0 0,-9-15 3912 0 0,-10-12 461 0 0,5 15 47 0 0</inkml:trace>
  <inkml:trace contextRef="#ctx0" brushRef="#br0" timeOffset="1">25 79 2232 0 0,'51'-24'9151'0'0,"6"0"-6329"0"0,-42 19-3141 0 0,-1 0 0 0 0,1 1-1 0 0,0 0 1 0 0,0 2 0 0 0,26-3-1 0 0,-40 5 137 0 0,-1 0 0 0 0,1-1-1 0 0,0 1 1 0 0,0 0 0 0 0,-1 0-1 0 0,1 0 1 0 0,0 0-1 0 0,-1 0 1 0 0,1 0 0 0 0,0 0-1 0 0,0 0 1 0 0,-1 0 0 0 0,1 0-1 0 0,0 0 1 0 0,-1 0 0 0 0,1 0-1 0 0,0 1 1 0 0,-1-1-1 0 0,1 0 1 0 0,0 1 0 0 0,-1-1-1 0 0,1 0 1 0 0,0 1 0 0 0,-1-1-1 0 0,1 1 1 0 0,-1-1 0 0 0,1 1-1 0 0,-1-1 1 0 0,1 1-1 0 0,-1-1 1 0 0,1 1 0 0 0,-1-1-1 0 0,0 1 1 0 0,1 0 0 0 0,-1-1-1 0 0,0 1 1 0 0,1 0 0 0 0,-1-1-1 0 0,0 1 1 0 0,0 0 0 0 0,0-1-1 0 0,0 1 1 0 0,1 0-1 0 0,-1-1 1 0 0,0 1 0 0 0,0 0-1 0 0,0 0 1 0 0,-1-1 0 0 0,1 1-1 0 0,0 0 1 0 0,0-1 0 0 0,-1 2-1 0 0,2 9-1763 0 0</inkml:trace>
  <inkml:trace contextRef="#ctx0" brushRef="#br0" timeOffset="2">130 152 3409 0 0,'3'3'1432'0'0,"4"4"-8"0"0,2 0-119 0 0,1-2-225 0 0,0-2-336 0 0,1-2-312 0 0,1-1-264 0 0,3 0-288 0 0,1-3-288 0 0,-1-1-320 0 0,0-2-360 0 0,0-2-273 0 0,-3 0-159 0 0,-1-1 176 0 0,-20-17 79 0 0,18 19-535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2.9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25 3753 0 0,'0'8'337'0'0,"0"-1"0"0"0,0 1 0 0 0,1-1 0 0 0,0 1 0 0 0,0-1-1 0 0,1 1 1 0 0,0-1 0 0 0,0 0 0 0 0,0 1 0 0 0,7 10 0 0 0,-7-15-263 0 0,0-1-1 0 0,0 1 1 0 0,0-1-1 0 0,1 0 1 0 0,-1 0-1 0 0,1 0 1 0 0,-1 0-1 0 0,1 0 1 0 0,0 0-1 0 0,0-1 1 0 0,-1 1-1 0 0,1-1 0 0 0,0 0 1 0 0,0 0-1 0 0,1 0 1 0 0,-1 0-1 0 0,0-1 1 0 0,0 1-1 0 0,0-1 1 0 0,0 0-1 0 0,1 0 1 0 0,-1 0-1 0 0,0 0 1 0 0,0 0-1 0 0,0-1 1 0 0,1 0-1 0 0,4-1 1 0 0,-2 0 293 0 0,0 0 1 0 0,0 0 0 0 0,0 0 0 0 0,0-1-1 0 0,0 0 1 0 0,-1 0 0 0 0,1-1 0 0 0,-1 0-1 0 0,0 0 1 0 0,0 0 0 0 0,0 0 0 0 0,-1-1 0 0 0,7-7-1 0 0,-10 10-266 0 0,0 0-1 0 0,0 1 1 0 0,0-1 0 0 0,0 0-1 0 0,0 0 1 0 0,0 1-1 0 0,0-1 1 0 0,0 0 0 0 0,-1 0-1 0 0,1 0 1 0 0,-1 0-1 0 0,1 0 1 0 0,-1 0-1 0 0,0 0 1 0 0,0 0 0 0 0,0 0-1 0 0,0 0 1 0 0,0 0-1 0 0,-1 0 1 0 0,1 0 0 0 0,0 0-1 0 0,-1 0 1 0 0,0 0-1 0 0,1 0 1 0 0,-1 0-1 0 0,0 0 1 0 0,0 0 0 0 0,0 1-1 0 0,0-1 1 0 0,0 0-1 0 0,-1 1 1 0 0,1-1 0 0 0,0 1-1 0 0,-1-1 1 0 0,1 1-1 0 0,-1-1 1 0 0,0 1-1 0 0,1 0 1 0 0,-1 0 0 0 0,0 0-1 0 0,0 0 1 0 0,1 0-1 0 0,-1 0 1 0 0,0 1 0 0 0,-3-1-1 0 0,-1-2-165 0 0,0 1 0 0 0,0-1-1 0 0,0 2 1 0 0,0-1 0 0 0,0 1 0 0 0,0 0 0 0 0,-1 0-1 0 0,1 0 1 0 0,0 1 0 0 0,0 0 0 0 0,-1 1-1 0 0,1-1 1 0 0,0 1 0 0 0,-1 0 0 0 0,-10 4 0 0 0,10-2-767 0 0,-1 0 0 0 0,1 0 1 0 0,1 1-1 0 0,-1 0 1 0 0,-7 5-1 0 0,-27 31-8502 0 0,33-28 6289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4.6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 7498 0 0,'4'31'10588'0'0,"-4"-27"-10115"0"0,1 0 0 0 0,0 0 0 0 0,0 0 0 0 0,1 0 0 0 0,-1 0 0 0 0,1-1 0 0 0,0 1 0 0 0,0-1 0 0 0,0 1 0 0 0,3 3 0 0 0,-5-7-541 0 0,1-1 0 0 0,-1 1 0 0 0,0 0 0 0 0,1 0 0 0 0,-1 0-1 0 0,0 0 1 0 0,1-1 0 0 0,-1 1 0 0 0,0 0 0 0 0,0 0 0 0 0,1-1 0 0 0,-1 1 0 0 0,0 0 0 0 0,0-1 0 0 0,1 1 0 0 0,-1 0 0 0 0,0-1-1 0 0,0 1 1 0 0,0 0 0 0 0,1-1 0 0 0,-1 1 0 0 0,0-1 0 0 0,0 1 0 0 0,0 0 0 0 0,0-1 0 0 0,0 1 0 0 0,0 0 0 0 0,0-1-1 0 0,0 1 1 0 0,0-1 0 0 0,0 1 0 0 0,0 0 0 0 0,0-1 0 0 0,0 1 0 0 0,0-1 0 0 0,0 1 0 0 0,-1-1 0 0 0,2-19-6430 0 0,-13-22-5049 0 0,7 29 9066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55.6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3 2777 0 0,'-1'-3'9396'0'0,"1"10"-3534"0"0,2 26-1558 0 0,9 44-3086 0 0,32 214 1910 0 0,-24-137-2775 0 0,-15-170-7139 0 0,-3-23-7539 0 0,1 30 10062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1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3433 0 0,'-12'8'7721'0'0,"4"12"-4460"0"0,2 23-1573 0 0,6-38-1055 0 0,-6 121 2170 0 0,16 192 0 0 0,-4-219-2572 0 0,-4-46-305 0 0,-2-25-326 0 0,1 0 0 0 0,2 0 0 0 0,0-1 0 0 0,2 1 0 0 0,9 29 0 0 0,-14-56 254 0 0,0 0-1 0 0,0-1 1 0 0,0 1 0 0 0,0 0-1 0 0,1-1 1 0 0,-1 1 0 0 0,0 0-1 0 0,0-1 1 0 0,0 1 0 0 0,1 0 0 0 0,-1-1-1 0 0,0 1 1 0 0,1-1 0 0 0,-1 1-1 0 0,1-1 1 0 0,-1 1 0 0 0,1-1-1 0 0,-1 1 1 0 0,1-1 0 0 0,-1 1-1 0 0,1-1 1 0 0,-1 1 0 0 0,1-1-1 0 0,-1 0 1 0 0,1 1 0 0 0,0-1 0 0 0,-1 0-1 0 0,1 0 1 0 0,0 1 0 0 0,9-17-3750 0 0,-1-33-1054 0 0,-8 32 3773 0 0,-1-1 0 0 0,-1 0 0 0 0,-7-33 0 0 0,1 10-515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2.3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68 2641 0 0,'5'-3'999'0'0,"1"-1"0"0"0,-1 1-1 0 0,1 1 1 0 0,-1-1 0 0 0,1 1 0 0 0,12-4 0 0 0,8-3 454 0 0,-10 2-1002 0 0,-6 2-118 0 0,0 0 0 0 0,0 1 0 0 0,1 0-1 0 0,0 1 1 0 0,0 0 0 0 0,13-1 0 0 0,-21 4-239 0 0,0 0 0 0 0,-1 0-1 0 0,1 0 1 0 0,0 0 0 0 0,0 1 0 0 0,-1-1 0 0 0,1 1 0 0 0,0 0 0 0 0,-1 0 0 0 0,1 0 0 0 0,-1 0 0 0 0,1 0 0 0 0,-1 1 0 0 0,1-1 0 0 0,-1 1-1 0 0,0 0 1 0 0,0-1 0 0 0,0 1 0 0 0,0 0 0 0 0,0 0 0 0 0,0 0 0 0 0,0 1 0 0 0,-1-1 0 0 0,1 0 0 0 0,-1 1 0 0 0,0-1 0 0 0,0 1-1 0 0,1-1 1 0 0,-1 1 0 0 0,0 4 0 0 0,3 7 129 0 0,-1 0 0 0 0,0 0-1 0 0,-1 0 1 0 0,-1 1-1 0 0,-1-1 1 0 0,0 0 0 0 0,0 1-1 0 0,-1-1 1 0 0,-1 0 0 0 0,-7 27-1 0 0,-5 8 50 0 0,-33 78 0 0 0,3-27-320 0 0,9-37-3624 0 0,43-81-5748 0 0,19-46 5338 0 0,-5 14 2775 0 0,-8 24 249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2.7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 1008 0 0,'1'0'135'0'0,"-1"-1"0"0"0,0 0-1 0 0,1 0 1 0 0,-1 0 0 0 0,1 1-1 0 0,0-1 1 0 0,-1 0 0 0 0,1 1-1 0 0,-1-1 1 0 0,1 1 0 0 0,0-1-1 0 0,0 0 1 0 0,-1 1 0 0 0,1 0-1 0 0,0-1 1 0 0,0 1 0 0 0,0-1-1 0 0,-1 1 1 0 0,1 0 0 0 0,0 0-1 0 0,0-1 1 0 0,0 1 0 0 0,0 0-1 0 0,0 0 1 0 0,0 0 0 0 0,0 0 0 0 0,1 0-1 0 0,-1 1 65 0 0,0 0 0 0 0,0 0 0 0 0,0 0-1 0 0,0 0 1 0 0,0 0 0 0 0,0 0 0 0 0,0 0-1 0 0,-1 0 1 0 0,1 0 0 0 0,0 1 0 0 0,-1-1-1 0 0,1 0 1 0 0,-1 0 0 0 0,1 1 0 0 0,-1-1 0 0 0,0 3-1 0 0,8 72 4615 0 0,-7-61-4053 0 0,-2 139 2130 0 0,-2-59-1739 0 0,16-113-1350 0 0,2-15-1 0 0,-10 21 214 0 0,-1-1 1 0 0,2 2-1 0 0,0-1 0 0 0,0 0 0 0 0,1 1 1 0 0,1 1-1 0 0,0-1 0 0 0,0 1 0 0 0,1 0 1 0 0,0 1-1 0 0,0 0 0 0 0,1 1 0 0 0,1-1 1 0 0,-1 2-1 0 0,14-8 0 0 0,-23 15 10 0 0,0 0-1 0 0,0-1 1 0 0,0 1 0 0 0,0 0-1 0 0,0 0 1 0 0,0-1-1 0 0,0 1 1 0 0,0 0 0 0 0,0 0-1 0 0,0 0 1 0 0,0 0-1 0 0,1 0 1 0 0,-1 1 0 0 0,0-1-1 0 0,0 0 1 0 0,0 0-1 0 0,0 1 1 0 0,0-1 0 0 0,0 1-1 0 0,0-1 1 0 0,0 1 0 0 0,-1-1-1 0 0,1 1 1 0 0,0-1-1 0 0,0 1 1 0 0,0 0 0 0 0,0-1-1 0 0,-1 1 1 0 0,1 0-1 0 0,0 0 1 0 0,-1 0 0 0 0,1 0-1 0 0,-1 0 1 0 0,1-1-1 0 0,-1 1 1 0 0,1 0 0 0 0,-1 0-1 0 0,0 0 1 0 0,1 0 0 0 0,-1 0-1 0 0,0 0 1 0 0,0 1-1 0 0,0-1 1 0 0,1 0 0 0 0,-2 2-1 0 0,7 58 683 0 0,-6-51-648 0 0,-2 41 145 0 0,0-41-200 0 0,1 1 0 0 0,0-1 0 0 0,1 1 0 0 0,1-1 0 0 0,-1 1-1 0 0,2-1 1 0 0,-1 1 0 0 0,1-1 0 0 0,7 19 0 0 0,-9-28-16 0 0,1 0 0 0 0,-1 0 0 0 0,1 0 0 0 0,-1-1 0 0 0,1 1 0 0 0,-1 0 0 0 0,1-1 0 0 0,0 1 0 0 0,-1 0 0 0 0,1-1 1 0 0,0 1-1 0 0,0 0 0 0 0,-1-1 0 0 0,1 1 0 0 0,0-1 0 0 0,0 0 0 0 0,0 1 0 0 0,-1-1 0 0 0,1 0 0 0 0,0 1 0 0 0,0-1 0 0 0,0 0 0 0 0,0 0 0 0 0,0 0 0 0 0,0 0 1 0 0,2 0-1 0 0,23-12-156 0 0,15-32 301 0 0,-31 29 135 0 0,-1 1 0 0 0,0-2-1 0 0,-1 1 1 0 0,11-30-1 0 0,-18 42-187 0 0,0 0 0 0 0,0 0 0 0 0,-1 0-1 0 0,1 0 1 0 0,-1 0 0 0 0,1 0-1 0 0,-1 0 1 0 0,0-1 0 0 0,0 1 0 0 0,-1 0-1 0 0,1 0 1 0 0,-1 0 0 0 0,1 0-1 0 0,-3-6 1 0 0,2 7-32 0 0,-1 0 0 0 0,1 1 1 0 0,-1-1-1 0 0,1 0 0 0 0,-1 1 0 0 0,0-1 0 0 0,1 1 0 0 0,-1 0 1 0 0,0-1-1 0 0,0 1 0 0 0,0 0 0 0 0,0 0 0 0 0,0 0 0 0 0,0 1 1 0 0,-1-1-1 0 0,1 0 0 0 0,0 1 0 0 0,0 0 0 0 0,0-1 0 0 0,-1 1 1 0 0,1 0-1 0 0,0 0 0 0 0,0 0 0 0 0,-3 1 0 0 0,-4 0-56 0 0,1 0 0 0 0,-1 1 0 0 0,1 0 0 0 0,0 0-1 0 0,-1 1 1 0 0,1 0 0 0 0,0 1 0 0 0,1-1 0 0 0,-1 2-1 0 0,1-1 1 0 0,-8 7 0 0 0,-21 18-6830 0 0,34-28 5066 0 0,2-1 1647 0 0,0 0-1 0 0,0 0 1 0 0,0 0-1 0 0,-1 0 0 0 0,1 0 1 0 0,0 0-1 0 0,0 0 0 0 0,0 0 1 0 0,0 0-1 0 0,-1 0 1 0 0,1 0-1 0 0,0 0 0 0 0,0 0 1 0 0,0 0-1 0 0,0 0 1 0 0,0 0-1 0 0,-2-4-3291 0 0,1 2 3000 0 0,-10-17-3513 0 0,12 7 342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4.1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227 143 1904 0 0,'-5'-12'1170'0'0,"-1"-5"582"0"0,-1 1-1 0 0,0-1 1 0 0,-1 2 0 0 0,-17-24 0 0 0,24 37-1606 0 0,0 0-1 0 0,0 0 1 0 0,0 1-1 0 0,-1-1 1 0 0,1 0-1 0 0,0 1 1 0 0,-1-1-1 0 0,0 1 1 0 0,1 0-1 0 0,-1-1 1 0 0,0 1-1 0 0,0 0 1 0 0,0 0-1 0 0,0 0 1 0 0,1 0-1 0 0,-1 1 1 0 0,-1-1-1 0 0,1 0 1 0 0,0 1-1 0 0,0-1 1 0 0,0 1-1 0 0,0 0 1 0 0,0 0-1 0 0,0 0 1 0 0,0 0-1 0 0,-1 0 1 0 0,1 0-1 0 0,0 1 1 0 0,0-1-1 0 0,0 1 1 0 0,0-1-1 0 0,0 1 1 0 0,0 0-1 0 0,0 0 1 0 0,0 0-1 0 0,0 0 1 0 0,0 0-1 0 0,1 0 1 0 0,-1 0-1 0 0,0 1 1 0 0,1-1-1 0 0,-1 0 1 0 0,1 1-1 0 0,-1 0 1 0 0,1-1-1 0 0,0 1 1 0 0,-1 0-1 0 0,0 2 1 0 0,-6 7 63 0 0,1 1 0 0 0,0 1 1 0 0,0-1-1 0 0,1 1 0 0 0,1 0 0 0 0,0 0 1 0 0,1 0-1 0 0,-5 27 0 0 0,-9 116 177 0 0,17-148-359 0 0,-3 53 74 0 0,4 73 1 0 0,0-117-126 0 0,2 0 0 0 0,0-1 1 0 0,1 1-1 0 0,1 0 0 0 0,0-1 0 0 0,1 0 1 0 0,1 0-1 0 0,1 0 0 0 0,11 20 1 0 0,-16-32-37 0 0,1 0 0 0 0,0 1 0 0 0,0-1 0 0 0,0 0 0 0 0,1-1 0 0 0,-1 1 0 0 0,1-1 0 0 0,0 1 0 0 0,0-1 0 0 0,0 0 0 0 0,0-1 0 0 0,1 1 0 0 0,-1-1 0 0 0,1 1 0 0 0,-1-1 0 0 0,1-1 0 0 0,0 1 0 0 0,8 1 0 0 0,-6-3-57 0 0,-1 0 1 0 0,1 0-1 0 0,-1 0 1 0 0,0-1-1 0 0,1 0 1 0 0,-1-1-1 0 0,0 1 1 0 0,0-1-1 0 0,0 0 1 0 0,0-1-1 0 0,0 1 1 0 0,-1-1-1 0 0,6-4 1 0 0,7-5-242 0 0,0-1 0 0 0,-1-1 0 0 0,-1-1 0 0 0,-1 0 0 0 0,0-1 0 0 0,-1 0 0 0 0,19-30 0 0 0,-16 21 163 0 0,0-1-1 0 0,-2-1 1 0 0,-2-1 0 0 0,0 0-1 0 0,-2-1 1 0 0,-1 0-1 0 0,-1-1 1 0 0,-1 1 0 0 0,4-40-1 0 0,-12 68 220 0 0,1 0-1 0 0,-1 0 1 0 0,0 0-1 0 0,1 0 1 0 0,-1 0-1 0 0,0 0 1 0 0,0 0-1 0 0,0 0 1 0 0,0 0-1 0 0,0 0 1 0 0,0 0-1 0 0,0 0 1 0 0,-1 0-1 0 0,1-1 1 0 0,0 1-1 0 0,0 0 1 0 0,-1 0-1 0 0,1 0 1 0 0,-1 0-1 0 0,1 1 1 0 0,-1-1-1 0 0,1 0 1 0 0,-2-1-1 0 0,-12 18 852 0 0,-12 39 195 0 0,11-18-332 0 0,-17 68 0 0 0,29-91-681 0 0,0 0 0 0 0,1 1-1 0 0,1-1 1 0 0,0 1 0 0 0,0-1 0 0 0,2 1-1 0 0,0-1 1 0 0,4 20 0 0 0,-5-32-68 0 0,1 1 0 0 0,0 0 1 0 0,0 0-1 0 0,0 0 0 0 0,0 0 0 0 0,0-1 1 0 0,0 1-1 0 0,1-1 0 0 0,-1 1 0 0 0,1-1 1 0 0,0 1-1 0 0,0-1 0 0 0,0 0 0 0 0,0 0 1 0 0,0 0-1 0 0,3 3 0 0 0,-3-4 5 0 0,0 0 0 0 0,0-1 0 0 0,0 1 0 0 0,0 0 0 0 0,0-1 0 0 0,1 1 0 0 0,-1-1 0 0 0,0 0 1 0 0,0 1-1 0 0,0-1 0 0 0,0 0 0 0 0,1 0 0 0 0,-1-1 0 0 0,0 1 0 0 0,0 0 0 0 0,0-1 0 0 0,3 0 0 0 0,1-2 19 0 0,0 1 0 0 0,0-1 0 0 0,0 0-1 0 0,0-1 1 0 0,-1 0 0 0 0,0 0 0 0 0,1 0 0 0 0,-1 0 0 0 0,-1-1 0 0 0,1 1 0 0 0,-1-1 0 0 0,0-1 0 0 0,4-5 0 0 0,0-2 43 0 0,-1 0 1 0 0,0 0 0 0 0,-1-1 0 0 0,-1 0 0 0 0,4-16 0 0 0,-7 26-9 0 0,-1-1 0 0 0,0 0 1 0 0,0 1-1 0 0,-1-1 0 0 0,1 0 0 0 0,-1 1 0 0 0,0-1 0 0 0,0 0 0 0 0,0 0 0 0 0,-1 1 1 0 0,0-1-1 0 0,0 0 0 0 0,0 1 0 0 0,0-1 0 0 0,-1 1 0 0 0,0-1 0 0 0,1 1 0 0 0,-2 0 1 0 0,1 0-1 0 0,-4-5 0 0 0,5 8-22 0 0,0 0 0 0 0,0 0 0 0 0,0 0 1 0 0,0 0-1 0 0,0 0 0 0 0,-1 1 0 0 0,1-1 1 0 0,0 0-1 0 0,-1 1 0 0 0,1-1 0 0 0,0 1 1 0 0,-1-1-1 0 0,1 1 0 0 0,-1 0 0 0 0,1-1 0 0 0,0 1 1 0 0,-1 0-1 0 0,1 0 0 0 0,-1 0 0 0 0,1 0 1 0 0,-1 0-1 0 0,1 0 0 0 0,-3 1 0 0 0,-35 15 150 0 0,35-14-605 0 0,0 0 0 0 0,0 0 0 0 0,0 0 0 0 0,-1 0 1 0 0,1-1-1 0 0,0 0 0 0 0,-7 1 0 0 0,11-2 267 0 0,-1 0 0 0 0,1-1 0 0 0,0 1 0 0 0,0-1 0 0 0,0 1 0 0 0,0 0 0 0 0,-1-1 0 0 0,1 1-1 0 0,0-1 1 0 0,0 1 0 0 0,0-1 0 0 0,0 1 0 0 0,0-1 0 0 0,0 1 0 0 0,0 0 0 0 0,0-1 0 0 0,0 1 0 0 0,0-1 0 0 0,0 1 0 0 0,1-1 0 0 0,-1 1 0 0 0,0-1 0 0 0,0 1 0 0 0,0 0 0 0 0,0-1 0 0 0,1 1 0 0 0,-1-1 0 0 0,0 1 0 0 0,1 0 0 0 0,-1-1-1 0 0,0 1 1 0 0,0 0 0 0 0,1 0 0 0 0,-1-1 0 0 0,1 1 0 0 0,-1 0 0 0 0,1-1 0 0 0,13-17-1788 0 0,56-40-1778 0 0,-58 49 3749 0 0,1 1 0 0 0,0 1 0 0 0,0 0 0 0 0,15-5 0 0 0,-27 11 143 0 0,1 1 0 0 0,-1-1-1 0 0,1 1 1 0 0,-1 0-1 0 0,1-1 1 0 0,-1 1 0 0 0,1 0-1 0 0,0 0 1 0 0,-1 0-1 0 0,1 0 1 0 0,-1 0 0 0 0,1 0-1 0 0,-1 1 1 0 0,1-1-1 0 0,-1 0 1 0 0,1 1 0 0 0,-1-1-1 0 0,1 1 1 0 0,-1 0-1 0 0,1-1 1 0 0,-1 1 0 0 0,1 0-1 0 0,-1 0 1 0 0,0 0-1 0 0,0 0 1 0 0,2 1 0 0 0,-1 1 209 0 0,1 1 0 0 0,0 0 0 0 0,-1-1 1 0 0,0 1-1 0 0,0 0 0 0 0,0 0 0 0 0,-1 0 1 0 0,1 1-1 0 0,1 5 0 0 0,1 10 659 0 0,-1 0-1 0 0,-1 0 1 0 0,0 22-1 0 0,-12 154 2069 0 0,12-212-3016 0 0,0-1 0 0 0,9-26 0 0 0,-3 10-30 0 0,-7 27-53 0 0,3-14 12 0 0,1 1 1 0 0,12-29-1 0 0,-16 44-9 0 0,0 1 0 0 0,1-1 0 0 0,0 0 0 0 0,0 1 0 0 0,0-1 0 0 0,0 1 0 0 0,0 0-1 0 0,1 0 1 0 0,-1 0 0 0 0,1 0 0 0 0,0 0 0 0 0,0 0 0 0 0,0 1 0 0 0,0-1 0 0 0,1 1 0 0 0,-1 0-1 0 0,1 0 1 0 0,-1 0 0 0 0,7-1 0 0 0,-8 2 30 0 0,1 1-1 0 0,-1 0 1 0 0,0 0 0 0 0,1 1-1 0 0,-1-1 1 0 0,0 0 0 0 0,1 1-1 0 0,-1-1 1 0 0,0 1 0 0 0,0 0-1 0 0,1 0 1 0 0,-1 0 0 0 0,0 0-1 0 0,0 0 1 0 0,0 0 0 0 0,0 1-1 0 0,0-1 1 0 0,-1 1 0 0 0,1-1-1 0 0,0 1 1 0 0,-1 0 0 0 0,1-1-1 0 0,-1 1 1 0 0,1 0 0 0 0,-1 0-1 0 0,0 0 1 0 0,0 0 0 0 0,0 0-1 0 0,0 1 1 0 0,0-1 0 0 0,0 0-1 0 0,0 3 1 0 0,3 7 111 0 0,0 0 1 0 0,-1 1-1 0 0,-1-1 0 0 0,2 20 1 0 0,-2-15-442 0 0,1 48 182 0 0,-10-29-8022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5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467 206 536 0 0,'-6'-12'327'0'0,"5"8"236"0"0,0 1 0 0 0,-1 0-1 0 0,1 0 1 0 0,-1 0 0 0 0,0 0-1 0 0,0 0 1 0 0,0 0 0 0 0,0 1-1 0 0,-5-6 1 0 0,6 8-439 0 0,1 0 0 0 0,-1 0 0 0 0,1-1 0 0 0,-1 1 1 0 0,1 0-1 0 0,-1 0 0 0 0,0 0 0 0 0,1 0 0 0 0,-1 0 0 0 0,1 0 0 0 0,-1 0 0 0 0,1 0 0 0 0,-1 0 0 0 0,0 0 0 0 0,1 0 0 0 0,-1 0 0 0 0,1 1 1 0 0,-1-1-1 0 0,1 0 0 0 0,-1 0 0 0 0,1 1 0 0 0,-1-1 0 0 0,1 0 0 0 0,-1 1 0 0 0,-18 20 1348 0 0,-7 21-601 0 0,2 2 1 0 0,2 0 0 0 0,2 1 0 0 0,-20 67-1 0 0,-39 198-20 0 0,64-243-478 0 0,-87 465 1236 0 0,83-423-1177 0 0,-29 294 110 0 0,40-272-377 0 0,5 0 0 0 0,7 0 0 0 0,5-1 0 0 0,6 0 0 0 0,5 0 0 0 0,6-2 0 0 0,6-1 0 0 0,5-2 0 0 0,5-1 0 0 0,113 225 0 0 0,-119-282-73 0 0,3-3 0 0 0,2 0 0 0 0,4-3 0 0 0,2-2-1 0 0,84 82 1 0 0,-89-101-27 0 0,3-2 0 0 0,1-2 0 0 0,1-2 0 0 0,2-2 0 0 0,2-3-1 0 0,0-1 1 0 0,97 36 0 0 0,-127-58-62 0 0,1-1-1 0 0,-1-1 1 0 0,1 0-1 0 0,0-2 1 0 0,-1 0-1 0 0,1-2 1 0 0,0 0-1 0 0,0-2 1 0 0,38-6-1 0 0,-24 0 3 0 0,1-2 1 0 0,-2-1-1 0 0,0-1 1 0 0,64-34-1 0 0,-65 28 12 0 0,-2-3 0 0 0,-1 0 0 0 0,0-2-1 0 0,-2-1 1 0 0,-1-2 0 0 0,-1-1 0 0 0,42-53 0 0 0,-27 22 1 0 0,-3-2 0 0 0,-3-1 0 0 0,36-81 0 0 0,-55 105-13 0 0,213-502 72 0 0,-199 450-29 0 0,-4-2-1 0 0,-4 0 1 0 0,-3-1-1 0 0,8-116 1 0 0,-23 77 103 0 0,-5-1 0 0 0,-5 1 0 0 0,-7 0 0 0 0,-5 0-1 0 0,-61-229 1 0 0,63 304-98 0 0,-116-395 382 0 0,91 333-118 0 0,-97-196 0 0 0,113 271-237 0 0,-3 2 1 0 0,-1 0-1 0 0,-65-71 1 0 0,-120-89 10 0 0,198 189-40 0 0,-1 1 0 0 0,0 0 0 0 0,-1 2-1 0 0,0 0 1 0 0,-1 0 0 0 0,-28-8 0 0 0,-25-2-2240 0 0,20 12-3232 0 0,3 4-4712 0 0,38 4 4868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7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283 425 3545 0 0,'-5'3'647'0'0,"0"-1"1"0"0,0 1-1 0 0,0 1 1 0 0,0-1-1 0 0,1 1 1 0 0,-1 0-1 0 0,1 0 1 0 0,0 0 0 0 0,0 1-1 0 0,1-1 1 0 0,-1 1-1 0 0,1 0 1 0 0,-5 10-1 0 0,-2 5 399 0 0,0 0 1 0 0,-8 28-1 0 0,-3 22-35 0 0,3 1 0 0 0,-10 88 0 0 0,-2 150-498 0 0,13-119-106 0 0,-49 865 957 0 0,66-946-1212 0 0,5-1 1 0 0,4 0 0 0 0,5 0-1 0 0,5-2 1 0 0,5 0-1 0 0,62 174 1 0 0,-43-180-139 0 0,4-1 1 0 0,4-3-1 0 0,85 123 0 0 0,-50-84-34 0 0,12 17-44 0 0,-81-128 40 0 0,1-2 0 0 0,1 0 0 0 0,1-1 0 0 0,24 20 0 0 0,-33-34 12 0 0,-1 0-1 0 0,1 0 1 0 0,1-1-1 0 0,-1-1 0 0 0,1 0 1 0 0,0-1-1 0 0,0 0 1 0 0,1 0-1 0 0,-1-2 0 0 0,17 3 1 0 0,18-1-68 0 0,66-1 0 0 0,-85-3 72 0 0,28-3-36 0 0,85-15 1 0 0,-14 1-22 0 0,-107 16 26 0 0,-1-1 1 0 0,1-1-1 0 0,-1-1 1 0 0,0 0-1 0 0,0-2 0 0 0,0 0 1 0 0,-1-1-1 0 0,1-1 1 0 0,-2 0-1 0 0,1-2 1 0 0,-1 0-1 0 0,-1-1 1 0 0,0 0-1 0 0,0-1 1 0 0,-1-1-1 0 0,22-25 1 0 0,20-33 115 0 0,-3-2 0 0 0,-3-3 0 0 0,-3-2 0 0 0,54-121 0 0 0,-55 92 264 0 0,-5-1-1 0 0,43-173 1 0 0,-49 117 56 0 0,17-189 1 0 0,-45 262-321 0 0,-5 0 0 0 0,-4 0 0 0 0,-20-145 0 0 0,-5 84 170 0 0,-58-194-1 0 0,-57-86 184 0 0,92 309-247 0 0,-91-167 0 0 0,51 122-114 0 0,42 74-55 0 0,-90-134-1 0 0,97 179 14 0 0,-1 2 0 0 0,-52-45 0 0 0,32 33-9 0 0,60 58-31 0 0,-42-38 129 0 0,40 37-171 0 0,1 0 0 0 0,-1 0 0 0 0,0 0 1 0 0,1 0-1 0 0,-1 1 0 0 0,0-1 0 0 0,0 1 0 0 0,0 0 0 0 0,0 0 0 0 0,0 0 0 0 0,0 0 0 0 0,0 0 0 0 0,0 1 0 0 0,0 0 0 0 0,-6-1 0 0 0,9 2-224 0 0,-1 0-1 0 0,1 0 1 0 0,-1-1 0 0 0,1 1-1 0 0,0 0 1 0 0,-1 0 0 0 0,1 0-1 0 0,0 0 1 0 0,0 0 0 0 0,-1 0 0 0 0,1-1-1 0 0,0 1 1 0 0,0 0 0 0 0,0 0-1 0 0,0 0 1 0 0,0 0 0 0 0,0 0 0 0 0,0 0-1 0 0,1 0 1 0 0,-1 0 0 0 0,0 0-1 0 0,0 0 1 0 0,1-1 0 0 0,-1 1 0 0 0,0 0-1 0 0,1 0 1 0 0,0 1 0 0 0,1 9-5979 0 0,-9-14 1504 0 0,11 13 438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8.4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102 389 1832 0 0,'-41'16'2627'0'0,"4"-2"842"0"0,13-3 1767 0 0,61-23-1232 0 0,28 4-3122 0 0,-29 4-407 0 0,181-29 311 0 0,260-32-341 0 0,-169 27-8 0 0,285-21 1640 0 0,-200 28-626 0 0,-288 21-739 0 0,-102 10-611 0 0,0 0 0 0 0,-1 0 0 0 0,1 0-1 0 0,0 0 1 0 0,0 0 0 0 0,0 1 0 0 0,0-1-1 0 0,0 1 1 0 0,5 2 0 0 0,-8-3-84 0 0,0 0 0 0 0,0 0 0 0 0,0 0 0 0 0,0 0 0 0 0,0 0 0 0 0,1 0 0 0 0,-1 0 1 0 0,0 0-1 0 0,0 0 0 0 0,0 0 0 0 0,0 0 0 0 0,0 0 0 0 0,0 0 0 0 0,0 0 0 0 0,0 0 0 0 0,0 1 0 0 0,0-1 0 0 0,1 0 0 0 0,-1 0 0 0 0,0 0 0 0 0,0 0 0 0 0,0 0 0 0 0,0 0 0 0 0,0 0 1 0 0,0 0-1 0 0,0 0 0 0 0,0 0 0 0 0,0 1 0 0 0,0-1 0 0 0,0 0 0 0 0,0 0 0 0 0,0 0 0 0 0,0 0 0 0 0,0 0 0 0 0,0 0 0 0 0,0 0 0 0 0,0 0 0 0 0,0 1 0 0 0,0-1 0 0 0,0 0 0 0 0,0 0 1 0 0,0 0-1 0 0,0 0 0 0 0,0 0 0 0 0,0 0 0 0 0,0 0 0 0 0,0 0 0 0 0,0 1 0 0 0,0-1 0 0 0,0 0 0 0 0,0 0 0 0 0,-1 0 0 0 0,1 0 0 0 0,0 0 0 0 0,0 0 0 0 0,0 0 0 0 0,0 0 1 0 0,0 0-1 0 0,0 0 0 0 0,0 0 0 0 0,0 0 0 0 0,0 0 0 0 0,-1 1 0 0 0,-18 1 550 0 0,8-3-557 0 0,0 0 0 0 0,-1-1 0 0 0,1 0-1 0 0,0-1 1 0 0,0 0 0 0 0,1-1-1 0 0,-1 0 1 0 0,1-1 0 0 0,0 0-1 0 0,0 0 1 0 0,0-1 0 0 0,1 0-1 0 0,-1-1 1 0 0,2 0 0 0 0,-1-1 0 0 0,1 0-1 0 0,0 0 1 0 0,1 0 0 0 0,0-1-1 0 0,0 0 1 0 0,1-1 0 0 0,0 0-1 0 0,0 1 1 0 0,1-2 0 0 0,-7-19 0 0 0,66 59-236 0 0,-36-21 205 0 0,-1 0-1 0 0,2 0 1 0 0,24 5-1 0 0,-24-7 30 0 0,1 0-1 0 0,31 16 0 0 0,-50-21 1 0 0,-1-1-1 0 0,1 1 1 0 0,0 0-1 0 0,0 0 1 0 0,0 0-1 0 0,0-1 1 0 0,0 1-1 0 0,-1 0 1 0 0,1 0-1 0 0,0 0 1 0 0,-1 0-1 0 0,1 0 1 0 0,-1 0-1 0 0,1 1 1 0 0,-1-1-1 0 0,0 0 1 0 0,1 0-1 0 0,-1 0 1 0 0,0 0-1 0 0,0 0 1 0 0,0 1-1 0 0,0-1 1 0 0,0 0-1 0 0,0 0 1 0 0,0 0-1 0 0,0 1 1 0 0,0-1-1 0 0,-1 0 1 0 0,1 0-1 0 0,0 0 1 0 0,-1 0-1 0 0,1 0 1 0 0,-1 0-1 0 0,1 0 1 0 0,-1 0-1 0 0,0 0 1 0 0,-1 2-1 0 0,-32 43 66 0 0,25-35-168 0 0,-16 28-786 0 0,-9 12-3625 0 0,9-29-8263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9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11 2328 0 0,'-3'7'475'0'0,"1"0"0"0"0,0 0 0 0 0,0 0-1 0 0,0 0 1 0 0,1 1 0 0 0,0-1-1 0 0,0 1 1 0 0,1-1 0 0 0,0 1-1 0 0,1-1 1 0 0,-1 1 0 0 0,1-1-1 0 0,1 1 1 0 0,2 8 0 0 0,-4-13-416 0 0,1 0 1 0 0,0-1-1 0 0,0 1 1 0 0,0 0 0 0 0,0 0-1 0 0,1-1 1 0 0,-1 1 0 0 0,1-1-1 0 0,0 1 1 0 0,-1-1-1 0 0,1 1 1 0 0,0-1 0 0 0,0 0-1 0 0,0 0 1 0 0,1 0 0 0 0,-1 0-1 0 0,1-1 1 0 0,-1 1 0 0 0,1-1-1 0 0,-1 1 1 0 0,1-1-1 0 0,0 0 1 0 0,-1 0 0 0 0,1 0-1 0 0,0 0 1 0 0,0 0 0 0 0,0-1-1 0 0,0 1 1 0 0,0-1-1 0 0,0 0 1 0 0,0 0 0 0 0,0 0-1 0 0,0 0 1 0 0,0-1 0 0 0,0 1-1 0 0,-1-1 1 0 0,6-1 0 0 0,6-3 435 0 0,-1 0 1 0 0,0 0 0 0 0,0-2 0 0 0,21-14 0 0 0,-28 18-247 0 0,-1-1-1 0 0,0 1 1 0 0,0-2-1 0 0,0 1 1 0 0,0 0-1 0 0,-1-1 1 0 0,0 0-1 0 0,0 0 1 0 0,0 0-1 0 0,-1-1 1 0 0,1 1 0 0 0,4-12-1 0 0,-8 15-184 0 0,1 0-1 0 0,-1 0 1 0 0,1 0-1 0 0,-1 0 1 0 0,0 0-1 0 0,0 0 1 0 0,0-1-1 0 0,0 1 1 0 0,0 0 0 0 0,-1 0-1 0 0,1 0 1 0 0,0 0-1 0 0,-1 0 1 0 0,0 0-1 0 0,1 0 1 0 0,-1 0-1 0 0,0 0 1 0 0,0 0-1 0 0,0 1 1 0 0,0-1 0 0 0,-1 0-1 0 0,1 0 1 0 0,0 1-1 0 0,-1-1 1 0 0,1 1-1 0 0,-1-1 1 0 0,1 1-1 0 0,-1 0 1 0 0,0 0-1 0 0,0 0 1 0 0,0 0-1 0 0,1 0 1 0 0,-1 0 0 0 0,0 0-1 0 0,0 0 1 0 0,0 1-1 0 0,-4-2 1 0 0,1 1-160 0 0,1 0 0 0 0,-1 0 0 0 0,1 1 0 0 0,-1-1 1 0 0,0 1-1 0 0,1 0 0 0 0,-1 0 0 0 0,1 1 0 0 0,-1-1 0 0 0,1 1 1 0 0,-1 0-1 0 0,1 0 0 0 0,-1 0 0 0 0,1 1 0 0 0,0 0 0 0 0,-8 3 1 0 0,-21 29-3665 0 0,30-30 2935 0 0,1 0 0 0 0,-1 0 0 0 0,1 0 0 0 0,0 0 0 0 0,0 1 0 0 0,1-1 0 0 0,0 1 0 0 0,-2 4 0 0 0,-2 0-2152 0 0,2-6 1334 0 0,4 4-443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29.6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3857 0 0,'-2'9'1760'0'0,"2"5"-175"0"0,0 4-225 0 0,2-1-288 0 0,-4 0-280 0 0,0 0-240 0 0,1-1-120 0 0,-1 3-152 0 0,2-3-127 0 0,0 0-89 0 0,0-1-72 0 0,0-1-225 0 0,2-2-415 0 0,-1-3-536 0 0,1-3-648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0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2937 0 0,'1'10'6931'0'0,"9"18"-5139"0"0,-5-15-968 0 0,1 15 252 0 0,-2 1 0 0 0,3 56 1 0 0,-5-55-1515 0 0,0 1 0 0 0,10 42 0 0 0,-7-64-5074 0 0,-2-19-288 0 0,0 4 3425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0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3537 0 0,'-5'21'8930'0'0,"1"5"-4897"0"0,3-18-4097 0 0,1 0 0 0 0,0 0 1 0 0,0 0-1 0 0,0 0 0 0 0,1 0 1 0 0,0 0-1 0 0,4 12 0 0 0,-3-15-551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0.7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76 2969 0 0,'-1'-1'230'0'0,"1"0"1"0"0,-1 0 0 0 0,0 0-1 0 0,1 0 1 0 0,0 0 0 0 0,-1 0-1 0 0,1 0 1 0 0,0 0 0 0 0,-1 0 0 0 0,1 0-1 0 0,0 0 1 0 0,0 0 0 0 0,0 0-1 0 0,0-1 1 0 0,0 1 0 0 0,0 0-1 0 0,0 0 1 0 0,0 0 0 0 0,0 0-1 0 0,1 0 1 0 0,-1 0 0 0 0,0 0-1 0 0,1 0 1 0 0,-1 0 0 0 0,2-2 0 0 0,0 0 21 0 0,0 1 0 0 0,0 0 0 0 0,0-1 1 0 0,0 1-1 0 0,1 0 0 0 0,-1 0 1 0 0,1 0-1 0 0,-1 0 0 0 0,5-1 1 0 0,0-1 72 0 0,0 0 1 0 0,1 1 0 0 0,-1 0 0 0 0,1 1 0 0 0,0 0 0 0 0,15-3 0 0 0,-21 5-259 0 0,0 0 0 0 0,0 0 0 0 0,0 0 1 0 0,0 0-1 0 0,0 0 0 0 0,0 0 0 0 0,0 0 0 0 0,0 1 0 0 0,0-1 0 0 0,0 1 1 0 0,0 0-1 0 0,0-1 0 0 0,0 1 0 0 0,0 0 0 0 0,0 0 0 0 0,-1 0 1 0 0,1 0-1 0 0,0 0 0 0 0,-1 1 0 0 0,1-1 0 0 0,-1 0 0 0 0,1 1 0 0 0,-1 0 1 0 0,0-1-1 0 0,1 1 0 0 0,-1-1 0 0 0,0 1 0 0 0,0 0 0 0 0,0 0 1 0 0,-1 0-1 0 0,1 0 0 0 0,0 0 0 0 0,-1 0 0 0 0,1 0 0 0 0,-1 0 0 0 0,1 0 1 0 0,-1 0-1 0 0,0 0 0 0 0,0 0 0 0 0,0 0 0 0 0,-1 2 0 0 0,0 13 90 0 0,0-1-1 0 0,-2 0 1 0 0,0 0-1 0 0,-7 21 1 0 0,3-12-122 0 0,-2 1 26 0 0,-6 18-4 0 0,15-42-78 0 0,-1 0-1 0 0,1 0 1 0 0,-1 0-1 0 0,1 0 1 0 0,0 0 0 0 0,0 1-1 0 0,0-1 1 0 0,0 0 0 0 0,0 0-1 0 0,0 0 1 0 0,0 0-1 0 0,1 0 1 0 0,-1 0 0 0 0,1 0-1 0 0,1 3 1 0 0,-1-4 7 0 0,0 0 1 0 0,1 0-1 0 0,-1-1 1 0 0,0 1-1 0 0,1 0 0 0 0,-1 0 1 0 0,1-1-1 0 0,-1 1 1 0 0,1-1-1 0 0,-1 0 0 0 0,1 1 1 0 0,0-1-1 0 0,-1 0 1 0 0,1 0-1 0 0,-1 0 0 0 0,1 0 1 0 0,-1 0-1 0 0,1 0 0 0 0,0 0 1 0 0,-1-1-1 0 0,1 1 1 0 0,-1-1-1 0 0,1 1 0 0 0,-1-1 1 0 0,1 1-1 0 0,-1-1 1 0 0,1 0-1 0 0,-1 0 0 0 0,2-1 1 0 0,42-25 18 0 0,-40 23-6 0 0,46-38-1489 0 0,-34 15-2222 0 0,-16 25 3149 0 0,0 0 1 0 0,-1 0-1 0 0,1 0 1 0 0,-1 0-1 0 0,0 0 1 0 0,1 0-1 0 0,-1 0 1 0 0,0 0-1 0 0,0 0 1 0 0,0 0-1 0 0,-1 0 1 0 0,0-3-1 0 0,-3-7-2631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1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23 944 0 0,'-5'-14'7269'0'0,"3"6"-4545"0"0,6 8-1629 0 0,-4 5-1018 0 0,0-1-1 0 0,0 0 1 0 0,0 1 0 0 0,-1-1-1 0 0,0 0 1 0 0,0 0-1 0 0,0 1 1 0 0,-2 4 0 0 0,1 0-23 0 0,-11 76-697 0 0,11-58-1511 0 0,-2 1 0 0 0,-2-1 0 0 0,-10 34 0 0 0,10-32-595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1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0 1376 0 0,'-1'5'1665'0'0,"-1"3"-777"0"0,2 2 16 0 0,-3 2-120 0 0,2-1-256 0 0,-2 3-208 0 0,1-2-120 0 0,-1 2-120 0 0,2-2-24 0 0,-1 0-64 0 0,1-3-144 0 0,1 0-232 0 0,-2-3-312 0 0,2-3-256 0 0,2 0-80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2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 3817 0 0,'4'-1'672'0'0,"-1"1"1"0"0,1-1-1 0 0,0 1 0 0 0,0-1 1 0 0,0 0-1 0 0,-1 0 0 0 0,1-1 1 0 0,6-3-1 0 0,29-20 1999 0 0,-32 20-2338 0 0,0 0 1 0 0,1 0-1 0 0,-1 1 0 0 0,1 0 1 0 0,16-6-1 0 0,-23 10-295 0 0,0-1-1 0 0,0 1 1 0 0,1-1-1 0 0,-1 1 1 0 0,0 0 0 0 0,0 0-1 0 0,1 0 1 0 0,-1 0-1 0 0,0 0 1 0 0,0 0-1 0 0,1 0 1 0 0,-1 0 0 0 0,0 0-1 0 0,0 0 1 0 0,1 1-1 0 0,-1-1 1 0 0,0 1-1 0 0,0-1 1 0 0,0 1 0 0 0,0-1-1 0 0,1 1 1 0 0,-1-1-1 0 0,0 1 1 0 0,0 0-1 0 0,1 1 1 0 0,-1 0-3 0 0,0 0-1 0 0,0 0 1 0 0,0 0-1 0 0,0 0 1 0 0,-1 0 0 0 0,1 0-1 0 0,-1 0 1 0 0,1 0-1 0 0,-1 0 1 0 0,0 1-1 0 0,0-1 1 0 0,0 0 0 0 0,0 0-1 0 0,0 3 1 0 0,-3 10-16 0 0,0 1 0 0 0,-1-1 0 0 0,-8 21 0 0 0,9-26-93 0 0,-43 92-1112 0 0,50-107 1190 0 0,1 0 1 0 0,-1 1-1 0 0,0-1 0 0 0,1 1 0 0 0,0 0 1 0 0,9-6-1 0 0,-11 8 66 0 0,0 0 0 0 0,-1 0 0 0 0,1 0 0 0 0,0 1 0 0 0,0-1 1 0 0,0 0-1 0 0,0 1 0 0 0,0 0 0 0 0,1 0 0 0 0,-1 0 0 0 0,0 0 0 0 0,0 1 0 0 0,1-1 0 0 0,-1 1 1 0 0,1 0-1 0 0,5 0 0 0 0,-8 1-41 0 0,1 0 1 0 0,-1 0-1 0 0,0 0 1 0 0,0 0-1 0 0,0 1 1 0 0,0-1-1 0 0,0 0 1 0 0,0 1-1 0 0,-1-1 1 0 0,1 0-1 0 0,0 1 1 0 0,-1-1-1 0 0,1 1 1 0 0,-1-1-1 0 0,1 1 1 0 0,-1-1-1 0 0,0 1 1 0 0,1 0-1 0 0,-1-1 1 0 0,0 1-1 0 0,0-1 1 0 0,-1 4 0 0 0,-3 41 186 0 0,3-39-194 0 0,-11 46-540 0 0,2-11-2217 0 0,7-14-2994 0 0,10-43 67 0 0,7 14 4260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2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1920 0 0,'14'-1'6127'0'0,"-13"1"-6321"0"0,0 0 1 0 0,0 0-1 0 0,0-1 0 0 0,0 1 0 0 0,0 0 0 0 0,0 0 0 0 0,0-1 1 0 0,0 1-1 0 0,0-1 0 0 0,0 1 0 0 0,0-1 0 0 0,0 1 0 0 0,-1-1 0 0 0,1 1 1 0 0,0-1-1 0 0,0 0 0 0 0,-1 1 0 0 0,1-1 0 0 0,0 0 0 0 0,-1 0 1 0 0,1 1-1 0 0,-1-1 0 0 0,1 0 0 0 0,-1 0 0 0 0,1 0 0 0 0,-1 0 1 0 0,0 0-1 0 0,1-1 0 0 0,3-2-1720 0 0</inkml:trace>
  <inkml:trace contextRef="#ctx0" brushRef="#br0" timeOffset="1">130 24 2801 0 0,'-3'6'1032'0'0,"2"3"-72"0"0,1 3-208 0 0,0-4-264 0 0,0-4-224 0 0,0 1-168 0 0,0-2-120 0 0,1-2-216 0 0,1-1-336 0 0,1-1-416 0 0,-2-5-80 0 0,10 4-1545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3.4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 41 2497 0 0,'-6'-5'706'0'0,"-1"0"0"0"0,1 1 0 0 0,-1 0 0 0 0,1 0 0 0 0,-1 0 1 0 0,0 1-1 0 0,-1 0 0 0 0,1 0 0 0 0,-11-2 0 0 0,16 5-660 0 0,0 0 0 0 0,0 0 0 0 0,-1 0-1 0 0,1 0 1 0 0,0 0 0 0 0,0 0 0 0 0,0 1-1 0 0,0-1 1 0 0,0 1 0 0 0,0-1 0 0 0,0 1-1 0 0,0 0 1 0 0,0 0 0 0 0,0 0 0 0 0,0 0-1 0 0,0 0 1 0 0,0 0 0 0 0,1 1 0 0 0,-1-1-1 0 0,0 1 1 0 0,1-1 0 0 0,-1 1 0 0 0,1-1-1 0 0,0 1 1 0 0,-1 0 0 0 0,1 0-1 0 0,0 0 1 0 0,0-1 0 0 0,0 1 0 0 0,1 0-1 0 0,-1 0 1 0 0,0 1 0 0 0,1-1 0 0 0,-1 0-1 0 0,1 0 1 0 0,0 0 0 0 0,-1 0 0 0 0,1 4-1 0 0,0-3-52 0 0,-1 0 0 0 0,0 0-1 0 0,1 0 1 0 0,0 0-1 0 0,-1 0 1 0 0,1-1-1 0 0,0 1 1 0 0,1 0 0 0 0,-1 0-1 0 0,0 0 1 0 0,1 0-1 0 0,0 0 1 0 0,0 0-1 0 0,0 0 1 0 0,0-1 0 0 0,0 1-1 0 0,0 0 1 0 0,1-1-1 0 0,-1 1 1 0 0,1-1-1 0 0,0 1 1 0 0,0-1 0 0 0,0 0-1 0 0,0 0 1 0 0,0 0-1 0 0,0 0 1 0 0,0 0-1 0 0,1 0 1 0 0,-1 0 0 0 0,1-1-1 0 0,4 2 1 0 0,-4-2-1 0 0,1 0-1 0 0,-1 0 1 0 0,1-1 0 0 0,-1 0 0 0 0,1 1 0 0 0,0-1 0 0 0,-1-1 0 0 0,1 1 0 0 0,-1-1 0 0 0,1 1 0 0 0,-1-1 0 0 0,1 0-1 0 0,-1 0 1 0 0,1 0 0 0 0,-1-1 0 0 0,0 1 0 0 0,0-1 0 0 0,0 0 0 0 0,1 0 0 0 0,-2 0 0 0 0,1 0 0 0 0,0-1 0 0 0,0 1 0 0 0,-1-1-1 0 0,5-4 1 0 0,8-15-81 0 0,-6 13 2341 0 0,-5 34-769 0 0,-2-3-1481 0 0,2-1 0 0 0,1 1 0 0 0,0-1 0 0 0,10 23 0 0 0,5 20-2414 0 0,-9 2-3279 0 0,-12-40 2301 0 0,0-17 1069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3.7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1304 0 0,'0'-1'149'0'0,"0"1"0"0"0,0-1 0 0 0,0 0 0 0 0,-1 1 0 0 0,1-1 0 0 0,0 1 0 0 0,0-1 0 0 0,0 0 0 0 0,0 1 0 0 0,1-1 0 0 0,-1 1 0 0 0,0-1 0 0 0,0 0 0 0 0,0 1-1 0 0,0-1 1 0 0,0 1 0 0 0,1-1 0 0 0,-1 1 0 0 0,0-1 0 0 0,1 1 0 0 0,-1-1 0 0 0,0 1 0 0 0,1-1 0 0 0,-1 1 0 0 0,1-1 0 0 0,0 0 0 0 0,10 7 808 0 0,-11-5-1037 0 0,0-1 0 0 0,0 1 0 0 0,0-1 0 0 0,1 0 0 0 0,-1 1 0 0 0,0-1 1 0 0,0 1-1 0 0,1-1 0 0 0,-1 0 0 0 0,0 1 0 0 0,1-1 0 0 0,-1 0 0 0 0,0 0 0 0 0,1 1 1 0 0,-1-1-1 0 0,1 0 0 0 0,-1 0 0 0 0,0 1 0 0 0,1-1 0 0 0,-1 0 0 0 0,1 0 0 0 0,-1 0 1 0 0,0 0-1 0 0,1 0 0 0 0,-1 0 0 0 0,1 0 0 0 0,-1 0 0 0 0,1 0 0 0 0,-1 0 1 0 0,1 0-1 0 0,-1 0 0 0 0,0 0 0 0 0,1 0 0 0 0,-1 0 0 0 0,1 0 0 0 0,-1 0 0 0 0,1 0 1 0 0,-1-1-1 0 0,0 1 0 0 0,1 0 0 0 0,-1 0 0 0 0,1-1 0 0 0,-1 1 0 0 0,0 0 0 0 0,1 0 1 0 0,-1-1-1 0 0,0 1 0 0 0,0 0 0 0 0,1-1 0 0 0,-1 1 0 0 0,0 0 0 0 0,0-1 0 0 0,1 1 1 0 0,-1-1-1 0 0,2-4-1090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4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1200 0 0,'3'2'1385'0'0,"-1"1"-521"0"0,1 0 120 0 0,0-2 1649 0 0,-2 1-1577 0 0,-2-2-1248 0 0,2 0-488 0 0,-5-8-2337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7.8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2208 0 0,'0'7'8732'0'0,"6"26"-4974"0"0,24 115-2782 0 0,-28-138-411 0 0,31 192 892 0 0,-27-267-1078 0 0,-10-19-253 0 0,1 62-102 0 0,1 1 0 0 0,2-1 0 0 0,0 0 0 0 0,1 0 0 0 0,1 1 0 0 0,6-27 0 0 0,-8 47-17 0 0,0 0 0 0 0,0-1 0 0 0,1 1 0 0 0,-1 0 0 0 0,0 0 1 0 0,0 1-1 0 0,1-1 0 0 0,-1 0 0 0 0,1 0 0 0 0,-1 0 0 0 0,1 0 0 0 0,-1 0 0 0 0,1 0 0 0 0,-1 0 0 0 0,1 1 0 0 0,0-1 0 0 0,0 0 0 0 0,-1 0 0 0 0,1 1 0 0 0,0-1 0 0 0,0 1 0 0 0,0-1 0 0 0,0 1 0 0 0,-1-1 0 0 0,1 1 0 0 0,0-1 0 0 0,0 1 0 0 0,0 0 0 0 0,0-1 1 0 0,2 1-1 0 0,-1 0 6 0 0,0 1 1 0 0,0 0-1 0 0,0-1 1 0 0,0 1-1 0 0,0 0 1 0 0,0 0-1 0 0,0 0 1 0 0,-1 1-1 0 0,1-1 1 0 0,0 0-1 0 0,-1 1 1 0 0,1-1-1 0 0,2 4 0 0 0,5 6 45 0 0,-1 0 0 0 0,0 1 0 0 0,9 16 0 0 0,27 71 24 0 0,-19-31-3270 0 0,-19-73 741 0 0,0 0 2450 0 0,0 1-1 0 0,0-1 0 0 0,1 1 1 0 0,-1 1-1 0 0,14-6 1 0 0,-12 7 342 0 0,0 0 0 0 0,1 0 0 0 0,-1 0 1 0 0,0-1-1 0 0,0-1 0 0 0,0 1 1 0 0,-1-1-1 0 0,1-1 0 0 0,-1 1 1 0 0,0-1-1 0 0,0-1 0 0 0,9-8 0 0 0,-14 12-271 0 0,1 0 0 0 0,-1-1 0 0 0,0 1-1 0 0,0 0 1 0 0,0-1 0 0 0,0 0 0 0 0,0 1-1 0 0,0-1 1 0 0,-1 0 0 0 0,0 0 0 0 0,1 0-1 0 0,-1 0 1 0 0,0 0 0 0 0,0 0 0 0 0,-1 0-1 0 0,1 0 1 0 0,-1 0 0 0 0,1-1 0 0 0,-1 1-1 0 0,0 0 1 0 0,0 0 0 0 0,0 0 0 0 0,-1-1-1 0 0,1 1 1 0 0,-1 0 0 0 0,0 0 0 0 0,0 0-1 0 0,0 0 1 0 0,0 0 0 0 0,0 0 0 0 0,-1 0-1 0 0,1 0 1 0 0,-1 1 0 0 0,0-1 0 0 0,0 0-1 0 0,-3-3 1 0 0,2 3-24 0 0,0-1 0 0 0,-1 1-1 0 0,1 0 1 0 0,-1 0 0 0 0,0 0 0 0 0,1 0 0 0 0,-1 1 0 0 0,-1-1-1 0 0,1 1 1 0 0,0 0 0 0 0,0 0 0 0 0,-1 1 0 0 0,1-1-1 0 0,-1 1 1 0 0,1 0 0 0 0,-1 0 0 0 0,0 1 0 0 0,1-1-1 0 0,-1 1 1 0 0,-5 0 0 0 0,7 1-49 0 0,-1 0 0 0 0,1 0 0 0 0,0 0-1 0 0,-1 1 1 0 0,1-1 0 0 0,0 1 0 0 0,0-1 0 0 0,0 1 0 0 0,0 0 0 0 0,0 0 0 0 0,0 1-1 0 0,0-1 1 0 0,1 1 0 0 0,-1-1 0 0 0,1 1 0 0 0,0 0 0 0 0,0-1 0 0 0,0 1 0 0 0,0 1-1 0 0,0-1 1 0 0,1 0 0 0 0,-1 0 0 0 0,1 0 0 0 0,0 1 0 0 0,0-1 0 0 0,-1 7 0 0 0,-1 6-21 0 0,1 0-1 0 0,0 1 1 0 0,2-1 0 0 0,0 0 0 0 0,0 1 0 0 0,2-1 0 0 0,2 17 0 0 0,-2-22-4 0 0,0-1 1 0 0,1 0 0 0 0,0 1-1 0 0,0-1 1 0 0,1 0-1 0 0,0-1 1 0 0,1 1 0 0 0,0-1-1 0 0,1 0 1 0 0,0 0 0 0 0,13 15-1 0 0,-17-22 11 0 0,-1 0 0 0 0,1 0 0 0 0,0 0 0 0 0,0 0 1 0 0,1 0-1 0 0,-1 0 0 0 0,0-1 0 0 0,1 1 0 0 0,-1-1 0 0 0,0 0 0 0 0,1 0 0 0 0,0 0 0 0 0,-1 0 0 0 0,1 0 0 0 0,0 0 0 0 0,-1-1 0 0 0,1 1 0 0 0,0-1 1 0 0,0 0-1 0 0,-1 0 0 0 0,1 0 0 0 0,0 0 0 0 0,0 0 0 0 0,0-1 0 0 0,-1 1 0 0 0,1-1 0 0 0,0 0 0 0 0,-1 1 0 0 0,1-1 0 0 0,0 0 0 0 0,3-3 0 0 0,-1 0-64 0 0,-1 0-1 0 0,0 0 0 0 0,0 0 0 0 0,0-1 0 0 0,0 0 0 0 0,-1 0 0 0 0,0 0 0 0 0,0 0 0 0 0,0 0 0 0 0,0-1 1 0 0,-1 1-1 0 0,0-1 0 0 0,3-11 0 0 0,1-5 5 0 0,-2-1-1 0 0,0 1 1 0 0,-1-1 0 0 0,-1 0-1 0 0,-1 0 1 0 0,-1 0-1 0 0,-1 0 1 0 0,-6-36 0 0 0,7 59 80 0 0,0 0-1 0 0,0 0 1 0 0,0 0 0 0 0,0 0 0 0 0,-1 0 0 0 0,1 0 0 0 0,0 0 0 0 0,0 0-1 0 0,0 0 1 0 0,0 1 0 0 0,0-1 0 0 0,0 0 0 0 0,0 0 0 0 0,0 0 0 0 0,0 0-1 0 0,0 0 1 0 0,0 0 0 0 0,0 0 0 0 0,0 0 0 0 0,0 0 0 0 0,0 0 0 0 0,0 0-1 0 0,0 0 1 0 0,0 0 0 0 0,0 0 0 0 0,-1 0 0 0 0,1 0 0 0 0,0 0 0 0 0,0 1-1 0 0,0-1 1 0 0,0 0 0 0 0,0 0 0 0 0,0 0 0 0 0,0 0 0 0 0,0 0 0 0 0,0 0-1 0 0,0 0 1 0 0,0 0 0 0 0,-1 0 0 0 0,1 0 0 0 0,0 0 0 0 0,0-1 0 0 0,0 1 0 0 0,-2 17 128 0 0,-1 21 13 0 0,4-11-39 0 0,2-1-1 0 0,6 32 1 0 0,-8-52-111 0 0,0 0 1 0 0,1 0 0 0 0,0 0 0 0 0,0 0-1 0 0,0 0 1 0 0,1 0 0 0 0,0 0 0 0 0,0-1-1 0 0,0 1 1 0 0,1-1 0 0 0,-1 0 0 0 0,1 0-1 0 0,1 0 1 0 0,-1-1 0 0 0,6 5 0 0 0,-9-8 4 0 0,0 0 1 0 0,1 0 0 0 0,-1-1 0 0 0,0 1 0 0 0,0-1 0 0 0,0 1 0 0 0,1-1-1 0 0,-1 1 1 0 0,0-1 0 0 0,1 0 0 0 0,-1 1 0 0 0,0-1 0 0 0,1 0 0 0 0,-1 0 0 0 0,0 0-1 0 0,1 0 1 0 0,-1-1 0 0 0,0 1 0 0 0,1 0 0 0 0,-1 0 0 0 0,0-1 0 0 0,1 1-1 0 0,1-2 1 0 0,0 1 11 0 0,-1-1 0 0 0,0 0 0 0 0,0 0-1 0 0,1 0 1 0 0,-1 0 0 0 0,-1 0 0 0 0,1 0 0 0 0,0-1-1 0 0,0 1 1 0 0,2-5 0 0 0,2-7 48 0 0,0 0 0 0 0,-1 0 0 0 0,4-21 0 0 0,-7 30-60 0 0,3-28 54 0 0,-5 27-44 0 0,1-1 0 0 0,0 1 0 0 0,0 0-1 0 0,0-1 1 0 0,5-9 0 0 0,-6 16-11 0 0,1 0 0 0 0,-1 0-1 0 0,1 0 1 0 0,-1 0 0 0 0,0 0 0 0 0,1 0 0 0 0,-1 0 0 0 0,1 0 0 0 0,-1 0 0 0 0,1 0-1 0 0,-1 0 1 0 0,1 0 0 0 0,-1 1 0 0 0,0-1 0 0 0,1 0 0 0 0,-1 0 0 0 0,1 0 0 0 0,-1 1-1 0 0,0-1 1 0 0,1 0 0 0 0,-1 1 0 0 0,0-1 0 0 0,1 0 0 0 0,-1 1 0 0 0,0-1 0 0 0,1 0-1 0 0,-1 1 1 0 0,0-1 0 0 0,0 1 0 0 0,0-1 0 0 0,1 0 0 0 0,-1 1 0 0 0,0-1 0 0 0,0 1-1 0 0,0-1 1 0 0,0 1 0 0 0,14 24 63 0 0,-12-22-50 0 0,-1-1 8 0 0,0 1 0 0 0,1-1 0 0 0,-1 0-1 0 0,1 0 1 0 0,-1 0 0 0 0,1 0 0 0 0,0 0 0 0 0,0 0 0 0 0,0 0-1 0 0,0 0 1 0 0,0-1 0 0 0,0 1 0 0 0,0-1 0 0 0,1 0 0 0 0,-1 1-1 0 0,0-1 1 0 0,1 0 0 0 0,-1 0 0 0 0,1-1 0 0 0,4 2 0 0 0,-6-2 22 0 0,1-1 0 0 0,-1 1 1 0 0,1 0-1 0 0,-1-1 1 0 0,0 1-1 0 0,1-1 0 0 0,-1 0 1 0 0,0 1-1 0 0,1-1 1 0 0,-1 0-1 0 0,0 0 0 0 0,0 0 1 0 0,1 0-1 0 0,-1 0 1 0 0,0 0-1 0 0,0 0 0 0 0,0 0 1 0 0,0-1-1 0 0,-1 1 1 0 0,1 0-1 0 0,0 0 0 0 0,0-1 1 0 0,-1 1-1 0 0,1-1 1 0 0,-1 1-1 0 0,1-1 0 0 0,-1 1 1 0 0,0-1-1 0 0,1 1 1 0 0,-1-1-1 0 0,0 1 0 0 0,0-1 1 0 0,0 1-1 0 0,0-1 0 0 0,-1-1 1 0 0,0-14 38 0 0,0 0 1 0 0,-1 0-1 0 0,-1 1 1 0 0,-1-1-1 0 0,0 1 1 0 0,-12-28-1 0 0,6 16-631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8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4889 0 0,'-1'3'12096'0'0,"16"-2"-9109"0"0,33-20-1721 0 0,44-13-733 0 0,-86 31-1132 0 0,1 0 0 0 0,-1 0 0 0 0,1 0 0 0 0,-1 1 0 0 0,1-1 0 0 0,12 3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8.5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 2761 0 0,'0'3'584'0'0,"0"-1"0"0"0,0 0-1 0 0,1 0 1 0 0,-1 1 0 0 0,1-1 0 0 0,-1 0 0 0 0,1 0 0 0 0,-1 0 0 0 0,1 1 0 0 0,0-1 0 0 0,0 0 0 0 0,0 0 0 0 0,1 0 0 0 0,-1-1 0 0 0,0 1 0 0 0,1 0 0 0 0,-1 0 0 0 0,1-1 0 0 0,-1 1 0 0 0,4 1 0 0 0,-2 0-193 0 0,1-1 0 0 0,0 0 1 0 0,0 0-1 0 0,0 0 0 0 0,1-1 1 0 0,-1 1-1 0 0,0-1 0 0 0,0 0 1 0 0,1-1-1 0 0,4 1 0 0 0,0 0-606 0 0,0-1 0 0 0,0 0 1 0 0,0 0-1 0 0,0-1 0 0 0,0 0 0 0 0,0-1 0 0 0,0 0 0 0 0,0 0 0 0 0,15-7 1 0 0,-21 7-496 0 0,-1 1 0 0 0,1-1 1 0 0,-1 1-1 0 0,1-1 0 0 0,-1 0 0 0 0,0 0 1 0 0,0 0-1 0 0,0 0 0 0 0,0-1 0 0 0,0 1 1 0 0,0 0-1 0 0,0-1 0 0 0,-1 1 1 0 0,0-1-1 0 0,1 0 0 0 0,0-3 0 0 0,4-8-3156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9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60 3657 0 0,'-1'0'188'0'0,"0"1"0"0"0,0-1 0 0 0,1 1 0 0 0,-1-1 0 0 0,0 0 0 0 0,1 1 0 0 0,-1-1 0 0 0,1 1 0 0 0,-1-1 0 0 0,1 1 0 0 0,-1 0 0 0 0,1-1 0 0 0,-1 1 0 0 0,1 0 0 0 0,-1-1 0 0 0,1 1 0 0 0,0 0 1 0 0,-1-1-1 0 0,1 1 0 0 0,0 0 0 0 0,0 0 0 0 0,0-1 0 0 0,-1 1 0 0 0,1 0 0 0 0,0 0 0 0 0,0-1 0 0 0,0 1 0 0 0,0 0 0 0 0,0 0 0 0 0,0 0 0 0 0,1-1 0 0 0,-1 3 0 0 0,4 29 1691 0 0,-4-30-1653 0 0,6 38 538 0 0,2-1 0 0 0,2 0 0 0 0,1 0 0 0 0,20 45 0 0 0,-31-166 1302 0 0,-2 29-1972 0 0,0 36 86 0 0,1-1 0 0 0,1 0-1 0 0,1 1 1 0 0,4-31-1 0 0,-4 48-145 0 0,0 1 0 0 0,0-1 0 0 0,0 1 0 0 0,-1-1 0 0 0,1 1 0 0 0,0-1-1 0 0,0 1 1 0 0,-1 0 0 0 0,1-1 0 0 0,-1 1 0 0 0,1 0 0 0 0,0 0 0 0 0,-1-1 0 0 0,0 1-1 0 0,1 0 1 0 0,-1 0 0 0 0,1 0 0 0 0,-1 0 0 0 0,0-1 0 0 0,0 1 0 0 0,1 0-1 0 0,-1 0 1 0 0,0 1 0 0 0,14 32 28 0 0,-1 5 16 0 0,-10-27-68 0 0,0-1 0 0 0,1 1-1 0 0,1-1 1 0 0,0 0-1 0 0,1 0 1 0 0,6 10 0 0 0,-11-20-14 0 0,-1-1 1 0 0,0 1-1 0 0,0-1 1 0 0,1 0 0 0 0,-1 1-1 0 0,0-1 1 0 0,1 1 0 0 0,-1-1-1 0 0,0 0 1 0 0,1 0 0 0 0,-1 1-1 0 0,1-1 1 0 0,-1 0-1 0 0,1 1 1 0 0,-1-1 0 0 0,0 0-1 0 0,1 0 1 0 0,-1 0 0 0 0,1 0-1 0 0,-1 1 1 0 0,1-1 0 0 0,-1 0-1 0 0,1 0 1 0 0,-1 0-1 0 0,1 0 1 0 0,-1 0 0 0 0,1 0-1 0 0,-1 0 1 0 0,1 0 0 0 0,-1-1-1 0 0,1 1 1 0 0,-1 0-1 0 0,2 0 1 0 0,11-17-75 0 0,5-33 24 0 0,-16 44 59 0 0,3-14 29 0 0,-4 14 27 0 0,0 1 0 0 0,1-1-1 0 0,-1 1 1 0 0,1-1 0 0 0,0 1 0 0 0,0-1-1 0 0,1 1 1 0 0,-1 0 0 0 0,1 0 0 0 0,0 0-1 0 0,8-8 1 0 0,-10 13-54 0 0,-1 0 1 0 0,1 0-1 0 0,0 0 1 0 0,0 0-1 0 0,-1 0 1 0 0,1 0-1 0 0,0 0 0 0 0,0 1 1 0 0,-1-1-1 0 0,1 0 1 0 0,0 0-1 0 0,-1 1 0 0 0,1-1 1 0 0,0 0-1 0 0,-1 1 1 0 0,1-1-1 0 0,0 0 1 0 0,-1 1-1 0 0,1-1 0 0 0,-1 1 1 0 0,1-1-1 0 0,-1 1 1 0 0,1 0-1 0 0,-1-1 0 0 0,1 1 1 0 0,-1-1-1 0 0,0 1 1 0 0,1 0-1 0 0,-1-1 1 0 0,0 1-1 0 0,1 0 0 0 0,-1 0 1 0 0,0-1-1 0 0,0 2 1 0 0,15 33 14 0 0,-13-27-60 0 0,31 58-1940 0 0,-30-62 1472 0 0,0 0-1 0 0,-1 0 0 0 0,2 0 0 0 0,-1 0 0 0 0,0-1 1 0 0,1 0-1 0 0,6 6 0 0 0,-9-9 340 0 0,0 0 0 0 0,0 0 1 0 0,0 0-1 0 0,0 0 0 0 0,0 0 0 0 0,0 0 0 0 0,0 0 1 0 0,0-1-1 0 0,0 1 0 0 0,0 0 0 0 0,0-1 0 0 0,0 1 0 0 0,0 0 1 0 0,0-1-1 0 0,0 1 0 0 0,-1-1 0 0 0,1 1 0 0 0,0-1 1 0 0,0 0-1 0 0,0 1 0 0 0,-1-1 0 0 0,1 0 0 0 0,0 0 0 0 0,-1 1 1 0 0,1-1-1 0 0,-1 0 0 0 0,1 0 0 0 0,-1 0 0 0 0,1 0 1 0 0,-1 0-1 0 0,0 0 0 0 0,1 1 0 0 0,-1-1 0 0 0,0 0 0 0 0,0-2 1 0 0,14-38-1883 0 0,-14 41 1952 0 0,29-131-1639 0 0,-27 114 2252 0 0,0 0 1 0 0,-1 0 0 0 0,-2-19 0 0 0,1 35-459 0 0,0 1 1 0 0,0 0 0 0 0,0 0 0 0 0,0 0-1 0 0,0 0 1 0 0,0 0 0 0 0,0-1-1 0 0,0 1 1 0 0,0 0 0 0 0,0 0 0 0 0,0 0-1 0 0,0 0 1 0 0,0 0 0 0 0,0-1-1 0 0,0 1 1 0 0,0 0 0 0 0,-1 0-1 0 0,1 0 1 0 0,0 0 0 0 0,0 0 0 0 0,0 0-1 0 0,0 0 1 0 0,0-1 0 0 0,0 1-1 0 0,0 0 1 0 0,0 0 0 0 0,-1 0 0 0 0,1 0-1 0 0,0 0 1 0 0,0 0 0 0 0,0 0-1 0 0,0 0 1 0 0,0 0 0 0 0,0 0-1 0 0,-1 0 1 0 0,1 0 0 0 0,0 0 0 0 0,0 0-1 0 0,0 0 1 0 0,0 0 0 0 0,0 0-1 0 0,-1 0 1 0 0,1 0 0 0 0,0 0 0 0 0,0 0-1 0 0,0 0 1 0 0,0 0 0 0 0,0 0-1 0 0,0 0 1 0 0,-1 0 0 0 0,1 0-1 0 0,0 0 1 0 0,0 0 0 0 0,0 0 0 0 0,0 0-1 0 0,0 0 1 0 0,0 0 0 0 0,-1 0-1 0 0,1 0 1 0 0,0 1 0 0 0,0-1 0 0 0,0 0-1 0 0,0 0 1 0 0,0 0 0 0 0,-12 14 1704 0 0,-9 18-266 0 0,5-3-525 0 0,10-18-777 0 0,-1 0 1 0 0,2 0-1 0 0,-1 1 0 0 0,1-1 1 0 0,1 1-1 0 0,0 1 1 0 0,-2 12-1 0 0,6-24-194 0 0,0-1 0 0 0,1 1 0 0 0,-1-1 0 0 0,0 1 0 0 0,0-1 0 0 0,0 1 0 0 0,0-1 0 0 0,1 1 0 0 0,-1-1 0 0 0,0 1 0 0 0,0-1 0 0 0,1 1-1 0 0,-1-1 1 0 0,0 0 0 0 0,1 1 0 0 0,-1-1 0 0 0,0 0 0 0 0,1 1 0 0 0,-1-1 0 0 0,1 0 0 0 0,-1 1 0 0 0,1-1 0 0 0,-1 0 0 0 0,1 0 0 0 0,-1 1 0 0 0,1-1 0 0 0,-1 0 0 0 0,1 0 0 0 0,-1 0 0 0 0,1 0-1 0 0,-1 0 1 0 0,1 0 0 0 0,-1 0 0 0 0,1 0 0 0 0,-1 0 0 0 0,1 0 0 0 0,-1 0 0 0 0,1 0 0 0 0,-1 0 0 0 0,1 0 0 0 0,-1 0 0 0 0,1 0 0 0 0,-1-1 0 0 0,1 1 0 0 0,0-1 0 0 0,35-9 59 0 0,-21 6 99 0 0,-12 3-117 0 0,1 1 0 0 0,-1 0 0 0 0,0-1 0 0 0,1 1-1 0 0,-1 1 1 0 0,0-1 0 0 0,1 0 0 0 0,-1 1 0 0 0,0 0 0 0 0,0-1 0 0 0,0 1 0 0 0,1 0 0 0 0,-1 1 0 0 0,0-1-1 0 0,5 4 1 0 0,-6-4 24 0 0,-1 1 0 0 0,1 0 1 0 0,0 0-1 0 0,-1 0 0 0 0,1 0 0 0 0,-1 0 0 0 0,0 0 0 0 0,1 0 0 0 0,-1 1 0 0 0,0-1 0 0 0,-1 0 0 0 0,1 0 0 0 0,0 1 0 0 0,-1-1 0 0 0,1 1 0 0 0,0 3 0 0 0,-1 7-423 0 0,-1 1-1 0 0,0-1 0 0 0,-1 1 1 0 0,0-1-1 0 0,-9 26 0 0 0,11-36 148 0 0,-6 25-4694 0 0,5-19 1076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39.8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43 2921 0 0,'1'-3'685'0'0,"-1"0"1"0"0,0 0 0 0 0,-1-1 0 0 0,1 1 0 0 0,-1 0 0 0 0,1 0 0 0 0,-1 0-1 0 0,0-1 1 0 0,0 1 0 0 0,-2-3 0 0 0,3 6-582 0 0,0-1 0 0 0,-1 1 0 0 0,1 0 0 0 0,0-1 0 0 0,0 1 0 0 0,-1 0 0 0 0,1 0 0 0 0,0-1 0 0 0,-1 1 0 0 0,1 0 0 0 0,0 0 0 0 0,-1 0 0 0 0,1 0 0 0 0,0-1 0 0 0,-1 1 0 0 0,1 0 0 0 0,0 0 0 0 0,-1 0 0 0 0,1 0 0 0 0,-1 0 1 0 0,1 0-1 0 0,0 0 0 0 0,-1 0 0 0 0,1 0 0 0 0,0 0 0 0 0,-1 0 0 0 0,1 0 0 0 0,-1 0 0 0 0,1 0 0 0 0,0 0 0 0 0,-1 1 0 0 0,-17 16 733 0 0,14-10-781 0 0,1 0-1 0 0,0 0 0 0 0,0 0 1 0 0,0 0-1 0 0,1 0 1 0 0,0 1-1 0 0,0-1 1 0 0,1 1-1 0 0,0 0 0 0 0,0-1 1 0 0,1 1-1 0 0,0 0 1 0 0,1 0-1 0 0,-1-1 1 0 0,3 9-1 0 0,-3-15-60 0 0,0-1 0 0 0,0 0 0 0 0,0 0 0 0 0,0 1 1 0 0,0-1-1 0 0,0 0 0 0 0,1 0 0 0 0,-1 1 0 0 0,0-1 0 0 0,0 0 0 0 0,0 0 1 0 0,0 1-1 0 0,1-1 0 0 0,-1 0 0 0 0,0 0 0 0 0,0 0 0 0 0,1 0 0 0 0,-1 1 0 0 0,0-1 1 0 0,0 0-1 0 0,1 0 0 0 0,-1 0 0 0 0,0 0 0 0 0,0 0 0 0 0,1 0 0 0 0,-1 0 0 0 0,0 0 1 0 0,0 1-1 0 0,1-1 0 0 0,-1 0 0 0 0,0 0 0 0 0,1 0 0 0 0,-1 0 0 0 0,0 0 0 0 0,0-1 1 0 0,1 1-1 0 0,-1 0 0 0 0,0 0 0 0 0,1 0 0 0 0,-1 0 0 0 0,12-11-79 0 0,5-15 77 0 0,-17 26 7 0 0,3-5 17 0 0,-1 0 0 0 0,1 0 0 0 0,-1 0 0 0 0,0 0 0 0 0,0 0 0 0 0,-1 0 0 0 0,1-1 0 0 0,-1 1 0 0 0,-1-1 0 0 0,1 1 0 0 0,-1-1 0 0 0,1 1 0 0 0,-2-1-1 0 0,1 1 1 0 0,0-1 0 0 0,-3-6 0 0 0,33 96 255 0 0,-5-35-217 0 0,-13-29 47 0 0,-1 1 0 0 0,-1 1-1 0 0,-1 0 1 0 0,10 35 0 0 0,-17-50-82 0 0,-1 1 0 0 0,0-1 0 0 0,-1 1-1 0 0,1-1 1 0 0,-2 1 0 0 0,1-1 0 0 0,-1 1 0 0 0,0-1-1 0 0,0 1 1 0 0,-1-1 0 0 0,0 0 0 0 0,0 0 0 0 0,-1 0-1 0 0,0 0 1 0 0,0 0 0 0 0,-1 0 0 0 0,0-1 0 0 0,-8 11 0 0 0,8-11-85 0 0,-1-1 1 0 0,0 0-1 0 0,-1 0 1 0 0,1-1-1 0 0,-1 1 1 0 0,0-1-1 0 0,0 0 1 0 0,0-1-1 0 0,-13 6 1 0 0,18-8 40 0 0,-1 0-1 0 0,1-1 1 0 0,-1 0-1 0 0,1 1 1 0 0,-1-1 0 0 0,1 0-1 0 0,-1 0 1 0 0,1 0 0 0 0,-1 0-1 0 0,0 0 1 0 0,1 0-1 0 0,-1 0 1 0 0,1 0 0 0 0,-1-1-1 0 0,1 1 1 0 0,-1 0-1 0 0,1-1 1 0 0,-1 0 0 0 0,-2-1-1 0 0,3 1 44 0 0,-1-1 0 0 0,1 1 0 0 0,0-1 0 0 0,-1 0 0 0 0,1 0 0 0 0,0 0 0 0 0,0 0 0 0 0,0 0 0 0 0,1 0 0 0 0,-1 0 0 0 0,0 0 0 0 0,1 0 0 0 0,-1 0-1 0 0,1 0 1 0 0,0 0 0 0 0,-1 0 0 0 0,1 0 0 0 0,0-1 0 0 0,1-1 0 0 0,-1-3 42 0 0,0-1 0 0 0,1 2 0 0 0,0-1 0 0 0,0 0 0 0 0,1 0 0 0 0,-1 0 0 0 0,2 0 0 0 0,-1 1 0 0 0,1-1 0 0 0,0 1 0 0 0,0 0 0 0 0,0 0 0 0 0,1 0 0 0 0,0 0 0 0 0,1 0 0 0 0,-1 1 0 0 0,1 0 0 0 0,0 0 0 0 0,0 0 0 0 0,0 1 0 0 0,1-1 0 0 0,0 1 0 0 0,0 1 0 0 0,0-1 0 0 0,0 1 0 0 0,12-5 0 0 0,-6 5-387 0 0,-1 0-1449 0 0,0 0 0 0 0,0 0 0 0 0,19-10 0 0 0,-28 11 1364 0 0,1 0-1 0 0,0 1 1 0 0,-1-1 0 0 0,0 0 0 0 0,1 0 0 0 0,-1 0-1 0 0,0-1 1 0 0,0 1 0 0 0,0 0 0 0 0,0-1 0 0 0,0 0-1 0 0,-1 1 1 0 0,1-1 0 0 0,-1 0 0 0 0,0 0-1 0 0,0 0 1 0 0,0 1 0 0 0,1-5 0 0 0,4-9-1523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40.1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1 136 3905 0 0,'4'1'838'0'0,"1"0"0"0"0,-1 0 1 0 0,0-1-1 0 0,1 1 0 0 0,-1-1 1 0 0,1 0-1 0 0,-1 0 0 0 0,1 0 1 0 0,4-2-1 0 0,-2 1-478 0 0,1-1-1 0 0,-1 0 1 0 0,0-1-1 0 0,1 1 0 0 0,6-5 1 0 0,-7 3-1058 0 0,0 0 1 0 0,0 0-1 0 0,0-1 0 0 0,-1 0 1 0 0,0 0-1 0 0,0 0 0 0 0,0-1 1 0 0,0 0-1 0 0,-1 0 0 0 0,8-13 1 0 0,-10 7-2915 0 0</inkml:trace>
  <inkml:trace contextRef="#ctx0" brushRef="#br0" timeOffset="1">57 0 1632 0 0,'-3'19'5944'0'0,"9"20"-2712"0"0,-5-34-2682 0 0,6 34 624 0 0,-1-2-620 0 0,13 45-1 0 0,-16-73-1271 0 0,0 0-1 0 0,1 0 0 0 0,0 0 0 0 0,0-1 1 0 0,1 1-1 0 0,0-1 0 0 0,0 0 1 0 0,1 0-1 0 0,13 13 0 0 0,-19-21 666 0 0,0 0 0 0 0,0 1 0 0 0,0-1-1 0 0,0 0 1 0 0,1 0 0 0 0,-1 0 0 0 0,0 0 0 0 0,0 1 0 0 0,0-1-1 0 0,0 0 1 0 0,0 0 0 0 0,0 0 0 0 0,0 0 0 0 0,0 0 0 0 0,1 1 0 0 0,-1-1-1 0 0,0 0 1 0 0,0 0 0 0 0,0 0 0 0 0,0 0 0 0 0,0 0 0 0 0,1 0-1 0 0,-1 0 1 0 0,0 0 0 0 0,0 0 0 0 0,0 0 0 0 0,0 1 0 0 0,1-1-1 0 0,-1 0 1 0 0,0 0 0 0 0,0 0 0 0 0,0 0 0 0 0,1 0 0 0 0,-1 0-1 0 0,0 0 1 0 0,0 0 0 0 0,0-1 0 0 0,0 1 0 0 0,1 0 0 0 0,-1 0 0 0 0,0 0-1 0 0,0 0 1 0 0,0 0 0 0 0,0 0 0 0 0,1 0 0 0 0,-1 0 0 0 0,0 0-1 0 0,0 0 1 0 0,0-1 0 0 0,0 1 0 0 0,0 0 0 0 0,0 0 0 0 0,1 0-1 0 0,-1 0 1 0 0,0 0 0 0 0,0-1 0 0 0,1 0-476 0 0,4-3-1732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40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5345 0 0,'-1'5'747'0'0,"-1"0"0"0"0,1-1 0 0 0,0 1 0 0 0,1 0 0 0 0,-1 0 0 0 0,1 0-1 0 0,0 5 1 0 0,6 41 883 0 0,24 41-2244 0 0,-21-65-147 0 0,20 45-2128 0 0,-27-66 2329 0 0,1-1 0 0 0,0 1 0 0 0,1-1 0 0 0,-1 0-1 0 0,1 0 1 0 0,0 0 0 0 0,0 0 0 0 0,0-1 0 0 0,7 6 0 0 0,-5-7-1073 0 0,2-1 293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40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83 3745 0 0,'-3'5'747'0'0,"0"0"1"0"0,1 0-1 0 0,0 0 0 0 0,-1 0 1 0 0,2 0-1 0 0,-1 1 1 0 0,-1 9-1 0 0,2-8-496 0 0,0 1 0 0 0,1-1 0 0 0,0 0 0 0 0,0 1 0 0 0,3 13 0 0 0,-3-17-267 0 0,1 1-1 0 0,0-1 1 0 0,0 1-1 0 0,1-1 1 0 0,-1 0-1 0 0,1 1 1 0 0,0-1 0 0 0,0 0-1 0 0,0 0 1 0 0,1 0-1 0 0,0-1 1 0 0,-1 1-1 0 0,1-1 1 0 0,0 1-1 0 0,1-1 1 0 0,-1 0-1 0 0,0 0 1 0 0,1 0-1 0 0,0-1 1 0 0,0 1 0 0 0,0-1-1 0 0,4 2 1 0 0,-5-3 42 0 0,0 0 0 0 0,0 0 1 0 0,0 0-1 0 0,0 0 1 0 0,0-1-1 0 0,0 1 0 0 0,1-1 1 0 0,-1 0-1 0 0,0 0 1 0 0,0 0-1 0 0,0 0 0 0 0,0-1 1 0 0,1 1-1 0 0,-1-1 0 0 0,0 0 1 0 0,0 0-1 0 0,0 0 1 0 0,0 0-1 0 0,0-1 0 0 0,-1 1 1 0 0,5-3-1 0 0,-3 0 121 0 0,0 0 0 0 0,0 0 0 0 0,0 0 0 0 0,-1 0 0 0 0,0 0 0 0 0,0-1 0 0 0,0 1 0 0 0,0-1 0 0 0,-1 0 0 0 0,1 0-1 0 0,2-9 1 0 0,-2 3 239 0 0,0 0 0 0 0,-1 0 0 0 0,0-1 0 0 0,0 1-1 0 0,-1 0 1 0 0,-1-1 0 0 0,0 1 0 0 0,0-1 0 0 0,-1 1 0 0 0,-1 0-1 0 0,-4-19 1 0 0,5 27-309 0 0,0 0 0 0 0,0 0 0 0 0,0 0 0 0 0,0 0 0 0 0,-1 1-1 0 0,1-1 1 0 0,-1 0 0 0 0,1 1 0 0 0,-1-1 0 0 0,0 1 0 0 0,0 0 0 0 0,0 0 0 0 0,0-1-1 0 0,-1 1 1 0 0,1 1 0 0 0,-1-1 0 0 0,1 0 0 0 0,-1 1 0 0 0,1-1 0 0 0,-1 1 0 0 0,0 0 0 0 0,0-1-1 0 0,-3 1 1 0 0,2 1-290 0 0,1 0-1 0 0,-1 0 1 0 0,1 1-1 0 0,0-1 1 0 0,-1 1-1 0 0,1 0 1 0 0,0 0-1 0 0,-1 0 1 0 0,1 1 0 0 0,0-1-1 0 0,0 1 1 0 0,0 0-1 0 0,0-1 1 0 0,0 1-1 0 0,0 1 1 0 0,1-1-1 0 0,-1 0 1 0 0,1 1-1 0 0,-1-1 1 0 0,-1 4-1 0 0,-2 1-1001 0 0,-21 29-6829 0 0,22-18 3780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42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1750 131 4193 0 0,'-21'4'11874'0'0,"-16"-8"-5720"0"0,-1 1-3970 0 0,-406 36 1640 0 0,374-32-3696 0 0,-99-13-1 0 0,-1 0-44 0 0,105 13-59 0 0,1 3 0 0 0,-1 2 0 0 0,1 3 0 0 0,1 3-1 0 0,-74 24 1 0 0,126-32-31 0 0,-2 0-1 0 0,-1 1-1 0 0,0-2 1 0 0,1 0-1 0 0,-1-1 1 0 0,0 0-1 0 0,-24 0 0 0 0,37-3 1 0 0,0 1-1 0 0,1 0 0 0 0,-1-1 0 0 0,1 1 0 0 0,-1-1 0 0 0,0 1 0 0 0,1-1 0 0 0,-1 1 0 0 0,1-1 0 0 0,-1 1 0 0 0,1-1 0 0 0,-1 1 0 0 0,1-1 0 0 0,-1 0 0 0 0,1 1 0 0 0,0-1 1 0 0,-1 0-1 0 0,1 0 0 0 0,0 1 0 0 0,0-1 0 0 0,-1 0 0 0 0,1 0 0 0 0,0 1 0 0 0,0-1 0 0 0,0 0 0 0 0,0 0 0 0 0,0 1 0 0 0,0-1 0 0 0,0 0 0 0 0,0 0 0 0 0,0 0 0 0 0,1 1 0 0 0,-1-1 1 0 0,0 0-1 0 0,0 1 0 0 0,1-1 0 0 0,-1 0 0 0 0,0 0 0 0 0,1 1 0 0 0,-1-1 0 0 0,1 0 0 0 0,0 0 0 0 0,18-37-244 0 0,-17 35 221 0 0,11-23-82 0 0,-1 0 0 0 0,15-49 1 0 0,-26 71 118 0 0,0 3 11 0 0,0 0 1 0 0,-1 0 0 0 0,1 0-1 0 0,-1 0 1 0 0,1 0-1 0 0,-1 0 1 0 0,0 0-1 0 0,1-1 1 0 0,-1 1-1 0 0,0 0 1 0 0,0 0-1 0 0,0 0 1 0 0,0 0-1 0 0,0-1 1 0 0,0 1 0 0 0,0 0-1 0 0,0 0 1 0 0,0 0-1 0 0,0-1 1 0 0,-1 1-1 0 0,1 0 1 0 0,-1 0-1 0 0,0-2 1 0 0,0 3 9 0 0,0 0-1 0 0,-1 0 1 0 0,1 0-1 0 0,0 1 1 0 0,0-1 0 0 0,0 0-1 0 0,0 1 1 0 0,-1-1 0 0 0,1 0-1 0 0,0 1 1 0 0,0 0 0 0 0,0-1-1 0 0,0 1 1 0 0,0-1 0 0 0,0 1-1 0 0,0 0 1 0 0,-1 2-1 0 0,-47 45 314 0 0,-32 36-279 0 0,50-55-25 0 0,2 2 1 0 0,-41 55-1 0 0,70-86-37 0 0,0 1 1 0 0,0 0-1 0 0,0-1 1 0 0,0 1-1 0 0,0-1 1 0 0,0 1-1 0 0,0 0 1 0 0,0-1-1 0 0,0 1 0 0 0,0-1 1 0 0,0 1-1 0 0,0-1 1 0 0,1 1-1 0 0,-1 0 1 0 0,0-1-1 0 0,0 1 1 0 0,1-1-1 0 0,-1 1 1 0 0,0-1-1 0 0,1 1 0 0 0,-1-1 1 0 0,0 0-1 0 0,1 1 1 0 0,-1-1-1 0 0,1 1 1 0 0,-1-1-1 0 0,1 0 1 0 0,-1 1-1 0 0,1-1 1 0 0,-1 0-1 0 0,1 0 0 0 0,-1 1 1 0 0,1-1-1 0 0,-1 0 1 0 0,1 0-1 0 0,-1 0 1 0 0,1 1-1 0 0,-1-1 1 0 0,1 0-1 0 0,0 0 1 0 0,-1 0-1 0 0,1 0 0 0 0,1 0 1 0 0,36 6-95 0 0,-31-4 86 0 0,6 0 14 0 0,-1 2 0 0 0,0-1 0 0 0,1 2 0 0 0,-2 0 0 0 0,1 0 0 0 0,-1 1 0 0 0,0 0 0 0 0,0 1 0 0 0,0 0 0 0 0,-1 1 0 0 0,13 12 0 0 0,6 10 20 0 0,-1 2 0 0 0,27 38-1 0 0,3 5-11 0 0,-57-73 40 0 0,0-1 0 0 0,1 1 1 0 0,-1-1-1 0 0,1 1 0 0 0,-1-1 0 0 0,1 1 0 0 0,0-1 0 0 0,0 0 0 0 0,0 0 0 0 0,-1 0 0 0 0,1 0 1 0 0,0 0-1 0 0,3 1 0 0 0,-4-2-262 0 0,0 0-1 0 0,0 0 1 0 0,-1 0 0 0 0,1 0 0 0 0,0 0-1 0 0,0 0 1 0 0,-1 0 0 0 0,1 0-1 0 0,0-1 1 0 0,0 1 0 0 0,0 0 0 0 0,-1 0-1 0 0,1-1 1 0 0,0 1 0 0 0,-1 0 0 0 0,1-1-1 0 0,0 1 1 0 0,-1-1 0 0 0,1 1 0 0 0,0-1-1 0 0,-1 1 1 0 0,1-1 0 0 0,-1 1 0 0 0,1-2-1 0 0,1 0-803 0 0,-1-1-1 0 0,0 0 0 0 0,1 1 0 0 0,-1-1 0 0 0,0 0 0 0 0,-1 0 0 0 0,1 0 1 0 0,0 1-1 0 0,-1-1 0 0 0,0 0 0 0 0,0 0 0 0 0,0 0 0 0 0,0 0 0 0 0,0 0 1 0 0,0 0-1 0 0,-1-4 0 0 0,-2-8-4404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5.0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41 12 2481 0 0,'0'-1'301'0'0,"0"1"1"0"0,0-1 0 0 0,0 1 0 0 0,0-1 0 0 0,0 1 0 0 0,0-1 0 0 0,-1 1-1 0 0,1-1 1 0 0,0 1 0 0 0,0-1 0 0 0,0 1 0 0 0,-1 0 0 0 0,1-1 0 0 0,0 1 0 0 0,0-1-1 0 0,-1 1 1 0 0,1 0 0 0 0,0-1 0 0 0,-1 1 0 0 0,1 0 0 0 0,-1-1 0 0 0,1 1-1 0 0,0 0 1 0 0,-1 0 0 0 0,1-1 0 0 0,-1 1 0 0 0,1 0 0 0 0,-1 0 0 0 0,1 0 0 0 0,-1-1-1 0 0,1 1 1 0 0,-1 0 0 0 0,1 0 0 0 0,-1 0 0 0 0,1 0 0 0 0,-1 0 0 0 0,1 0-1 0 0,-1 0 1 0 0,0 0 0 0 0,-8 23 4307 0 0,2 59-4488 0 0,5-59 1268 0 0,0 0-1616 0 0,-5 64 1226 0 0,11-44-3239 0 0,7-7-4543 0 0,-5-30 1997 0 0,-5-11 1171 0 0,0 3 2999 0 0,3-4-2126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5.4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4 3913 0 0,'-4'5'782'0'0,"1"0"0"0"0,0 0-1 0 0,0 0 1 0 0,1 0 0 0 0,0 1 0 0 0,-1-1 0 0 0,-1 11 0 0 0,2-6-262 0 0,0 0 1 0 0,1 1-1 0 0,0-1 1 0 0,1 14-1 0 0,0-17-467 0 0,0-1-1 0 0,0 1 0 0 0,1-1 0 0 0,0 1 0 0 0,0-1 0 0 0,1 1 1 0 0,0-1-1 0 0,0 0 0 0 0,1 1 0 0 0,-1-1 0 0 0,1-1 1 0 0,0 1-1 0 0,1 0 0 0 0,0-1 0 0 0,0 1 0 0 0,6 6 1 0 0,-8-11-5 0 0,-1 1 1 0 0,1-1 0 0 0,0 1 0 0 0,0-1 0 0 0,0 1-1 0 0,0-1 1 0 0,1 0 0 0 0,-1 0 0 0 0,0 0 0 0 0,0 0 0 0 0,1-1-1 0 0,-1 1 1 0 0,0-1 0 0 0,1 1 0 0 0,-1-1 0 0 0,1 0-1 0 0,-1 0 1 0 0,0 0 0 0 0,1 0 0 0 0,-1 0 0 0 0,1 0 0 0 0,-1-1-1 0 0,0 1 1 0 0,1-1 0 0 0,-1 0 0 0 0,0 0 0 0 0,1 0-1 0 0,-1 0 1 0 0,0 0 0 0 0,0 0 0 0 0,0 0 0 0 0,0-1 0 0 0,0 1-1 0 0,0-1 1 0 0,0 1 0 0 0,-1-1 0 0 0,1 0 0 0 0,-1 0-1 0 0,1 0 1 0 0,-1 0 0 0 0,1 0 0 0 0,-1 0 0 0 0,2-4 0 0 0,1-3 278 0 0,0 1 1 0 0,0-1 0 0 0,0 1-1 0 0,-1-1 1 0 0,0-1 0 0 0,-1 1 0 0 0,0 0-1 0 0,-1 0 1 0 0,2-19 0 0 0,-4 22-194 0 0,0-1 1 0 0,0 1-1 0 0,-1 0 0 0 0,1 0 1 0 0,-1 1-1 0 0,0-1 0 0 0,-1 0 1 0 0,0 0-1 0 0,0 1 1 0 0,0 0-1 0 0,0 0 0 0 0,-1 0 1 0 0,-7-8-1 0 0,10 11-184 0 0,-1 1 1 0 0,1-1-1 0 0,-1 1 0 0 0,1-1 0 0 0,-1 1 0 0 0,0 0 1 0 0,0 0-1 0 0,0 0 0 0 0,1 0 0 0 0,-1 0 1 0 0,0 0-1 0 0,0 1 0 0 0,0-1 0 0 0,0 1 1 0 0,0-1-1 0 0,-1 1 0 0 0,1 0 0 0 0,0 0 0 0 0,0 0 1 0 0,0 0-1 0 0,0 0 0 0 0,0 0 0 0 0,0 0 1 0 0,0 1-1 0 0,0-1 0 0 0,0 1 0 0 0,0-1 1 0 0,0 1-1 0 0,0 0 0 0 0,0 0 0 0 0,0 0 1 0 0,0 0-1 0 0,0 0 0 0 0,1 1 0 0 0,-1-1 0 0 0,1 0 1 0 0,-1 1-1 0 0,1-1 0 0 0,-1 1 0 0 0,1-1 1 0 0,0 1-1 0 0,-2 3 0 0 0,-1 0-700 0 0,0 0 0 0 0,1 1 1 0 0,0-1-1 0 0,0 1 0 0 0,1 0 0 0 0,-4 11 0 0 0,5-12-200 0 0,-1 0 0 0 0,2-1 0 0 0,-1 1 0 0 0,0 0 0 0 0,1 0 0 0 0,0-1 0 0 0,0 1 0 0 0,1 0 0 0 0,-1 0 0 0 0,2 5 0 0 0,2-2-1479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5.8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2953 0 0,'9'52'10587'0'0,"-10"31"-6231"0"0,-1-33-3309 0 0,1-35-991 0 0,0 9-378 0 0,3-10-3158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6.2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15 118 840 0 0,'-5'-13'185'0'0,"-4"-12"11238"0"0,14 41-7622 0 0,4 18-1908 0 0,7 61 0 0 0,-12-64-2676 0 0,1 0 0 0 0,16 51 0 0 0,-21-81 584 0 0,0-1-1 0 0,0 1 1 0 0,0 0-1 0 0,0-1 0 0 0,0 1 1 0 0,1 0-1 0 0,-1-1 0 0 0,0 1 1 0 0,0 0-1 0 0,1-1 0 0 0,-1 1 1 0 0,0 0-1 0 0,1-1 1 0 0,-1 1-1 0 0,1-1 0 0 0,-1 1 1 0 0,1-1-1 0 0,-1 1 0 0 0,1-1 1 0 0,-1 1-1 0 0,1-1 0 0 0,-1 0 1 0 0,1 1-1 0 0,0-1 1 0 0,-1 0-1 0 0,2 1 0 0 0,6-14-5266 0 0,-1-28 936 0 0,-4 20 2718 0 0</inkml:trace>
  <inkml:trace contextRef="#ctx0" brushRef="#br0" timeOffset="1">134 1 3185 0 0,'3'14'7309'0'0,"2"16"-3367"0"0,3 86 1614 0 0,-3-26-5378 0 0,-3-73-1512 0 0,0 0 0 0 0,2-1 1 0 0,5 18-1 0 0,-11-53-10467 0 0,1 7 9207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6.6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4857 0 0,'1'7'1968'0'0,"4"4"-175"0"0,-1 6-385 0 0,1-2-400 0 0,-2 5-287 0 0,0 0-225 0 0,-2-1-136 0 0,-1 3-96 0 0,-1-4-112 0 0,1-1-240 0 0,0-5-488 0 0,0-3-729 0 0,1-6-783 0 0,1-9-2673 0 0,-1-2 1536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6.9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2697 0 0,'9'63'7490'0'0,"24"35"-5816"0"0,-23-71-1163 0 0,-3-6-626 0 0,21 49-1078 0 0,-26-65 374 0 0,1 0-1 0 0,0-1 0 0 0,0 0 1 0 0,0 1-1 0 0,1-1 0 0 0,6 6 0 0 0,-5-8-1113 0 0,7 5-636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7.3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 2761 0 0,'3'1'601'0'0,"1"0"0"0"0,-1 0 0 0 0,1 0 0 0 0,-1-1 0 0 0,1 1 0 0 0,0-1 0 0 0,-1 0 0 0 0,1 0 0 0 0,0 0 0 0 0,-1-1 0 0 0,1 1 0 0 0,-1-1 0 0 0,1 0 0 0 0,3-1 1 0 0,-3 1-308 0 0,-1 0 1 0 0,0 0 0 0 0,0 0 0 0 0,1 1-1 0 0,-1-1 1 0 0,1 1 0 0 0,-1 0 0 0 0,0 0 0 0 0,1 0-1 0 0,-1 0 1 0 0,1 1 0 0 0,-1 0 0 0 0,6 1-1 0 0,-7 0-232 0 0,-1-1-1 0 0,1 1 1 0 0,-1-1-1 0 0,1 1 0 0 0,-1 0 1 0 0,0-1-1 0 0,0 1 1 0 0,0 0-1 0 0,0 0 0 0 0,0 0 1 0 0,0 0-1 0 0,-1 0 0 0 0,1 0 1 0 0,0 0-1 0 0,-1 0 1 0 0,0 1-1 0 0,1-1 0 0 0,-1 0 1 0 0,0 0-1 0 0,0 0 1 0 0,-1 4-1 0 0,-6 54 184 0 0,5-49-162 0 0,-1 11-6 0 0,-7 45-63 0 0,10-63-32 0 0,0-1 0 0 0,0 1 0 0 0,0 0 0 0 0,0 0 0 0 0,1-1 0 0 0,-1 1 0 0 0,1 0 0 0 0,0-1 0 0 0,0 1 0 0 0,0-1 0 0 0,1 1 0 0 0,-1-1 0 0 0,1 0-1 0 0,2 4 1 0 0,-3-6-62 0 0,0 0 0 0 0,0-1 0 0 0,0 1 0 0 0,0 0 0 0 0,0-1 0 0 0,0 1 0 0 0,0-1 0 0 0,0 1 0 0 0,0-1 0 0 0,0 0 0 0 0,0 1 0 0 0,1-1 0 0 0,-1 0 0 0 0,0 0 0 0 0,0 0 0 0 0,0 0 0 0 0,1 0 0 0 0,-1 0 0 0 0,0 0 0 0 0,0 0 0 0 0,0 0 0 0 0,0-1 0 0 0,1 1 0 0 0,-1 0 0 0 0,0-1 0 0 0,0 1 0 0 0,0-1 0 0 0,0 0 0 0 0,0 1 0 0 0,0-1 0 0 0,0 0 0 0 0,0 1 0 0 0,0-1 0 0 0,0 0 0 0 0,0 0-1 0 0,-1 0 1 0 0,1 0 0 0 0,1-1 0 0 0,29-38-5937 0 0,-28 33 5076 0 0,0 0-1 0 0,0 0 1 0 0,-1-1-1 0 0,0 1 1 0 0,2-15-1 0 0,0 4-1121 0 0</inkml:trace>
  <inkml:trace contextRef="#ctx0" brushRef="#br0" timeOffset="1">260 61 3929 0 0,'0'3'1776'0'0,"1"2"273"0"0,1-1-273 0 0,1 2-456 0 0,0 0-463 0 0,0-3-633 0 0,0 0-128 0 0,0-3-80 0 0,1 0-48 0 0,3-1-160 0 0,-1-4-329 0 0,1 1-423 0 0,1-2-496 0 0,-2-3-521 0 0,2 1-79 0 0,-2-4 480 0 0,0 1-1057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7.7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39 2673 0 0,'0'4'1256'0'0,"0"4"40"0"0,0 1-120 0 0,0 0-191 0 0,0-1-289 0 0,0-1-264 0 0,1-2-328 0 0,1-2-392 0 0,1-3-496 0 0,0 0-537 0 0,1-3-287 0 0,1-3 312 0 0,-1-3 183 0 0,1-1-679 0 0</inkml:trace>
  <inkml:trace contextRef="#ctx0" brushRef="#br0" timeOffset="1">110 1 3601 0 0,'0'6'1528'0'0,"0"4"64"0"0,-1 2-239 0 0,2-1-249 0 0,-1-2-336 0 0,2-1-304 0 0,-2-2-208 0 0,1-1-248 0 0,1-2-208 0 0,-1 0-176 0 0,2-2-288 0 0,-1 1-248 0 0,1-2-384 0 0,0 0-369 0 0,2-2 105 0 0,-4-2 328 0 0,5-1-961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8.1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1 4961 0 0,'-3'73'8271'0'0,"3"-68"-8151"0"0,1-1 0 0 0,-1 0 0 0 0,1 0 0 0 0,0 1 0 0 0,1-1 0 0 0,-1 0 0 0 0,1 0 0 0 0,3 7 0 0 0,-15-39-12125 0 0,5 17 9970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8.5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0 2737 0 0,'-2'16'5768'0'0,"6"21"-2903"0"0,-1-24-1918 0 0,0 17-746 0 0,3-1 1 0 0,0 0-1 0 0,19 52 0 0 0,-3-28-3509 0 0,5-3-3572 0 0,-23-43 4618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7:58.9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97 9 3065 0 0,'-3'-1'616'0'0,"1"-1"0"0"0,-1 1 0 0 0,0 0 0 0 0,1 0 0 0 0,-1 1 0 0 0,0-1 0 0 0,1 0 0 0 0,-1 1 0 0 0,0 0 0 0 0,0-1 0 0 0,0 1 0 0 0,1 1 0 0 0,-1-1 0 0 0,0 0 0 0 0,0 0 0 0 0,-4 2 0 0 0,5-1-444 0 0,-1 0 0 0 0,1 0 0 0 0,0 1 0 0 0,-1-1-1 0 0,1 1 1 0 0,0-1 0 0 0,0 1 0 0 0,0 0 0 0 0,0 0 0 0 0,0 0 0 0 0,0 0 0 0 0,0 0-1 0 0,1 0 1 0 0,-3 4 0 0 0,2-2-197 0 0,0 0 0 0 0,0 0 0 0 0,1 0 0 0 0,-1 0 0 0 0,1 1 0 0 0,0-1 0 0 0,0 0 0 0 0,1 1 0 0 0,-1-1-1 0 0,1 1 1 0 0,0-1 0 0 0,0 1 0 0 0,1-1 0 0 0,-1 0 0 0 0,1 1 0 0 0,0-1 0 0 0,0 1 0 0 0,0-1 0 0 0,1 0 0 0 0,3 7 0 0 0,-5-10 18 0 0,1 0-1 0 0,-1 0 1 0 0,1 0 0 0 0,-1-1 0 0 0,1 1 0 0 0,-1 0 0 0 0,1 0 0 0 0,0 0 0 0 0,-1-1 0 0 0,1 1 0 0 0,0 0 0 0 0,0-1-1 0 0,0 1 1 0 0,-1-1 0 0 0,1 1 0 0 0,0-1 0 0 0,0 1 0 0 0,0-1 0 0 0,0 0 0 0 0,0 1 0 0 0,0-1 0 0 0,0 0-1 0 0,0 0 1 0 0,0 0 0 0 0,0 0 0 0 0,0 0 0 0 0,1 0 0 0 0,1 0 2 0 0,-1-1 0 0 0,0 0-1 0 0,0 1 1 0 0,1-1 0 0 0,-1 0 0 0 0,0 0 0 0 0,0-1-1 0 0,0 1 1 0 0,0 0 0 0 0,0-1 0 0 0,2-1 0 0 0,2-3 14 0 0,-1 1 1 0 0,0-1-1 0 0,0 0 1 0 0,0 0-1 0 0,-1-1 0 0 0,6-9 1 0 0,1-28-38 0 0,-8 27 537 0 0,-1 13 267 0 0,-1 6 494 0 0,13 67 211 0 0,31 84-1 0 0,2 9-7512 0 0,-44-152 4868 0 0,-2-2-5488 0 0,-7-15 2436 0 0,4 1 1894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8:01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 3105 0 0,'0'-12'5236'0'0,"7"20"-2044"0"0,9 22-1218 0 0,1 26-981 0 0,-3 0 1 0 0,-2 1 0 0 0,-3 0-1 0 0,4 114 1 0 0,2-325-334 0 0,-9 107-470 0 0,-6 43-171 0 0,15-85 320 0 0,-13 82-293 0 0,-1 1 0 0 0,2-1 0 0 0,-1 1 1 0 0,1 0-1 0 0,0-1 0 0 0,0 1 0 0 0,0 1 0 0 0,1-1 1 0 0,0 0-1 0 0,9-9 0 0 0,-12 15-36 0 0,0-1 0 0 0,0 0 0 0 0,0 1 0 0 0,0-1 0 0 0,0 1 1 0 0,0-1-1 0 0,0 1 0 0 0,1 0 0 0 0,-1-1 0 0 0,0 1 0 0 0,0 0 0 0 0,0 0 0 0 0,1 0 0 0 0,-1 0 0 0 0,0 0 0 0 0,0 0 0 0 0,1 0 1 0 0,-1 0-1 0 0,0 1 0 0 0,0-1 0 0 0,0 0 0 0 0,0 1 0 0 0,1-1 0 0 0,-1 1 0 0 0,0-1 0 0 0,0 1 0 0 0,0-1 0 0 0,0 1 1 0 0,0 0-1 0 0,0 0 0 0 0,0-1 0 0 0,0 1 0 0 0,-1 0 0 0 0,1 0 0 0 0,0 0 0 0 0,0 0 0 0 0,-1 0 0 0 0,1 0 0 0 0,0 0 1 0 0,-1 0-1 0 0,1 2 0 0 0,25 49 199 0 0,-25-51-205 0 0,10 30-422 0 0,-2 1 0 0 0,-1-1 0 0 0,7 49 0 0 0,-8-20-3808 0 0,-2-1-4388 0 0,-2-51 6188 0 0,9-2-544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8:06.8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62 136 1856 0 0,'-18'11'2339'0'0,"-17"12"1642"0"0,35-22-3832 0 0,-1-1-1 0 0,0 0 0 0 0,1 1 1 0 0,-1-1-1 0 0,1 1 0 0 0,-1-1 1 0 0,1 1-1 0 0,-1 0 0 0 0,1-1 1 0 0,-1 1-1 0 0,1-1 1 0 0,0 1-1 0 0,-1 0 0 0 0,1-1 1 0 0,0 1-1 0 0,0 0 0 0 0,-1-1 1 0 0,1 1-1 0 0,0 0 0 0 0,0 0 1 0 0,0-1-1 0 0,0 1 1 0 0,0 0-1 0 0,0 0 0 0 0,0-1 1 0 0,0 1-1 0 0,0 0 0 0 0,0 0 1 0 0,0-1-1 0 0,0 1 0 0 0,1 0 1 0 0,-1-1-1 0 0,0 1 1 0 0,1 0-1 0 0,-1-1 0 0 0,0 1 1 0 0,1 0-1 0 0,-1-1 0 0 0,1 1 1 0 0,0 0-1 0 0,1 0 87 0 0,0 1 1 0 0,0-1-1 0 0,0 0 0 0 0,0 0 1 0 0,1-1-1 0 0,-1 1 0 0 0,0 0 1 0 0,1-1-1 0 0,-1 1 0 0 0,0-1 1 0 0,1 0-1 0 0,-1 0 1 0 0,0 0-1 0 0,1 0 0 0 0,-1 0 1 0 0,1 0-1 0 0,-1-1 0 0 0,0 1 1 0 0,1-1-1 0 0,-1 1 0 0 0,0-1 1 0 0,0 0-1 0 0,3-1 0 0 0,50-27 1156 0 0,-48 23-1256 0 0,0 0-1 0 0,0-1 1 0 0,0 0 0 0 0,-1 0 0 0 0,0-1-1 0 0,0 1 1 0 0,-1-1 0 0 0,0 0-1 0 0,6-13 1 0 0,-10 18-91 0 0,0 0 0 0 0,0 0 0 0 0,0 0 0 0 0,0 0 0 0 0,0 0 0 0 0,-1-1 0 0 0,1 1 0 0 0,-1 0 0 0 0,0 0 0 0 0,0 0 0 0 0,0-1 0 0 0,0 1 0 0 0,-2-6 0 0 0,1 7-19 0 0,0 0 0 0 0,0 0 0 0 0,0 0 0 0 0,0 0 0 0 0,0 0 0 0 0,-1 1 0 0 0,1-1 0 0 0,-1 0 0 0 0,1 1 0 0 0,-1-1 0 0 0,0 1 0 0 0,0-1 1 0 0,1 1-1 0 0,-1 0 0 0 0,0 0 0 0 0,0-1 0 0 0,0 2 0 0 0,0-1 0 0 0,-1 0 0 0 0,1 0 0 0 0,0 1 0 0 0,-2-1 0 0 0,1 0-21 0 0,0 0 0 0 0,0 1-1 0 0,1-1 1 0 0,-1 1 0 0 0,0-1-1 0 0,0 1 1 0 0,0 0 0 0 0,1 0 0 0 0,-1 1-1 0 0,0-1 1 0 0,0 0 0 0 0,1 1-1 0 0,-1 0 1 0 0,0 0 0 0 0,1 0 0 0 0,-1 0-1 0 0,0 0 1 0 0,1 0 0 0 0,-1 1 0 0 0,1-1-1 0 0,0 1 1 0 0,-3 1 0 0 0,1 1-21 0 0,1 0 0 0 0,0 1 0 0 0,-1-1 1 0 0,1 1-1 0 0,1-1 0 0 0,-1 1 1 0 0,1 0-1 0 0,0 0 0 0 0,0 0 0 0 0,-3 10 1 0 0,2 0-31 0 0,0 1 1 0 0,1 0-1 0 0,1-1 0 0 0,0 1 1 0 0,1 0-1 0 0,1-1 1 0 0,3 18-1 0 0,-3-28 43 0 0,0 0-1 0 0,1-1 0 0 0,-1 1 1 0 0,1-1-1 0 0,1 1 0 0 0,-1-1 0 0 0,0 0 1 0 0,1 0-1 0 0,0 0 0 0 0,0 0 1 0 0,0 0-1 0 0,1-1 0 0 0,-1 0 1 0 0,1 1-1 0 0,0-1 0 0 0,0 0 1 0 0,0-1-1 0 0,0 1 0 0 0,0-1 1 0 0,0 0-1 0 0,1 0 0 0 0,-1 0 0 0 0,1 0 1 0 0,0-1-1 0 0,-1 0 0 0 0,1 0 1 0 0,0 0-1 0 0,0-1 0 0 0,0 1 1 0 0,9-2-1 0 0,-7 1-192 0 0,0 0 0 0 0,-1 0 0 0 0,1-1-1 0 0,0 0 1 0 0,0 0 0 0 0,-1-1 0 0 0,1 0 0 0 0,-1 0 0 0 0,1-1 0 0 0,-1 1-1 0 0,0-2 1 0 0,0 1 0 0 0,0 0 0 0 0,0-1 0 0 0,-1 0 0 0 0,0-1 0 0 0,0 1-1 0 0,0-1 1 0 0,0 0 0 0 0,0 0 0 0 0,-1 0 0 0 0,4-7 0 0 0,-6 7-708 0 0,0-1 0 0 0,-1 1-1 0 0,1-1 1 0 0,-1 0 0 0 0,0 0 0 0 0,-1 0 0 0 0,1 0 0 0 0,-1 1 0 0 0,0-1 0 0 0,-1 0 0 0 0,1 0 0 0 0,-1 0 0 0 0,0 0 0 0 0,-1 0-1 0 0,1 1 1 0 0,-1-1 0 0 0,-5-9 0 0 0,3 1-978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8:07.2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 28 1872 0 0,'-11'-1'11076'0'0,"11"0"-10849"0"0,-1 1-1 0 0,1 0 0 0 0,0 0 0 0 0,0-1 0 0 0,0 1 0 0 0,-13 24 3680 0 0,9-6-3047 0 0,1 0 0 0 0,1 1 0 0 0,0 34 1 0 0,3-27-721 0 0,1 1 1 0 0,2-1 0 0 0,0 0 0 0 0,10 32 0 0 0,-13-55-136 0 0,0 0-1 0 0,0 1 0 0 0,1-1 0 0 0,-1 0 1 0 0,1 0-1 0 0,-1 0 0 0 0,1 0 0 0 0,0-1 1 0 0,0 1-1 0 0,3 3 0 0 0,-4-5-7 0 0,0-1-1 0 0,0 1 1 0 0,0 0 0 0 0,0-1-1 0 0,0 1 1 0 0,0 0 0 0 0,0-1-1 0 0,0 1 1 0 0,0-1-1 0 0,0 0 1 0 0,0 1 0 0 0,1-1-1 0 0,-1 0 1 0 0,0 0 0 0 0,0 0-1 0 0,0 0 1 0 0,1 0 0 0 0,-1 0-1 0 0,0 0 1 0 0,2 0-1 0 0,0-2 2 0 0,1 1-1 0 0,-1-1 0 0 0,1 0 0 0 0,-1 0 1 0 0,0 0-1 0 0,0 0 0 0 0,0-1 0 0 0,0 1 1 0 0,0-1-1 0 0,-1 0 0 0 0,1 0 0 0 0,-1 0 0 0 0,0 0 1 0 0,0 0-1 0 0,0 0 0 0 0,2-5 0 0 0,4-10 25 0 0,-2 0 0 0 0,0 0 0 0 0,-1 0 0 0 0,-1 0 0 0 0,0-1 0 0 0,-2 1-1 0 0,1-27 1 0 0,-2 38-17 0 0,-1 6-4 0 0,0 1-1 0 0,-1-1 1 0 0,1 1 0 0 0,0 0-1 0 0,0-1 1 0 0,0 1-1 0 0,0-1 1 0 0,0 1 0 0 0,1-1-1 0 0,-1 1 1 0 0,0-1 0 0 0,0 1-1 0 0,0-1 1 0 0,0 1-1 0 0,0 0 1 0 0,1-1 0 0 0,-1 1-1 0 0,0-1 1 0 0,0 1 0 0 0,1 0-1 0 0,-1-1 1 0 0,0 1-1 0 0,1 0 1 0 0,-1-1 0 0 0,0 1-1 0 0,1 0 1 0 0,-1-1 0 0 0,0 1-1 0 0,1 0 1 0 0,-1 0-1 0 0,1-1 1 0 0,0 1 0 0 0,12 9-29 0 0,13 28-17 0 0,-24-33 48 0 0,9 13-12 0 0,24 36-45 0 0,-33-51 56 0 0,-1 0-1 0 0,1 0 0 0 0,0 0 0 0 0,0 0 0 0 0,0 0 0 0 0,0 0 0 0 0,1 0 0 0 0,-1-1 0 0 0,1 1 0 0 0,-1-1 0 0 0,1 1 0 0 0,-1-1 0 0 0,1 0 0 0 0,-1 0 0 0 0,1 0 0 0 0,0-1 0 0 0,4 1 0 0 0,-6-1 37 0 0,1 0 0 0 0,0-1-1 0 0,-1 1 1 0 0,1-1 0 0 0,-1 1 0 0 0,1-1 0 0 0,0 0 0 0 0,-1 0 0 0 0,0 0 0 0 0,1 0 0 0 0,-1 0-1 0 0,1 0 1 0 0,-1 0 0 0 0,0 0 0 0 0,0 0 0 0 0,0-1 0 0 0,0 1 0 0 0,0-1 0 0 0,0 1-1 0 0,0 0 1 0 0,0-1 0 0 0,0 0 0 0 0,-1 1 0 0 0,1-1 0 0 0,-1 1 0 0 0,1-1 0 0 0,-1 0 0 0 0,1 1-1 0 0,-1-1 1 0 0,0 0 0 0 0,0-1 0 0 0,3-63 769 0 0,-3 55-745 0 0,1-5-54 0 0,-1 1 1 0 0,-1 0 0 0 0,-1 0-1 0 0,0 0 1 0 0,0 0-1 0 0,-2 0 1 0 0,0 0-1 0 0,-6-15 1 0 0,6 26-176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8:13.5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1577 131 2385 0 0,'-5'-3'399'0'0,"0"-1"1"0"0,0 1-1 0 0,-1 0 1 0 0,1 1-1 0 0,-1-1 1 0 0,0 1 0 0 0,0 0-1 0 0,0 1 1 0 0,0-1-1 0 0,0 1 1 0 0,0 1-1 0 0,0-1 1 0 0,-7 1 0 0 0,-12 0 939 0 0,0 2 1 0 0,-24 5 0 0 0,-5 0 637 0 0,-25 5-997 0 0,1 3 1 0 0,1 3-1 0 0,-109 42 0 0 0,62-20 369 0 0,62-18-1177 0 0,1 3 0 0 0,1 2-1 0 0,1 3 1 0 0,2 2 0 0 0,1 3-1 0 0,-98 81 1 0 0,128-93-148 0 0,1 2 0 0 0,1 1 0 0 0,1 1 0 0 0,1 1 0 0 0,2 0 0 0 0,1 2-1 0 0,1 0 1 0 0,1 2 0 0 0,2-1 0 0 0,1 2 0 0 0,2 0 0 0 0,1 1 0 0 0,2 0 0 0 0,1 0 0 0 0,-6 65 0 0 0,9-48 45 0 0,3-1 0 0 0,2 1 0 0 0,3-1 0 0 0,1 1 0 0 0,22 95 0 0 0,-18-118-45 0 0,1-1 0 0 0,1 0 0 0 0,1 0 1 0 0,1-1-1 0 0,2-1 0 0 0,0 0 0 0 0,2-1 0 0 0,1-1 0 0 0,0 0 1 0 0,2-1-1 0 0,41 37 0 0 0,-14-22 0 0 0,2-2 0 0 0,1-2 0 0 0,2-2 1 0 0,1-2-1 0 0,1-3 0 0 0,83 29 0 0 0,-21-19 93 0 0,2-4-1 0 0,141 18 1 0 0,153 1 481 0 0,-197-27-53 0 0,-179-23-494 0 0,0-1 0 0 0,0-2 0 0 0,0-1 0 0 0,0-2 1 0 0,37-9-1 0 0,44-7 68 0 0,-37 6-36 0 0,-1-3 0 0 0,0-5-1 0 0,122-52 1 0 0,-142 53-43 0 0,310-144 130 0 0,-305 135-150 0 0,36-21 130 0 0,105-72 1 0 0,-162 97-76 0 0,-1-1 1 0 0,-2-2-1 0 0,-1-1 1 0 0,-1-3-1 0 0,-2 0 1 0 0,52-67-1 0 0,39-101 255 0 0,-38 55-252 0 0,-74 123-58 0 0,0-2-1 0 0,-2 0 1 0 0,-1 0 0 0 0,-2-1-1 0 0,0 0 1 0 0,5-30-1 0 0,20-173 193 0 0,-32 209-190 0 0,0 8 8 0 0,-2 0 1 0 0,1 0-1 0 0,-2 1 1 0 0,0-1 0 0 0,0 0-1 0 0,-1 0 1 0 0,-1 1-1 0 0,0 0 1 0 0,0-1-1 0 0,-2 1 1 0 0,1 0-1 0 0,-1 1 1 0 0,-1-1-1 0 0,0 1 1 0 0,-1 0-1 0 0,0 0 1 0 0,-1 1-1 0 0,-9-10 1 0 0,-9-11 70 0 0,-1 2 0 0 0,-62-52 0 0 0,74 71-71 0 0,1 0 1 0 0,-2 0-1 0 0,1 2 1 0 0,-1 0 0 0 0,0 1-1 0 0,-1 0 1 0 0,0 1-1 0 0,0 1 1 0 0,-22-3-1 0 0,-117-20 73 0 0,-186-25-73 0 0,198 33-12 0 0,-26-3 68 0 0,28 12-41 0 0,57 3-26 0 0,-93 3 0 0 0,53 12 1 0 0,-95 3 16 0 0,194-9-27 0 0,0 0 1 0 0,1 2-1 0 0,-1 2 0 0 0,0 0 1 0 0,-25 9-1 0 0,-120 54-188 0 0,85-35-53 0 0,78-30-333 0 0,-1 0 0 0 0,1-1 0 0 0,-1-1 0 0 0,0 0 0 0 0,0 0 0 0 0,0 0 0 0 0,0-1 0 0 0,-10-1 0 0 0,18 1-126 0 0,-1-1 0 0 0,1 1 0 0 0,0 0 0 0 0,-1-1 0 0 0,1 1 0 0 0,0-1 0 0 0,0 1-1 0 0,-1-1 1 0 0,1 0 0 0 0,0 0 0 0 0,0 1 0 0 0,0-1 0 0 0,0 0 0 0 0,0 0 0 0 0,0 0-1 0 0,0 0 1 0 0,0 0 0 0 0,0-1 0 0 0,1 1 0 0 0,-1 0 0 0 0,-1-2 0 0 0,-2-6-4260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09.5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92 197 432 0 0,'-27'12'619'0'0,"24"-10"-419"0"0,1-1 1 0 0,-1 1 0 0 0,0-1 0 0 0,1 0 0 0 0,-1 1-1 0 0,0-1 1 0 0,0-1 0 0 0,0 1 0 0 0,0 0 0 0 0,0-1-1 0 0,0 0 1 0 0,0 1 0 0 0,0-1 0 0 0,0 0 0 0 0,0-1-1 0 0,0 1 1 0 0,-3-1 0 0 0,-4-4 4684 0 0,19-4 25 0 0,-1 3-5146 0 0,52-54 2766 0 0,-48 46-2268 0 0,0 1 1 0 0,1 1 0 0 0,1 0-1 0 0,0 1 1 0 0,20-13-1 0 0,-22 16-167 0 0,0 2 0 0 0,1-1 0 0 0,0 2 0 0 0,0 0 0 0 0,1 0-1 0 0,-1 1 1 0 0,19-2 0 0 0,-26 5-43 0 0,-1 1-1 0 0,1 0 1 0 0,0 0 0 0 0,-1 0-1 0 0,1 1 1 0 0,-1 0 0 0 0,1 0-1 0 0,-1 0 1 0 0,1 1 0 0 0,-1 0-1 0 0,0 0 1 0 0,0 0 0 0 0,0 1-1 0 0,0-1 1 0 0,0 1-1 0 0,0 0 1 0 0,-1 1 0 0 0,0-1-1 0 0,1 1 1 0 0,-1 0 0 0 0,3 4-1 0 0,4 2 36 0 0,-1 0-1 0 0,1-1 0 0 0,1 0 0 0 0,0-1 1 0 0,0-1-1 0 0,0 0 0 0 0,1 0 0 0 0,0-1 1 0 0,1-1-1 0 0,-1 0 0 0 0,1-1 1 0 0,16 3-1 0 0,-24-6-54 0 0,8 3 11 0 0,1-2 0 0 0,-1 0 0 0 0,1 0 1 0 0,0-1-1 0 0,-1-1 0 0 0,1-1 0 0 0,0 0 0 0 0,-1 0 0 0 0,1-2 0 0 0,-1 0 1 0 0,0 0-1 0 0,0-2 0 0 0,22-8 0 0 0,7 0 195 0 0,53-9 0 0 0,-2 0 209 0 0,-89 21-435 0 0,1 0 0 0 0,0 1 0 0 0,-1-1 0 0 0,1 1-1 0 0,0 0 1 0 0,-1 1 0 0 0,1-1 0 0 0,-1 1 0 0 0,1 0 0 0 0,-1 0 0 0 0,9 4 0 0 0,62 29 205 0 0,-11-4-117 0 0,-50-25-98 0 0,9 4 35 0 0,1-2 1 0 0,39 7-1 0 0,-54-13-28 0 0,-1 0 0 0 0,1-1 0 0 0,-1 0-1 0 0,1-1 1 0 0,-1 0 0 0 0,1 0 0 0 0,-1-1-1 0 0,1 0 1 0 0,-1-1 0 0 0,12-4 0 0 0,0-2 16 0 0,1 0 0 0 0,0 2 0 0 0,0 1 0 0 0,0 1 0 0 0,42-4 0 0 0,-50 8-11 0 0,1 1 0 0 0,-1 1 0 0 0,1 1-1 0 0,-1 0 1 0 0,1 0 0 0 0,-1 2-1 0 0,0 0 1 0 0,0 0 0 0 0,0 1-1 0 0,16 9 1 0 0,-17-8 5 0 0,0 0-1 0 0,1-1 1 0 0,0 0 0 0 0,0-1-1 0 0,0-1 1 0 0,0 0 0 0 0,1-1-1 0 0,0 0 1 0 0,-1-1 0 0 0,1-1-1 0 0,-1-1 1 0 0,1 0 0 0 0,-1 0 0 0 0,1-2-1 0 0,-1 0 1 0 0,0 0 0 0 0,0-1-1 0 0,20-9 1 0 0,21-12 37 0 0,-37 16-17 0 0,1 0-1 0 0,0 1 0 0 0,0 2 1 0 0,33-8-1 0 0,-40 13-27 0 0,0 1 0 0 0,0 1 0 0 0,0 0 0 0 0,0 0 0 0 0,18 6 0 0 0,21 2-5 0 0,-34-7-6 0 0,1 1 0 0 0,-1 1 0 0 0,0 1 0 0 0,-1 0 0 0 0,1 1 0 0 0,18 10 0 0 0,-25-12 1 0 0,0-1 1 0 0,1 0-1 0 0,-1-1 1 0 0,0 0-1 0 0,1-1 1 0 0,-1 0-1 0 0,1 0 0 0 0,0-1 1 0 0,-1-1-1 0 0,1 1 1 0 0,-1-2-1 0 0,1 0 1 0 0,14-4-1 0 0,16-7 62 0 0,0-1 1 0 0,39-20-1 0 0,-39 16 7 0 0,-17 7-54 0 0,-1 2 0 0 0,41-9 1 0 0,-55 16-13 0 0,1 0 1 0 0,0 1-1 0 0,0 0 1 0 0,0 1-1 0 0,0 0 0 0 0,0 1 1 0 0,-1 0-1 0 0,1 0 1 0 0,17 5-1 0 0,-16-3-3 0 0,159 45 51 0 0,-144-43-40 0 0,1 0-1 0 0,-1-2 1 0 0,1-1-1 0 0,42-2 1 0 0,-46-4 31 0 0,1-1 0 0 0,-1 0-1 0 0,41-17 1 0 0,-26 8-21 0 0,-9 4 9 0 0,1 2 0 0 0,1 0 0 0 0,39-3 0 0 0,-58 9-11 0 0,0 2 0 0 0,0 0 0 0 0,0 0 0 0 0,0 1 0 0 0,0 0 0 0 0,-1 1 0 0 0,1 1 0 0 0,0 0-1 0 0,-1 0 1 0 0,0 1 0 0 0,18 9 0 0 0,-4 0-1 0 0,1-2-1 0 0,0-1 1 0 0,0-1 0 0 0,0-1-1 0 0,1-1 1 0 0,1-2 0 0 0,-1 0-1 0 0,48 0 1 0 0,-55-6-1 0 0,-1-1 0 0 0,-1-1 0 0 0,1-1 0 0 0,30-10 0 0 0,-34 9-12 0 0,0 1 0 0 0,0 0 0 0 0,1 1 0 0 0,-1 0 1 0 0,1 1-1 0 0,-1 1 0 0 0,31 2 0 0 0,56 3-39 0 0,-85-5 38 0 0,0 1 1 0 0,0 0-1 0 0,0 2 0 0 0,0-1 0 0 0,0 2 1 0 0,0 1-1 0 0,-1 0 0 0 0,1 1 1 0 0,17 8-1 0 0,-14-4-2 0 0,0 0 0 0 0,1-1 0 0 0,-1-2 0 0 0,1 0 0 0 0,1-1 1 0 0,-1-1-1 0 0,1 0 0 0 0,0-2 0 0 0,0-1 0 0 0,0-1 0 0 0,0 0 0 0 0,0-2 0 0 0,-1-1 0 0 0,43-10 1 0 0,18-5-8 0 0,120-9 1 0 0,-171 23-1 0 0,-11 3 5 0 0,1 0 1 0 0,-1 1-1 0 0,0 2 1 0 0,0 0 0 0 0,27 6-1 0 0,96 33 24 0 0,-106-28-19 0 0,1-2 0 0 0,0-2 0 0 0,67 9 1 0 0,-70-18-3 0 0,1-2 1 0 0,-1-1-1 0 0,0-2 1 0 0,0-1 0 0 0,0-2-1 0 0,39-15 1 0 0,37-7 3 0 0,-87 26-5 0 0,1 2 1 0 0,-1 0 0 0 0,0 2 0 0 0,44 4 0 0 0,12 0 6 0 0,-68-3-10 0 0,1 1 0 0 0,-1 0 0 0 0,1 1 0 0 0,-1 0 0 0 0,0 1 0 0 0,0 1 0 0 0,0 0 0 0 0,-1 0 1 0 0,14 10-1 0 0,-14-9-1 0 0,0 0 1 0 0,1 0 0 0 0,0-1-1 0 0,0 0 1 0 0,0-1 0 0 0,0-1-1 0 0,0 1 1 0 0,1-2 0 0 0,16 2-1 0 0,4-5 11 0 0,1-2 0 0 0,0-1 0 0 0,-1-1 0 0 0,0-2 0 0 0,-1-1 0 0 0,1-2 0 0 0,55-24 0 0 0,-66 25-9 0 0,0 0 0 0 0,1 1 0 0 0,1 2 1 0 0,40-7-1 0 0,-49 12-6 0 0,0 0 0 0 0,0 1 0 0 0,0 0 0 0 0,0 2 0 0 0,0-1 0 0 0,0 2 0 0 0,0 0 0 0 0,25 9 1 0 0,24 13 0 0 0,-20-8 30 0 0,75 20 0 0 0,-104-33-21 0 0,0-2-1 0 0,-1 0 0 0 0,1 0 1 0 0,0-2-1 0 0,0 0 0 0 0,0 0 1 0 0,0-2-1 0 0,0 0 0 0 0,21-5 1 0 0,50-21 4 0 0,-54 16-1 0 0,0 2-1 0 0,0 2 1 0 0,56-9 0 0 0,-72 16-9 0 0,-5-1 0 0 0,1 0-1 0 0,0 1 0 0 0,0 1 1 0 0,0 0-1 0 0,0 0 0 0 0,0 1 1 0 0,-1 1-1 0 0,1 0 1 0 0,0 1-1 0 0,-1 0 0 0 0,19 7 1 0 0,-22-6-4 0 0,17 9 1 0 0,0-1 0 0 0,1-1 0 0 0,34 10 0 0 0,-50-19 13 0 0,-1-1 0 0 0,0 1 0 0 0,1-1 0 0 0,-1-1 1 0 0,1 0-1 0 0,-1 0 0 0 0,0-1 0 0 0,1 0 1 0 0,-1 0-1 0 0,0-1 0 0 0,1-1 0 0 0,-1 0 0 0 0,13-5 1 0 0,-3-1-8 0 0,-3 1-2 0 0,-1 1 0 0 0,1 0-1 0 0,0 2 1 0 0,0 0 0 0 0,1 0-1 0 0,0 1 1 0 0,0 2 0 0 0,30-3 0 0 0,-31 7-1 0 0,-1 0 1 0 0,1 1 0 0 0,-1 0-1 0 0,0 1 1 0 0,0 1 0 0 0,0 0-1 0 0,0 2 1 0 0,-1-1 0 0 0,0 2-1 0 0,23 15 1 0 0,-21-12 0 0 0,1-1 0 0 0,1-1 0 0 0,-1-1 0 0 0,1 0 1 0 0,1-1-1 0 0,21 5 0 0 0,-34-11-74 0 0,0 0 1 0 0,-1-1-1 0 0,1 1 1 0 0,-1-1-1 0 0,1 0 1 0 0,0-1-1 0 0,-1 1 0 0 0,1-1 1 0 0,0 0-1 0 0,-1-1 1 0 0,1 1-1 0 0,-1-1 1 0 0,0 0-1 0 0,1 0 1 0 0,-1-1-1 0 0,0 1 0 0 0,-1-1 1 0 0,1 0-1 0 0,0-1 1 0 0,-1 1-1 0 0,1-1 1 0 0,-1 0-1 0 0,0 0 1 0 0,-1 0-1 0 0,1-1 0 0 0,-1 1 1 0 0,4-6-1 0 0,0-2-1536 0 0,0-1 0 0 0,-1 1-1 0 0,10-27 1 0 0,5-40-10301 0 0,-11 38 7208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26.9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29 4169 0 0,'-1'0'335'0'0,"1"1"1"0"0,-1-1-1 0 0,1 0 1 0 0,-2 2 1006 0 0,2-2-1006 0 0,0 0-1 0 0,-1 1 1 0 0,1-1-1 0 0,0 1 1 0 0,0-1-1 0 0,-1 1 1 0 0,1-1-1 0 0,0 0 1 0 0,0 1-1 0 0,0-1 1 0 0,0 1 0 0 0,-1-1-1 0 0,1 1 1 0 0,0 0-1 0 0,0-1 1 0 0,0 1-1 0 0,0-1 1 0 0,0 1-1 0 0,0-1 1 0 0,0 1-1 0 0,0-1 1 0 0,1 1-1 0 0,-1-1 1 0 0,0 1-1 0 0,0-1 1 0 0,0 1 0 0 0,1 0-1 0 0,18 6 2949 0 0,27-8-2652 0 0,49-23 243 0 0,-66 15-358 0 0,0 2 0 0 0,35-5 1 0 0,-3 13-3401 0 0,-52 1 1623 0 0,-1-1-1 0 0,0 1 1 0 0,1 1 0 0 0,-1 0 0 0 0,10 5 0 0 0,-16-7 241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27.2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39 1 4081 0 0,'-3'0'630'0'0,"1"1"1"0"0,0 0 0 0 0,1 1-1 0 0,-1-1 1 0 0,0 0-1 0 0,0 1 1 0 0,0-1 0 0 0,1 1-1 0 0,-1-1 1 0 0,1 1-1 0 0,-1 0 1 0 0,1-1-1 0 0,0 1 1 0 0,-2 4 0 0 0,-8 33 4098 0 0,11-20-3822 0 0,0-1 0 0 0,5 33 0 0 0,-3-32-234 0 0,2 22-278 0 0,-2-7-570 0 0,2 0-1 0 0,1-1 0 0 0,1 1 1 0 0,2-1-1 0 0,16 43 0 0 0,-14-61-1013 0 0,-10-15 954 0 0,1 0-1 0 0,-1 1 1 0 0,0-1 0 0 0,1 0 0 0 0,-1 1 0 0 0,0-1 0 0 0,1 0-1 0 0,-1 0 1 0 0,0 1 0 0 0,1-1 0 0 0,-1 0 0 0 0,1 0-1 0 0,-1 0 1 0 0,1 0 0 0 0,-1 1 0 0 0,1-1 0 0 0,-1 0 0 0 0,0 0-1 0 0,1 0 1 0 0,-1 0 0 0 0,1 0 0 0 0,-1 0 0 0 0,1 0 0 0 0,-1 0-1 0 0,1 0 1 0 0,-1-1 0 0 0,1 1 0 0 0,-1 0 0 0 0,1 0-1 0 0,7-13-7163 0 0,-6 0 5597 0 0,0-1-1132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27.7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125 513 2465 0 0,'5'-5'966'0'0,"-1"0"1"0"0,0 0 0 0 0,0-1 0 0 0,0 1 0 0 0,-1-1-1 0 0,0 0 1 0 0,0 0 0 0 0,0 0 0 0 0,2-10 0 0 0,-2 4 7 0 0,0 0-1 0 0,-2-1 1 0 0,1 1 0 0 0,-1-20 0 0 0,-3-5 421 0 0,-2 0 1 0 0,-11-49 0 0 0,10 65-917 0 0,0 0 0 0 0,-2 0 0 0 0,-11-24 0 0 0,14 36-356 0 0,0 0 0 0 0,-1 0 0 0 0,0 0 0 0 0,-1 1 0 0 0,0 0 0 0 0,0 0 0 0 0,-1 0 0 0 0,0 1 0 0 0,-9-8 0 0 0,15 14-103 0 0,0 1 0 0 0,1-1 0 0 0,-1 0 1 0 0,0 1-1 0 0,0-1 0 0 0,0 1 1 0 0,0-1-1 0 0,1 1 0 0 0,-1-1 0 0 0,0 1 1 0 0,0-1-1 0 0,0 1 0 0 0,0 0 1 0 0,0 0-1 0 0,0-1 0 0 0,0 1 1 0 0,0 0-1 0 0,0 0 0 0 0,0 0 0 0 0,0 0 1 0 0,0 0-1 0 0,0 0 0 0 0,0 1 1 0 0,0-1-1 0 0,0 0 0 0 0,0 0 0 0 0,0 1 1 0 0,0-1-1 0 0,0 1 0 0 0,0-1 1 0 0,-1 1-1 0 0,0 1-1 0 0,0 0 1 0 0,1 0-1 0 0,-1 1 1 0 0,1-1 0 0 0,0 0-1 0 0,0 0 1 0 0,0 1-1 0 0,0-1 1 0 0,0 1-1 0 0,0-1 1 0 0,1 1-1 0 0,-1 2 1 0 0,-1 11 4 0 0,0 0 0 0 0,2 30 1 0 0,47 473-11 0 0,-18-361-1351 0 0,-10-93-3892 0 0,-25-80-3958 0 0,-1-2 4673 0 0,-23-36 1334 0 0,15 29 1606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28.0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12 168 3217 0 0,'-1'0'191'0'0,"1"0"1"0"0,-1 1 0 0 0,1-1-1 0 0,-1 0 1 0 0,1 0-1 0 0,-1 0 1 0 0,1 0 0 0 0,-1 1-1 0 0,1-1 1 0 0,-1 0 0 0 0,1 1-1 0 0,-1-1 1 0 0,1 0 0 0 0,0 1-1 0 0,-1-1 1 0 0,1 0-1 0 0,-1 1 1 0 0,1-1 0 0 0,0 1-1 0 0,-1-1 1 0 0,1 0 0 0 0,0 1-1 0 0,0-1 1 0 0,-1 1-1 0 0,1-1 1 0 0,0 1 0 0 0,0-1-1 0 0,0 1 1 0 0,0 0 0 0 0,0-1-1 0 0,0 1 1 0 0,0-1 0 0 0,0 1-1 0 0,0-1 1 0 0,0 1-1 0 0,0-1 1 0 0,0 1 0 0 0,0-1-1 0 0,0 1 1 0 0,0-1 0 0 0,0 1-1 0 0,1-1 1 0 0,-1 1-1 0 0,0-1 1 0 0,0 1 0 0 0,1-1-1 0 0,-1 1 1 0 0,0-1 0 0 0,1 1-1 0 0,-1 0 1 0 0,1 0 178 0 0,0 0-1 0 0,0 0 1 0 0,1 0 0 0 0,-1 0 0 0 0,0 0-1 0 0,0 0 1 0 0,0 0 0 0 0,1 0 0 0 0,-1-1-1 0 0,0 1 1 0 0,1 0 0 0 0,-1-1 0 0 0,1 1-1 0 0,-1-1 1 0 0,1 0 0 0 0,-1 1-1 0 0,1-1 1 0 0,2 0 0 0 0,5-1 152 0 0,1-1 0 0 0,-1 0 0 0 0,-1 0 0 0 0,1-1 0 0 0,11-5 1 0 0,77-44-200 0 0,-72 37-232 0 0,89-44-4431 0 0,4 6-11917 0 0,-100 48 13852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28.4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161 49 5145 0 0,'-8'-41'6767'0'0,"6"33"-1660"0"0,5 37-2877 0 0,2 26-1854 0 0,3 0 0 0 0,2-1 0 0 0,2 0 0 0 0,3-1 0 0 0,1 0 0 0 0,47 95 0 0 0,-85-173-230 0 0,0 1-1 0 0,-1 1 1 0 0,-2 1 0 0 0,-52-36 0 0 0,75 56-148 0 0,0 1-1 0 0,-1-1 1 0 0,1 1 0 0 0,-1 0-1 0 0,0 0 1 0 0,1 0-1 0 0,-1 0 1 0 0,0 1 0 0 0,1-1-1 0 0,-1 1 1 0 0,0-1 0 0 0,0 1-1 0 0,0 0 1 0 0,1 0-1 0 0,-1 0 1 0 0,0 1 0 0 0,0-1-1 0 0,0 1 1 0 0,1-1 0 0 0,-1 1-1 0 0,0 0 1 0 0,1 0-1 0 0,-6 3 1 0 0,5-1-23 0 0,0 0 1 0 0,-1 0-1 0 0,1 0 0 0 0,1 1 0 0 0,-1-1 1 0 0,0 1-1 0 0,1-1 0 0 0,0 1 1 0 0,0 0-1 0 0,0 0 0 0 0,0 0 0 0 0,1 0 1 0 0,-2 9-1 0 0,0 0-29 0 0,0 0 0 0 0,1 0 1 0 0,1 0-1 0 0,1 0 0 0 0,-1 0 0 0 0,2 0 0 0 0,0 1 0 0 0,1-1 0 0 0,5 20 1 0 0,-7-30 66 0 0,1 0-1 0 0,0 0 1 0 0,0 0 0 0 0,1-1 0 0 0,-1 1 0 0 0,1 0 0 0 0,-1-1 0 0 0,1 1 0 0 0,0-1 0 0 0,0 0 0 0 0,0 0 0 0 0,0 0 0 0 0,0 0 0 0 0,0 0 0 0 0,1 0 0 0 0,2 2-1 0 0,-3-4 32 0 0,0 1-1 0 0,0 0 1 0 0,0-1-1 0 0,0 1 1 0 0,0-1-1 0 0,0 0 1 0 0,0 1-1 0 0,0-1 1 0 0,1 0-1 0 0,-1-1 1 0 0,0 1-1 0 0,0 0 0 0 0,0 0 1 0 0,0-1-1 0 0,0 1 1 0 0,0-1-1 0 0,3-1 1 0 0,2-2 2 0 0,-1 1 1 0 0,0-1-1 0 0,-1 0 1 0 0,1-1-1 0 0,-1 1 1 0 0,0-1-1 0 0,0 0 1 0 0,0 0 0 0 0,0-1-1 0 0,-1 1 1 0 0,0-1-1 0 0,3-7 1 0 0,44-69-3150 0 0,39-31-13247 0 0,-74 96 13383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9:28.8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44 4233 0 0,'-1'1'302'0'0,"0"-1"1"0"0,1 0-1 0 0,-1 0 1 0 0,0 0 0 0 0,0 0-1 0 0,0 0 1 0 0,0 0-1 0 0,1-1 1 0 0,-1 1-1 0 0,0 0 1 0 0,0 0-1 0 0,1-1 1 0 0,-1 1-1 0 0,0 0 1 0 0,0-1-1 0 0,1 1 1 0 0,-1 0-1 0 0,0-1 1 0 0,1 1-1 0 0,-1-1 1 0 0,0 0-1 0 0,1 1 1 0 0,-1-1 0 0 0,1 1-1 0 0,-1-1 1 0 0,1 0-1 0 0,-1 1 1 0 0,1-1-1 0 0,-1-1 1 0 0,20-11 4969 0 0,42-4-1407 0 0,-57 16-3767 0 0,0 1 0 0 0,-1-1-1 0 0,1 1 1 0 0,0-1 0 0 0,0 1 0 0 0,-1 0-1 0 0,1 0 1 0 0,0 1 0 0 0,0-1 0 0 0,-1 1-1 0 0,1 0 1 0 0,0 0 0 0 0,-1 0 0 0 0,1 0-1 0 0,-1 1 1 0 0,0-1 0 0 0,1 1 0 0 0,-1 0 0 0 0,0 0-1 0 0,4 3 1 0 0,-4-1-50 0 0,0-1-1 0 0,-1 1 1 0 0,1 0-1 0 0,-1 0 1 0 0,0 0-1 0 0,0 0 1 0 0,0 0-1 0 0,-1 0 1 0 0,0 0-1 0 0,1 1 1 0 0,-1-1 0 0 0,-1 0-1 0 0,1 1 1 0 0,-1-1-1 0 0,0 1 1 0 0,0-1-1 0 0,0 6 1 0 0,-3 12-212 0 0,0 0 1 0 0,-1-1-1 0 0,-1 1 0 0 0,-2-1 1 0 0,0 0-1 0 0,-1-1 1 0 0,-12 23-1 0 0,0 4-182 0 0,19-46 351 0 0,1 0-1 0 0,-1 0 1 0 0,1-1 0 0 0,-1 1 0 0 0,1 0 0 0 0,0 0-1 0 0,0 0 1 0 0,-1-1 0 0 0,1 1 0 0 0,0 0 0 0 0,0 0-1 0 0,0 0 1 0 0,0 0 0 0 0,0 0 0 0 0,0 0 0 0 0,0-1-1 0 0,0 1 1 0 0,0 0 0 0 0,0 0 0 0 0,1 0 0 0 0,-1 0-1 0 0,0 0 1 0 0,1-1 0 0 0,-1 1 0 0 0,0 0 0 0 0,1 0-1 0 0,-1-1 1 0 0,1 1 0 0 0,-1 0 0 0 0,1-1 0 0 0,-1 1-1 0 0,2 0 1 0 0,0 0 51 0 0,0 0 0 0 0,0 0-1 0 0,0 0 1 0 0,0-1 0 0 0,0 1 0 0 0,1-1-1 0 0,-1 0 1 0 0,0 1 0 0 0,0-1 0 0 0,0 0-1 0 0,1 0 1 0 0,2-1 0 0 0,67-16 1145 0 0,-69 17-1207 0 0,107-43 271 0 0,-73 27-3053 0 0,0 1-4374 0 0,-14 3-1959 0 0,-14 6 3909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0:44.4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54 111 1256 0 0,'-15'-10'2851'0'0,"10"7"-1743"0"0,1 1-1 0 0,0-1 0 0 0,0 0 0 0 0,1 0 1 0 0,-1-1-1 0 0,0 1 0 0 0,-4-7 0 0 0,7 8-969 0 0,1 1 0 0 0,-1 0 0 0 0,1 0 0 0 0,0 0 0 0 0,0-1 0 0 0,-1 1-1 0 0,1 0 1 0 0,0-1 0 0 0,0 1 0 0 0,0 0 0 0 0,0 0 0 0 0,1-1 0 0 0,-1 1 0 0 0,0 0-1 0 0,0 0 1 0 0,1-1 0 0 0,-1 1 0 0 0,1 0 0 0 0,-1 0 0 0 0,1 0 0 0 0,0 0 0 0 0,-1 0-1 0 0,1 0 1 0 0,0-1 0 0 0,0 2 0 0 0,-1-1 0 0 0,1 0 0 0 0,0 0 0 0 0,0 0-1 0 0,0 0 1 0 0,0 0 0 0 0,0 1 0 0 0,1-1 0 0 0,-1 1 0 0 0,0-1 0 0 0,1 0 0 0 0,5-3 154 0 0,1 0 1 0 0,-1 0-1 0 0,1 1 1 0 0,0 0-1 0 0,0 1 1 0 0,0-1-1 0 0,0 1 1 0 0,16-1-1 0 0,-20 2-231 0 0,0 1 0 0 0,0-1 1 0 0,0 1-1 0 0,0 0 0 0 0,0 0 0 0 0,0 1 0 0 0,0-1 0 0 0,0 1 0 0 0,0 0 1 0 0,0 0-1 0 0,0 0 0 0 0,-1 1 0 0 0,1-1 0 0 0,0 1 0 0 0,-1 0 1 0 0,1 0-1 0 0,-1 0 0 0 0,0 0 0 0 0,1 1 0 0 0,3 4 0 0 0,-5-4-37 0 0,-1 0 0 0 0,1 0 0 0 0,-1 1-1 0 0,0-1 1 0 0,0 1 0 0 0,0-1 0 0 0,0 1-1 0 0,-1-1 1 0 0,0 1 0 0 0,1 0 0 0 0,-1-1-1 0 0,0 1 1 0 0,-1 0 0 0 0,1-1 0 0 0,-1 1 0 0 0,0-1-1 0 0,1 1 1 0 0,-2-1 0 0 0,1 1 0 0 0,0-1-1 0 0,-1 0 1 0 0,1 1 0 0 0,-4 3 0 0 0,-4 9-138 0 0,0 0 0 0 0,-1 0 0 0 0,-14 14 0 0 0,-35 30 89 0 0,27-30 259 0 0,87-42 1024 0 0,23-10-348 0 0,-32 9-1190 0 0,73-13 1 0 0,-113 25-294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0:45.4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652 699 2312 0 0,'-8'8'1312'0'0,"-1"-1"0"0"0,0 0 0 0 0,-1-1 0 0 0,0 1 0 0 0,1-2 0 0 0,-2 1-1 0 0,1-2 1 0 0,-13 5 0 0 0,8-4-639 0 0,0-1 0 0 0,0 0 0 0 0,0-1 0 0 0,-1-1 0 0 0,1-1 0 0 0,-1 0 1 0 0,0 0-1 0 0,1-2 0 0 0,-25-3 0 0 0,17-3-368 0 0,0-1 0 0 0,0 0 0 0 0,1-2 1 0 0,0 0-1 0 0,1-2 0 0 0,0-1 0 0 0,-31-23 1 0 0,36 23-180 0 0,1 1 1 0 0,1-2 0 0 0,0 0 0 0 0,0-1-1 0 0,2 0 1 0 0,0-1 0 0 0,0 0-1 0 0,2-1 1 0 0,-13-28 0 0 0,18 35-80 0 0,1 0 1 0 0,0-1-1 0 0,1 1 1 0 0,0-1-1 0 0,1 0 1 0 0,0 0-1 0 0,0 0 1 0 0,2 0-1 0 0,-1 0 1 0 0,1-1-1 0 0,1 1 1 0 0,0 0-1 0 0,0 0 1 0 0,1 0-1 0 0,1 0 1 0 0,0 1-1 0 0,0-1 1 0 0,8-15-1 0 0,-2 8 68 0 0,0 1 0 0 0,1 0 0 0 0,2 0 0 0 0,-1 1 0 0 0,2 0 0 0 0,0 1 0 0 0,1 1 0 0 0,0 0 0 0 0,1 0 0 0 0,1 2 0 0 0,0 0 0 0 0,0 1 0 0 0,1 0 0 0 0,1 2 0 0 0,0 0 0 0 0,0 1 0 0 0,0 0 0 0 0,1 2 0 0 0,1 0 0 0 0,-1 1 0 0 0,1 1 0 0 0,-1 1-1 0 0,1 1 1 0 0,23 0 0 0 0,29-1 46 0 0,-44 1 37 0 0,1 2 0 0 0,52 4 0 0 0,-72-2-169 0 0,0 0 1 0 0,0 0-1 0 0,0 0 1 0 0,0 1-1 0 0,0 1 0 0 0,-1 0 1 0 0,1 0-1 0 0,-1 0 0 0 0,0 1 1 0 0,0 0-1 0 0,-1 1 0 0 0,13 12 1 0 0,-10-8-13 0 0,-1 1-1 0 0,0 1 1 0 0,-1 0 0 0 0,-1 0 0 0 0,0 1 0 0 0,0-1 0 0 0,-1 2 0 0 0,-1-1 0 0 0,0 0-1 0 0,-1 1 1 0 0,0 0 0 0 0,-1 0 0 0 0,-1 0 0 0 0,0 1 0 0 0,-1-1 0 0 0,0 1 0 0 0,-2-1-1 0 0,1 0 1 0 0,-2 1 0 0 0,-5 24 0 0 0,1-12-399 0 0,-1 1 0 0 0,-2-1 0 0 0,-1 0-1 0 0,-1-1 1 0 0,-1 0 0 0 0,-1-1 0 0 0,-1 0 0 0 0,-1-1-1 0 0,-30 36 1 0 0,40-55-549 0 0,0 0-1 0 0,0 0 1 0 0,0 0-1 0 0,0-1 1 0 0,-10 7-1 0 0,12-10 227 0 0,1 1 0 0 0,0-1 0 0 0,-1 0 0 0 0,1 0 0 0 0,-1-1 0 0 0,1 1 0 0 0,-1 0 0 0 0,1-1 0 0 0,-1 1 0 0 0,1-1-1 0 0,-1 0 1 0 0,1 0 0 0 0,-1 0 0 0 0,0 0 0 0 0,1-1 0 0 0,-1 1 0 0 0,1-1 0 0 0,-3 0 0 0 0,-14-6-4658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2:03.5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 3481 0 0,'-1'0'210'0'0,"1"1"1"0"0,-1-1-1 0 0,1 1 0 0 0,-1 0 1 0 0,0-1-1 0 0,1 1 1 0 0,-1-1-1 0 0,1 1 0 0 0,-1 0 1 0 0,1 0-1 0 0,0-1 1 0 0,-1 1-1 0 0,1 0 0 0 0,0 0 1 0 0,0 0-1 0 0,-1-1 1 0 0,1 1-1 0 0,0 0 0 0 0,0 0 1 0 0,0 0-1 0 0,0 0 1 0 0,0-1-1 0 0,0 1 0 0 0,0 0 1 0 0,0 0-1 0 0,0 0 1 0 0,1 0-1 0 0,-1-1 0 0 0,0 1 1 0 0,0 0-1 0 0,1 1 1 0 0,7 30 1870 0 0,-2-17-1493 0 0,1 1 0 0 0,1-1-1 0 0,0 0 1 0 0,1 0 0 0 0,1-1 0 0 0,16 18 0 0 0,80 76 2192 0 0,-69-74-1499 0 0,39 48 1 0 0,-50-50-538 0 0,0-1 1 0 0,2-2-1 0 0,57 47 1 0 0,-86-76-675 0 0,1 0 0 0 0,-1 0 0 0 0,1 0 0 0 0,-1 0 0 0 0,1 0 0 0 0,-1 0 0 0 0,1 0 0 0 0,-1 0 0 0 0,1 0 0 0 0,0 0 0 0 0,-1 0 0 0 0,1 0 0 0 0,-1 0 0 0 0,1 0 0 0 0,-1 0 0 0 0,1 0 0 0 0,-1 0 0 0 0,1-1 0 0 0,-1 1 1 0 0,1 0-1 0 0,0 0 0 0 0,-1-1 0 0 0,1 1 0 0 0,0 0 0 0 0,-1 0 0 0 0,1-1 0 0 0,0 1 0 0 0,-1 0 0 0 0,1-1 0 0 0,0 1 0 0 0,-1-1 0 0 0,1 1 0 0 0,0 0 0 0 0,0-1 0 0 0,0 1 0 0 0,-1-1 0 0 0,1 1 0 0 0,0-1 0 0 0,0 1 0 0 0,0 0 0 0 0,0-1 1 0 0,0 1-1 0 0,0-1 0 0 0,0 1 0 0 0,0-1 0 0 0,0 1 0 0 0,0-1 0 0 0,0 1 0 0 0,0-1 0 0 0,0 1 0 0 0,0-1 0 0 0,0 1 0 0 0,1 0 0 0 0,-1-1 0 0 0,0 1 0 0 0,0-1 0 0 0,0 1 0 0 0,1-1 0 0 0,-1 1 0 0 0,0 0 0 0 0,1-1 0 0 0,-1 1 0 0 0,0 0 0 0 0,1-1 1 0 0,-1 1-1 0 0,0 0 0 0 0,1 0 0 0 0,0-1 0 0 0,-49 15 241 0 0,1 3 1 0 0,-66 31-1 0 0,85-32-1149 0 0,-39 26-1 0 0,46-26-1215 0 0,1 0 0 0 0,-23 25 1 0 0,17-15-3323 0 0,8-9-1150 0 0,4-6-647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32:04.5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236 531 3297 0 0,'6'-12'9884'0'0,"3"-21"-6425"0"0,1 2-2139 0 0,45-94 2369 0 0,12-28-1159 0 0,-63 317-541 0 0,-3-84-1904 0 0,1-23 50 0 0,-8 80 0 0 0,5-134-115 0 0,1 0 0 0 0,0 0 0 0 0,-1 0-1 0 0,0 0 1 0 0,0 0 0 0 0,0 0 0 0 0,0 0 0 0 0,0 0 0 0 0,-1 0 0 0 0,1-1 0 0 0,-1 1-1 0 0,0-1 1 0 0,1 1 0 0 0,-1-1 0 0 0,0 1 0 0 0,-1-1 0 0 0,1 0 0 0 0,0 0 0 0 0,-1 0-1 0 0,-4 2 1 0 0,3-2 51 0 0,-1 0 0 0 0,0 0-1 0 0,1-1 1 0 0,-1 1 0 0 0,0-1 0 0 0,0-1-1 0 0,0 1 1 0 0,0-1 0 0 0,0 0-1 0 0,0 0 1 0 0,0 0 0 0 0,-5-1 0 0 0,-1-1 41 0 0,0 0 1 0 0,0-1-1 0 0,0 0 1 0 0,0-1-1 0 0,1 0 1 0 0,-1-1-1 0 0,1 0 1 0 0,0 0 0 0 0,0-1-1 0 0,1-1 1 0 0,-10-7-1 0 0,3-2-109 0 0,1 0 0 0 0,0 0 0 0 0,1-2-1 0 0,0 0 1 0 0,2 0 0 0 0,0-2 0 0 0,-16-34-1 0 0,24 43-8 0 0,1 1 1 0 0,0-1-1 0 0,0 1 0 0 0,1-1 0 0 0,0 0 0 0 0,1 0 0 0 0,0 0 0 0 0,0 0 0 0 0,2 0 0 0 0,-1 0 0 0 0,1 0 1 0 0,1 0-1 0 0,0 0 0 0 0,1 1 0 0 0,0-1 0 0 0,0 0 0 0 0,9-15 0 0 0,-3 7-6 0 0,2 1 0 0 0,1 0 0 0 0,0 1-1 0 0,1 0 1 0 0,0 1 0 0 0,2 1 0 0 0,18-16 0 0 0,-22 21 4 0 0,1 0 0 0 0,0 1 0 0 0,1 1 0 0 0,0 0 0 0 0,0 1 0 0 0,1 0 1 0 0,0 1-1 0 0,0 1 0 0 0,0 0 0 0 0,26-5 0 0 0,-32 10 1 0 0,0 0 0 0 0,-1 0-1 0 0,1 1 1 0 0,0 0 0 0 0,0 0 0 0 0,-1 1-1 0 0,1 0 1 0 0,-1 0 0 0 0,1 1 0 0 0,-1 0-1 0 0,0 0 1 0 0,0 1 0 0 0,0 0 0 0 0,-1 0-1 0 0,1 1 1 0 0,-1-1 0 0 0,0 1 0 0 0,0 1-1 0 0,-1-1 1 0 0,8 11 0 0 0,6 6 2 0 0,-2 1 0 0 0,0 0 1 0 0,-2 2-1 0 0,16 32 0 0 0,-27-50 16 0 0,-1 1 0 0 0,0 0 0 0 0,0 0 0 0 0,0 0 0 0 0,-1 0 0 0 0,0 1 0 0 0,-1-1 0 0 0,0 1 0 0 0,0-1 0 0 0,-1 1 0 0 0,0-1 0 0 0,0 1 0 0 0,-1-1 0 0 0,0 1 0 0 0,-1-1-1 0 0,0 0 1 0 0,-4 12 0 0 0,0-7-80 0 0,0-1 0 0 0,-1 1 0 0 0,0-1 0 0 0,-1 0 0 0 0,0-1 0 0 0,-1 0 0 0 0,0 0 0 0 0,-1-1 0 0 0,-19 15 0 0 0,9-6-584 0 0,11-11-825 0 0,0 0-1 0 0,0 0 1 0 0,-19 11 0 0 0,25-17 201 0 0,0-1 1 0 0,0 0 0 0 0,0 1 0 0 0,-1-1 0 0 0,1 0-1 0 0,0 0 1 0 0,-1-1 0 0 0,1 1 0 0 0,-1-1-1 0 0,-5 0 1 0 0,-4 0-4368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04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71 4113 0 0,'-8'9'732'0'0,"0"1"1"0"0,0 0-1 0 0,1 1 1 0 0,1 0-1 0 0,-1 0 1 0 0,2 0-1 0 0,0 1 1 0 0,-4 12-1 0 0,9-24-714 0 0,-1 0 1 0 0,1 1-1 0 0,0-1 1 0 0,0 0-1 0 0,0 1 1 0 0,0-1-1 0 0,0 0 1 0 0,0 1-1 0 0,0-1 1 0 0,0 0-1 0 0,0 1 1 0 0,0-1-1 0 0,0 0 1 0 0,0 1-1 0 0,0-1 1 0 0,0 0-1 0 0,1 1 1 0 0,-1-1-1 0 0,0 0 1 0 0,0 1-1 0 0,0-1 1 0 0,0 0-1 0 0,1 1 1 0 0,-1-1-1 0 0,0 0 1 0 0,0 0-1 0 0,0 1 1 0 0,1-1-1 0 0,-1 0 1 0 0,0 0-1 0 0,1 0 1 0 0,-1 1-1 0 0,0-1 1 0 0,0 0-1 0 0,1 0 1 0 0,0 0-1 0 0,15-1 709 0 0,16-12 451 0 0,11-10 359 0 0,48-37 0 0 0,-56 35-620 0 0,2 1 0 0 0,42-19 0 0 0,-79 43-908 0 0,0 0 0 0 0,0 0 1 0 0,0 0-1 0 0,0 0 0 0 0,-1 0 0 0 0,1 0 1 0 0,0 0-1 0 0,0 0 0 0 0,0 1 1 0 0,0-1-1 0 0,0 0 0 0 0,0 0 0 0 0,0 0 1 0 0,0 0-1 0 0,0 0 0 0 0,0 0 1 0 0,0 0-1 0 0,0 1 0 0 0,0-1 0 0 0,0 0 1 0 0,0 0-1 0 0,0 0 0 0 0,0 0 0 0 0,0 0 1 0 0,0 0-1 0 0,0 1 0 0 0,0-1 1 0 0,0 0-1 0 0,0 0 0 0 0,0 0 0 0 0,0 0 1 0 0,0 0-1 0 0,0 0 0 0 0,0 1 1 0 0,0-1-1 0 0,0 0 0 0 0,0 0 0 0 0,0 0 1 0 0,0 0-1 0 0,0 0 0 0 0,0 0 1 0 0,0 0-1 0 0,0 0 0 0 0,1 1 0 0 0,-1-1 1 0 0,0 0-1 0 0,0 0 0 0 0,0 0 1 0 0,0 0-1 0 0,0 0 0 0 0,0 0 0 0 0,0 0 1 0 0,1 0-1 0 0,-1 0 0 0 0,0 0 0 0 0,0 0 1 0 0,0 0-1 0 0,0 0 0 0 0,0 0 1 0 0,0 0-1 0 0,1 0 0 0 0,-1 0 0 0 0,-12 20 104 0 0,-17 21-262 0 0,8-14 3 0 0,-85 123-53 0 0,95-133 162 0 0,2 0 0 0 0,0 1-1 0 0,1 0 1 0 0,0 0 0 0 0,2 1 0 0 0,0 0-1 0 0,-3 21 1 0 0,9-38 6 0 0,-1 1-1 0 0,1-1 0 0 0,-1 1 1 0 0,1-1-1 0 0,0 1 1 0 0,0-1-1 0 0,0 1 1 0 0,0-1-1 0 0,0 1 1 0 0,1-1-1 0 0,-1 1 1 0 0,1-1-1 0 0,0 1 1 0 0,0-1-1 0 0,0 0 0 0 0,0 1 1 0 0,0-1-1 0 0,0 0 1 0 0,0 0-1 0 0,1 0 1 0 0,-1 0-1 0 0,3 3 1 0 0,-2-4 6 0 0,0-1 0 0 0,0 1 1 0 0,1 0-1 0 0,-1 0 0 0 0,0-1 0 0 0,0 0 1 0 0,1 1-1 0 0,-1-1 0 0 0,0 0 1 0 0,1 0-1 0 0,-1 0 0 0 0,0 0 1 0 0,1 0-1 0 0,-1-1 0 0 0,0 1 0 0 0,0-1 1 0 0,1 0-1 0 0,-1 1 0 0 0,0-1 1 0 0,0 0-1 0 0,0 0 0 0 0,0-1 1 0 0,0 1-1 0 0,2-2 0 0 0,70-50 520 0 0,6-4 534 0 0,-74 53-977 0 0,1 0 0 0 0,0 1 0 0 0,0 0 0 0 0,1 0 0 0 0,-1 1-1 0 0,1 0 1 0 0,-1 0 0 0 0,1 1 0 0 0,0 0 0 0 0,7-1 0 0 0,-13 2-25 0 0,-1 0 0 0 0,0 0-1 0 0,0 0 1 0 0,1 1 0 0 0,-1-1-1 0 0,0 0 1 0 0,1 0 0 0 0,-1 1-1 0 0,0-1 1 0 0,0 1 0 0 0,0-1 0 0 0,1 1-1 0 0,-1-1 1 0 0,0 1 0 0 0,0 0-1 0 0,0-1 1 0 0,0 1 0 0 0,0 0-1 0 0,0 0 1 0 0,0 0 0 0 0,-1 0-1 0 0,1 0 1 0 0,0 0 0 0 0,1 2 0 0 0,-1 0 11 0 0,0 0 0 0 0,0 0 0 0 0,0 0 0 0 0,-1 0 0 0 0,1 0 0 0 0,-1 0 1 0 0,1 0-1 0 0,-1 0 0 0 0,0 0 0 0 0,-1 4 0 0 0,-1 9 13 0 0,-1 0 0 0 0,-1 0 0 0 0,-6 17-1 0 0,7-27-74 0 0,-2 14-786 0 0,-2-2 1 0 0,-1 1 0 0 0,0-1-1 0 0,-18 29 1 0 0,23-42 334 0 0,-1 0 1 0 0,1 0-1 0 0,-1-1 0 0 0,0 0 1 0 0,-1 1-1 0 0,1-1 0 0 0,-1-1 1 0 0,1 1-1 0 0,-1-1 0 0 0,0 0 1 0 0,-1 0-1 0 0,1 0 0 0 0,0-1 1 0 0,-1 1-1 0 0,0-1 0 0 0,1-1 1 0 0,-1 1-1 0 0,0-1 0 0 0,-11 1 1 0 0,-25-2-176 0 0,20-1 1153 0 0,1 1-1 0 0,-35 5 1 0 0,52-5-243 0 0,0 1 1 0 0,0 0-1 0 0,1-1 0 0 0,-1 1 1 0 0,0 1-1 0 0,1-1 0 0 0,-1 1 1 0 0,1-1-1 0 0,-1 1 0 0 0,1 0 1 0 0,0 0-1 0 0,0 0 0 0 0,0 1 1 0 0,0-1-1 0 0,0 1 0 0 0,0 0 1 0 0,1 0-1 0 0,-1-1 0 0 0,1 2 1 0 0,-3 4-1 0 0,4-7-177 0 0,1 0 0 0 0,0 0 0 0 0,-1 0-1 0 0,1 0 1 0 0,0 0 0 0 0,0 0 0 0 0,0 0 0 0 0,-1 0 0 0 0,1 0 0 0 0,0 0-1 0 0,0 0 1 0 0,0 0 0 0 0,1 0 0 0 0,-1 0 0 0 0,0 0 0 0 0,0 0 0 0 0,1 0 0 0 0,-1 0-1 0 0,0 0 1 0 0,1 0 0 0 0,-1 0 0 0 0,1-1 0 0 0,-1 1 0 0 0,1 0 0 0 0,-1 0-1 0 0,1 0 1 0 0,0-1 0 0 0,0 1 0 0 0,-1 0 0 0 0,1 0 0 0 0,0-1 0 0 0,0 1 0 0 0,0-1-1 0 0,-1 1 1 0 0,1-1 0 0 0,0 1 0 0 0,0-1 0 0 0,0 1 0 0 0,0-1 0 0 0,0 0-1 0 0,0 0 1 0 0,0 1 0 0 0,0-1 0 0 0,0 0 0 0 0,0 0 0 0 0,0 0 0 0 0,0 0 0 0 0,1 0-1 0 0,6 1 235 0 0,-1-1 0 0 0,1 0 0 0 0,-1 0 0 0 0,1 0-1 0 0,7-2 1 0 0,21-6 357 0 0,-1-3 0 0 0,63-27 1 0 0,-65 24-580 0 0,2 1 1 0 0,67-17 0 0 0,-45 26-898 0 0,-5 1-2837 0 0,-47 2 2227 0 0,0 0 1 0 0,1 0 0 0 0,-1 0 0 0 0,0-1-1 0 0,0 0 1 0 0,9-4 0 0 0,-14 6 1307 0 0,0 0 0 0 0,1 0 0 0 0,-1-1 0 0 0,0 1 0 0 0,0 0 1 0 0,1 0-1 0 0,-1 0 0 0 0,0 0 0 0 0,0-1 0 0 0,0 1 0 0 0,1 0 1 0 0,-1 0-1 0 0,0 0 0 0 0,0-1 0 0 0,0 1 0 0 0,0 0 0 0 0,0 0 1 0 0,1-1-1 0 0,-1 1 0 0 0,0 0 0 0 0,0 0 0 0 0,0-1 0 0 0,0 1 1 0 0,0 0-1 0 0,0 0 0 0 0,0-1 0 0 0,0 1 0 0 0,0 0 0 0 0,0-1 0 0 0,0 1 1 0 0,0 0-1 0 0,0 0 0 0 0,0-1 0 0 0,0 1 0 0 0,0 0 0 0 0,-1 0 1 0 0,1-1-1 0 0,0 1 0 0 0,0 0 0 0 0,0 0 0 0 0,0-1 0 0 0,0 1 1 0 0,-1 0-1 0 0,1 0 0 0 0,0 0 0 0 0,0-1 0 0 0,0 1 0 0 0,-1 0 1 0 0,1 0-1 0 0,-1 0 0 0 0,-2-3-1898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05.1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1 3081 0 0,'-13'18'1176'0'0,"1"1"1"0"0,1 0-1 0 0,-10 22 1 0 0,13-21-775 0 0,0 0 1 0 0,1 0-1 0 0,2 0 1 0 0,0 1-1 0 0,1 0 0 0 0,-2 23 1 0 0,6-41-330 0 0,-1 0 1 0 0,1 0 0 0 0,0 0 0 0 0,0 0 0 0 0,0 0 0 0 0,0 1 0 0 0,1-1 0 0 0,-1 0 0 0 0,1 0-1 0 0,0 0 1 0 0,0 0 0 0 0,0 0 0 0 0,0 0 0 0 0,1 0 0 0 0,-1 0 0 0 0,1-1 0 0 0,-1 1-1 0 0,1 0 1 0 0,0-1 0 0 0,0 1 0 0 0,3 1 0 0 0,-2-2 42 0 0,0 0 0 0 0,0-1 0 0 0,0 1 0 0 0,0-1 0 0 0,1 0 0 0 0,-1 0 0 0 0,0 0 0 0 0,1-1 0 0 0,-1 1 0 0 0,1-1 0 0 0,-1 0 0 0 0,0 0 0 0 0,1 0 0 0 0,-1 0 0 0 0,1 0 0 0 0,3-2 0 0 0,9-1 353 0 0,-1-2-1 0 0,1 0 1 0 0,-1-1 0 0 0,0 0 0 0 0,-1-1 0 0 0,28-18-1 0 0,-11 4 460 0 0,49-44-1 0 0,-72 58-770 0 0,-1-1 0 0 0,1 0 0 0 0,-1 0 0 0 0,-1 0 0 0 0,1-1 0 0 0,-2 0 0 0 0,1 0 0 0 0,-1-1-1 0 0,0 1 1 0 0,6-21 0 0 0,-10 28-90 0 0,-1-1 0 0 0,1 1 1 0 0,-1 0-1 0 0,1-1 0 0 0,-1 1 0 0 0,0 0 0 0 0,1-1 0 0 0,-1 1 0 0 0,-1-1 0 0 0,1 1 1 0 0,0 0-1 0 0,-1-1 0 0 0,1 1 0 0 0,-1 0 0 0 0,1-1 0 0 0,-1 1 0 0 0,0 0 1 0 0,0 0-1 0 0,0 0 0 0 0,0 0 0 0 0,-1 0 0 0 0,1 0 0 0 0,-2-2 0 0 0,0 2-35 0 0,1 0 0 0 0,-1 1 0 0 0,0-1 1 0 0,1 1-1 0 0,-1 0 0 0 0,0 0 0 0 0,0 0 0 0 0,0 0 0 0 0,0 0 0 0 0,0 1 0 0 0,0-1 0 0 0,0 1 0 0 0,0 0 0 0 0,-1 0 0 0 0,-2 0 0 0 0,-9 2-113 0 0,0 0-1 0 0,1 0 0 0 0,0 2 1 0 0,-1 0-1 0 0,1 0 0 0 0,-15 8 0 0 0,4 1-593 0 0,1 0-1 0 0,-28 21 1 0 0,-11 13-8702 0 0,81-64 1502 0 0,23-37 6005 0 0,-21 28 707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05.5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 0 3865 0 0,'-8'41'6413'0'0,"3"24"-3352"0"0,2-16-1748 0 0,-9 148 1776 0 0,6-81-3325 0 0,-4-1-5252 0 0,-9-148-5053 0 0,17 16 9289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05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1 401 1856 0 0,'0'0'105'0'0,"0"-1"-1"0"0,0 1 1 0 0,0 0 0 0 0,0-1-1 0 0,0 1 1 0 0,0 0-1 0 0,0-1 1 0 0,0 1-1 0 0,0 0 1 0 0,0-1-1 0 0,0 1 1 0 0,0 0 0 0 0,0-1-1 0 0,0 1 1 0 0,0 0-1 0 0,0-1 1 0 0,1 1-1 0 0,-1 0 1 0 0,0-1-1 0 0,0 1 1 0 0,0 0-1 0 0,0-1 1 0 0,1 1 0 0 0,-1 0-1 0 0,0 0 1 0 0,0-1-1 0 0,1 1 1 0 0,-1 0-1 0 0,0 0 1 0 0,0 0-1 0 0,1-1 1 0 0,-1 1 0 0 0,0 0-1 0 0,1 0 1 0 0,11 6 2521 0 0,14 23 368 0 0,-21-23-2450 0 0,13 14 152 0 0,1 0 0 0 0,1-1 0 0 0,1-1 0 0 0,26 17 0 0 0,-40-30-762 0 0,1-1-1 0 0,0 0 1 0 0,0 0-1 0 0,0-1 1 0 0,1 0-1 0 0,-1 0 1 0 0,14 2 0 0 0,-17-4-98 0 0,-1-1 1 0 0,1 0-1 0 0,0 0 1 0 0,0 0 0 0 0,0 0-1 0 0,0-1 1 0 0,0 0-1 0 0,0 0 1 0 0,0 0-1 0 0,-1-1 1 0 0,1 1 0 0 0,-1-1-1 0 0,1 0 1 0 0,6-4-1 0 0,-9 4-124 0 0,1 0 0 0 0,-1-1 0 0 0,0 1-1 0 0,1 0 1 0 0,-1-1 0 0 0,0 1 0 0 0,0-1 0 0 0,-1 0-1 0 0,1 0 1 0 0,-1 0 0 0 0,1 0 0 0 0,-1 0 0 0 0,0 0-1 0 0,0 0 1 0 0,0 0 0 0 0,0 0 0 0 0,-1-1 0 0 0,0 1-1 0 0,1-6 1 0 0,-1-8-1158 0 0,0 1 0 0 0,-5-28 0 0 0,3 31 1143 0 0,-3-17-1149 0 0</inkml:trace>
  <inkml:trace contextRef="#ctx0" brushRef="#br0" timeOffset="1">321 0 2393 0 0,'4'223'11301'0'0,"11"2"-7640"0"0,-5-141-5183 0 0,3 1-1 0 0,4-2 1 0 0,35 102-1 0 0,-51-181 1321 0 0,11 25-2789 0 0,-6-23 309 0 0,0-17-724 0 0,-3-2 1758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06.2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133 110 3881 0 0,'-59'65'8841'0'0,"48"-51"-7985"0"0,0 1 0 0 0,2 0 0 0 0,-9 16 0 0 0,14-23-803 0 0,0-1 0 0 0,1 1 0 0 0,0 0 0 0 0,0 0 1 0 0,1 1-1 0 0,0-1 0 0 0,1 0 0 0 0,0 1 0 0 0,0-1 0 0 0,0 1 0 0 0,1-1 1 0 0,1 1-1 0 0,0-1 0 0 0,0 1 0 0 0,0-1 0 0 0,1 0 0 0 0,0 1 1 0 0,6 14-1 0 0,-6-19-46 0 0,0 0 0 0 0,0 0 0 0 0,1 0 0 0 0,-1 0 0 0 0,1-1 0 0 0,0 1 0 0 0,-1-1 0 0 0,2 1 0 0 0,-1-1 0 0 0,0 0 0 0 0,1 0 0 0 0,-1-1 0 0 0,1 1 0 0 0,0-1 0 0 0,0 1 0 0 0,0-1 0 0 0,0 0 0 0 0,0-1 0 0 0,9 3 0 0 0,-6-3 27 0 0,0 0-1 0 0,1 0 1 0 0,-1-1 0 0 0,0 0-1 0 0,0 0 1 0 0,0-1 0 0 0,0 0-1 0 0,0 0 1 0 0,0 0-1 0 0,0-1 1 0 0,0 0 0 0 0,7-4-1 0 0,-6 3-2 0 0,1-1-1 0 0,-1-1 0 0 0,0 1 1 0 0,0-2-1 0 0,0 1 0 0 0,-1-1 1 0 0,0 0-1 0 0,0 0 1 0 0,8-10-1 0 0,-11 11-46 0 0,-1 1-1 0 0,0-1 1 0 0,0 0 0 0 0,0 0-1 0 0,0 0 1 0 0,-1 0 0 0 0,0 0-1 0 0,0 0 1 0 0,0-1 0 0 0,-1 1-1 0 0,1-1 1 0 0,-1 0 0 0 0,-1 1-1 0 0,1-1 1 0 0,-1-8 0 0 0,-2 0 55 0 0,-1 0 1 0 0,-1 1 0 0 0,0-1-1 0 0,0 1 1 0 0,-1 0 0 0 0,-1 0-1 0 0,-1 0 1 0 0,1 1 0 0 0,-2 0-1 0 0,0 0 1 0 0,0 1 0 0 0,-1 0-1 0 0,0 1 1 0 0,-12-11 0 0 0,-2 11 365 0 0,23 10-401 0 0,-1 0 1 0 0,1 0-1 0 0,0 0 1 0 0,-1 0-1 0 0,1 0 1 0 0,-1 0-1 0 0,1 0 0 0 0,-1 0 1 0 0,1 0-1 0 0,-1 0 1 0 0,1 0-1 0 0,0 0 1 0 0,-1 1-1 0 0,1-1 1 0 0,-1 0-1 0 0,1 0 1 0 0,0 1-1 0 0,-1-1 1 0 0,1 0-1 0 0,0 0 0 0 0,-1 1 1 0 0,1-1-1 0 0,0 0 1 0 0,0 1-1 0 0,-1-1 1 0 0,1 1-1 0 0,-1 0 1 0 0,1 0-10 0 0,1 0 0 0 0,-1 0 0 0 0,0 0 1 0 0,0-1-1 0 0,0 1 0 0 0,0 0 0 0 0,1 0 1 0 0,-1 0-1 0 0,1 0 0 0 0,-1 0 1 0 0,0 0-1 0 0,1-1 0 0 0,-1 1 0 0 0,1 0 1 0 0,0 0-1 0 0,-1 0 0 0 0,1-1 0 0 0,0 1 1 0 0,-1 0-1 0 0,1-1 0 0 0,0 1 0 0 0,0-1 1 0 0,-1 1-1 0 0,1-1 0 0 0,0 1 1 0 0,0-1-1 0 0,0 0 0 0 0,0 1 0 0 0,0-1 1 0 0,0 0-1 0 0,0 0 0 0 0,0 0 0 0 0,0 1 1 0 0,-1-1-1 0 0,1 0 0 0 0,0 0 0 0 0,0 0 1 0 0,1-1-1 0 0,4 1 0 0 0,0 0 0 0 0,0 0 0 0 0,0-1 0 0 0,0 0 0 0 0,0 0 0 0 0,0 0 1 0 0,-1-1-1 0 0,1 0 0 0 0,0 0 0 0 0,9-5 0 0 0,58-38 205 0 0,-42 25-14 0 0,-6 3 29 0 0,-19 12-107 0 0,1 0-1 0 0,-1 1 1 0 0,1 0-1 0 0,0 0 1 0 0,0 0-1 0 0,0 0 1 0 0,1 1-1 0 0,-1 1 1 0 0,1-1-1 0 0,9-1 1 0 0,-15 4-66 0 0,-1 1 0 0 0,0-1 1 0 0,0 0-1 0 0,0 1 0 0 0,0-1 0 0 0,1 1 1 0 0,-1-1-1 0 0,0 1 0 0 0,0 0 1 0 0,0-1-1 0 0,0 1 0 0 0,0 0 0 0 0,-1 0 1 0 0,1 0-1 0 0,0 0 0 0 0,0 0 1 0 0,0 0-1 0 0,-1 0 0 0 0,1 0 1 0 0,0 0-1 0 0,-1 0 0 0 0,1 0 0 0 0,-1 0 1 0 0,1 0-1 0 0,-1 2 0 0 0,11 37 92 0 0,-8-25-112 0 0,68 278-196 0 0,-63-240-1454 0 0,2 95 1 0 0,-11-125 573 0 0,0 27-1510 0 0,7-23-3477 0 0,1-50-898 0 0,-3 6 5537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26:06.6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1800 0 0,'-1'10'5313'0'0,"-6"21"-2389"0"0,3-13-1249 0 0,2 2-890 0 0,0-1 1 0 0,1 0-1 0 0,1 1 1 0 0,1-1-1 0 0,1 1 0 0 0,8 35 1 0 0,42 117 469 0 0,-15-58-516 0 0,-23-66-663 0 0,-3 1-1 0 0,6 53 1 0 0,-16-84-1172 0 0,0 0-1 0 0,-3 30 1 0 0,1-47 1073 0 0,-2 13-3463 0 0,3-13 3333 0 0,0-1 0 0 0,0 0 0 0 0,0 0 0 0 0,0 0 0 0 0,0 1 0 0 0,-1-1 0 0 0,1 0 1 0 0,0 0-1 0 0,0 1 0 0 0,0-1 0 0 0,0 0 0 0 0,-1 0 0 0 0,1 0 0 0 0,0 0 0 0 0,0 0 1 0 0,-1 1-1 0 0,1-1 0 0 0,0 0 0 0 0,0 0 0 0 0,0 0 0 0 0,-1 0 0 0 0,1 0 0 0 0,0 0 1 0 0,0 0-1 0 0,-1 0 0 0 0,1 0 0 0 0,0 0 0 0 0,0 0 0 0 0,-1 0 0 0 0,1 0 0 0 0,0 0 1 0 0,-1 0-1 0 0,1 0 0 0 0,0 0 0 0 0,0 0 0 0 0,-1 0 0 0 0,1 0 0 0 0,0 0 0 0 0,0 0 0 0 0,0-1 1 0 0,-1 1-1 0 0,1 0 0 0 0,0 0 0 0 0,0 0 0 0 0,0 0 0 0 0,-1 0 0 0 0,1-1 0 0 0,-6-5-3861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  <a:endParaRPr lang="en-US" altLang="ko-KR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27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3.xml"/><Relationship Id="rId50" Type="http://schemas.openxmlformats.org/officeDocument/2006/relationships/image" Target="../media/image28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30.png"/><Relationship Id="rId6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8.xml"/><Relationship Id="rId40" Type="http://schemas.openxmlformats.org/officeDocument/2006/relationships/image" Target="../media/image23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61" Type="http://schemas.openxmlformats.org/officeDocument/2006/relationships/customXml" Target="../ink/ink30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Relationship Id="rId6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7.png"/><Relationship Id="rId56" Type="http://schemas.openxmlformats.org/officeDocument/2006/relationships/image" Target="../media/image31.png"/><Relationship Id="rId64" Type="http://schemas.openxmlformats.org/officeDocument/2006/relationships/image" Target="../media/image35.png"/><Relationship Id="rId8" Type="http://schemas.openxmlformats.org/officeDocument/2006/relationships/image" Target="../media/image7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59" Type="http://schemas.openxmlformats.org/officeDocument/2006/relationships/customXml" Target="../ink/ink29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.png"/><Relationship Id="rId117" Type="http://schemas.openxmlformats.org/officeDocument/2006/relationships/customXml" Target="../ink/ink89.xml"/><Relationship Id="rId21" Type="http://schemas.openxmlformats.org/officeDocument/2006/relationships/customXml" Target="../ink/ink41.xml"/><Relationship Id="rId42" Type="http://schemas.openxmlformats.org/officeDocument/2006/relationships/image" Target="../media/image56.png"/><Relationship Id="rId47" Type="http://schemas.openxmlformats.org/officeDocument/2006/relationships/customXml" Target="../ink/ink54.xml"/><Relationship Id="rId63" Type="http://schemas.openxmlformats.org/officeDocument/2006/relationships/customXml" Target="../ink/ink62.xml"/><Relationship Id="rId68" Type="http://schemas.openxmlformats.org/officeDocument/2006/relationships/image" Target="../media/image69.png"/><Relationship Id="rId84" Type="http://schemas.openxmlformats.org/officeDocument/2006/relationships/image" Target="../media/image77.png"/><Relationship Id="rId89" Type="http://schemas.openxmlformats.org/officeDocument/2006/relationships/customXml" Target="../ink/ink75.xml"/><Relationship Id="rId112" Type="http://schemas.openxmlformats.org/officeDocument/2006/relationships/image" Target="../media/image91.png"/><Relationship Id="rId133" Type="http://schemas.openxmlformats.org/officeDocument/2006/relationships/customXml" Target="../ink/ink97.xml"/><Relationship Id="rId138" Type="http://schemas.openxmlformats.org/officeDocument/2006/relationships/image" Target="../media/image104.png"/><Relationship Id="rId154" Type="http://schemas.openxmlformats.org/officeDocument/2006/relationships/image" Target="../media/image112.png"/><Relationship Id="rId159" Type="http://schemas.openxmlformats.org/officeDocument/2006/relationships/customXml" Target="../ink/ink110.xml"/><Relationship Id="rId175" Type="http://schemas.openxmlformats.org/officeDocument/2006/relationships/customXml" Target="../ink/ink118.xml"/><Relationship Id="rId170" Type="http://schemas.openxmlformats.org/officeDocument/2006/relationships/image" Target="../media/image120.png"/><Relationship Id="rId16" Type="http://schemas.openxmlformats.org/officeDocument/2006/relationships/image" Target="../media/image43.png"/><Relationship Id="rId107" Type="http://schemas.openxmlformats.org/officeDocument/2006/relationships/customXml" Target="../ink/ink84.xml"/><Relationship Id="rId11" Type="http://schemas.openxmlformats.org/officeDocument/2006/relationships/customXml" Target="../ink/ink36.xml"/><Relationship Id="rId32" Type="http://schemas.openxmlformats.org/officeDocument/2006/relationships/image" Target="../media/image51.png"/><Relationship Id="rId37" Type="http://schemas.openxmlformats.org/officeDocument/2006/relationships/customXml" Target="../ink/ink49.xml"/><Relationship Id="rId53" Type="http://schemas.openxmlformats.org/officeDocument/2006/relationships/customXml" Target="../ink/ink57.xml"/><Relationship Id="rId58" Type="http://schemas.openxmlformats.org/officeDocument/2006/relationships/image" Target="../media/image64.png"/><Relationship Id="rId74" Type="http://schemas.openxmlformats.org/officeDocument/2006/relationships/image" Target="../media/image72.png"/><Relationship Id="rId79" Type="http://schemas.openxmlformats.org/officeDocument/2006/relationships/customXml" Target="../ink/ink70.xml"/><Relationship Id="rId102" Type="http://schemas.openxmlformats.org/officeDocument/2006/relationships/image" Target="../media/image86.png"/><Relationship Id="rId123" Type="http://schemas.openxmlformats.org/officeDocument/2006/relationships/customXml" Target="../ink/ink92.xml"/><Relationship Id="rId128" Type="http://schemas.openxmlformats.org/officeDocument/2006/relationships/image" Target="../media/image99.png"/><Relationship Id="rId144" Type="http://schemas.openxmlformats.org/officeDocument/2006/relationships/image" Target="../media/image107.png"/><Relationship Id="rId149" Type="http://schemas.openxmlformats.org/officeDocument/2006/relationships/customXml" Target="../ink/ink105.xml"/><Relationship Id="rId5" Type="http://schemas.openxmlformats.org/officeDocument/2006/relationships/customXml" Target="../ink/ink33.xml"/><Relationship Id="rId90" Type="http://schemas.openxmlformats.org/officeDocument/2006/relationships/image" Target="../media/image80.png"/><Relationship Id="rId95" Type="http://schemas.openxmlformats.org/officeDocument/2006/relationships/customXml" Target="../ink/ink78.xml"/><Relationship Id="rId160" Type="http://schemas.openxmlformats.org/officeDocument/2006/relationships/image" Target="../media/image115.png"/><Relationship Id="rId165" Type="http://schemas.openxmlformats.org/officeDocument/2006/relationships/customXml" Target="../ink/ink113.xml"/><Relationship Id="rId22" Type="http://schemas.openxmlformats.org/officeDocument/2006/relationships/image" Target="../media/image46.png"/><Relationship Id="rId27" Type="http://schemas.openxmlformats.org/officeDocument/2006/relationships/customXml" Target="../ink/ink44.xml"/><Relationship Id="rId43" Type="http://schemas.openxmlformats.org/officeDocument/2006/relationships/customXml" Target="../ink/ink52.xml"/><Relationship Id="rId48" Type="http://schemas.openxmlformats.org/officeDocument/2006/relationships/image" Target="../media/image59.png"/><Relationship Id="rId64" Type="http://schemas.openxmlformats.org/officeDocument/2006/relationships/image" Target="../media/image67.png"/><Relationship Id="rId69" Type="http://schemas.openxmlformats.org/officeDocument/2006/relationships/customXml" Target="../ink/ink65.xml"/><Relationship Id="rId113" Type="http://schemas.openxmlformats.org/officeDocument/2006/relationships/customXml" Target="../ink/ink87.xml"/><Relationship Id="rId118" Type="http://schemas.openxmlformats.org/officeDocument/2006/relationships/image" Target="../media/image94.png"/><Relationship Id="rId134" Type="http://schemas.openxmlformats.org/officeDocument/2006/relationships/image" Target="../media/image102.png"/><Relationship Id="rId139" Type="http://schemas.openxmlformats.org/officeDocument/2006/relationships/customXml" Target="../ink/ink100.xml"/><Relationship Id="rId80" Type="http://schemas.openxmlformats.org/officeDocument/2006/relationships/image" Target="../media/image75.png"/><Relationship Id="rId85" Type="http://schemas.openxmlformats.org/officeDocument/2006/relationships/customXml" Target="../ink/ink73.xml"/><Relationship Id="rId150" Type="http://schemas.openxmlformats.org/officeDocument/2006/relationships/image" Target="../media/image110.png"/><Relationship Id="rId155" Type="http://schemas.openxmlformats.org/officeDocument/2006/relationships/customXml" Target="../ink/ink108.xml"/><Relationship Id="rId171" Type="http://schemas.openxmlformats.org/officeDocument/2006/relationships/customXml" Target="../ink/ink116.xml"/><Relationship Id="rId176" Type="http://schemas.openxmlformats.org/officeDocument/2006/relationships/image" Target="../media/image123.png"/><Relationship Id="rId12" Type="http://schemas.openxmlformats.org/officeDocument/2006/relationships/image" Target="../media/image41.png"/><Relationship Id="rId17" Type="http://schemas.openxmlformats.org/officeDocument/2006/relationships/customXml" Target="../ink/ink39.xml"/><Relationship Id="rId33" Type="http://schemas.openxmlformats.org/officeDocument/2006/relationships/customXml" Target="../ink/ink47.xml"/><Relationship Id="rId38" Type="http://schemas.openxmlformats.org/officeDocument/2006/relationships/image" Target="../media/image54.png"/><Relationship Id="rId59" Type="http://schemas.openxmlformats.org/officeDocument/2006/relationships/customXml" Target="../ink/ink60.xml"/><Relationship Id="rId103" Type="http://schemas.openxmlformats.org/officeDocument/2006/relationships/customXml" Target="../ink/ink82.xml"/><Relationship Id="rId108" Type="http://schemas.openxmlformats.org/officeDocument/2006/relationships/image" Target="../media/image89.png"/><Relationship Id="rId124" Type="http://schemas.openxmlformats.org/officeDocument/2006/relationships/image" Target="../media/image97.png"/><Relationship Id="rId129" Type="http://schemas.openxmlformats.org/officeDocument/2006/relationships/customXml" Target="../ink/ink95.xml"/><Relationship Id="rId54" Type="http://schemas.openxmlformats.org/officeDocument/2006/relationships/image" Target="../media/image62.png"/><Relationship Id="rId70" Type="http://schemas.openxmlformats.org/officeDocument/2006/relationships/image" Target="../media/image70.png"/><Relationship Id="rId75" Type="http://schemas.openxmlformats.org/officeDocument/2006/relationships/customXml" Target="../ink/ink68.xml"/><Relationship Id="rId91" Type="http://schemas.openxmlformats.org/officeDocument/2006/relationships/customXml" Target="../ink/ink76.xml"/><Relationship Id="rId96" Type="http://schemas.openxmlformats.org/officeDocument/2006/relationships/image" Target="../media/image83.png"/><Relationship Id="rId140" Type="http://schemas.openxmlformats.org/officeDocument/2006/relationships/image" Target="../media/image105.png"/><Relationship Id="rId145" Type="http://schemas.openxmlformats.org/officeDocument/2006/relationships/customXml" Target="../ink/ink103.xml"/><Relationship Id="rId161" Type="http://schemas.openxmlformats.org/officeDocument/2006/relationships/customXml" Target="../ink/ink111.xml"/><Relationship Id="rId166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23" Type="http://schemas.openxmlformats.org/officeDocument/2006/relationships/customXml" Target="../ink/ink42.xml"/><Relationship Id="rId28" Type="http://schemas.openxmlformats.org/officeDocument/2006/relationships/image" Target="../media/image49.png"/><Relationship Id="rId49" Type="http://schemas.openxmlformats.org/officeDocument/2006/relationships/customXml" Target="../ink/ink55.xml"/><Relationship Id="rId114" Type="http://schemas.openxmlformats.org/officeDocument/2006/relationships/image" Target="../media/image92.png"/><Relationship Id="rId119" Type="http://schemas.openxmlformats.org/officeDocument/2006/relationships/customXml" Target="../ink/ink90.xml"/><Relationship Id="rId10" Type="http://schemas.openxmlformats.org/officeDocument/2006/relationships/image" Target="../media/image40.png"/><Relationship Id="rId31" Type="http://schemas.openxmlformats.org/officeDocument/2006/relationships/customXml" Target="../ink/ink46.xml"/><Relationship Id="rId44" Type="http://schemas.openxmlformats.org/officeDocument/2006/relationships/image" Target="../media/image57.png"/><Relationship Id="rId52" Type="http://schemas.openxmlformats.org/officeDocument/2006/relationships/image" Target="../media/image61.png"/><Relationship Id="rId60" Type="http://schemas.openxmlformats.org/officeDocument/2006/relationships/image" Target="../media/image65.png"/><Relationship Id="rId65" Type="http://schemas.openxmlformats.org/officeDocument/2006/relationships/customXml" Target="../ink/ink63.xml"/><Relationship Id="rId73" Type="http://schemas.openxmlformats.org/officeDocument/2006/relationships/customXml" Target="../ink/ink67.xml"/><Relationship Id="rId78" Type="http://schemas.openxmlformats.org/officeDocument/2006/relationships/image" Target="../media/image74.png"/><Relationship Id="rId81" Type="http://schemas.openxmlformats.org/officeDocument/2006/relationships/customXml" Target="../ink/ink71.xml"/><Relationship Id="rId86" Type="http://schemas.openxmlformats.org/officeDocument/2006/relationships/image" Target="../media/image78.png"/><Relationship Id="rId94" Type="http://schemas.openxmlformats.org/officeDocument/2006/relationships/image" Target="../media/image82.png"/><Relationship Id="rId99" Type="http://schemas.openxmlformats.org/officeDocument/2006/relationships/customXml" Target="../ink/ink80.xml"/><Relationship Id="rId101" Type="http://schemas.openxmlformats.org/officeDocument/2006/relationships/customXml" Target="../ink/ink81.xml"/><Relationship Id="rId122" Type="http://schemas.openxmlformats.org/officeDocument/2006/relationships/image" Target="../media/image96.png"/><Relationship Id="rId130" Type="http://schemas.openxmlformats.org/officeDocument/2006/relationships/image" Target="../media/image100.png"/><Relationship Id="rId135" Type="http://schemas.openxmlformats.org/officeDocument/2006/relationships/customXml" Target="../ink/ink98.xml"/><Relationship Id="rId143" Type="http://schemas.openxmlformats.org/officeDocument/2006/relationships/customXml" Target="../ink/ink102.xml"/><Relationship Id="rId148" Type="http://schemas.openxmlformats.org/officeDocument/2006/relationships/image" Target="../media/image109.png"/><Relationship Id="rId151" Type="http://schemas.openxmlformats.org/officeDocument/2006/relationships/customXml" Target="../ink/ink106.xml"/><Relationship Id="rId156" Type="http://schemas.openxmlformats.org/officeDocument/2006/relationships/image" Target="../media/image113.png"/><Relationship Id="rId164" Type="http://schemas.openxmlformats.org/officeDocument/2006/relationships/image" Target="../media/image117.png"/><Relationship Id="rId169" Type="http://schemas.openxmlformats.org/officeDocument/2006/relationships/customXml" Target="../ink/ink115.xml"/><Relationship Id="rId177" Type="http://schemas.openxmlformats.org/officeDocument/2006/relationships/customXml" Target="../ink/ink119.xml"/><Relationship Id="rId4" Type="http://schemas.openxmlformats.org/officeDocument/2006/relationships/image" Target="../media/image37.png"/><Relationship Id="rId9" Type="http://schemas.openxmlformats.org/officeDocument/2006/relationships/customXml" Target="../ink/ink35.xml"/><Relationship Id="rId172" Type="http://schemas.openxmlformats.org/officeDocument/2006/relationships/image" Target="../media/image121.png"/><Relationship Id="rId180" Type="http://schemas.openxmlformats.org/officeDocument/2006/relationships/image" Target="../media/image125.png"/><Relationship Id="rId13" Type="http://schemas.openxmlformats.org/officeDocument/2006/relationships/customXml" Target="../ink/ink37.xml"/><Relationship Id="rId18" Type="http://schemas.openxmlformats.org/officeDocument/2006/relationships/image" Target="../media/image44.png"/><Relationship Id="rId39" Type="http://schemas.openxmlformats.org/officeDocument/2006/relationships/customXml" Target="../ink/ink50.xml"/><Relationship Id="rId109" Type="http://schemas.openxmlformats.org/officeDocument/2006/relationships/customXml" Target="../ink/ink85.xml"/><Relationship Id="rId34" Type="http://schemas.openxmlformats.org/officeDocument/2006/relationships/image" Target="../media/image52.png"/><Relationship Id="rId50" Type="http://schemas.openxmlformats.org/officeDocument/2006/relationships/image" Target="../media/image60.png"/><Relationship Id="rId55" Type="http://schemas.openxmlformats.org/officeDocument/2006/relationships/customXml" Target="../ink/ink58.xml"/><Relationship Id="rId76" Type="http://schemas.openxmlformats.org/officeDocument/2006/relationships/image" Target="../media/image73.png"/><Relationship Id="rId97" Type="http://schemas.openxmlformats.org/officeDocument/2006/relationships/customXml" Target="../ink/ink79.xml"/><Relationship Id="rId104" Type="http://schemas.openxmlformats.org/officeDocument/2006/relationships/image" Target="../media/image87.png"/><Relationship Id="rId120" Type="http://schemas.openxmlformats.org/officeDocument/2006/relationships/image" Target="../media/image95.png"/><Relationship Id="rId125" Type="http://schemas.openxmlformats.org/officeDocument/2006/relationships/customXml" Target="../ink/ink93.xml"/><Relationship Id="rId141" Type="http://schemas.openxmlformats.org/officeDocument/2006/relationships/customXml" Target="../ink/ink101.xml"/><Relationship Id="rId146" Type="http://schemas.openxmlformats.org/officeDocument/2006/relationships/image" Target="../media/image108.png"/><Relationship Id="rId167" Type="http://schemas.openxmlformats.org/officeDocument/2006/relationships/customXml" Target="../ink/ink114.xml"/><Relationship Id="rId7" Type="http://schemas.openxmlformats.org/officeDocument/2006/relationships/customXml" Target="../ink/ink34.xml"/><Relationship Id="rId71" Type="http://schemas.openxmlformats.org/officeDocument/2006/relationships/customXml" Target="../ink/ink66.xml"/><Relationship Id="rId92" Type="http://schemas.openxmlformats.org/officeDocument/2006/relationships/image" Target="../media/image81.png"/><Relationship Id="rId162" Type="http://schemas.openxmlformats.org/officeDocument/2006/relationships/image" Target="../media/image116.png"/><Relationship Id="rId2" Type="http://schemas.openxmlformats.org/officeDocument/2006/relationships/image" Target="../media/image36.PNG"/><Relationship Id="rId29" Type="http://schemas.openxmlformats.org/officeDocument/2006/relationships/customXml" Target="../ink/ink45.xml"/><Relationship Id="rId24" Type="http://schemas.openxmlformats.org/officeDocument/2006/relationships/image" Target="../media/image47.png"/><Relationship Id="rId40" Type="http://schemas.openxmlformats.org/officeDocument/2006/relationships/image" Target="../media/image55.png"/><Relationship Id="rId45" Type="http://schemas.openxmlformats.org/officeDocument/2006/relationships/customXml" Target="../ink/ink53.xml"/><Relationship Id="rId66" Type="http://schemas.openxmlformats.org/officeDocument/2006/relationships/image" Target="../media/image68.png"/><Relationship Id="rId87" Type="http://schemas.openxmlformats.org/officeDocument/2006/relationships/customXml" Target="../ink/ink74.xml"/><Relationship Id="rId110" Type="http://schemas.openxmlformats.org/officeDocument/2006/relationships/image" Target="../media/image90.png"/><Relationship Id="rId115" Type="http://schemas.openxmlformats.org/officeDocument/2006/relationships/customXml" Target="../ink/ink88.xml"/><Relationship Id="rId131" Type="http://schemas.openxmlformats.org/officeDocument/2006/relationships/customXml" Target="../ink/ink96.xml"/><Relationship Id="rId136" Type="http://schemas.openxmlformats.org/officeDocument/2006/relationships/image" Target="../media/image103.png"/><Relationship Id="rId157" Type="http://schemas.openxmlformats.org/officeDocument/2006/relationships/customXml" Target="../ink/ink109.xml"/><Relationship Id="rId178" Type="http://schemas.openxmlformats.org/officeDocument/2006/relationships/image" Target="../media/image124.png"/><Relationship Id="rId61" Type="http://schemas.openxmlformats.org/officeDocument/2006/relationships/customXml" Target="../ink/ink61.xml"/><Relationship Id="rId82" Type="http://schemas.openxmlformats.org/officeDocument/2006/relationships/image" Target="../media/image76.png"/><Relationship Id="rId152" Type="http://schemas.openxmlformats.org/officeDocument/2006/relationships/image" Target="../media/image111.png"/><Relationship Id="rId173" Type="http://schemas.openxmlformats.org/officeDocument/2006/relationships/customXml" Target="../ink/ink117.xml"/><Relationship Id="rId19" Type="http://schemas.openxmlformats.org/officeDocument/2006/relationships/customXml" Target="../ink/ink40.xml"/><Relationship Id="rId14" Type="http://schemas.openxmlformats.org/officeDocument/2006/relationships/image" Target="../media/image42.png"/><Relationship Id="rId30" Type="http://schemas.openxmlformats.org/officeDocument/2006/relationships/image" Target="../media/image50.png"/><Relationship Id="rId35" Type="http://schemas.openxmlformats.org/officeDocument/2006/relationships/customXml" Target="../ink/ink48.xml"/><Relationship Id="rId56" Type="http://schemas.openxmlformats.org/officeDocument/2006/relationships/image" Target="../media/image63.png"/><Relationship Id="rId77" Type="http://schemas.openxmlformats.org/officeDocument/2006/relationships/customXml" Target="../ink/ink69.xml"/><Relationship Id="rId100" Type="http://schemas.openxmlformats.org/officeDocument/2006/relationships/image" Target="../media/image85.png"/><Relationship Id="rId105" Type="http://schemas.openxmlformats.org/officeDocument/2006/relationships/customXml" Target="../ink/ink83.xml"/><Relationship Id="rId126" Type="http://schemas.openxmlformats.org/officeDocument/2006/relationships/image" Target="../media/image98.png"/><Relationship Id="rId147" Type="http://schemas.openxmlformats.org/officeDocument/2006/relationships/customXml" Target="../ink/ink104.xml"/><Relationship Id="rId168" Type="http://schemas.openxmlformats.org/officeDocument/2006/relationships/image" Target="../media/image119.png"/><Relationship Id="rId8" Type="http://schemas.openxmlformats.org/officeDocument/2006/relationships/image" Target="../media/image39.png"/><Relationship Id="rId51" Type="http://schemas.openxmlformats.org/officeDocument/2006/relationships/customXml" Target="../ink/ink56.xml"/><Relationship Id="rId72" Type="http://schemas.openxmlformats.org/officeDocument/2006/relationships/image" Target="../media/image71.png"/><Relationship Id="rId93" Type="http://schemas.openxmlformats.org/officeDocument/2006/relationships/customXml" Target="../ink/ink77.xml"/><Relationship Id="rId98" Type="http://schemas.openxmlformats.org/officeDocument/2006/relationships/image" Target="../media/image84.png"/><Relationship Id="rId121" Type="http://schemas.openxmlformats.org/officeDocument/2006/relationships/customXml" Target="../ink/ink91.xml"/><Relationship Id="rId142" Type="http://schemas.openxmlformats.org/officeDocument/2006/relationships/image" Target="../media/image106.png"/><Relationship Id="rId163" Type="http://schemas.openxmlformats.org/officeDocument/2006/relationships/customXml" Target="../ink/ink112.xml"/><Relationship Id="rId3" Type="http://schemas.openxmlformats.org/officeDocument/2006/relationships/customXml" Target="../ink/ink32.xml"/><Relationship Id="rId25" Type="http://schemas.openxmlformats.org/officeDocument/2006/relationships/customXml" Target="../ink/ink43.xml"/><Relationship Id="rId46" Type="http://schemas.openxmlformats.org/officeDocument/2006/relationships/image" Target="../media/image58.png"/><Relationship Id="rId67" Type="http://schemas.openxmlformats.org/officeDocument/2006/relationships/customXml" Target="../ink/ink64.xml"/><Relationship Id="rId116" Type="http://schemas.openxmlformats.org/officeDocument/2006/relationships/image" Target="../media/image93.png"/><Relationship Id="rId137" Type="http://schemas.openxmlformats.org/officeDocument/2006/relationships/customXml" Target="../ink/ink99.xml"/><Relationship Id="rId158" Type="http://schemas.openxmlformats.org/officeDocument/2006/relationships/image" Target="../media/image114.png"/><Relationship Id="rId20" Type="http://schemas.openxmlformats.org/officeDocument/2006/relationships/image" Target="../media/image45.png"/><Relationship Id="rId41" Type="http://schemas.openxmlformats.org/officeDocument/2006/relationships/customXml" Target="../ink/ink51.xml"/><Relationship Id="rId62" Type="http://schemas.openxmlformats.org/officeDocument/2006/relationships/image" Target="../media/image66.png"/><Relationship Id="rId83" Type="http://schemas.openxmlformats.org/officeDocument/2006/relationships/customXml" Target="../ink/ink72.xml"/><Relationship Id="rId88" Type="http://schemas.openxmlformats.org/officeDocument/2006/relationships/image" Target="../media/image79.png"/><Relationship Id="rId111" Type="http://schemas.openxmlformats.org/officeDocument/2006/relationships/customXml" Target="../ink/ink86.xml"/><Relationship Id="rId132" Type="http://schemas.openxmlformats.org/officeDocument/2006/relationships/image" Target="../media/image101.png"/><Relationship Id="rId153" Type="http://schemas.openxmlformats.org/officeDocument/2006/relationships/customXml" Target="../ink/ink107.xml"/><Relationship Id="rId174" Type="http://schemas.openxmlformats.org/officeDocument/2006/relationships/image" Target="../media/image122.png"/><Relationship Id="rId179" Type="http://schemas.openxmlformats.org/officeDocument/2006/relationships/customXml" Target="../ink/ink120.xml"/><Relationship Id="rId15" Type="http://schemas.openxmlformats.org/officeDocument/2006/relationships/customXml" Target="../ink/ink38.xml"/><Relationship Id="rId36" Type="http://schemas.openxmlformats.org/officeDocument/2006/relationships/image" Target="../media/image53.png"/><Relationship Id="rId57" Type="http://schemas.openxmlformats.org/officeDocument/2006/relationships/customXml" Target="../ink/ink59.xml"/><Relationship Id="rId106" Type="http://schemas.openxmlformats.org/officeDocument/2006/relationships/image" Target="../media/image88.png"/><Relationship Id="rId127" Type="http://schemas.openxmlformats.org/officeDocument/2006/relationships/customXml" Target="../ink/ink9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customXml" Target="../ink/ink126.xml"/><Relationship Id="rId3" Type="http://schemas.openxmlformats.org/officeDocument/2006/relationships/customXml" Target="../ink/ink121.xml"/><Relationship Id="rId7" Type="http://schemas.openxmlformats.org/officeDocument/2006/relationships/customXml" Target="../ink/ink123.xml"/><Relationship Id="rId12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customXml" Target="../ink/ink125.xml"/><Relationship Id="rId5" Type="http://schemas.openxmlformats.org/officeDocument/2006/relationships/customXml" Target="../ink/ink122.xml"/><Relationship Id="rId10" Type="http://schemas.openxmlformats.org/officeDocument/2006/relationships/image" Target="../media/image130.png"/><Relationship Id="rId4" Type="http://schemas.openxmlformats.org/officeDocument/2006/relationships/image" Target="../media/image127.png"/><Relationship Id="rId9" Type="http://schemas.openxmlformats.org/officeDocument/2006/relationships/customXml" Target="../ink/ink124.xml"/><Relationship Id="rId14" Type="http://schemas.openxmlformats.org/officeDocument/2006/relationships/image" Target="../media/image1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7200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파이프 통신 연습</a:t>
            </a:r>
            <a:endParaRPr lang="en-US" altLang="ko-KR" sz="4000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>
                <a:latin typeface="나눔고딕 ExtraBold" pitchFamily="50" charset="-127"/>
                <a:ea typeface="나눔고딕 ExtraBold" pitchFamily="50" charset="-127"/>
              </a:rPr>
              <a:t>10</a:t>
            </a:r>
            <a:endParaRPr lang="en-US" altLang="ko-KR" sz="4000" b="1" kern="0" dirty="0"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283BE90-888B-4266-BE56-A3692E94C71A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프로세스간 통신 </a:t>
            </a:r>
            <a:r>
              <a:rPr lang="en-US" altLang="ko-KR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(IPC)</a:t>
            </a:r>
            <a:endParaRPr lang="ko-KR" altLang="en-US" sz="3600" dirty="0">
              <a:solidFill>
                <a:schemeClr val="tx1"/>
              </a:solidFill>
              <a:latin typeface="Arial Black" pitchFamily="34" charset="0"/>
              <a:ea typeface="굴림" charset="-127"/>
            </a:endParaRP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323528" y="1196752"/>
            <a:ext cx="8496944" cy="5152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IPC </a:t>
            </a:r>
            <a:r>
              <a:rPr lang="ko-KR" altLang="en-US" dirty="0">
                <a:ea typeface="굴림" charset="-127"/>
              </a:rPr>
              <a:t>구현 방법</a:t>
            </a:r>
            <a:endParaRPr lang="en-US" altLang="ko-KR" dirty="0">
              <a:ea typeface="굴림" charset="-127"/>
            </a:endParaRPr>
          </a:p>
          <a:p>
            <a:pPr lvl="1"/>
            <a:r>
              <a:rPr lang="en-US" altLang="ko-KR" dirty="0">
                <a:ea typeface="굴림" charset="-127"/>
              </a:rPr>
              <a:t>Unnamed pipe: </a:t>
            </a:r>
            <a:r>
              <a:rPr lang="ko-KR" altLang="en-US" dirty="0">
                <a:ea typeface="굴림" charset="-127"/>
              </a:rPr>
              <a:t>부모 자식 프로세스들간의 통신에 사용</a:t>
            </a:r>
            <a:endParaRPr lang="en-US" altLang="ko-KR" dirty="0">
              <a:ea typeface="굴림" charset="-127"/>
            </a:endParaRPr>
          </a:p>
          <a:p>
            <a:pPr lvl="1"/>
            <a:r>
              <a:rPr lang="en-US" altLang="ko-KR" dirty="0">
                <a:ea typeface="굴림" charset="-127"/>
              </a:rPr>
              <a:t>Named pipe: </a:t>
            </a:r>
            <a:r>
              <a:rPr lang="ko-KR" altLang="en-US" dirty="0">
                <a:ea typeface="굴림" charset="-127"/>
              </a:rPr>
              <a:t>상관관계 없는 프로세스들간의 통신에 사용</a:t>
            </a:r>
            <a:r>
              <a:rPr lang="en-US" altLang="ko-KR" dirty="0">
                <a:ea typeface="굴림" charset="-127"/>
              </a:rPr>
              <a:t> </a:t>
            </a:r>
          </a:p>
          <a:p>
            <a:pPr lvl="1"/>
            <a:r>
              <a:rPr lang="en-US" altLang="ko-KR" dirty="0">
                <a:ea typeface="굴림" charset="-127"/>
              </a:rPr>
              <a:t>Socket: </a:t>
            </a:r>
            <a:r>
              <a:rPr lang="ko-KR" altLang="en-US" dirty="0">
                <a:ea typeface="굴림" charset="-127"/>
              </a:rPr>
              <a:t>다른 컴퓨터상에서 동작하는 프로세스들간의 통신에 사용 </a:t>
            </a:r>
            <a:endParaRPr lang="en-US" altLang="ko-KR" dirty="0">
              <a:ea typeface="굴림" charset="-127"/>
            </a:endParaRPr>
          </a:p>
          <a:p>
            <a:pPr marL="457200" lvl="1" indent="0">
              <a:buNone/>
            </a:pPr>
            <a:r>
              <a:rPr lang="en-US" altLang="ko-KR" dirty="0">
                <a:ea typeface="굴림" charset="-127"/>
              </a:rPr>
              <a:t>              (</a:t>
            </a:r>
            <a:r>
              <a:rPr lang="ko-KR" altLang="en-US" dirty="0">
                <a:ea typeface="굴림" charset="-127"/>
              </a:rPr>
              <a:t>같은 컴퓨터상에서 동작하는 프로세스들간의 통신에도 사용 가능</a:t>
            </a:r>
            <a:r>
              <a:rPr lang="en-US" altLang="ko-KR" dirty="0">
                <a:ea typeface="굴림" charset="-127"/>
              </a:rPr>
              <a:t>)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>
                <a:ea typeface="굴림" charset="-127"/>
              </a:rPr>
              <a:t> 파이프 개요</a:t>
            </a:r>
            <a:endParaRPr lang="en-US" altLang="ko-KR" dirty="0">
              <a:ea typeface="굴림" charset="-127"/>
            </a:endParaRPr>
          </a:p>
          <a:p>
            <a:pPr lvl="1"/>
            <a:r>
              <a:rPr lang="ko-KR" altLang="en-US" u="sng" dirty="0" err="1">
                <a:ea typeface="굴림" charset="-127"/>
              </a:rPr>
              <a:t>단방향</a:t>
            </a:r>
            <a:r>
              <a:rPr lang="ko-KR" altLang="en-US" dirty="0">
                <a:ea typeface="굴림" charset="-127"/>
              </a:rPr>
              <a:t> 통신 </a:t>
            </a:r>
            <a:r>
              <a:rPr lang="en-US" altLang="ko-KR" dirty="0">
                <a:ea typeface="굴림" charset="-127"/>
              </a:rPr>
              <a:t>(</a:t>
            </a:r>
            <a:r>
              <a:rPr lang="ko-KR" altLang="en-US" dirty="0">
                <a:ea typeface="굴림" charset="-127"/>
              </a:rPr>
              <a:t>양방향 통신을 위해서는 </a:t>
            </a:r>
            <a:r>
              <a:rPr lang="en-US" altLang="ko-KR" dirty="0">
                <a:ea typeface="굴림" charset="-127"/>
              </a:rPr>
              <a:t>2</a:t>
            </a:r>
            <a:r>
              <a:rPr lang="ko-KR" altLang="en-US" dirty="0">
                <a:ea typeface="굴림" charset="-127"/>
              </a:rPr>
              <a:t>개의 파이프를 사용해야 함</a:t>
            </a:r>
            <a:r>
              <a:rPr lang="en-US" altLang="ko-KR" dirty="0">
                <a:ea typeface="굴림" charset="-127"/>
              </a:rPr>
              <a:t>)</a:t>
            </a:r>
          </a:p>
          <a:p>
            <a:pPr lvl="1"/>
            <a:r>
              <a:rPr lang="en-US" altLang="ko-KR" dirty="0">
                <a:ea typeface="굴림" charset="-127"/>
              </a:rPr>
              <a:t>FIFO</a:t>
            </a:r>
            <a:r>
              <a:rPr lang="ko-KR" altLang="en-US" dirty="0">
                <a:ea typeface="굴림" charset="-127"/>
              </a:rPr>
              <a:t>를 지원하는 특수 파일</a:t>
            </a:r>
            <a:r>
              <a:rPr lang="en-US" altLang="ko-KR" dirty="0">
                <a:ea typeface="굴림" charset="-127"/>
              </a:rPr>
              <a:t>: </a:t>
            </a:r>
            <a:r>
              <a:rPr lang="en-US" altLang="ko-KR" dirty="0" err="1">
                <a:ea typeface="굴림" charset="-127"/>
              </a:rPr>
              <a:t>mkfifo</a:t>
            </a:r>
            <a:r>
              <a:rPr lang="en-US" altLang="ko-KR" dirty="0">
                <a:ea typeface="굴림" charset="-127"/>
              </a:rPr>
              <a:t> </a:t>
            </a:r>
            <a:r>
              <a:rPr lang="ko-KR" altLang="en-US" dirty="0">
                <a:ea typeface="굴림" charset="-127"/>
              </a:rPr>
              <a:t>명령어를 사용하여 생성</a:t>
            </a:r>
            <a:endParaRPr lang="en-US" altLang="ko-KR" dirty="0">
              <a:ea typeface="굴림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013176"/>
            <a:ext cx="4521505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1988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3600" b="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pipe</a:t>
            </a:r>
            <a:r>
              <a:rPr lang="ko-KR" altLang="en-US" sz="3600" b="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 기반의 생산자 프로그램 코드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96752"/>
            <a:ext cx="5347382" cy="47426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 bwMode="auto">
          <a:xfrm>
            <a:off x="6751030" y="5733256"/>
            <a:ext cx="432048" cy="20611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3C5F1C2-1F15-D486-7FD1-BB5AA20C4975}"/>
                  </a:ext>
                </a:extLst>
              </p14:cNvPr>
              <p14:cNvContentPartPr/>
              <p14:nvPr/>
            </p14:nvContentPartPr>
            <p14:xfrm>
              <a:off x="3005921" y="2727634"/>
              <a:ext cx="411840" cy="338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3C5F1C2-1F15-D486-7FD1-BB5AA20C4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0281" y="2655634"/>
                <a:ext cx="48348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8E1E9498-33ED-9991-DB74-B138C09343D2}"/>
              </a:ext>
            </a:extLst>
          </p:cNvPr>
          <p:cNvGrpSpPr/>
          <p:nvPr/>
        </p:nvGrpSpPr>
        <p:grpSpPr>
          <a:xfrm>
            <a:off x="1146881" y="2564194"/>
            <a:ext cx="1872720" cy="260280"/>
            <a:chOff x="1146881" y="2564194"/>
            <a:chExt cx="187272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ED44530-1B53-AC76-62DB-F9E21880FDC7}"/>
                    </a:ext>
                  </a:extLst>
                </p14:cNvPr>
                <p14:cNvContentPartPr/>
                <p14:nvPr/>
              </p14:nvContentPartPr>
              <p14:xfrm>
                <a:off x="2895401" y="2617114"/>
                <a:ext cx="124200" cy="856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ED44530-1B53-AC76-62DB-F9E21880FDC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86401" y="2608114"/>
                  <a:ext cx="141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4D6E257-8117-C60E-229D-CC96CEB07D22}"/>
                    </a:ext>
                  </a:extLst>
                </p14:cNvPr>
                <p14:cNvContentPartPr/>
                <p14:nvPr/>
              </p14:nvContentPartPr>
              <p14:xfrm>
                <a:off x="1146881" y="2564194"/>
                <a:ext cx="1848240" cy="2602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4D6E257-8117-C60E-229D-CC96CEB07D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37881" y="2555554"/>
                  <a:ext cx="186588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387BD88-B690-AB96-69D0-E128CB39979D}"/>
              </a:ext>
            </a:extLst>
          </p:cNvPr>
          <p:cNvGrpSpPr/>
          <p:nvPr/>
        </p:nvGrpSpPr>
        <p:grpSpPr>
          <a:xfrm>
            <a:off x="182441" y="2910154"/>
            <a:ext cx="756360" cy="293760"/>
            <a:chOff x="182441" y="2910154"/>
            <a:chExt cx="75636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6538C07-EA27-21A9-09E5-79B4A97F4F0B}"/>
                    </a:ext>
                  </a:extLst>
                </p14:cNvPr>
                <p14:cNvContentPartPr/>
                <p14:nvPr/>
              </p14:nvContentPartPr>
              <p14:xfrm>
                <a:off x="182441" y="2927074"/>
                <a:ext cx="96480" cy="1159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6538C07-EA27-21A9-09E5-79B4A97F4F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441" y="2918074"/>
                  <a:ext cx="114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2EC33B3-05FB-F7EB-E939-68B581D23D6A}"/>
                    </a:ext>
                  </a:extLst>
                </p14:cNvPr>
                <p14:cNvContentPartPr/>
                <p14:nvPr/>
              </p14:nvContentPartPr>
              <p14:xfrm>
                <a:off x="196841" y="2977474"/>
                <a:ext cx="85680" cy="234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2EC33B3-05FB-F7EB-E939-68B581D23D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8201" y="2968834"/>
                  <a:ext cx="103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2BCE7AA-D38F-4399-D8AF-6BD00D82BBBB}"/>
                    </a:ext>
                  </a:extLst>
                </p14:cNvPr>
                <p14:cNvContentPartPr/>
                <p14:nvPr/>
              </p14:nvContentPartPr>
              <p14:xfrm>
                <a:off x="191081" y="3072874"/>
                <a:ext cx="81360" cy="41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2BCE7AA-D38F-4399-D8AF-6BD00D82BB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441" y="3064234"/>
                  <a:ext cx="99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08DF959-59B7-7145-F86E-E0B9A6822637}"/>
                    </a:ext>
                  </a:extLst>
                </p14:cNvPr>
                <p14:cNvContentPartPr/>
                <p14:nvPr/>
              </p14:nvContentPartPr>
              <p14:xfrm>
                <a:off x="197201" y="3117874"/>
                <a:ext cx="97920" cy="860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08DF959-59B7-7145-F86E-E0B9A682263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8201" y="3108874"/>
                  <a:ext cx="115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6C8539F-E8BF-D62D-BB8E-3FE6F0ECDDF5}"/>
                    </a:ext>
                  </a:extLst>
                </p14:cNvPr>
                <p14:cNvContentPartPr/>
                <p14:nvPr/>
              </p14:nvContentPartPr>
              <p14:xfrm>
                <a:off x="326441" y="2967034"/>
                <a:ext cx="86760" cy="716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6C8539F-E8BF-D62D-BB8E-3FE6F0ECDD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801" y="2958394"/>
                  <a:ext cx="104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BB4AE32-14D9-646A-B39F-0B5DC3B0CD67}"/>
                    </a:ext>
                  </a:extLst>
                </p14:cNvPr>
                <p14:cNvContentPartPr/>
                <p14:nvPr/>
              </p14:nvContentPartPr>
              <p14:xfrm>
                <a:off x="313841" y="3055954"/>
                <a:ext cx="97200" cy="1418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BB4AE32-14D9-646A-B39F-0B5DC3B0CD6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5201" y="3047314"/>
                  <a:ext cx="114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7AA3999-C751-5F76-8F98-231DE1FF447B}"/>
                    </a:ext>
                  </a:extLst>
                </p14:cNvPr>
                <p14:cNvContentPartPr/>
                <p14:nvPr/>
              </p14:nvContentPartPr>
              <p14:xfrm>
                <a:off x="433361" y="2942194"/>
                <a:ext cx="115200" cy="1609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7AA3999-C751-5F76-8F98-231DE1FF447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4721" y="2933554"/>
                  <a:ext cx="132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63981A1-BA77-977C-BA41-34C8B5A066B2}"/>
                    </a:ext>
                  </a:extLst>
                </p14:cNvPr>
                <p14:cNvContentPartPr/>
                <p14:nvPr/>
              </p14:nvContentPartPr>
              <p14:xfrm>
                <a:off x="479441" y="2977474"/>
                <a:ext cx="117000" cy="1522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63981A1-BA77-977C-BA41-34C8B5A066B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0801" y="2968834"/>
                  <a:ext cx="134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967B5A0-B328-9D29-8514-AACCB4A53604}"/>
                    </a:ext>
                  </a:extLst>
                </p14:cNvPr>
                <p14:cNvContentPartPr/>
                <p14:nvPr/>
              </p14:nvContentPartPr>
              <p14:xfrm>
                <a:off x="589601" y="2943994"/>
                <a:ext cx="133200" cy="1436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967B5A0-B328-9D29-8514-AACCB4A536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0961" y="2934994"/>
                  <a:ext cx="150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754054C-52E2-E4AA-0BA9-2B8F5323F885}"/>
                    </a:ext>
                  </a:extLst>
                </p14:cNvPr>
                <p14:cNvContentPartPr/>
                <p14:nvPr/>
              </p14:nvContentPartPr>
              <p14:xfrm>
                <a:off x="753761" y="2910154"/>
                <a:ext cx="15480" cy="1468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754054C-52E2-E4AA-0BA9-2B8F5323F8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4761" y="2901154"/>
                  <a:ext cx="331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497DB2F2-DDA0-A561-077E-B12F59414700}"/>
                    </a:ext>
                  </a:extLst>
                </p14:cNvPr>
                <p14:cNvContentPartPr/>
                <p14:nvPr/>
              </p14:nvContentPartPr>
              <p14:xfrm>
                <a:off x="696521" y="3070354"/>
                <a:ext cx="139680" cy="88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497DB2F2-DDA0-A561-077E-B12F5941470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7881" y="3061354"/>
                  <a:ext cx="157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AAE1004-6B51-0CAC-4CB2-852B2B65E0DB}"/>
                    </a:ext>
                  </a:extLst>
                </p14:cNvPr>
                <p14:cNvContentPartPr/>
                <p14:nvPr/>
              </p14:nvContentPartPr>
              <p14:xfrm>
                <a:off x="800921" y="2959834"/>
                <a:ext cx="69840" cy="493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AAE1004-6B51-0CAC-4CB2-852B2B65E0D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1921" y="2951194"/>
                  <a:ext cx="87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A249021-EBC9-6E07-76CE-22997473AC51}"/>
                    </a:ext>
                  </a:extLst>
                </p14:cNvPr>
                <p14:cNvContentPartPr/>
                <p14:nvPr/>
              </p14:nvContentPartPr>
              <p14:xfrm>
                <a:off x="799841" y="3057034"/>
                <a:ext cx="138960" cy="1040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A249021-EBC9-6E07-76CE-22997473AC5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0841" y="3048034"/>
                  <a:ext cx="1566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275F423-AC4E-A96B-F405-1A09C0376617}"/>
              </a:ext>
            </a:extLst>
          </p:cNvPr>
          <p:cNvGrpSpPr/>
          <p:nvPr/>
        </p:nvGrpSpPr>
        <p:grpSpPr>
          <a:xfrm>
            <a:off x="264881" y="3306874"/>
            <a:ext cx="994680" cy="301680"/>
            <a:chOff x="264881" y="3306874"/>
            <a:chExt cx="99468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3365BB7-BB5B-A7B9-9CBD-E662D902D323}"/>
                    </a:ext>
                  </a:extLst>
                </p14:cNvPr>
                <p14:cNvContentPartPr/>
                <p14:nvPr/>
              </p14:nvContentPartPr>
              <p14:xfrm>
                <a:off x="264881" y="3416314"/>
                <a:ext cx="91440" cy="91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3365BB7-BB5B-A7B9-9CBD-E662D902D32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5881" y="3407674"/>
                  <a:ext cx="1090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0F8C8F7-D6AD-FCE5-97E9-336939D228DB}"/>
                    </a:ext>
                  </a:extLst>
                </p14:cNvPr>
                <p14:cNvContentPartPr/>
                <p14:nvPr/>
              </p14:nvContentPartPr>
              <p14:xfrm>
                <a:off x="278921" y="3495154"/>
                <a:ext cx="154440" cy="745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0F8C8F7-D6AD-FCE5-97E9-336939D228D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9921" y="3486154"/>
                  <a:ext cx="172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CE5E112-6CEF-77E4-CB68-F946A95CC6C7}"/>
                    </a:ext>
                  </a:extLst>
                </p14:cNvPr>
                <p14:cNvContentPartPr/>
                <p14:nvPr/>
              </p14:nvContentPartPr>
              <p14:xfrm>
                <a:off x="447761" y="3414874"/>
                <a:ext cx="88200" cy="939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CE5E112-6CEF-77E4-CB68-F946A95CC6C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8761" y="3406234"/>
                  <a:ext cx="105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F4731CF-4804-7863-4BBB-E11712012EBF}"/>
                    </a:ext>
                  </a:extLst>
                </p14:cNvPr>
                <p14:cNvContentPartPr/>
                <p14:nvPr/>
              </p14:nvContentPartPr>
              <p14:xfrm>
                <a:off x="523721" y="3368434"/>
                <a:ext cx="78120" cy="1396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F4731CF-4804-7863-4BBB-E11712012EB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5081" y="3359434"/>
                  <a:ext cx="95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E1120D5-B6E4-EBB2-E2F4-5655C15CEA61}"/>
                    </a:ext>
                  </a:extLst>
                </p14:cNvPr>
                <p14:cNvContentPartPr/>
                <p14:nvPr/>
              </p14:nvContentPartPr>
              <p14:xfrm>
                <a:off x="551801" y="3503794"/>
                <a:ext cx="75960" cy="860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E1120D5-B6E4-EBB2-E2F4-5655C15CEA6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3161" y="3494794"/>
                  <a:ext cx="93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6C32636-C7F9-3DA5-B67F-B830EAF06C0A}"/>
                    </a:ext>
                  </a:extLst>
                </p14:cNvPr>
                <p14:cNvContentPartPr/>
                <p14:nvPr/>
              </p14:nvContentPartPr>
              <p14:xfrm>
                <a:off x="753041" y="3356194"/>
                <a:ext cx="86040" cy="1177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6C32636-C7F9-3DA5-B67F-B830EAF06C0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4041" y="3347554"/>
                  <a:ext cx="103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1ED07E2-BF23-D4A7-62FC-7A4C6110060B}"/>
                    </a:ext>
                  </a:extLst>
                </p14:cNvPr>
                <p14:cNvContentPartPr/>
                <p14:nvPr/>
              </p14:nvContentPartPr>
              <p14:xfrm>
                <a:off x="876161" y="3326314"/>
                <a:ext cx="57240" cy="282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1ED07E2-BF23-D4A7-62FC-7A4C6110060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7161" y="3317314"/>
                  <a:ext cx="748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A52D1DE-2EAA-3E85-3F69-FE44A405259B}"/>
                    </a:ext>
                  </a:extLst>
                </p14:cNvPr>
                <p14:cNvContentPartPr/>
                <p14:nvPr/>
              </p14:nvContentPartPr>
              <p14:xfrm>
                <a:off x="872561" y="3306874"/>
                <a:ext cx="387000" cy="1548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A52D1DE-2EAA-3E85-3F69-FE44A405259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3561" y="3298234"/>
                  <a:ext cx="40464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096" name="잉크 4095">
                <a:extLst>
                  <a:ext uri="{FF2B5EF4-FFF2-40B4-BE49-F238E27FC236}">
                    <a16:creationId xmlns:a16="http://schemas.microsoft.com/office/drawing/2014/main" id="{6608EED2-4465-7278-CFFE-059AEEF82C13}"/>
                  </a:ext>
                </a:extLst>
              </p14:cNvPr>
              <p14:cNvContentPartPr/>
              <p14:nvPr/>
            </p14:nvContentPartPr>
            <p14:xfrm>
              <a:off x="4867121" y="2774434"/>
              <a:ext cx="720000" cy="22680"/>
            </p14:xfrm>
          </p:contentPart>
        </mc:Choice>
        <mc:Fallback>
          <p:pic>
            <p:nvPicPr>
              <p:cNvPr id="4096" name="잉크 4095">
                <a:extLst>
                  <a:ext uri="{FF2B5EF4-FFF2-40B4-BE49-F238E27FC236}">
                    <a16:creationId xmlns:a16="http://schemas.microsoft.com/office/drawing/2014/main" id="{6608EED2-4465-7278-CFFE-059AEEF82C1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831481" y="2702434"/>
                <a:ext cx="7916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097" name="잉크 4096">
                <a:extLst>
                  <a:ext uri="{FF2B5EF4-FFF2-40B4-BE49-F238E27FC236}">
                    <a16:creationId xmlns:a16="http://schemas.microsoft.com/office/drawing/2014/main" id="{4117F667-7645-4535-061F-AA2C5E9CCF83}"/>
                  </a:ext>
                </a:extLst>
              </p14:cNvPr>
              <p14:cNvContentPartPr/>
              <p14:nvPr/>
            </p14:nvContentPartPr>
            <p14:xfrm>
              <a:off x="4031921" y="3676954"/>
              <a:ext cx="460440" cy="32760"/>
            </p14:xfrm>
          </p:contentPart>
        </mc:Choice>
        <mc:Fallback>
          <p:pic>
            <p:nvPicPr>
              <p:cNvPr id="4097" name="잉크 4096">
                <a:extLst>
                  <a:ext uri="{FF2B5EF4-FFF2-40B4-BE49-F238E27FC236}">
                    <a16:creationId xmlns:a16="http://schemas.microsoft.com/office/drawing/2014/main" id="{4117F667-7645-4535-061F-AA2C5E9CCF8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996281" y="3605314"/>
                <a:ext cx="532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099" name="잉크 4098">
                <a:extLst>
                  <a:ext uri="{FF2B5EF4-FFF2-40B4-BE49-F238E27FC236}">
                    <a16:creationId xmlns:a16="http://schemas.microsoft.com/office/drawing/2014/main" id="{95C6853C-3850-0002-5C3B-CF26BD5CAC66}"/>
                  </a:ext>
                </a:extLst>
              </p14:cNvPr>
              <p14:cNvContentPartPr/>
              <p14:nvPr/>
            </p14:nvContentPartPr>
            <p14:xfrm>
              <a:off x="3022121" y="3730234"/>
              <a:ext cx="3335400" cy="128520"/>
            </p14:xfrm>
          </p:contentPart>
        </mc:Choice>
        <mc:Fallback>
          <p:pic>
            <p:nvPicPr>
              <p:cNvPr id="4099" name="잉크 4098">
                <a:extLst>
                  <a:ext uri="{FF2B5EF4-FFF2-40B4-BE49-F238E27FC236}">
                    <a16:creationId xmlns:a16="http://schemas.microsoft.com/office/drawing/2014/main" id="{95C6853C-3850-0002-5C3B-CF26BD5CAC6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013481" y="3721594"/>
                <a:ext cx="33530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100" name="잉크 4099">
                <a:extLst>
                  <a:ext uri="{FF2B5EF4-FFF2-40B4-BE49-F238E27FC236}">
                    <a16:creationId xmlns:a16="http://schemas.microsoft.com/office/drawing/2014/main" id="{DBD91AAF-5061-1537-92B8-96C74A168447}"/>
                  </a:ext>
                </a:extLst>
              </p14:cNvPr>
              <p14:cNvContentPartPr/>
              <p14:nvPr/>
            </p14:nvContentPartPr>
            <p14:xfrm>
              <a:off x="6305681" y="3634474"/>
              <a:ext cx="297720" cy="267840"/>
            </p14:xfrm>
          </p:contentPart>
        </mc:Choice>
        <mc:Fallback>
          <p:pic>
            <p:nvPicPr>
              <p:cNvPr id="4100" name="잉크 4099">
                <a:extLst>
                  <a:ext uri="{FF2B5EF4-FFF2-40B4-BE49-F238E27FC236}">
                    <a16:creationId xmlns:a16="http://schemas.microsoft.com/office/drawing/2014/main" id="{DBD91AAF-5061-1537-92B8-96C74A16844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297041" y="3625834"/>
                <a:ext cx="31536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4" name="그룹 4103">
            <a:extLst>
              <a:ext uri="{FF2B5EF4-FFF2-40B4-BE49-F238E27FC236}">
                <a16:creationId xmlns:a16="http://schemas.microsoft.com/office/drawing/2014/main" id="{B5953D0A-640F-D644-44CA-6B2352D69068}"/>
              </a:ext>
            </a:extLst>
          </p:cNvPr>
          <p:cNvGrpSpPr/>
          <p:nvPr/>
        </p:nvGrpSpPr>
        <p:grpSpPr>
          <a:xfrm>
            <a:off x="2859401" y="4544554"/>
            <a:ext cx="410400" cy="306000"/>
            <a:chOff x="2859401" y="4544554"/>
            <a:chExt cx="41040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01" name="잉크 4100">
                  <a:extLst>
                    <a:ext uri="{FF2B5EF4-FFF2-40B4-BE49-F238E27FC236}">
                      <a16:creationId xmlns:a16="http://schemas.microsoft.com/office/drawing/2014/main" id="{9DB4157D-320B-BE31-2FE0-47333921FAB2}"/>
                    </a:ext>
                  </a:extLst>
                </p14:cNvPr>
                <p14:cNvContentPartPr/>
                <p14:nvPr/>
              </p14:nvContentPartPr>
              <p14:xfrm>
                <a:off x="3072521" y="4544554"/>
                <a:ext cx="197280" cy="306000"/>
              </p14:xfrm>
            </p:contentPart>
          </mc:Choice>
          <mc:Fallback>
            <p:pic>
              <p:nvPicPr>
                <p:cNvPr id="4101" name="잉크 4100">
                  <a:extLst>
                    <a:ext uri="{FF2B5EF4-FFF2-40B4-BE49-F238E27FC236}">
                      <a16:creationId xmlns:a16="http://schemas.microsoft.com/office/drawing/2014/main" id="{9DB4157D-320B-BE31-2FE0-47333921FAB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063521" y="4535554"/>
                  <a:ext cx="2149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02" name="잉크 4101">
                  <a:extLst>
                    <a:ext uri="{FF2B5EF4-FFF2-40B4-BE49-F238E27FC236}">
                      <a16:creationId xmlns:a16="http://schemas.microsoft.com/office/drawing/2014/main" id="{465A5AAE-B7E3-BF37-860A-C26F8B6227FD}"/>
                    </a:ext>
                  </a:extLst>
                </p14:cNvPr>
                <p14:cNvContentPartPr/>
                <p14:nvPr/>
              </p14:nvContentPartPr>
              <p14:xfrm>
                <a:off x="2931041" y="4620874"/>
                <a:ext cx="122400" cy="133200"/>
              </p14:xfrm>
            </p:contentPart>
          </mc:Choice>
          <mc:Fallback>
            <p:pic>
              <p:nvPicPr>
                <p:cNvPr id="4102" name="잉크 4101">
                  <a:extLst>
                    <a:ext uri="{FF2B5EF4-FFF2-40B4-BE49-F238E27FC236}">
                      <a16:creationId xmlns:a16="http://schemas.microsoft.com/office/drawing/2014/main" id="{465A5AAE-B7E3-BF37-860A-C26F8B6227F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922401" y="4611874"/>
                  <a:ext cx="140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03" name="잉크 4102">
                  <a:extLst>
                    <a:ext uri="{FF2B5EF4-FFF2-40B4-BE49-F238E27FC236}">
                      <a16:creationId xmlns:a16="http://schemas.microsoft.com/office/drawing/2014/main" id="{06C42D63-CDF3-A741-956E-879184E52543}"/>
                    </a:ext>
                  </a:extLst>
                </p14:cNvPr>
                <p14:cNvContentPartPr/>
                <p14:nvPr/>
              </p14:nvContentPartPr>
              <p14:xfrm>
                <a:off x="2859401" y="4553554"/>
                <a:ext cx="254880" cy="233640"/>
              </p14:xfrm>
            </p:contentPart>
          </mc:Choice>
          <mc:Fallback>
            <p:pic>
              <p:nvPicPr>
                <p:cNvPr id="4103" name="잉크 4102">
                  <a:extLst>
                    <a:ext uri="{FF2B5EF4-FFF2-40B4-BE49-F238E27FC236}">
                      <a16:creationId xmlns:a16="http://schemas.microsoft.com/office/drawing/2014/main" id="{06C42D63-CDF3-A741-956E-879184E525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850401" y="4544554"/>
                  <a:ext cx="272520" cy="25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861285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8818269-64D8-4BF7-8F79-662BA2DB8336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pipe</a:t>
            </a: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 기반의 소비자 프로그램 코드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412776"/>
            <a:ext cx="5329147" cy="459225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FE49CCB-3633-2C82-51EF-C0C4C2077ECC}"/>
                  </a:ext>
                </a:extLst>
              </p14:cNvPr>
              <p14:cNvContentPartPr/>
              <p14:nvPr/>
            </p14:nvContentPartPr>
            <p14:xfrm>
              <a:off x="5197601" y="2819074"/>
              <a:ext cx="662400" cy="352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FE49CCB-3633-2C82-51EF-C0C4C2077E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1601" y="2747074"/>
                <a:ext cx="7340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8907425-CD06-3686-9781-0D4D49F25980}"/>
                  </a:ext>
                </a:extLst>
              </p14:cNvPr>
              <p14:cNvContentPartPr/>
              <p14:nvPr/>
            </p14:nvContentPartPr>
            <p14:xfrm>
              <a:off x="3300761" y="2783794"/>
              <a:ext cx="392040" cy="26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8907425-CD06-3686-9781-0D4D49F259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5121" y="2712154"/>
                <a:ext cx="4636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C7C6835-451E-E25C-BF31-30B9BD6AD590}"/>
                  </a:ext>
                </a:extLst>
              </p14:cNvPr>
              <p14:cNvContentPartPr/>
              <p14:nvPr/>
            </p14:nvContentPartPr>
            <p14:xfrm>
              <a:off x="4246121" y="3704314"/>
              <a:ext cx="375840" cy="511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C7C6835-451E-E25C-BF31-30B9BD6AD5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10481" y="3632674"/>
                <a:ext cx="44748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73B1439-6D2C-8F15-106D-412A61EE37CD}"/>
                  </a:ext>
                </a:extLst>
              </p14:cNvPr>
              <p14:cNvContentPartPr/>
              <p14:nvPr/>
            </p14:nvContentPartPr>
            <p14:xfrm>
              <a:off x="6283361" y="4561834"/>
              <a:ext cx="794880" cy="1490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73B1439-6D2C-8F15-106D-412A61EE37C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74721" y="4553194"/>
                <a:ext cx="81252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2E11FF-0B25-D709-FF97-A40C4FB3DDB8}"/>
              </a:ext>
            </a:extLst>
          </p:cNvPr>
          <p:cNvGrpSpPr/>
          <p:nvPr/>
        </p:nvGrpSpPr>
        <p:grpSpPr>
          <a:xfrm>
            <a:off x="6010481" y="4727074"/>
            <a:ext cx="1303560" cy="349920"/>
            <a:chOff x="6010481" y="4727074"/>
            <a:chExt cx="130356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A6D5188-C5A6-D4D7-3F5B-4273FA07C72C}"/>
                    </a:ext>
                  </a:extLst>
                </p14:cNvPr>
                <p14:cNvContentPartPr/>
                <p14:nvPr/>
              </p14:nvContentPartPr>
              <p14:xfrm>
                <a:off x="6010481" y="4787554"/>
                <a:ext cx="97920" cy="135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A6D5188-C5A6-D4D7-3F5B-4273FA07C7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01841" y="4778914"/>
                  <a:ext cx="115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E922021-5201-C16B-AF99-DF15350F9D8F}"/>
                    </a:ext>
                  </a:extLst>
                </p14:cNvPr>
                <p14:cNvContentPartPr/>
                <p14:nvPr/>
              </p14:nvContentPartPr>
              <p14:xfrm>
                <a:off x="6161321" y="4727074"/>
                <a:ext cx="16200" cy="1893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E922021-5201-C16B-AF99-DF15350F9D8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52681" y="4718074"/>
                  <a:ext cx="33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52B0D12-3A2E-19A1-AFE9-9B371B8D2869}"/>
                    </a:ext>
                  </a:extLst>
                </p14:cNvPr>
                <p14:cNvContentPartPr/>
                <p14:nvPr/>
              </p14:nvContentPartPr>
              <p14:xfrm>
                <a:off x="6065921" y="4952434"/>
                <a:ext cx="116640" cy="118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52B0D12-3A2E-19A1-AFE9-9B371B8D286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56921" y="4943434"/>
                  <a:ext cx="134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397498E-4480-0462-83C9-83E91B59F988}"/>
                    </a:ext>
                  </a:extLst>
                </p14:cNvPr>
                <p14:cNvContentPartPr/>
                <p14:nvPr/>
              </p14:nvContentPartPr>
              <p14:xfrm>
                <a:off x="6156641" y="4958194"/>
                <a:ext cx="81720" cy="867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397498E-4480-0462-83C9-83E91B59F9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48001" y="4949194"/>
                  <a:ext cx="99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E67861F-57F9-E9FF-AFA1-5FF435D9BA63}"/>
                    </a:ext>
                  </a:extLst>
                </p14:cNvPr>
                <p14:cNvContentPartPr/>
                <p14:nvPr/>
              </p14:nvContentPartPr>
              <p14:xfrm>
                <a:off x="6252761" y="4840834"/>
                <a:ext cx="155520" cy="1972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E67861F-57F9-E9FF-AFA1-5FF435D9BA6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44121" y="4831834"/>
                  <a:ext cx="173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FA3C660-E583-3C46-2961-F79DD93E8CCE}"/>
                    </a:ext>
                  </a:extLst>
                </p14:cNvPr>
                <p14:cNvContentPartPr/>
                <p14:nvPr/>
              </p14:nvContentPartPr>
              <p14:xfrm>
                <a:off x="6429521" y="4844074"/>
                <a:ext cx="100440" cy="784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FA3C660-E583-3C46-2961-F79DD93E8CC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20881" y="4835074"/>
                  <a:ext cx="118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16EE3CE-2905-FB01-F633-AE1C4D728EF2}"/>
                    </a:ext>
                  </a:extLst>
                </p14:cNvPr>
                <p14:cNvContentPartPr/>
                <p14:nvPr/>
              </p14:nvContentPartPr>
              <p14:xfrm>
                <a:off x="6542921" y="4812754"/>
                <a:ext cx="63360" cy="979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16EE3CE-2905-FB01-F633-AE1C4D728E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34281" y="4803754"/>
                  <a:ext cx="81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CB79645-0026-E6F1-4A89-4170B6A6AAAA}"/>
                    </a:ext>
                  </a:extLst>
                </p14:cNvPr>
                <p14:cNvContentPartPr/>
                <p14:nvPr/>
              </p14:nvContentPartPr>
              <p14:xfrm>
                <a:off x="6496841" y="4916794"/>
                <a:ext cx="40320" cy="113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CB79645-0026-E6F1-4A89-4170B6A6AAA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88201" y="4907794"/>
                  <a:ext cx="57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FCC451D-B64A-E99F-0C6C-84DD2A31D4B4}"/>
                    </a:ext>
                  </a:extLst>
                </p14:cNvPr>
                <p14:cNvContentPartPr/>
                <p14:nvPr/>
              </p14:nvContentPartPr>
              <p14:xfrm>
                <a:off x="6518801" y="4911034"/>
                <a:ext cx="175680" cy="1659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FCC451D-B64A-E99F-0C6C-84DD2A31D4B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10161" y="4902394"/>
                  <a:ext cx="193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CA1E175-B864-B35D-EE7D-C0FB06A0F938}"/>
                    </a:ext>
                  </a:extLst>
                </p14:cNvPr>
                <p14:cNvContentPartPr/>
                <p14:nvPr/>
              </p14:nvContentPartPr>
              <p14:xfrm>
                <a:off x="6654881" y="4838674"/>
                <a:ext cx="63720" cy="752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CA1E175-B864-B35D-EE7D-C0FB06A0F93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46241" y="4829674"/>
                  <a:ext cx="81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073B95E-9EF4-5CF9-B615-DF1B7E0C8794}"/>
                    </a:ext>
                  </a:extLst>
                </p14:cNvPr>
                <p14:cNvContentPartPr/>
                <p14:nvPr/>
              </p14:nvContentPartPr>
              <p14:xfrm>
                <a:off x="6646961" y="4898434"/>
                <a:ext cx="118440" cy="53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073B95E-9EF4-5CF9-B615-DF1B7E0C879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38321" y="4889794"/>
                  <a:ext cx="136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AFDF673-29F6-692E-1E14-A871FFE62B18}"/>
                    </a:ext>
                  </a:extLst>
                </p14:cNvPr>
                <p14:cNvContentPartPr/>
                <p14:nvPr/>
              </p14:nvContentPartPr>
              <p14:xfrm>
                <a:off x="6668921" y="4964674"/>
                <a:ext cx="154800" cy="975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AFDF673-29F6-692E-1E14-A871FFE62B1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9921" y="4955674"/>
                  <a:ext cx="172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F3C9B96-BFCF-C5CC-3017-95E55468D2BF}"/>
                    </a:ext>
                  </a:extLst>
                </p14:cNvPr>
                <p14:cNvContentPartPr/>
                <p14:nvPr/>
              </p14:nvContentPartPr>
              <p14:xfrm>
                <a:off x="6857561" y="4808794"/>
                <a:ext cx="70920" cy="309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F3C9B96-BFCF-C5CC-3017-95E55468D2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48561" y="4799794"/>
                  <a:ext cx="88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B215186-9BE4-F4C8-9122-63B9020CBCF2}"/>
                    </a:ext>
                  </a:extLst>
                </p14:cNvPr>
                <p14:cNvContentPartPr/>
                <p14:nvPr/>
              </p14:nvContentPartPr>
              <p14:xfrm>
                <a:off x="6861881" y="4833994"/>
                <a:ext cx="125640" cy="1044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B215186-9BE4-F4C8-9122-63B9020CBC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52881" y="4824994"/>
                  <a:ext cx="143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E4C2EDC-F3AB-0FD3-43EE-9623DC588466}"/>
                    </a:ext>
                  </a:extLst>
                </p14:cNvPr>
                <p14:cNvContentPartPr/>
                <p14:nvPr/>
              </p14:nvContentPartPr>
              <p14:xfrm>
                <a:off x="6882401" y="4930114"/>
                <a:ext cx="160200" cy="1335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E4C2EDC-F3AB-0FD3-43EE-9623DC5884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73401" y="4921114"/>
                  <a:ext cx="177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4FB3E35-C439-B643-08DD-605455A7033C}"/>
                    </a:ext>
                  </a:extLst>
                </p14:cNvPr>
                <p14:cNvContentPartPr/>
                <p14:nvPr/>
              </p14:nvContentPartPr>
              <p14:xfrm>
                <a:off x="6990401" y="4804834"/>
                <a:ext cx="208080" cy="1724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4FB3E35-C439-B643-08DD-605455A7033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81401" y="4796194"/>
                  <a:ext cx="225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3667326-2825-65F6-37D0-FE642394C069}"/>
                    </a:ext>
                  </a:extLst>
                </p14:cNvPr>
                <p14:cNvContentPartPr/>
                <p14:nvPr/>
              </p14:nvContentPartPr>
              <p14:xfrm>
                <a:off x="7117121" y="4936954"/>
                <a:ext cx="118800" cy="106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3667326-2825-65F6-37D0-FE642394C06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08121" y="4927954"/>
                  <a:ext cx="136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C46591B-40B3-8C8B-5D3B-45CB17A55BF7}"/>
                    </a:ext>
                  </a:extLst>
                </p14:cNvPr>
                <p14:cNvContentPartPr/>
                <p14:nvPr/>
              </p14:nvContentPartPr>
              <p14:xfrm>
                <a:off x="7250681" y="4788634"/>
                <a:ext cx="31680" cy="1252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C46591B-40B3-8C8B-5D3B-45CB17A55B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42041" y="4779634"/>
                  <a:ext cx="49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6D72028-C803-EA18-046C-52C8995D500E}"/>
                    </a:ext>
                  </a:extLst>
                </p14:cNvPr>
                <p14:cNvContentPartPr/>
                <p14:nvPr/>
              </p14:nvContentPartPr>
              <p14:xfrm>
                <a:off x="7298921" y="4954954"/>
                <a:ext cx="15120" cy="201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6D72028-C803-EA18-046C-52C8995D500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289921" y="4946314"/>
                  <a:ext cx="3276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0" name="그룹 5129">
            <a:extLst>
              <a:ext uri="{FF2B5EF4-FFF2-40B4-BE49-F238E27FC236}">
                <a16:creationId xmlns:a16="http://schemas.microsoft.com/office/drawing/2014/main" id="{C57C607A-1EAE-4E07-7E9C-702F7612FC38}"/>
              </a:ext>
            </a:extLst>
          </p:cNvPr>
          <p:cNvGrpSpPr/>
          <p:nvPr/>
        </p:nvGrpSpPr>
        <p:grpSpPr>
          <a:xfrm>
            <a:off x="276401" y="867514"/>
            <a:ext cx="964080" cy="343080"/>
            <a:chOff x="276401" y="867514"/>
            <a:chExt cx="96408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BDF952BA-B983-82B7-C023-B40EF6438A9E}"/>
                    </a:ext>
                  </a:extLst>
                </p14:cNvPr>
                <p14:cNvContentPartPr/>
                <p14:nvPr/>
              </p14:nvContentPartPr>
              <p14:xfrm>
                <a:off x="276401" y="986314"/>
                <a:ext cx="141840" cy="1296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BDF952BA-B983-82B7-C023-B40EF6438A9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67761" y="977674"/>
                  <a:ext cx="159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A79408E-FC41-B4FD-A255-0B9C1B7520B9}"/>
                    </a:ext>
                  </a:extLst>
                </p14:cNvPr>
                <p14:cNvContentPartPr/>
                <p14:nvPr/>
              </p14:nvContentPartPr>
              <p14:xfrm>
                <a:off x="436241" y="945634"/>
                <a:ext cx="52200" cy="1371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A79408E-FC41-B4FD-A255-0B9C1B7520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7241" y="936634"/>
                  <a:ext cx="69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5E1F030-7DD9-D6C2-D76B-515CFE2E29D2}"/>
                    </a:ext>
                  </a:extLst>
                </p14:cNvPr>
                <p14:cNvContentPartPr/>
                <p14:nvPr/>
              </p14:nvContentPartPr>
              <p14:xfrm>
                <a:off x="382601" y="1113754"/>
                <a:ext cx="122400" cy="968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5E1F030-7DD9-D6C2-D76B-515CFE2E29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3601" y="1105114"/>
                  <a:ext cx="140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F054325-A690-7E70-6381-773803D0EFD9}"/>
                    </a:ext>
                  </a:extLst>
                </p14:cNvPr>
                <p14:cNvContentPartPr/>
                <p14:nvPr/>
              </p14:nvContentPartPr>
              <p14:xfrm>
                <a:off x="539561" y="970834"/>
                <a:ext cx="102240" cy="1746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F054325-A690-7E70-6381-773803D0EFD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0561" y="961834"/>
                  <a:ext cx="119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20" name="잉크 5119">
                  <a:extLst>
                    <a:ext uri="{FF2B5EF4-FFF2-40B4-BE49-F238E27FC236}">
                      <a16:creationId xmlns:a16="http://schemas.microsoft.com/office/drawing/2014/main" id="{17DEFDAE-01E2-2856-BA87-C39F3002423A}"/>
                    </a:ext>
                  </a:extLst>
                </p14:cNvPr>
                <p14:cNvContentPartPr/>
                <p14:nvPr/>
              </p14:nvContentPartPr>
              <p14:xfrm>
                <a:off x="675641" y="959314"/>
                <a:ext cx="83160" cy="117720"/>
              </p14:xfrm>
            </p:contentPart>
          </mc:Choice>
          <mc:Fallback>
            <p:pic>
              <p:nvPicPr>
                <p:cNvPr id="5120" name="잉크 5119">
                  <a:extLst>
                    <a:ext uri="{FF2B5EF4-FFF2-40B4-BE49-F238E27FC236}">
                      <a16:creationId xmlns:a16="http://schemas.microsoft.com/office/drawing/2014/main" id="{17DEFDAE-01E2-2856-BA87-C39F3002423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7001" y="950314"/>
                  <a:ext cx="100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21" name="잉크 5120">
                  <a:extLst>
                    <a:ext uri="{FF2B5EF4-FFF2-40B4-BE49-F238E27FC236}">
                      <a16:creationId xmlns:a16="http://schemas.microsoft.com/office/drawing/2014/main" id="{D6437C79-3522-131D-2391-9D51858848A1}"/>
                    </a:ext>
                  </a:extLst>
                </p14:cNvPr>
                <p14:cNvContentPartPr/>
                <p14:nvPr/>
              </p14:nvContentPartPr>
              <p14:xfrm>
                <a:off x="691481" y="949594"/>
                <a:ext cx="141480" cy="248040"/>
              </p14:xfrm>
            </p:contentPart>
          </mc:Choice>
          <mc:Fallback>
            <p:pic>
              <p:nvPicPr>
                <p:cNvPr id="5121" name="잉크 5120">
                  <a:extLst>
                    <a:ext uri="{FF2B5EF4-FFF2-40B4-BE49-F238E27FC236}">
                      <a16:creationId xmlns:a16="http://schemas.microsoft.com/office/drawing/2014/main" id="{D6437C79-3522-131D-2391-9D51858848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82841" y="940594"/>
                  <a:ext cx="159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23" name="잉크 5122">
                  <a:extLst>
                    <a:ext uri="{FF2B5EF4-FFF2-40B4-BE49-F238E27FC236}">
                      <a16:creationId xmlns:a16="http://schemas.microsoft.com/office/drawing/2014/main" id="{C095ABBD-18A1-C7FD-08EF-1CAE5FB7D250}"/>
                    </a:ext>
                  </a:extLst>
                </p14:cNvPr>
                <p14:cNvContentPartPr/>
                <p14:nvPr/>
              </p14:nvContentPartPr>
              <p14:xfrm>
                <a:off x="787601" y="1005034"/>
                <a:ext cx="94680" cy="72720"/>
              </p14:xfrm>
            </p:contentPart>
          </mc:Choice>
          <mc:Fallback>
            <p:pic>
              <p:nvPicPr>
                <p:cNvPr id="5123" name="잉크 5122">
                  <a:extLst>
                    <a:ext uri="{FF2B5EF4-FFF2-40B4-BE49-F238E27FC236}">
                      <a16:creationId xmlns:a16="http://schemas.microsoft.com/office/drawing/2014/main" id="{C095ABBD-18A1-C7FD-08EF-1CAE5FB7D25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8961" y="996394"/>
                  <a:ext cx="112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124" name="잉크 5123">
                  <a:extLst>
                    <a:ext uri="{FF2B5EF4-FFF2-40B4-BE49-F238E27FC236}">
                      <a16:creationId xmlns:a16="http://schemas.microsoft.com/office/drawing/2014/main" id="{7A15D572-D296-88D0-4C99-942C7A92D34F}"/>
                    </a:ext>
                  </a:extLst>
                </p14:cNvPr>
                <p14:cNvContentPartPr/>
                <p14:nvPr/>
              </p14:nvContentPartPr>
              <p14:xfrm>
                <a:off x="840161" y="1060834"/>
                <a:ext cx="72000" cy="88200"/>
              </p14:xfrm>
            </p:contentPart>
          </mc:Choice>
          <mc:Fallback>
            <p:pic>
              <p:nvPicPr>
                <p:cNvPr id="5124" name="잉크 5123">
                  <a:extLst>
                    <a:ext uri="{FF2B5EF4-FFF2-40B4-BE49-F238E27FC236}">
                      <a16:creationId xmlns:a16="http://schemas.microsoft.com/office/drawing/2014/main" id="{7A15D572-D296-88D0-4C99-942C7A92D34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1161" y="1051834"/>
                  <a:ext cx="89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25" name="잉크 5124">
                  <a:extLst>
                    <a:ext uri="{FF2B5EF4-FFF2-40B4-BE49-F238E27FC236}">
                      <a16:creationId xmlns:a16="http://schemas.microsoft.com/office/drawing/2014/main" id="{81A6ACC4-DF3A-419A-3909-A7B685C50730}"/>
                    </a:ext>
                  </a:extLst>
                </p14:cNvPr>
                <p14:cNvContentPartPr/>
                <p14:nvPr/>
              </p14:nvContentPartPr>
              <p14:xfrm>
                <a:off x="953921" y="963274"/>
                <a:ext cx="105120" cy="127800"/>
              </p14:xfrm>
            </p:contentPart>
          </mc:Choice>
          <mc:Fallback>
            <p:pic>
              <p:nvPicPr>
                <p:cNvPr id="5125" name="잉크 5124">
                  <a:extLst>
                    <a:ext uri="{FF2B5EF4-FFF2-40B4-BE49-F238E27FC236}">
                      <a16:creationId xmlns:a16="http://schemas.microsoft.com/office/drawing/2014/main" id="{81A6ACC4-DF3A-419A-3909-A7B685C507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4921" y="954274"/>
                  <a:ext cx="122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26" name="잉크 5125">
                  <a:extLst>
                    <a:ext uri="{FF2B5EF4-FFF2-40B4-BE49-F238E27FC236}">
                      <a16:creationId xmlns:a16="http://schemas.microsoft.com/office/drawing/2014/main" id="{966B9675-8F04-6BDD-9014-1592CC4D4F1D}"/>
                    </a:ext>
                  </a:extLst>
                </p14:cNvPr>
                <p14:cNvContentPartPr/>
                <p14:nvPr/>
              </p14:nvContentPartPr>
              <p14:xfrm>
                <a:off x="989921" y="1116634"/>
                <a:ext cx="88560" cy="54000"/>
              </p14:xfrm>
            </p:contentPart>
          </mc:Choice>
          <mc:Fallback>
            <p:pic>
              <p:nvPicPr>
                <p:cNvPr id="5126" name="잉크 5125">
                  <a:extLst>
                    <a:ext uri="{FF2B5EF4-FFF2-40B4-BE49-F238E27FC236}">
                      <a16:creationId xmlns:a16="http://schemas.microsoft.com/office/drawing/2014/main" id="{966B9675-8F04-6BDD-9014-1592CC4D4F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1281" y="1107634"/>
                  <a:ext cx="106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28" name="잉크 5127">
                  <a:extLst>
                    <a:ext uri="{FF2B5EF4-FFF2-40B4-BE49-F238E27FC236}">
                      <a16:creationId xmlns:a16="http://schemas.microsoft.com/office/drawing/2014/main" id="{AAA44BDA-7A0F-D1BB-9D9F-C1352CCFEB60}"/>
                    </a:ext>
                  </a:extLst>
                </p14:cNvPr>
                <p14:cNvContentPartPr/>
                <p14:nvPr/>
              </p14:nvContentPartPr>
              <p14:xfrm>
                <a:off x="1229681" y="1154434"/>
                <a:ext cx="10800" cy="32040"/>
              </p14:xfrm>
            </p:contentPart>
          </mc:Choice>
          <mc:Fallback>
            <p:pic>
              <p:nvPicPr>
                <p:cNvPr id="5128" name="잉크 5127">
                  <a:extLst>
                    <a:ext uri="{FF2B5EF4-FFF2-40B4-BE49-F238E27FC236}">
                      <a16:creationId xmlns:a16="http://schemas.microsoft.com/office/drawing/2014/main" id="{AAA44BDA-7A0F-D1BB-9D9F-C1352CCFEB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20681" y="1145794"/>
                  <a:ext cx="28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29" name="잉크 5128">
                  <a:extLst>
                    <a:ext uri="{FF2B5EF4-FFF2-40B4-BE49-F238E27FC236}">
                      <a16:creationId xmlns:a16="http://schemas.microsoft.com/office/drawing/2014/main" id="{9800A83E-0A1D-8AEA-41CF-BFCA8868DF33}"/>
                    </a:ext>
                  </a:extLst>
                </p14:cNvPr>
                <p14:cNvContentPartPr/>
                <p14:nvPr/>
              </p14:nvContentPartPr>
              <p14:xfrm>
                <a:off x="1195121" y="867514"/>
                <a:ext cx="29880" cy="202680"/>
              </p14:xfrm>
            </p:contentPart>
          </mc:Choice>
          <mc:Fallback>
            <p:pic>
              <p:nvPicPr>
                <p:cNvPr id="5129" name="잉크 5128">
                  <a:extLst>
                    <a:ext uri="{FF2B5EF4-FFF2-40B4-BE49-F238E27FC236}">
                      <a16:creationId xmlns:a16="http://schemas.microsoft.com/office/drawing/2014/main" id="{9800A83E-0A1D-8AEA-41CF-BFCA8868DF3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86481" y="858514"/>
                  <a:ext cx="4752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2" name="그룹 5161">
            <a:extLst>
              <a:ext uri="{FF2B5EF4-FFF2-40B4-BE49-F238E27FC236}">
                <a16:creationId xmlns:a16="http://schemas.microsoft.com/office/drawing/2014/main" id="{041B9C26-9B0D-982E-DCFC-57CDCAEA6976}"/>
              </a:ext>
            </a:extLst>
          </p:cNvPr>
          <p:cNvGrpSpPr/>
          <p:nvPr/>
        </p:nvGrpSpPr>
        <p:grpSpPr>
          <a:xfrm>
            <a:off x="62561" y="1581394"/>
            <a:ext cx="2016360" cy="1918800"/>
            <a:chOff x="62561" y="1581394"/>
            <a:chExt cx="2016360" cy="19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31" name="잉크 5130">
                  <a:extLst>
                    <a:ext uri="{FF2B5EF4-FFF2-40B4-BE49-F238E27FC236}">
                      <a16:creationId xmlns:a16="http://schemas.microsoft.com/office/drawing/2014/main" id="{E398BBFB-8C31-4785-38F7-597113CB2632}"/>
                    </a:ext>
                  </a:extLst>
                </p14:cNvPr>
                <p14:cNvContentPartPr/>
                <p14:nvPr/>
              </p14:nvContentPartPr>
              <p14:xfrm>
                <a:off x="142121" y="1607314"/>
                <a:ext cx="27720" cy="318600"/>
              </p14:xfrm>
            </p:contentPart>
          </mc:Choice>
          <mc:Fallback>
            <p:pic>
              <p:nvPicPr>
                <p:cNvPr id="5131" name="잉크 5130">
                  <a:extLst>
                    <a:ext uri="{FF2B5EF4-FFF2-40B4-BE49-F238E27FC236}">
                      <a16:creationId xmlns:a16="http://schemas.microsoft.com/office/drawing/2014/main" id="{E398BBFB-8C31-4785-38F7-597113CB263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3121" y="1598674"/>
                  <a:ext cx="453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32" name="잉크 5131">
                  <a:extLst>
                    <a:ext uri="{FF2B5EF4-FFF2-40B4-BE49-F238E27FC236}">
                      <a16:creationId xmlns:a16="http://schemas.microsoft.com/office/drawing/2014/main" id="{4922EFB8-2E49-2183-15A2-C703F9EF4A00}"/>
                    </a:ext>
                  </a:extLst>
                </p14:cNvPr>
                <p14:cNvContentPartPr/>
                <p14:nvPr/>
              </p14:nvContentPartPr>
              <p14:xfrm>
                <a:off x="134201" y="1621354"/>
                <a:ext cx="93600" cy="206640"/>
              </p14:xfrm>
            </p:contentPart>
          </mc:Choice>
          <mc:Fallback>
            <p:pic>
              <p:nvPicPr>
                <p:cNvPr id="5132" name="잉크 5131">
                  <a:extLst>
                    <a:ext uri="{FF2B5EF4-FFF2-40B4-BE49-F238E27FC236}">
                      <a16:creationId xmlns:a16="http://schemas.microsoft.com/office/drawing/2014/main" id="{4922EFB8-2E49-2183-15A2-C703F9EF4A0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5201" y="1612714"/>
                  <a:ext cx="111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33" name="잉크 5132">
                  <a:extLst>
                    <a:ext uri="{FF2B5EF4-FFF2-40B4-BE49-F238E27FC236}">
                      <a16:creationId xmlns:a16="http://schemas.microsoft.com/office/drawing/2014/main" id="{60EED1D2-2A0B-827A-3C44-D5FB43ACD879}"/>
                    </a:ext>
                  </a:extLst>
                </p14:cNvPr>
                <p14:cNvContentPartPr/>
                <p14:nvPr/>
              </p14:nvContentPartPr>
              <p14:xfrm>
                <a:off x="240041" y="1705234"/>
                <a:ext cx="146160" cy="153360"/>
              </p14:xfrm>
            </p:contentPart>
          </mc:Choice>
          <mc:Fallback>
            <p:pic>
              <p:nvPicPr>
                <p:cNvPr id="5133" name="잉크 5132">
                  <a:extLst>
                    <a:ext uri="{FF2B5EF4-FFF2-40B4-BE49-F238E27FC236}">
                      <a16:creationId xmlns:a16="http://schemas.microsoft.com/office/drawing/2014/main" id="{60EED1D2-2A0B-827A-3C44-D5FB43ACD87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1041" y="1696594"/>
                  <a:ext cx="163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35" name="잉크 5134">
                  <a:extLst>
                    <a:ext uri="{FF2B5EF4-FFF2-40B4-BE49-F238E27FC236}">
                      <a16:creationId xmlns:a16="http://schemas.microsoft.com/office/drawing/2014/main" id="{0C6E2B88-30FA-636C-7406-F49960E4A90A}"/>
                    </a:ext>
                  </a:extLst>
                </p14:cNvPr>
                <p14:cNvContentPartPr/>
                <p14:nvPr/>
              </p14:nvContentPartPr>
              <p14:xfrm>
                <a:off x="1282961" y="1581394"/>
                <a:ext cx="316800" cy="277560"/>
              </p14:xfrm>
            </p:contentPart>
          </mc:Choice>
          <mc:Fallback>
            <p:pic>
              <p:nvPicPr>
                <p:cNvPr id="5135" name="잉크 5134">
                  <a:extLst>
                    <a:ext uri="{FF2B5EF4-FFF2-40B4-BE49-F238E27FC236}">
                      <a16:creationId xmlns:a16="http://schemas.microsoft.com/office/drawing/2014/main" id="{0C6E2B88-30FA-636C-7406-F49960E4A90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274321" y="1572754"/>
                  <a:ext cx="334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36" name="잉크 5135">
                  <a:extLst>
                    <a:ext uri="{FF2B5EF4-FFF2-40B4-BE49-F238E27FC236}">
                      <a16:creationId xmlns:a16="http://schemas.microsoft.com/office/drawing/2014/main" id="{EDBD9160-1A7C-3144-C970-71C15AC9AA82}"/>
                    </a:ext>
                  </a:extLst>
                </p14:cNvPr>
                <p14:cNvContentPartPr/>
                <p14:nvPr/>
              </p14:nvContentPartPr>
              <p14:xfrm>
                <a:off x="62561" y="1950034"/>
                <a:ext cx="902520" cy="1550160"/>
              </p14:xfrm>
            </p:contentPart>
          </mc:Choice>
          <mc:Fallback>
            <p:pic>
              <p:nvPicPr>
                <p:cNvPr id="5136" name="잉크 5135">
                  <a:extLst>
                    <a:ext uri="{FF2B5EF4-FFF2-40B4-BE49-F238E27FC236}">
                      <a16:creationId xmlns:a16="http://schemas.microsoft.com/office/drawing/2014/main" id="{EDBD9160-1A7C-3144-C970-71C15AC9AA8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3561" y="1941394"/>
                  <a:ext cx="920160" cy="15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37" name="잉크 5136">
                  <a:extLst>
                    <a:ext uri="{FF2B5EF4-FFF2-40B4-BE49-F238E27FC236}">
                      <a16:creationId xmlns:a16="http://schemas.microsoft.com/office/drawing/2014/main" id="{95AE730B-145D-2893-3AA3-16748B636A23}"/>
                    </a:ext>
                  </a:extLst>
                </p14:cNvPr>
                <p14:cNvContentPartPr/>
                <p14:nvPr/>
              </p14:nvContentPartPr>
              <p14:xfrm>
                <a:off x="1249481" y="1796674"/>
                <a:ext cx="829440" cy="1566360"/>
              </p14:xfrm>
            </p:contentPart>
          </mc:Choice>
          <mc:Fallback>
            <p:pic>
              <p:nvPicPr>
                <p:cNvPr id="5137" name="잉크 5136">
                  <a:extLst>
                    <a:ext uri="{FF2B5EF4-FFF2-40B4-BE49-F238E27FC236}">
                      <a16:creationId xmlns:a16="http://schemas.microsoft.com/office/drawing/2014/main" id="{95AE730B-145D-2893-3AA3-16748B636A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40841" y="1787674"/>
                  <a:ext cx="847080" cy="15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38" name="잉크 5137">
                  <a:extLst>
                    <a:ext uri="{FF2B5EF4-FFF2-40B4-BE49-F238E27FC236}">
                      <a16:creationId xmlns:a16="http://schemas.microsoft.com/office/drawing/2014/main" id="{21ADB705-AF79-02A0-1387-D133D7B2ED4C}"/>
                    </a:ext>
                  </a:extLst>
                </p14:cNvPr>
                <p14:cNvContentPartPr/>
                <p14:nvPr/>
              </p14:nvContentPartPr>
              <p14:xfrm>
                <a:off x="683561" y="2166034"/>
                <a:ext cx="816480" cy="154800"/>
              </p14:xfrm>
            </p:contentPart>
          </mc:Choice>
          <mc:Fallback>
            <p:pic>
              <p:nvPicPr>
                <p:cNvPr id="5138" name="잉크 5137">
                  <a:extLst>
                    <a:ext uri="{FF2B5EF4-FFF2-40B4-BE49-F238E27FC236}">
                      <a16:creationId xmlns:a16="http://schemas.microsoft.com/office/drawing/2014/main" id="{21ADB705-AF79-02A0-1387-D133D7B2ED4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74561" y="2157394"/>
                  <a:ext cx="834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139" name="잉크 5138">
                  <a:extLst>
                    <a:ext uri="{FF2B5EF4-FFF2-40B4-BE49-F238E27FC236}">
                      <a16:creationId xmlns:a16="http://schemas.microsoft.com/office/drawing/2014/main" id="{D15568B6-3B9C-93A0-0B2A-F27A39B80C70}"/>
                    </a:ext>
                  </a:extLst>
                </p14:cNvPr>
                <p14:cNvContentPartPr/>
                <p14:nvPr/>
              </p14:nvContentPartPr>
              <p14:xfrm>
                <a:off x="571601" y="2178274"/>
                <a:ext cx="90000" cy="66960"/>
              </p14:xfrm>
            </p:contentPart>
          </mc:Choice>
          <mc:Fallback>
            <p:pic>
              <p:nvPicPr>
                <p:cNvPr id="5139" name="잉크 5138">
                  <a:extLst>
                    <a:ext uri="{FF2B5EF4-FFF2-40B4-BE49-F238E27FC236}">
                      <a16:creationId xmlns:a16="http://schemas.microsoft.com/office/drawing/2014/main" id="{D15568B6-3B9C-93A0-0B2A-F27A39B80C7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2601" y="2169274"/>
                  <a:ext cx="107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40" name="잉크 5139">
                  <a:extLst>
                    <a:ext uri="{FF2B5EF4-FFF2-40B4-BE49-F238E27FC236}">
                      <a16:creationId xmlns:a16="http://schemas.microsoft.com/office/drawing/2014/main" id="{961CD769-41C7-C610-CF1A-E7AB7CBDB9E6}"/>
                    </a:ext>
                  </a:extLst>
                </p14:cNvPr>
                <p14:cNvContentPartPr/>
                <p14:nvPr/>
              </p14:nvContentPartPr>
              <p14:xfrm>
                <a:off x="710921" y="2194114"/>
                <a:ext cx="2520" cy="77760"/>
              </p14:xfrm>
            </p:contentPart>
          </mc:Choice>
          <mc:Fallback>
            <p:pic>
              <p:nvPicPr>
                <p:cNvPr id="5140" name="잉크 5139">
                  <a:extLst>
                    <a:ext uri="{FF2B5EF4-FFF2-40B4-BE49-F238E27FC236}">
                      <a16:creationId xmlns:a16="http://schemas.microsoft.com/office/drawing/2014/main" id="{961CD769-41C7-C610-CF1A-E7AB7CBDB9E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1921" y="2185114"/>
                  <a:ext cx="201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41" name="잉크 5140">
                  <a:extLst>
                    <a:ext uri="{FF2B5EF4-FFF2-40B4-BE49-F238E27FC236}">
                      <a16:creationId xmlns:a16="http://schemas.microsoft.com/office/drawing/2014/main" id="{A5ACF07A-FE39-76FF-E6D6-29E742605EDA}"/>
                    </a:ext>
                  </a:extLst>
                </p14:cNvPr>
                <p14:cNvContentPartPr/>
                <p14:nvPr/>
              </p14:nvContentPartPr>
              <p14:xfrm>
                <a:off x="791561" y="2125354"/>
                <a:ext cx="21600" cy="121320"/>
              </p14:xfrm>
            </p:contentPart>
          </mc:Choice>
          <mc:Fallback>
            <p:pic>
              <p:nvPicPr>
                <p:cNvPr id="5141" name="잉크 5140">
                  <a:extLst>
                    <a:ext uri="{FF2B5EF4-FFF2-40B4-BE49-F238E27FC236}">
                      <a16:creationId xmlns:a16="http://schemas.microsoft.com/office/drawing/2014/main" id="{A5ACF07A-FE39-76FF-E6D6-29E742605ED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2561" y="2116714"/>
                  <a:ext cx="39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142" name="잉크 5141">
                  <a:extLst>
                    <a:ext uri="{FF2B5EF4-FFF2-40B4-BE49-F238E27FC236}">
                      <a16:creationId xmlns:a16="http://schemas.microsoft.com/office/drawing/2014/main" id="{45630BA7-F9E3-2CC0-A30E-61D75BA5F613}"/>
                    </a:ext>
                  </a:extLst>
                </p14:cNvPr>
                <p14:cNvContentPartPr/>
                <p14:nvPr/>
              </p14:nvContentPartPr>
              <p14:xfrm>
                <a:off x="892001" y="2241274"/>
                <a:ext cx="3960" cy="46080"/>
              </p14:xfrm>
            </p:contentPart>
          </mc:Choice>
          <mc:Fallback>
            <p:pic>
              <p:nvPicPr>
                <p:cNvPr id="5142" name="잉크 5141">
                  <a:extLst>
                    <a:ext uri="{FF2B5EF4-FFF2-40B4-BE49-F238E27FC236}">
                      <a16:creationId xmlns:a16="http://schemas.microsoft.com/office/drawing/2014/main" id="{45630BA7-F9E3-2CC0-A30E-61D75BA5F61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3361" y="2232274"/>
                  <a:ext cx="21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143" name="잉크 5142">
                  <a:extLst>
                    <a:ext uri="{FF2B5EF4-FFF2-40B4-BE49-F238E27FC236}">
                      <a16:creationId xmlns:a16="http://schemas.microsoft.com/office/drawing/2014/main" id="{8B9AACCC-9C7E-0150-6588-DABC9CC72CCE}"/>
                    </a:ext>
                  </a:extLst>
                </p14:cNvPr>
                <p14:cNvContentPartPr/>
                <p14:nvPr/>
              </p14:nvContentPartPr>
              <p14:xfrm>
                <a:off x="930521" y="2119234"/>
                <a:ext cx="99000" cy="106560"/>
              </p14:xfrm>
            </p:contentPart>
          </mc:Choice>
          <mc:Fallback>
            <p:pic>
              <p:nvPicPr>
                <p:cNvPr id="5143" name="잉크 5142">
                  <a:extLst>
                    <a:ext uri="{FF2B5EF4-FFF2-40B4-BE49-F238E27FC236}">
                      <a16:creationId xmlns:a16="http://schemas.microsoft.com/office/drawing/2014/main" id="{8B9AACCC-9C7E-0150-6588-DABC9CC72CC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1881" y="2110594"/>
                  <a:ext cx="116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144" name="잉크 5143">
                  <a:extLst>
                    <a:ext uri="{FF2B5EF4-FFF2-40B4-BE49-F238E27FC236}">
                      <a16:creationId xmlns:a16="http://schemas.microsoft.com/office/drawing/2014/main" id="{9A926DF5-78F9-DB18-CC27-3F1B4E9DA394}"/>
                    </a:ext>
                  </a:extLst>
                </p14:cNvPr>
                <p14:cNvContentPartPr/>
                <p14:nvPr/>
              </p14:nvContentPartPr>
              <p14:xfrm>
                <a:off x="806681" y="2105914"/>
                <a:ext cx="21600" cy="111960"/>
              </p14:xfrm>
            </p:contentPart>
          </mc:Choice>
          <mc:Fallback>
            <p:pic>
              <p:nvPicPr>
                <p:cNvPr id="5144" name="잉크 5143">
                  <a:extLst>
                    <a:ext uri="{FF2B5EF4-FFF2-40B4-BE49-F238E27FC236}">
                      <a16:creationId xmlns:a16="http://schemas.microsoft.com/office/drawing/2014/main" id="{9A926DF5-78F9-DB18-CC27-3F1B4E9DA39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8041" y="2097274"/>
                  <a:ext cx="392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145" name="잉크 5144">
                  <a:extLst>
                    <a:ext uri="{FF2B5EF4-FFF2-40B4-BE49-F238E27FC236}">
                      <a16:creationId xmlns:a16="http://schemas.microsoft.com/office/drawing/2014/main" id="{A0FF2804-1BA7-7368-1D1B-0CAA04A6C16C}"/>
                    </a:ext>
                  </a:extLst>
                </p14:cNvPr>
                <p14:cNvContentPartPr/>
                <p14:nvPr/>
              </p14:nvContentPartPr>
              <p14:xfrm>
                <a:off x="1108001" y="2185834"/>
                <a:ext cx="7920" cy="50760"/>
              </p14:xfrm>
            </p:contentPart>
          </mc:Choice>
          <mc:Fallback>
            <p:pic>
              <p:nvPicPr>
                <p:cNvPr id="5145" name="잉크 5144">
                  <a:extLst>
                    <a:ext uri="{FF2B5EF4-FFF2-40B4-BE49-F238E27FC236}">
                      <a16:creationId xmlns:a16="http://schemas.microsoft.com/office/drawing/2014/main" id="{A0FF2804-1BA7-7368-1D1B-0CAA04A6C16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9001" y="2176834"/>
                  <a:ext cx="25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146" name="잉크 5145">
                  <a:extLst>
                    <a:ext uri="{FF2B5EF4-FFF2-40B4-BE49-F238E27FC236}">
                      <a16:creationId xmlns:a16="http://schemas.microsoft.com/office/drawing/2014/main" id="{A10EFA4B-EA87-D4FF-223D-53B13A611987}"/>
                    </a:ext>
                  </a:extLst>
                </p14:cNvPr>
                <p14:cNvContentPartPr/>
                <p14:nvPr/>
              </p14:nvContentPartPr>
              <p14:xfrm>
                <a:off x="1136801" y="2094034"/>
                <a:ext cx="80640" cy="141120"/>
              </p14:xfrm>
            </p:contentPart>
          </mc:Choice>
          <mc:Fallback>
            <p:pic>
              <p:nvPicPr>
                <p:cNvPr id="5146" name="잉크 5145">
                  <a:extLst>
                    <a:ext uri="{FF2B5EF4-FFF2-40B4-BE49-F238E27FC236}">
                      <a16:creationId xmlns:a16="http://schemas.microsoft.com/office/drawing/2014/main" id="{A10EFA4B-EA87-D4FF-223D-53B13A6119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28161" y="2085394"/>
                  <a:ext cx="98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147" name="잉크 5146">
                  <a:extLst>
                    <a:ext uri="{FF2B5EF4-FFF2-40B4-BE49-F238E27FC236}">
                      <a16:creationId xmlns:a16="http://schemas.microsoft.com/office/drawing/2014/main" id="{902D435B-B950-C2CA-A3D6-C6B1DDE8CD19}"/>
                    </a:ext>
                  </a:extLst>
                </p14:cNvPr>
                <p14:cNvContentPartPr/>
                <p14:nvPr/>
              </p14:nvContentPartPr>
              <p14:xfrm>
                <a:off x="1259561" y="2123194"/>
                <a:ext cx="51840" cy="26280"/>
              </p14:xfrm>
            </p:contentPart>
          </mc:Choice>
          <mc:Fallback>
            <p:pic>
              <p:nvPicPr>
                <p:cNvPr id="5147" name="잉크 5146">
                  <a:extLst>
                    <a:ext uri="{FF2B5EF4-FFF2-40B4-BE49-F238E27FC236}">
                      <a16:creationId xmlns:a16="http://schemas.microsoft.com/office/drawing/2014/main" id="{902D435B-B950-C2CA-A3D6-C6B1DDE8CD1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50921" y="2114554"/>
                  <a:ext cx="69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148" name="잉크 5147">
                  <a:extLst>
                    <a:ext uri="{FF2B5EF4-FFF2-40B4-BE49-F238E27FC236}">
                      <a16:creationId xmlns:a16="http://schemas.microsoft.com/office/drawing/2014/main" id="{40E3DFC5-DA16-52EB-E534-554A42E78873}"/>
                    </a:ext>
                  </a:extLst>
                </p14:cNvPr>
                <p14:cNvContentPartPr/>
                <p14:nvPr/>
              </p14:nvContentPartPr>
              <p14:xfrm>
                <a:off x="1367921" y="2051194"/>
                <a:ext cx="79560" cy="141840"/>
              </p14:xfrm>
            </p:contentPart>
          </mc:Choice>
          <mc:Fallback>
            <p:pic>
              <p:nvPicPr>
                <p:cNvPr id="5148" name="잉크 5147">
                  <a:extLst>
                    <a:ext uri="{FF2B5EF4-FFF2-40B4-BE49-F238E27FC236}">
                      <a16:creationId xmlns:a16="http://schemas.microsoft.com/office/drawing/2014/main" id="{40E3DFC5-DA16-52EB-E534-554A42E7887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358921" y="2042554"/>
                  <a:ext cx="97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149" name="잉크 5148">
                  <a:extLst>
                    <a:ext uri="{FF2B5EF4-FFF2-40B4-BE49-F238E27FC236}">
                      <a16:creationId xmlns:a16="http://schemas.microsoft.com/office/drawing/2014/main" id="{EDE3C470-1E07-6E1E-FDE4-6B2D19F31397}"/>
                    </a:ext>
                  </a:extLst>
                </p14:cNvPr>
                <p14:cNvContentPartPr/>
                <p14:nvPr/>
              </p14:nvContentPartPr>
              <p14:xfrm>
                <a:off x="1346681" y="2131474"/>
                <a:ext cx="13680" cy="6120"/>
              </p14:xfrm>
            </p:contentPart>
          </mc:Choice>
          <mc:Fallback>
            <p:pic>
              <p:nvPicPr>
                <p:cNvPr id="5149" name="잉크 5148">
                  <a:extLst>
                    <a:ext uri="{FF2B5EF4-FFF2-40B4-BE49-F238E27FC236}">
                      <a16:creationId xmlns:a16="http://schemas.microsoft.com/office/drawing/2014/main" id="{EDE3C470-1E07-6E1E-FDE4-6B2D19F3139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337681" y="2122474"/>
                  <a:ext cx="31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150" name="잉크 5149">
                  <a:extLst>
                    <a:ext uri="{FF2B5EF4-FFF2-40B4-BE49-F238E27FC236}">
                      <a16:creationId xmlns:a16="http://schemas.microsoft.com/office/drawing/2014/main" id="{0297FE84-2D36-B546-6C42-36C9AEF6EE0D}"/>
                    </a:ext>
                  </a:extLst>
                </p14:cNvPr>
                <p14:cNvContentPartPr/>
                <p14:nvPr/>
              </p14:nvContentPartPr>
              <p14:xfrm>
                <a:off x="1385921" y="2142634"/>
                <a:ext cx="4680" cy="4320"/>
              </p14:xfrm>
            </p:contentPart>
          </mc:Choice>
          <mc:Fallback>
            <p:pic>
              <p:nvPicPr>
                <p:cNvPr id="5150" name="잉크 5149">
                  <a:extLst>
                    <a:ext uri="{FF2B5EF4-FFF2-40B4-BE49-F238E27FC236}">
                      <a16:creationId xmlns:a16="http://schemas.microsoft.com/office/drawing/2014/main" id="{0297FE84-2D36-B546-6C42-36C9AEF6EE0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76921" y="2133634"/>
                  <a:ext cx="22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152" name="잉크 5151">
                  <a:extLst>
                    <a:ext uri="{FF2B5EF4-FFF2-40B4-BE49-F238E27FC236}">
                      <a16:creationId xmlns:a16="http://schemas.microsoft.com/office/drawing/2014/main" id="{974B9720-7A6E-B149-95BC-373542FD6CD8}"/>
                    </a:ext>
                  </a:extLst>
                </p14:cNvPr>
                <p14:cNvContentPartPr/>
                <p14:nvPr/>
              </p14:nvContentPartPr>
              <p14:xfrm>
                <a:off x="1000361" y="2421634"/>
                <a:ext cx="260280" cy="155160"/>
              </p14:xfrm>
            </p:contentPart>
          </mc:Choice>
          <mc:Fallback>
            <p:pic>
              <p:nvPicPr>
                <p:cNvPr id="5152" name="잉크 5151">
                  <a:extLst>
                    <a:ext uri="{FF2B5EF4-FFF2-40B4-BE49-F238E27FC236}">
                      <a16:creationId xmlns:a16="http://schemas.microsoft.com/office/drawing/2014/main" id="{974B9720-7A6E-B149-95BC-373542FD6CD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1721" y="2412634"/>
                  <a:ext cx="277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5153" name="잉크 5152">
                  <a:extLst>
                    <a:ext uri="{FF2B5EF4-FFF2-40B4-BE49-F238E27FC236}">
                      <a16:creationId xmlns:a16="http://schemas.microsoft.com/office/drawing/2014/main" id="{6340161B-BEA9-9946-80F0-B9F244441B89}"/>
                    </a:ext>
                  </a:extLst>
                </p14:cNvPr>
                <p14:cNvContentPartPr/>
                <p14:nvPr/>
              </p14:nvContentPartPr>
              <p14:xfrm>
                <a:off x="1303841" y="2426674"/>
                <a:ext cx="76680" cy="20520"/>
              </p14:xfrm>
            </p:contentPart>
          </mc:Choice>
          <mc:Fallback>
            <p:pic>
              <p:nvPicPr>
                <p:cNvPr id="5153" name="잉크 5152">
                  <a:extLst>
                    <a:ext uri="{FF2B5EF4-FFF2-40B4-BE49-F238E27FC236}">
                      <a16:creationId xmlns:a16="http://schemas.microsoft.com/office/drawing/2014/main" id="{6340161B-BEA9-9946-80F0-B9F244441B8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294841" y="2417674"/>
                  <a:ext cx="94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154" name="잉크 5153">
                  <a:extLst>
                    <a:ext uri="{FF2B5EF4-FFF2-40B4-BE49-F238E27FC236}">
                      <a16:creationId xmlns:a16="http://schemas.microsoft.com/office/drawing/2014/main" id="{E90ED749-3009-7BBC-6786-491B475D640F}"/>
                    </a:ext>
                  </a:extLst>
                </p14:cNvPr>
                <p14:cNvContentPartPr/>
                <p14:nvPr/>
              </p14:nvContentPartPr>
              <p14:xfrm>
                <a:off x="1314641" y="2482474"/>
                <a:ext cx="78840" cy="25920"/>
              </p14:xfrm>
            </p:contentPart>
          </mc:Choice>
          <mc:Fallback>
            <p:pic>
              <p:nvPicPr>
                <p:cNvPr id="5154" name="잉크 5153">
                  <a:extLst>
                    <a:ext uri="{FF2B5EF4-FFF2-40B4-BE49-F238E27FC236}">
                      <a16:creationId xmlns:a16="http://schemas.microsoft.com/office/drawing/2014/main" id="{E90ED749-3009-7BBC-6786-491B475D640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305641" y="2473474"/>
                  <a:ext cx="96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156" name="잉크 5155">
                  <a:extLst>
                    <a:ext uri="{FF2B5EF4-FFF2-40B4-BE49-F238E27FC236}">
                      <a16:creationId xmlns:a16="http://schemas.microsoft.com/office/drawing/2014/main" id="{6F22BA6C-09D0-990D-A96C-80CB6F0728D1}"/>
                    </a:ext>
                  </a:extLst>
                </p14:cNvPr>
                <p14:cNvContentPartPr/>
                <p14:nvPr/>
              </p14:nvContentPartPr>
              <p14:xfrm>
                <a:off x="1447121" y="2386354"/>
                <a:ext cx="165600" cy="135000"/>
              </p14:xfrm>
            </p:contentPart>
          </mc:Choice>
          <mc:Fallback>
            <p:pic>
              <p:nvPicPr>
                <p:cNvPr id="5156" name="잉크 5155">
                  <a:extLst>
                    <a:ext uri="{FF2B5EF4-FFF2-40B4-BE49-F238E27FC236}">
                      <a16:creationId xmlns:a16="http://schemas.microsoft.com/office/drawing/2014/main" id="{6F22BA6C-09D0-990D-A96C-80CB6F0728D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438121" y="2377714"/>
                  <a:ext cx="183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57" name="잉크 5156">
                  <a:extLst>
                    <a:ext uri="{FF2B5EF4-FFF2-40B4-BE49-F238E27FC236}">
                      <a16:creationId xmlns:a16="http://schemas.microsoft.com/office/drawing/2014/main" id="{0EABE357-C3A4-A266-74F2-363967AFACD9}"/>
                    </a:ext>
                  </a:extLst>
                </p14:cNvPr>
                <p14:cNvContentPartPr/>
                <p14:nvPr/>
              </p14:nvContentPartPr>
              <p14:xfrm>
                <a:off x="1630361" y="2411554"/>
                <a:ext cx="90360" cy="177480"/>
              </p14:xfrm>
            </p:contentPart>
          </mc:Choice>
          <mc:Fallback>
            <p:pic>
              <p:nvPicPr>
                <p:cNvPr id="5157" name="잉크 5156">
                  <a:extLst>
                    <a:ext uri="{FF2B5EF4-FFF2-40B4-BE49-F238E27FC236}">
                      <a16:creationId xmlns:a16="http://schemas.microsoft.com/office/drawing/2014/main" id="{0EABE357-C3A4-A266-74F2-363967AFACD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621361" y="2402914"/>
                  <a:ext cx="108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158" name="잉크 5157">
                  <a:extLst>
                    <a:ext uri="{FF2B5EF4-FFF2-40B4-BE49-F238E27FC236}">
                      <a16:creationId xmlns:a16="http://schemas.microsoft.com/office/drawing/2014/main" id="{35F6055C-3519-A28B-A118-527E90B786AF}"/>
                    </a:ext>
                  </a:extLst>
                </p14:cNvPr>
                <p14:cNvContentPartPr/>
                <p14:nvPr/>
              </p14:nvContentPartPr>
              <p14:xfrm>
                <a:off x="1711361" y="2405794"/>
                <a:ext cx="64800" cy="116640"/>
              </p14:xfrm>
            </p:contentPart>
          </mc:Choice>
          <mc:Fallback>
            <p:pic>
              <p:nvPicPr>
                <p:cNvPr id="5158" name="잉크 5157">
                  <a:extLst>
                    <a:ext uri="{FF2B5EF4-FFF2-40B4-BE49-F238E27FC236}">
                      <a16:creationId xmlns:a16="http://schemas.microsoft.com/office/drawing/2014/main" id="{35F6055C-3519-A28B-A118-527E90B786A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702721" y="2396794"/>
                  <a:ext cx="82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159" name="잉크 5158">
                  <a:extLst>
                    <a:ext uri="{FF2B5EF4-FFF2-40B4-BE49-F238E27FC236}">
                      <a16:creationId xmlns:a16="http://schemas.microsoft.com/office/drawing/2014/main" id="{400684C3-8A92-DCF3-DD1B-51A91390E35D}"/>
                    </a:ext>
                  </a:extLst>
                </p14:cNvPr>
                <p14:cNvContentPartPr/>
                <p14:nvPr/>
              </p14:nvContentPartPr>
              <p14:xfrm>
                <a:off x="1780841" y="2406874"/>
                <a:ext cx="47160" cy="125280"/>
              </p14:xfrm>
            </p:contentPart>
          </mc:Choice>
          <mc:Fallback>
            <p:pic>
              <p:nvPicPr>
                <p:cNvPr id="5159" name="잉크 5158">
                  <a:extLst>
                    <a:ext uri="{FF2B5EF4-FFF2-40B4-BE49-F238E27FC236}">
                      <a16:creationId xmlns:a16="http://schemas.microsoft.com/office/drawing/2014/main" id="{400684C3-8A92-DCF3-DD1B-51A91390E3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772201" y="2397874"/>
                  <a:ext cx="64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160" name="잉크 5159">
                  <a:extLst>
                    <a:ext uri="{FF2B5EF4-FFF2-40B4-BE49-F238E27FC236}">
                      <a16:creationId xmlns:a16="http://schemas.microsoft.com/office/drawing/2014/main" id="{BD889D67-0B96-EC75-AAFD-7DF212AADDFD}"/>
                    </a:ext>
                  </a:extLst>
                </p14:cNvPr>
                <p14:cNvContentPartPr/>
                <p14:nvPr/>
              </p14:nvContentPartPr>
              <p14:xfrm>
                <a:off x="1824401" y="2402914"/>
                <a:ext cx="68760" cy="101880"/>
              </p14:xfrm>
            </p:contentPart>
          </mc:Choice>
          <mc:Fallback>
            <p:pic>
              <p:nvPicPr>
                <p:cNvPr id="5160" name="잉크 5159">
                  <a:extLst>
                    <a:ext uri="{FF2B5EF4-FFF2-40B4-BE49-F238E27FC236}">
                      <a16:creationId xmlns:a16="http://schemas.microsoft.com/office/drawing/2014/main" id="{BD889D67-0B96-EC75-AAFD-7DF212AADDF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815761" y="2394274"/>
                  <a:ext cx="86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161" name="잉크 5160">
                  <a:extLst>
                    <a:ext uri="{FF2B5EF4-FFF2-40B4-BE49-F238E27FC236}">
                      <a16:creationId xmlns:a16="http://schemas.microsoft.com/office/drawing/2014/main" id="{0040A813-A735-4F47-09FE-D7768CBD9A99}"/>
                    </a:ext>
                  </a:extLst>
                </p14:cNvPr>
                <p14:cNvContentPartPr/>
                <p14:nvPr/>
              </p14:nvContentPartPr>
              <p14:xfrm>
                <a:off x="800561" y="2895034"/>
                <a:ext cx="630000" cy="222480"/>
              </p14:xfrm>
            </p:contentPart>
          </mc:Choice>
          <mc:Fallback>
            <p:pic>
              <p:nvPicPr>
                <p:cNvPr id="5161" name="잉크 5160">
                  <a:extLst>
                    <a:ext uri="{FF2B5EF4-FFF2-40B4-BE49-F238E27FC236}">
                      <a16:creationId xmlns:a16="http://schemas.microsoft.com/office/drawing/2014/main" id="{0040A813-A735-4F47-09FE-D7768CBD9A9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1921" y="2886394"/>
                  <a:ext cx="64764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82" name="그룹 5181">
            <a:extLst>
              <a:ext uri="{FF2B5EF4-FFF2-40B4-BE49-F238E27FC236}">
                <a16:creationId xmlns:a16="http://schemas.microsoft.com/office/drawing/2014/main" id="{CE66EBB6-313C-1014-7310-642B149762F5}"/>
              </a:ext>
            </a:extLst>
          </p:cNvPr>
          <p:cNvGrpSpPr/>
          <p:nvPr/>
        </p:nvGrpSpPr>
        <p:grpSpPr>
          <a:xfrm>
            <a:off x="494201" y="2704594"/>
            <a:ext cx="1452600" cy="819000"/>
            <a:chOff x="494201" y="2704594"/>
            <a:chExt cx="1452600" cy="81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5163" name="잉크 5162">
                  <a:extLst>
                    <a:ext uri="{FF2B5EF4-FFF2-40B4-BE49-F238E27FC236}">
                      <a16:creationId xmlns:a16="http://schemas.microsoft.com/office/drawing/2014/main" id="{977528A7-9809-7E61-354C-4F3ACA13242A}"/>
                    </a:ext>
                  </a:extLst>
                </p14:cNvPr>
                <p14:cNvContentPartPr/>
                <p14:nvPr/>
              </p14:nvContentPartPr>
              <p14:xfrm>
                <a:off x="676001" y="3135154"/>
                <a:ext cx="15120" cy="116640"/>
              </p14:xfrm>
            </p:contentPart>
          </mc:Choice>
          <mc:Fallback>
            <p:pic>
              <p:nvPicPr>
                <p:cNvPr id="5163" name="잉크 5162">
                  <a:extLst>
                    <a:ext uri="{FF2B5EF4-FFF2-40B4-BE49-F238E27FC236}">
                      <a16:creationId xmlns:a16="http://schemas.microsoft.com/office/drawing/2014/main" id="{977528A7-9809-7E61-354C-4F3ACA13242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7001" y="3126154"/>
                  <a:ext cx="327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5164" name="잉크 5163">
                  <a:extLst>
                    <a:ext uri="{FF2B5EF4-FFF2-40B4-BE49-F238E27FC236}">
                      <a16:creationId xmlns:a16="http://schemas.microsoft.com/office/drawing/2014/main" id="{FEBE1F12-06AB-E9E3-DA55-686475D57FA4}"/>
                    </a:ext>
                  </a:extLst>
                </p14:cNvPr>
                <p14:cNvContentPartPr/>
                <p14:nvPr/>
              </p14:nvContentPartPr>
              <p14:xfrm>
                <a:off x="719201" y="3152794"/>
                <a:ext cx="59400" cy="89640"/>
              </p14:xfrm>
            </p:contentPart>
          </mc:Choice>
          <mc:Fallback>
            <p:pic>
              <p:nvPicPr>
                <p:cNvPr id="5164" name="잉크 5163">
                  <a:extLst>
                    <a:ext uri="{FF2B5EF4-FFF2-40B4-BE49-F238E27FC236}">
                      <a16:creationId xmlns:a16="http://schemas.microsoft.com/office/drawing/2014/main" id="{FEBE1F12-06AB-E9E3-DA55-686475D57FA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0561" y="3144154"/>
                  <a:ext cx="77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165" name="잉크 5164">
                  <a:extLst>
                    <a:ext uri="{FF2B5EF4-FFF2-40B4-BE49-F238E27FC236}">
                      <a16:creationId xmlns:a16="http://schemas.microsoft.com/office/drawing/2014/main" id="{74F4D469-3382-9072-97D0-3DBB41A38946}"/>
                    </a:ext>
                  </a:extLst>
                </p14:cNvPr>
                <p14:cNvContentPartPr/>
                <p14:nvPr/>
              </p14:nvContentPartPr>
              <p14:xfrm>
                <a:off x="818201" y="3201754"/>
                <a:ext cx="3600" cy="85680"/>
              </p14:xfrm>
            </p:contentPart>
          </mc:Choice>
          <mc:Fallback>
            <p:pic>
              <p:nvPicPr>
                <p:cNvPr id="5165" name="잉크 5164">
                  <a:extLst>
                    <a:ext uri="{FF2B5EF4-FFF2-40B4-BE49-F238E27FC236}">
                      <a16:creationId xmlns:a16="http://schemas.microsoft.com/office/drawing/2014/main" id="{74F4D469-3382-9072-97D0-3DBB41A3894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09561" y="3192754"/>
                  <a:ext cx="21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166" name="잉크 5165">
                  <a:extLst>
                    <a:ext uri="{FF2B5EF4-FFF2-40B4-BE49-F238E27FC236}">
                      <a16:creationId xmlns:a16="http://schemas.microsoft.com/office/drawing/2014/main" id="{42B04579-5280-15D6-45BD-D46E30B8B1E9}"/>
                    </a:ext>
                  </a:extLst>
                </p14:cNvPr>
                <p14:cNvContentPartPr/>
                <p14:nvPr/>
              </p14:nvContentPartPr>
              <p14:xfrm>
                <a:off x="879401" y="3131914"/>
                <a:ext cx="61920" cy="138240"/>
              </p14:xfrm>
            </p:contentPart>
          </mc:Choice>
          <mc:Fallback>
            <p:pic>
              <p:nvPicPr>
                <p:cNvPr id="5166" name="잉크 5165">
                  <a:extLst>
                    <a:ext uri="{FF2B5EF4-FFF2-40B4-BE49-F238E27FC236}">
                      <a16:creationId xmlns:a16="http://schemas.microsoft.com/office/drawing/2014/main" id="{42B04579-5280-15D6-45BD-D46E30B8B1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70761" y="3123274"/>
                  <a:ext cx="79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167" name="잉크 5166">
                  <a:extLst>
                    <a:ext uri="{FF2B5EF4-FFF2-40B4-BE49-F238E27FC236}">
                      <a16:creationId xmlns:a16="http://schemas.microsoft.com/office/drawing/2014/main" id="{9ACF2B73-C97F-4509-58B0-2F5C4F304B26}"/>
                    </a:ext>
                  </a:extLst>
                </p14:cNvPr>
                <p14:cNvContentPartPr/>
                <p14:nvPr/>
              </p14:nvContentPartPr>
              <p14:xfrm>
                <a:off x="998201" y="3199954"/>
                <a:ext cx="9720" cy="68760"/>
              </p14:xfrm>
            </p:contentPart>
          </mc:Choice>
          <mc:Fallback>
            <p:pic>
              <p:nvPicPr>
                <p:cNvPr id="5167" name="잉크 5166">
                  <a:extLst>
                    <a:ext uri="{FF2B5EF4-FFF2-40B4-BE49-F238E27FC236}">
                      <a16:creationId xmlns:a16="http://schemas.microsoft.com/office/drawing/2014/main" id="{9ACF2B73-C97F-4509-58B0-2F5C4F304B2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89561" y="3191314"/>
                  <a:ext cx="2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168" name="잉크 5167">
                  <a:extLst>
                    <a:ext uri="{FF2B5EF4-FFF2-40B4-BE49-F238E27FC236}">
                      <a16:creationId xmlns:a16="http://schemas.microsoft.com/office/drawing/2014/main" id="{0A7356BE-A804-99B5-E9A3-393D218B5971}"/>
                    </a:ext>
                  </a:extLst>
                </p14:cNvPr>
                <p14:cNvContentPartPr/>
                <p14:nvPr/>
              </p14:nvContentPartPr>
              <p14:xfrm>
                <a:off x="1048601" y="3143074"/>
                <a:ext cx="48240" cy="117000"/>
              </p14:xfrm>
            </p:contentPart>
          </mc:Choice>
          <mc:Fallback>
            <p:pic>
              <p:nvPicPr>
                <p:cNvPr id="5168" name="잉크 5167">
                  <a:extLst>
                    <a:ext uri="{FF2B5EF4-FFF2-40B4-BE49-F238E27FC236}">
                      <a16:creationId xmlns:a16="http://schemas.microsoft.com/office/drawing/2014/main" id="{0A7356BE-A804-99B5-E9A3-393D218B597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9961" y="3134074"/>
                  <a:ext cx="65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169" name="잉크 5168">
                  <a:extLst>
                    <a:ext uri="{FF2B5EF4-FFF2-40B4-BE49-F238E27FC236}">
                      <a16:creationId xmlns:a16="http://schemas.microsoft.com/office/drawing/2014/main" id="{FABD741F-EDA0-6C7C-335D-1767F60DC805}"/>
                    </a:ext>
                  </a:extLst>
                </p14:cNvPr>
                <p14:cNvContentPartPr/>
                <p14:nvPr/>
              </p14:nvContentPartPr>
              <p14:xfrm>
                <a:off x="1085321" y="3157474"/>
                <a:ext cx="120960" cy="99000"/>
              </p14:xfrm>
            </p:contentPart>
          </mc:Choice>
          <mc:Fallback>
            <p:pic>
              <p:nvPicPr>
                <p:cNvPr id="5169" name="잉크 5168">
                  <a:extLst>
                    <a:ext uri="{FF2B5EF4-FFF2-40B4-BE49-F238E27FC236}">
                      <a16:creationId xmlns:a16="http://schemas.microsoft.com/office/drawing/2014/main" id="{FABD741F-EDA0-6C7C-335D-1767F60DC80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76681" y="3148834"/>
                  <a:ext cx="138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170" name="잉크 5169">
                  <a:extLst>
                    <a:ext uri="{FF2B5EF4-FFF2-40B4-BE49-F238E27FC236}">
                      <a16:creationId xmlns:a16="http://schemas.microsoft.com/office/drawing/2014/main" id="{5B0BDA6B-47FF-346C-6321-A8EBBDAD5D01}"/>
                    </a:ext>
                  </a:extLst>
                </p14:cNvPr>
                <p14:cNvContentPartPr/>
                <p14:nvPr/>
              </p14:nvContentPartPr>
              <p14:xfrm>
                <a:off x="1226801" y="3156754"/>
                <a:ext cx="50400" cy="33120"/>
              </p14:xfrm>
            </p:contentPart>
          </mc:Choice>
          <mc:Fallback>
            <p:pic>
              <p:nvPicPr>
                <p:cNvPr id="5170" name="잉크 5169">
                  <a:extLst>
                    <a:ext uri="{FF2B5EF4-FFF2-40B4-BE49-F238E27FC236}">
                      <a16:creationId xmlns:a16="http://schemas.microsoft.com/office/drawing/2014/main" id="{5B0BDA6B-47FF-346C-6321-A8EBBDAD5D0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218161" y="3148114"/>
                  <a:ext cx="68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171" name="잉크 5170">
                  <a:extLst>
                    <a:ext uri="{FF2B5EF4-FFF2-40B4-BE49-F238E27FC236}">
                      <a16:creationId xmlns:a16="http://schemas.microsoft.com/office/drawing/2014/main" id="{1BD5C30C-9DA0-1E3C-9944-8C3DE186244C}"/>
                    </a:ext>
                  </a:extLst>
                </p14:cNvPr>
                <p14:cNvContentPartPr/>
                <p14:nvPr/>
              </p14:nvContentPartPr>
              <p14:xfrm>
                <a:off x="1343441" y="3219754"/>
                <a:ext cx="5760" cy="43200"/>
              </p14:xfrm>
            </p:contentPart>
          </mc:Choice>
          <mc:Fallback>
            <p:pic>
              <p:nvPicPr>
                <p:cNvPr id="5171" name="잉크 5170">
                  <a:extLst>
                    <a:ext uri="{FF2B5EF4-FFF2-40B4-BE49-F238E27FC236}">
                      <a16:creationId xmlns:a16="http://schemas.microsoft.com/office/drawing/2014/main" id="{1BD5C30C-9DA0-1E3C-9944-8C3DE186244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34801" y="3211114"/>
                  <a:ext cx="23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5172" name="잉크 5171">
                  <a:extLst>
                    <a:ext uri="{FF2B5EF4-FFF2-40B4-BE49-F238E27FC236}">
                      <a16:creationId xmlns:a16="http://schemas.microsoft.com/office/drawing/2014/main" id="{B844FD82-3A15-8DA9-93FA-5A8DEBDA7A2D}"/>
                    </a:ext>
                  </a:extLst>
                </p14:cNvPr>
                <p14:cNvContentPartPr/>
                <p14:nvPr/>
              </p14:nvContentPartPr>
              <p14:xfrm>
                <a:off x="1403561" y="3105274"/>
                <a:ext cx="36360" cy="124200"/>
              </p14:xfrm>
            </p:contentPart>
          </mc:Choice>
          <mc:Fallback>
            <p:pic>
              <p:nvPicPr>
                <p:cNvPr id="5172" name="잉크 5171">
                  <a:extLst>
                    <a:ext uri="{FF2B5EF4-FFF2-40B4-BE49-F238E27FC236}">
                      <a16:creationId xmlns:a16="http://schemas.microsoft.com/office/drawing/2014/main" id="{B844FD82-3A15-8DA9-93FA-5A8DEBDA7A2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394921" y="3096274"/>
                  <a:ext cx="54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173" name="잉크 5172">
                  <a:extLst>
                    <a:ext uri="{FF2B5EF4-FFF2-40B4-BE49-F238E27FC236}">
                      <a16:creationId xmlns:a16="http://schemas.microsoft.com/office/drawing/2014/main" id="{B0A75A37-CE9E-92B1-0894-89300078473B}"/>
                    </a:ext>
                  </a:extLst>
                </p14:cNvPr>
                <p14:cNvContentPartPr/>
                <p14:nvPr/>
              </p14:nvContentPartPr>
              <p14:xfrm>
                <a:off x="1456481" y="3115354"/>
                <a:ext cx="83160" cy="150120"/>
              </p14:xfrm>
            </p:contentPart>
          </mc:Choice>
          <mc:Fallback>
            <p:pic>
              <p:nvPicPr>
                <p:cNvPr id="5173" name="잉크 5172">
                  <a:extLst>
                    <a:ext uri="{FF2B5EF4-FFF2-40B4-BE49-F238E27FC236}">
                      <a16:creationId xmlns:a16="http://schemas.microsoft.com/office/drawing/2014/main" id="{B0A75A37-CE9E-92B1-0894-89300078473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447481" y="3106354"/>
                  <a:ext cx="100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175" name="잉크 5174">
                  <a:extLst>
                    <a:ext uri="{FF2B5EF4-FFF2-40B4-BE49-F238E27FC236}">
                      <a16:creationId xmlns:a16="http://schemas.microsoft.com/office/drawing/2014/main" id="{4591B066-47CE-4C94-D5E0-69CE54A86895}"/>
                    </a:ext>
                  </a:extLst>
                </p14:cNvPr>
                <p14:cNvContentPartPr/>
                <p14:nvPr/>
              </p14:nvContentPartPr>
              <p14:xfrm>
                <a:off x="1525961" y="2894674"/>
                <a:ext cx="110160" cy="158040"/>
              </p14:xfrm>
            </p:contentPart>
          </mc:Choice>
          <mc:Fallback>
            <p:pic>
              <p:nvPicPr>
                <p:cNvPr id="5175" name="잉크 5174">
                  <a:extLst>
                    <a:ext uri="{FF2B5EF4-FFF2-40B4-BE49-F238E27FC236}">
                      <a16:creationId xmlns:a16="http://schemas.microsoft.com/office/drawing/2014/main" id="{4591B066-47CE-4C94-D5E0-69CE54A8689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17321" y="2886034"/>
                  <a:ext cx="127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178" name="잉크 5177">
                  <a:extLst>
                    <a:ext uri="{FF2B5EF4-FFF2-40B4-BE49-F238E27FC236}">
                      <a16:creationId xmlns:a16="http://schemas.microsoft.com/office/drawing/2014/main" id="{0609AA4F-D3CD-A987-6DD6-9D8D22204B8E}"/>
                    </a:ext>
                  </a:extLst>
                </p14:cNvPr>
                <p14:cNvContentPartPr/>
                <p14:nvPr/>
              </p14:nvContentPartPr>
              <p14:xfrm>
                <a:off x="1632521" y="2920954"/>
                <a:ext cx="113400" cy="110520"/>
              </p14:xfrm>
            </p:contentPart>
          </mc:Choice>
          <mc:Fallback>
            <p:pic>
              <p:nvPicPr>
                <p:cNvPr id="5178" name="잉크 5177">
                  <a:extLst>
                    <a:ext uri="{FF2B5EF4-FFF2-40B4-BE49-F238E27FC236}">
                      <a16:creationId xmlns:a16="http://schemas.microsoft.com/office/drawing/2014/main" id="{0609AA4F-D3CD-A987-6DD6-9D8D22204B8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23881" y="2911954"/>
                  <a:ext cx="131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5179" name="잉크 5178">
                  <a:extLst>
                    <a:ext uri="{FF2B5EF4-FFF2-40B4-BE49-F238E27FC236}">
                      <a16:creationId xmlns:a16="http://schemas.microsoft.com/office/drawing/2014/main" id="{D34CDB47-AFC3-0723-3E1B-483A2B0F8F27}"/>
                    </a:ext>
                  </a:extLst>
                </p14:cNvPr>
                <p14:cNvContentPartPr/>
                <p14:nvPr/>
              </p14:nvContentPartPr>
              <p14:xfrm>
                <a:off x="1739441" y="2901154"/>
                <a:ext cx="120960" cy="131040"/>
              </p14:xfrm>
            </p:contentPart>
          </mc:Choice>
          <mc:Fallback>
            <p:pic>
              <p:nvPicPr>
                <p:cNvPr id="5179" name="잉크 5178">
                  <a:extLst>
                    <a:ext uri="{FF2B5EF4-FFF2-40B4-BE49-F238E27FC236}">
                      <a16:creationId xmlns:a16="http://schemas.microsoft.com/office/drawing/2014/main" id="{D34CDB47-AFC3-0723-3E1B-483A2B0F8F2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730441" y="2892154"/>
                  <a:ext cx="1386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5181" name="잉크 5180">
                  <a:extLst>
                    <a:ext uri="{FF2B5EF4-FFF2-40B4-BE49-F238E27FC236}">
                      <a16:creationId xmlns:a16="http://schemas.microsoft.com/office/drawing/2014/main" id="{B59F0601-AACE-67E5-F10E-F0BAC2EF2538}"/>
                    </a:ext>
                  </a:extLst>
                </p14:cNvPr>
                <p14:cNvContentPartPr/>
                <p14:nvPr/>
              </p14:nvContentPartPr>
              <p14:xfrm>
                <a:off x="494201" y="2704594"/>
                <a:ext cx="1452600" cy="819000"/>
              </p14:xfrm>
            </p:contentPart>
          </mc:Choice>
          <mc:Fallback>
            <p:pic>
              <p:nvPicPr>
                <p:cNvPr id="5181" name="잉크 5180">
                  <a:extLst>
                    <a:ext uri="{FF2B5EF4-FFF2-40B4-BE49-F238E27FC236}">
                      <a16:creationId xmlns:a16="http://schemas.microsoft.com/office/drawing/2014/main" id="{B59F0601-AACE-67E5-F10E-F0BAC2EF253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85201" y="2695594"/>
                  <a:ext cx="1470240" cy="83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5183" name="잉크 5182">
                <a:extLst>
                  <a:ext uri="{FF2B5EF4-FFF2-40B4-BE49-F238E27FC236}">
                    <a16:creationId xmlns:a16="http://schemas.microsoft.com/office/drawing/2014/main" id="{8700BE72-6BBC-B257-DE7B-71EED32A8FBC}"/>
                  </a:ext>
                </a:extLst>
              </p14:cNvPr>
              <p14:cNvContentPartPr/>
              <p14:nvPr/>
            </p14:nvContentPartPr>
            <p14:xfrm>
              <a:off x="3431441" y="3786754"/>
              <a:ext cx="3418560" cy="93960"/>
            </p14:xfrm>
          </p:contentPart>
        </mc:Choice>
        <mc:Fallback>
          <p:pic>
            <p:nvPicPr>
              <p:cNvPr id="5183" name="잉크 5182">
                <a:extLst>
                  <a:ext uri="{FF2B5EF4-FFF2-40B4-BE49-F238E27FC236}">
                    <a16:creationId xmlns:a16="http://schemas.microsoft.com/office/drawing/2014/main" id="{8700BE72-6BBC-B257-DE7B-71EED32A8FB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3422441" y="3777754"/>
                <a:ext cx="343620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90" name="그룹 5189">
            <a:extLst>
              <a:ext uri="{FF2B5EF4-FFF2-40B4-BE49-F238E27FC236}">
                <a16:creationId xmlns:a16="http://schemas.microsoft.com/office/drawing/2014/main" id="{507BEFEC-5239-76A6-E406-3225B1EB5B6F}"/>
              </a:ext>
            </a:extLst>
          </p:cNvPr>
          <p:cNvGrpSpPr/>
          <p:nvPr/>
        </p:nvGrpSpPr>
        <p:grpSpPr>
          <a:xfrm>
            <a:off x="324281" y="4034794"/>
            <a:ext cx="597240" cy="308880"/>
            <a:chOff x="324281" y="4034794"/>
            <a:chExt cx="5972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5184" name="잉크 5183">
                  <a:extLst>
                    <a:ext uri="{FF2B5EF4-FFF2-40B4-BE49-F238E27FC236}">
                      <a16:creationId xmlns:a16="http://schemas.microsoft.com/office/drawing/2014/main" id="{63B75004-B513-8A85-5A4F-D1DD3BF29C48}"/>
                    </a:ext>
                  </a:extLst>
                </p14:cNvPr>
                <p14:cNvContentPartPr/>
                <p14:nvPr/>
              </p14:nvContentPartPr>
              <p14:xfrm>
                <a:off x="324281" y="4210114"/>
                <a:ext cx="146880" cy="19080"/>
              </p14:xfrm>
            </p:contentPart>
          </mc:Choice>
          <mc:Fallback>
            <p:pic>
              <p:nvPicPr>
                <p:cNvPr id="5184" name="잉크 5183">
                  <a:extLst>
                    <a:ext uri="{FF2B5EF4-FFF2-40B4-BE49-F238E27FC236}">
                      <a16:creationId xmlns:a16="http://schemas.microsoft.com/office/drawing/2014/main" id="{63B75004-B513-8A85-5A4F-D1DD3BF29C4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15281" y="4201114"/>
                  <a:ext cx="16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5185" name="잉크 5184">
                  <a:extLst>
                    <a:ext uri="{FF2B5EF4-FFF2-40B4-BE49-F238E27FC236}">
                      <a16:creationId xmlns:a16="http://schemas.microsoft.com/office/drawing/2014/main" id="{08E30C2E-F0F2-6081-39E9-79DDC90CDADA}"/>
                    </a:ext>
                  </a:extLst>
                </p14:cNvPr>
                <p14:cNvContentPartPr/>
                <p14:nvPr/>
              </p14:nvContentPartPr>
              <p14:xfrm>
                <a:off x="377561" y="4148554"/>
                <a:ext cx="34920" cy="171360"/>
              </p14:xfrm>
            </p:contentPart>
          </mc:Choice>
          <mc:Fallback>
            <p:pic>
              <p:nvPicPr>
                <p:cNvPr id="5185" name="잉크 5184">
                  <a:extLst>
                    <a:ext uri="{FF2B5EF4-FFF2-40B4-BE49-F238E27FC236}">
                      <a16:creationId xmlns:a16="http://schemas.microsoft.com/office/drawing/2014/main" id="{08E30C2E-F0F2-6081-39E9-79DDC90CDAD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68921" y="4139914"/>
                  <a:ext cx="52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5186" name="잉크 5185">
                  <a:extLst>
                    <a:ext uri="{FF2B5EF4-FFF2-40B4-BE49-F238E27FC236}">
                      <a16:creationId xmlns:a16="http://schemas.microsoft.com/office/drawing/2014/main" id="{4DB6C117-8E00-C1CC-FB89-E0A6735F0883}"/>
                    </a:ext>
                  </a:extLst>
                </p14:cNvPr>
                <p14:cNvContentPartPr/>
                <p14:nvPr/>
              </p14:nvContentPartPr>
              <p14:xfrm>
                <a:off x="529481" y="4034794"/>
                <a:ext cx="62280" cy="308880"/>
              </p14:xfrm>
            </p:contentPart>
          </mc:Choice>
          <mc:Fallback>
            <p:pic>
              <p:nvPicPr>
                <p:cNvPr id="5186" name="잉크 5185">
                  <a:extLst>
                    <a:ext uri="{FF2B5EF4-FFF2-40B4-BE49-F238E27FC236}">
                      <a16:creationId xmlns:a16="http://schemas.microsoft.com/office/drawing/2014/main" id="{4DB6C117-8E00-C1CC-FB89-E0A6735F088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0841" y="4025794"/>
                  <a:ext cx="799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5187" name="잉크 5186">
                  <a:extLst>
                    <a:ext uri="{FF2B5EF4-FFF2-40B4-BE49-F238E27FC236}">
                      <a16:creationId xmlns:a16="http://schemas.microsoft.com/office/drawing/2014/main" id="{2E1DE572-2833-970C-39D7-E7201FE5D869}"/>
                    </a:ext>
                  </a:extLst>
                </p14:cNvPr>
                <p14:cNvContentPartPr/>
                <p14:nvPr/>
              </p14:nvContentPartPr>
              <p14:xfrm>
                <a:off x="476561" y="4201114"/>
                <a:ext cx="168840" cy="73080"/>
              </p14:xfrm>
            </p:contentPart>
          </mc:Choice>
          <mc:Fallback>
            <p:pic>
              <p:nvPicPr>
                <p:cNvPr id="5187" name="잉크 5186">
                  <a:extLst>
                    <a:ext uri="{FF2B5EF4-FFF2-40B4-BE49-F238E27FC236}">
                      <a16:creationId xmlns:a16="http://schemas.microsoft.com/office/drawing/2014/main" id="{2E1DE572-2833-970C-39D7-E7201FE5D86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67921" y="4192474"/>
                  <a:ext cx="186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5188" name="잉크 5187">
                  <a:extLst>
                    <a:ext uri="{FF2B5EF4-FFF2-40B4-BE49-F238E27FC236}">
                      <a16:creationId xmlns:a16="http://schemas.microsoft.com/office/drawing/2014/main" id="{721679D7-03AD-8DFD-B78B-47EBBC1CB7AC}"/>
                    </a:ext>
                  </a:extLst>
                </p14:cNvPr>
                <p14:cNvContentPartPr/>
                <p14:nvPr/>
              </p14:nvContentPartPr>
              <p14:xfrm>
                <a:off x="639281" y="4094554"/>
                <a:ext cx="111600" cy="217080"/>
              </p14:xfrm>
            </p:contentPart>
          </mc:Choice>
          <mc:Fallback>
            <p:pic>
              <p:nvPicPr>
                <p:cNvPr id="5188" name="잉크 5187">
                  <a:extLst>
                    <a:ext uri="{FF2B5EF4-FFF2-40B4-BE49-F238E27FC236}">
                      <a16:creationId xmlns:a16="http://schemas.microsoft.com/office/drawing/2014/main" id="{721679D7-03AD-8DFD-B78B-47EBBC1CB7A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0281" y="4085554"/>
                  <a:ext cx="129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5189" name="잉크 5188">
                  <a:extLst>
                    <a:ext uri="{FF2B5EF4-FFF2-40B4-BE49-F238E27FC236}">
                      <a16:creationId xmlns:a16="http://schemas.microsoft.com/office/drawing/2014/main" id="{24350EA3-E9AF-0645-F983-277C8D769D4C}"/>
                    </a:ext>
                  </a:extLst>
                </p14:cNvPr>
                <p14:cNvContentPartPr/>
                <p14:nvPr/>
              </p14:nvContentPartPr>
              <p14:xfrm>
                <a:off x="765641" y="4117954"/>
                <a:ext cx="155880" cy="133920"/>
              </p14:xfrm>
            </p:contentPart>
          </mc:Choice>
          <mc:Fallback>
            <p:pic>
              <p:nvPicPr>
                <p:cNvPr id="5189" name="잉크 5188">
                  <a:extLst>
                    <a:ext uri="{FF2B5EF4-FFF2-40B4-BE49-F238E27FC236}">
                      <a16:creationId xmlns:a16="http://schemas.microsoft.com/office/drawing/2014/main" id="{24350EA3-E9AF-0645-F983-277C8D769D4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57001" y="4108954"/>
                  <a:ext cx="1735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3" name="그룹 5192">
            <a:extLst>
              <a:ext uri="{FF2B5EF4-FFF2-40B4-BE49-F238E27FC236}">
                <a16:creationId xmlns:a16="http://schemas.microsoft.com/office/drawing/2014/main" id="{1654F73D-30DC-A771-DCF3-105BBF6BF1DA}"/>
              </a:ext>
            </a:extLst>
          </p:cNvPr>
          <p:cNvGrpSpPr/>
          <p:nvPr/>
        </p:nvGrpSpPr>
        <p:grpSpPr>
          <a:xfrm>
            <a:off x="6772241" y="3617554"/>
            <a:ext cx="311040" cy="280440"/>
            <a:chOff x="6772241" y="3617554"/>
            <a:chExt cx="31104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5191" name="잉크 5190">
                  <a:extLst>
                    <a:ext uri="{FF2B5EF4-FFF2-40B4-BE49-F238E27FC236}">
                      <a16:creationId xmlns:a16="http://schemas.microsoft.com/office/drawing/2014/main" id="{08D4270E-41FD-9856-C37C-B8966AA1B87F}"/>
                    </a:ext>
                  </a:extLst>
                </p14:cNvPr>
                <p14:cNvContentPartPr/>
                <p14:nvPr/>
              </p14:nvContentPartPr>
              <p14:xfrm>
                <a:off x="6884561" y="3715114"/>
                <a:ext cx="124920" cy="102240"/>
              </p14:xfrm>
            </p:contentPart>
          </mc:Choice>
          <mc:Fallback>
            <p:pic>
              <p:nvPicPr>
                <p:cNvPr id="5191" name="잉크 5190">
                  <a:extLst>
                    <a:ext uri="{FF2B5EF4-FFF2-40B4-BE49-F238E27FC236}">
                      <a16:creationId xmlns:a16="http://schemas.microsoft.com/office/drawing/2014/main" id="{08D4270E-41FD-9856-C37C-B8966AA1B87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875561" y="3706114"/>
                  <a:ext cx="142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5192" name="잉크 5191">
                  <a:extLst>
                    <a:ext uri="{FF2B5EF4-FFF2-40B4-BE49-F238E27FC236}">
                      <a16:creationId xmlns:a16="http://schemas.microsoft.com/office/drawing/2014/main" id="{DDF17C50-031C-68E6-DD5C-59117DCFACA8}"/>
                    </a:ext>
                  </a:extLst>
                </p14:cNvPr>
                <p14:cNvContentPartPr/>
                <p14:nvPr/>
              </p14:nvContentPartPr>
              <p14:xfrm>
                <a:off x="6772241" y="3617554"/>
                <a:ext cx="311040" cy="280440"/>
              </p14:xfrm>
            </p:contentPart>
          </mc:Choice>
          <mc:Fallback>
            <p:pic>
              <p:nvPicPr>
                <p:cNvPr id="5192" name="잉크 5191">
                  <a:extLst>
                    <a:ext uri="{FF2B5EF4-FFF2-40B4-BE49-F238E27FC236}">
                      <a16:creationId xmlns:a16="http://schemas.microsoft.com/office/drawing/2014/main" id="{DDF17C50-031C-68E6-DD5C-59117DCFACA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63241" y="3608914"/>
                  <a:ext cx="32868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6" name="그룹 5195">
            <a:extLst>
              <a:ext uri="{FF2B5EF4-FFF2-40B4-BE49-F238E27FC236}">
                <a16:creationId xmlns:a16="http://schemas.microsoft.com/office/drawing/2014/main" id="{C302861F-E08E-EFE0-FB8B-3C1FB93D43EC}"/>
              </a:ext>
            </a:extLst>
          </p:cNvPr>
          <p:cNvGrpSpPr/>
          <p:nvPr/>
        </p:nvGrpSpPr>
        <p:grpSpPr>
          <a:xfrm>
            <a:off x="3159641" y="4570114"/>
            <a:ext cx="378360" cy="293760"/>
            <a:chOff x="3159641" y="4570114"/>
            <a:chExt cx="37836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5194" name="잉크 5193">
                  <a:extLst>
                    <a:ext uri="{FF2B5EF4-FFF2-40B4-BE49-F238E27FC236}">
                      <a16:creationId xmlns:a16="http://schemas.microsoft.com/office/drawing/2014/main" id="{DA6AC2DE-8152-D1FE-AF97-7EC31AA0B1A9}"/>
                    </a:ext>
                  </a:extLst>
                </p14:cNvPr>
                <p14:cNvContentPartPr/>
                <p14:nvPr/>
              </p14:nvContentPartPr>
              <p14:xfrm>
                <a:off x="3369161" y="4570114"/>
                <a:ext cx="168840" cy="293760"/>
              </p14:xfrm>
            </p:contentPart>
          </mc:Choice>
          <mc:Fallback>
            <p:pic>
              <p:nvPicPr>
                <p:cNvPr id="5194" name="잉크 5193">
                  <a:extLst>
                    <a:ext uri="{FF2B5EF4-FFF2-40B4-BE49-F238E27FC236}">
                      <a16:creationId xmlns:a16="http://schemas.microsoft.com/office/drawing/2014/main" id="{DA6AC2DE-8152-D1FE-AF97-7EC31AA0B1A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360521" y="4561474"/>
                  <a:ext cx="186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5195" name="잉크 5194">
                  <a:extLst>
                    <a:ext uri="{FF2B5EF4-FFF2-40B4-BE49-F238E27FC236}">
                      <a16:creationId xmlns:a16="http://schemas.microsoft.com/office/drawing/2014/main" id="{078DFF94-6D5D-2C13-F820-3F61696873BC}"/>
                    </a:ext>
                  </a:extLst>
                </p14:cNvPr>
                <p14:cNvContentPartPr/>
                <p14:nvPr/>
              </p14:nvContentPartPr>
              <p14:xfrm>
                <a:off x="3159641" y="4570474"/>
                <a:ext cx="213120" cy="246240"/>
              </p14:xfrm>
            </p:contentPart>
          </mc:Choice>
          <mc:Fallback>
            <p:pic>
              <p:nvPicPr>
                <p:cNvPr id="5195" name="잉크 5194">
                  <a:extLst>
                    <a:ext uri="{FF2B5EF4-FFF2-40B4-BE49-F238E27FC236}">
                      <a16:creationId xmlns:a16="http://schemas.microsoft.com/office/drawing/2014/main" id="{078DFF94-6D5D-2C13-F820-3F61696873B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150641" y="4561474"/>
                  <a:ext cx="230760" cy="26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3856018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실행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060848"/>
            <a:ext cx="8945070" cy="288550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5F6C185-A6FF-04C0-720D-F691334D2222}"/>
              </a:ext>
            </a:extLst>
          </p:cNvPr>
          <p:cNvGrpSpPr/>
          <p:nvPr/>
        </p:nvGrpSpPr>
        <p:grpSpPr>
          <a:xfrm>
            <a:off x="3994121" y="1317874"/>
            <a:ext cx="843120" cy="459000"/>
            <a:chOff x="3994121" y="1317874"/>
            <a:chExt cx="84312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DC5019C9-B826-BD9C-A47D-FBC4839ECA4A}"/>
                    </a:ext>
                  </a:extLst>
                </p14:cNvPr>
                <p14:cNvContentPartPr/>
                <p14:nvPr/>
              </p14:nvContentPartPr>
              <p14:xfrm>
                <a:off x="3994121" y="1317874"/>
                <a:ext cx="228240" cy="2642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DC5019C9-B826-BD9C-A47D-FBC4839ECA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85121" y="1309234"/>
                  <a:ext cx="245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72AEF690-F81C-BB16-C434-D28E703F78B9}"/>
                    </a:ext>
                  </a:extLst>
                </p14:cNvPr>
                <p14:cNvContentPartPr/>
                <p14:nvPr/>
              </p14:nvContentPartPr>
              <p14:xfrm>
                <a:off x="4114721" y="1653394"/>
                <a:ext cx="146520" cy="1234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72AEF690-F81C-BB16-C434-D28E703F78B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06081" y="1644754"/>
                  <a:ext cx="164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325316E-301F-F276-B86F-24361F573F41}"/>
                    </a:ext>
                  </a:extLst>
                </p14:cNvPr>
                <p14:cNvContentPartPr/>
                <p14:nvPr/>
              </p14:nvContentPartPr>
              <p14:xfrm>
                <a:off x="4298681" y="1410034"/>
                <a:ext cx="23760" cy="2102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325316E-301F-F276-B86F-24361F573F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90041" y="1401034"/>
                  <a:ext cx="41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45EA54F-1C59-7DCE-27EE-7E1BECE8FD3A}"/>
                    </a:ext>
                  </a:extLst>
                </p14:cNvPr>
                <p14:cNvContentPartPr/>
                <p14:nvPr/>
              </p14:nvContentPartPr>
              <p14:xfrm>
                <a:off x="4316681" y="1386994"/>
                <a:ext cx="165600" cy="333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45EA54F-1C59-7DCE-27EE-7E1BECE8FD3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08041" y="1377994"/>
                  <a:ext cx="1832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6E8265C-EC24-5DA7-6532-1253B121960A}"/>
                    </a:ext>
                  </a:extLst>
                </p14:cNvPr>
                <p14:cNvContentPartPr/>
                <p14:nvPr/>
              </p14:nvContentPartPr>
              <p14:xfrm>
                <a:off x="4534481" y="1429834"/>
                <a:ext cx="224640" cy="2419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6E8265C-EC24-5DA7-6532-1253B12196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25481" y="1420834"/>
                  <a:ext cx="242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5A72454-CA9A-0A49-948D-DED7B3A45086}"/>
                    </a:ext>
                  </a:extLst>
                </p14:cNvPr>
                <p14:cNvContentPartPr/>
                <p14:nvPr/>
              </p14:nvContentPartPr>
              <p14:xfrm>
                <a:off x="4784681" y="1379794"/>
                <a:ext cx="52560" cy="2955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5A72454-CA9A-0A49-948D-DED7B3A450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75681" y="1371154"/>
                  <a:ext cx="70200" cy="31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3468723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실습 과제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77081" y="836777"/>
            <a:ext cx="8712968" cy="114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800" dirty="0">
                <a:ea typeface="굴림" charset="-127"/>
              </a:rPr>
              <a:t>앞의 예제 코드는 한 개의 </a:t>
            </a:r>
            <a:r>
              <a:rPr lang="en-US" altLang="ko-KR" sz="1800" dirty="0">
                <a:ea typeface="굴림" charset="-127"/>
              </a:rPr>
              <a:t>pipe</a:t>
            </a:r>
            <a:r>
              <a:rPr lang="ko-KR" altLang="en-US" sz="1800" dirty="0">
                <a:ea typeface="굴림" charset="-127"/>
              </a:rPr>
              <a:t>만을 사용하여 </a:t>
            </a:r>
            <a:r>
              <a:rPr lang="ko-KR" altLang="en-US" sz="1800" dirty="0" err="1">
                <a:ea typeface="굴림" charset="-127"/>
              </a:rPr>
              <a:t>단방향</a:t>
            </a:r>
            <a:r>
              <a:rPr lang="ko-KR" altLang="en-US" sz="1800" dirty="0">
                <a:ea typeface="굴림" charset="-127"/>
              </a:rPr>
              <a:t> </a:t>
            </a:r>
            <a:r>
              <a:rPr lang="ko-KR" altLang="en-US" sz="1800" dirty="0" err="1">
                <a:ea typeface="굴림" charset="-127"/>
              </a:rPr>
              <a:t>통신만을</a:t>
            </a:r>
            <a:r>
              <a:rPr lang="ko-KR" altLang="en-US" sz="1800" dirty="0">
                <a:ea typeface="굴림" charset="-127"/>
              </a:rPr>
              <a:t> 수행한다</a:t>
            </a:r>
            <a:r>
              <a:rPr lang="en-US" altLang="ko-KR" sz="1800" dirty="0">
                <a:ea typeface="굴림" charset="-127"/>
              </a:rPr>
              <a:t>. </a:t>
            </a:r>
            <a:r>
              <a:rPr lang="ko-KR" altLang="en-US" sz="1800" dirty="0">
                <a:ea typeface="굴림" charset="-127"/>
              </a:rPr>
              <a:t>두 개의 </a:t>
            </a:r>
            <a:r>
              <a:rPr lang="en-US" altLang="ko-KR" sz="1800" dirty="0">
                <a:ea typeface="굴림" charset="-127"/>
              </a:rPr>
              <a:t>pipe</a:t>
            </a:r>
            <a:r>
              <a:rPr lang="ko-KR" altLang="en-US" sz="1800" dirty="0">
                <a:ea typeface="굴림" charset="-127"/>
              </a:rPr>
              <a:t>를 사용하여 양방향 통신을 아래와 같이 수행하도록 코드를 </a:t>
            </a:r>
            <a:r>
              <a:rPr lang="ko-KR" altLang="en-US" sz="1800" dirty="0" err="1">
                <a:ea typeface="굴림" charset="-127"/>
              </a:rPr>
              <a:t>수정하시오</a:t>
            </a:r>
            <a:r>
              <a:rPr lang="en-US" altLang="ko-KR" sz="1800" dirty="0">
                <a:ea typeface="굴림" charset="-127"/>
              </a:rPr>
              <a:t>. (Consumer</a:t>
            </a:r>
            <a:r>
              <a:rPr lang="ko-KR" altLang="en-US" sz="1800" dirty="0">
                <a:ea typeface="굴림" charset="-127"/>
              </a:rPr>
              <a:t>는 받은 값에 </a:t>
            </a:r>
            <a:r>
              <a:rPr lang="en-US" altLang="ko-KR" sz="1800" dirty="0">
                <a:ea typeface="굴림" charset="-127"/>
              </a:rPr>
              <a:t>10</a:t>
            </a:r>
            <a:r>
              <a:rPr lang="ko-KR" altLang="en-US" sz="1800" dirty="0">
                <a:ea typeface="굴림" charset="-127"/>
              </a:rPr>
              <a:t>을 더해서 다시 </a:t>
            </a:r>
            <a:r>
              <a:rPr lang="en-US" altLang="ko-KR" sz="1800" dirty="0">
                <a:ea typeface="굴림" charset="-127"/>
              </a:rPr>
              <a:t>Producer</a:t>
            </a:r>
            <a:r>
              <a:rPr lang="ko-KR" altLang="en-US" sz="1800" dirty="0">
                <a:ea typeface="굴림" charset="-127"/>
              </a:rPr>
              <a:t>에서 송신</a:t>
            </a:r>
            <a:r>
              <a:rPr lang="en-US" altLang="ko-KR" sz="1800" dirty="0">
                <a:ea typeface="굴림" charset="-127"/>
              </a:rPr>
              <a:t>, sleep() </a:t>
            </a:r>
            <a:r>
              <a:rPr lang="ko-KR" altLang="en-US" sz="1800" dirty="0">
                <a:ea typeface="굴림" charset="-127"/>
              </a:rPr>
              <a:t>함수 변경 없음</a:t>
            </a:r>
            <a:r>
              <a:rPr lang="en-US" altLang="ko-KR" sz="1800" dirty="0">
                <a:ea typeface="굴림" charset="-127"/>
              </a:rPr>
              <a:t>). </a:t>
            </a:r>
            <a:r>
              <a:rPr lang="ko-KR" altLang="en-US" sz="1800" dirty="0">
                <a:ea typeface="굴림" charset="-127"/>
              </a:rPr>
              <a:t>수정된 소스 코드들과 실행 결과 이미지를 제출하시오</a:t>
            </a:r>
            <a:r>
              <a:rPr lang="en-US" altLang="ko-KR" sz="1800" dirty="0">
                <a:ea typeface="굴림" charset="-127"/>
              </a:rPr>
              <a:t>.</a:t>
            </a:r>
          </a:p>
          <a:p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유의사항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: 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두개의 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pipe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를 사용하여 통신하지 않고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, printf() </a:t>
            </a:r>
            <a:r>
              <a:rPr lang="ko-KR" altLang="en-US" sz="1600" dirty="0" err="1">
                <a:solidFill>
                  <a:srgbClr val="FF0000"/>
                </a:solidFill>
                <a:ea typeface="굴림" charset="-127"/>
              </a:rPr>
              <a:t>함수만을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 수정하여 출력 결과를 조작하면 </a:t>
            </a:r>
            <a:r>
              <a:rPr lang="ko-KR" altLang="en-US" sz="1600" u="sng" dirty="0">
                <a:solidFill>
                  <a:srgbClr val="FF0000"/>
                </a:solidFill>
                <a:ea typeface="굴림" charset="-127"/>
              </a:rPr>
              <a:t>부정행위 처리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됩니다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.</a:t>
            </a:r>
          </a:p>
          <a:p>
            <a:endParaRPr lang="en-US" altLang="ko-KR" sz="1800" dirty="0">
              <a:ea typeface="굴림" charset="-127"/>
            </a:endParaRPr>
          </a:p>
          <a:p>
            <a:endParaRPr lang="en-US" altLang="ko-KR" sz="1800" dirty="0">
              <a:ea typeface="굴림" charset="-127"/>
            </a:endParaRPr>
          </a:p>
          <a:p>
            <a:endParaRPr lang="en-US" altLang="ko-KR" sz="1800" dirty="0">
              <a:ea typeface="굴림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97" y="2564904"/>
            <a:ext cx="7930116" cy="39170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01899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2274</TotalTime>
  <Words>163</Words>
  <Application>Microsoft Office PowerPoint</Application>
  <PresentationFormat>화면 슬라이드 쇼(4:3)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Times New Roman</vt:lpstr>
      <vt:lpstr>Wingdings</vt:lpstr>
      <vt:lpstr>techtropolis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213</cp:revision>
  <dcterms:created xsi:type="dcterms:W3CDTF">2011-06-15T00:21:10Z</dcterms:created>
  <dcterms:modified xsi:type="dcterms:W3CDTF">2023-11-17T02:32:10Z</dcterms:modified>
</cp:coreProperties>
</file>