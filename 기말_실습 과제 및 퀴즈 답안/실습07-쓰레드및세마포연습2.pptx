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24486C"/>
    <a:srgbClr val="336699"/>
    <a:srgbClr val="9078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51" autoAdjust="0"/>
    <p:restoredTop sz="94630" autoAdjust="0"/>
  </p:normalViewPr>
  <p:slideViewPr>
    <p:cSldViewPr>
      <p:cViewPr varScale="1">
        <p:scale>
          <a:sx n="87" d="100"/>
          <a:sy n="87" d="100"/>
        </p:scale>
        <p:origin x="102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96" y="366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3:20:42.3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 1904 0 0,'1'-3'742'0'0,"1"0"-1"0"0,-1 0 0 0 0,1 0 1 0 0,0 0-1 0 0,0 1 0 0 0,0-1 1 0 0,0 0-1 0 0,4-4 0 0 0,-5 7-684 0 0,-1 0-1 0 0,0 0 1 0 0,0 0-1 0 0,1 0 1 0 0,-1 0-1 0 0,0 0 0 0 0,0 0 1 0 0,1 0-1 0 0,-1 0 1 0 0,0 0-1 0 0,1 0 1 0 0,-1 0-1 0 0,0 0 1 0 0,0 0-1 0 0,1 0 1 0 0,-1 0-1 0 0,0 0 1 0 0,0 0-1 0 0,1 0 0 0 0,-1 0 1 0 0,0 1-1 0 0,0-1 1 0 0,1 0-1 0 0,-1 0 1 0 0,0 0-1 0 0,0 0 1 0 0,0 1-1 0 0,1-1 1 0 0,-1 0-1 0 0,0 0 1 0 0,0 0-1 0 0,0 1 0 0 0,0-1 1 0 0,0 0-1 0 0,1 0 1 0 0,-1 1-1 0 0,0-1 1 0 0,7 24 723 0 0,-1 34-394 0 0,-2 0-1 0 0,-4 64 0 0 0,0 2 196 0 0,0-90-458 0 0,-1-22-88 0 0,1 0 0 0 0,0 0 0 0 0,1 0 0 0 0,0 0 0 0 0,1 0-1 0 0,1 0 1 0 0,-1 0 0 0 0,6 12 0 0 0,-7-24-20 0 0,-1 0 0 0 0,1 1 0 0 0,0-1-1 0 0,0 0 1 0 0,-1 1 0 0 0,1-1 0 0 0,0 0-1 0 0,-1 0 1 0 0,1 0 0 0 0,0 0 0 0 0,0 0-1 0 0,-1 0 1 0 0,1 0 0 0 0,0 0 0 0 0,0 0-1 0 0,-1 0 1 0 0,1 0 0 0 0,0-1 0 0 0,-1 1-1 0 0,1 0 1 0 0,0 0 0 0 0,-1-1 0 0 0,1 1-1 0 0,0 0 1 0 0,-1-1 0 0 0,1 1 0 0 0,0-1-1 0 0,-1 1 1 0 0,1-1 0 0 0,-1 1 0 0 0,1-1-1 0 0,-1 1 1 0 0,1-2 0 0 0,27-22 524 0 0,-25 20-454 0 0,9-7 137 0 0,0 0 1 0 0,1 1-1 0 0,0 1 0 0 0,0-1 1 0 0,1 2-1 0 0,26-12 1 0 0,-35 18-145 0 0,0 0 1 0 0,0 1 0 0 0,0 0-1 0 0,0 0 1 0 0,0 1 0 0 0,0-1 0 0 0,0 1-1 0 0,1 0 1 0 0,-1 0 0 0 0,0 1-1 0 0,0 0 1 0 0,0-1 0 0 0,0 2 0 0 0,0-1-1 0 0,0 1 1 0 0,0-1 0 0 0,-1 1 0 0 0,1 1-1 0 0,0-1 1 0 0,-1 1 0 0 0,0 0-1 0 0,1 0 1 0 0,-1 0 0 0 0,0 0 0 0 0,4 5-1 0 0,-2-1-29 0 0,0-1 0 0 0,-1 1 1 0 0,0 1-1 0 0,0-1 0 0 0,-1 1 0 0 0,1 0 0 0 0,-2 0 0 0 0,1 0 0 0 0,-1 0 0 0 0,-1 1 0 0 0,1-1 0 0 0,-1 1 0 0 0,-1 0 0 0 0,0 0 1 0 0,0-1-1 0 0,0 1 0 0 0,-1 0 0 0 0,-1 0 0 0 0,1 0 0 0 0,-2 0 0 0 0,-3 15 0 0 0,1-5-398 0 0,-1-1 0 0 0,-1 0 1 0 0,-1 0-1 0 0,-1 0 0 0 0,0-1 0 0 0,-1 0 0 0 0,-1-1 0 0 0,0 0 1 0 0,-16 18-1 0 0,22-30-66 0 0,0 1-1 0 0,0-1 1 0 0,-1 0 0 0 0,1 0 0 0 0,-1 0-1 0 0,0-1 1 0 0,0 1 0 0 0,0-1 0 0 0,-1-1-1 0 0,1 1 1 0 0,-1-1 0 0 0,1 0 0 0 0,-1 0 0 0 0,0 0-1 0 0,0-1 1 0 0,0 0 0 0 0,1 0 0 0 0,-11 0-1 0 0,9-2 16 0 0,0 1-1 0 0,-1-2 0 0 0,1 1 0 0 0,0-1 0 0 0,0 0 0 0 0,0 0 1 0 0,0-1-1 0 0,0 0 0 0 0,1 0 0 0 0,-1-1 0 0 0,1 1 1 0 0,0-1-1 0 0,0-1 0 0 0,-7-6 0 0 0,-11-11-1310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3:20:42.7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94 3561 0 0,'9'9'7325'0'0,"12"-5"-4753"0"0,18-3-756 0 0,6-5-448 0 0,221-33 885 0 0,-127 10-16014 0 0,-137 27 13642 0 0,0-1 0 0 0,0 1 0 0 0,-1-1-1 0 0,1 0 1 0 0,0 0 0 0 0,0 0-1 0 0,-1 0 1 0 0,1 0 0 0 0,0 0-1 0 0,-1-1 1 0 0,1 1 0 0 0,-1-1 0 0 0,2-1-1 0 0,9-8-817 0 0,16-2-990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3:20:43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24 194 2032 0 0,'-3'-3'469'0'0,"1"-1"0"0"0,-1-1-1 0 0,1 1 1 0 0,-1 0 0 0 0,1-1-1 0 0,1 1 1 0 0,-1-1 0 0 0,1 1-1 0 0,-1-1 1 0 0,1 0 0 0 0,1 0-1 0 0,-1 0 1 0 0,1 1 0 0 0,-1-1-1 0 0,2-7 1 0 0,0 8-222 0 0,0-1 1 0 0,1 1-1 0 0,0 0 0 0 0,0 0 0 0 0,0-1 1 0 0,0 1-1 0 0,0 1 0 0 0,1-1 1 0 0,0 0-1 0 0,0 1 0 0 0,0-1 0 0 0,0 1 1 0 0,0 0-1 0 0,1 0 0 0 0,-1 0 1 0 0,8-4-1 0 0,-1 1 176 0 0,0 0-1 0 0,1 0 1 0 0,0 1 0 0 0,0 0 0 0 0,0 1 0 0 0,1 0-1 0 0,-1 1 1 0 0,1 0 0 0 0,0 1 0 0 0,0 1-1 0 0,0 0 1 0 0,13 0 0 0 0,-19 1-373 0 0,-1 0-1 0 0,1 1 1 0 0,0-1 0 0 0,-1 1 0 0 0,1 1-1 0 0,-1-1 1 0 0,1 1 0 0 0,-1 0-1 0 0,0 0 1 0 0,0 0 0 0 0,0 1 0 0 0,0 0-1 0 0,0 0 1 0 0,0 0 0 0 0,-1 1-1 0 0,1-1 1 0 0,-1 1 0 0 0,0 0 0 0 0,0 0-1 0 0,-1 1 1 0 0,1-1 0 0 0,-1 1-1 0 0,0 0 1 0 0,0-1 0 0 0,0 2 0 0 0,-1-1-1 0 0,3 7 1 0 0,-1 2-16 0 0,-1 0-1 0 0,-1 0 1 0 0,0 0 0 0 0,0 0-1 0 0,-1 0 1 0 0,-1 0-1 0 0,-1 0 1 0 0,0 0 0 0 0,-4 20-1 0 0,-6 16 28 0 0,-24 64 0 0 0,19-67-33 0 0,-11 55 0 0 0,20-71-115 0 0,-5 34 320 0 0,11-60-378 0 0,1-1 0 0 0,-1 0 1 0 0,1 0-1 0 0,0 0 0 0 0,1 0 0 0 0,-1 1 1 0 0,1-1-1 0 0,-1 0 0 0 0,2 0 1 0 0,-1 0-1 0 0,0 0 0 0 0,3 4 0 0 0,-4-7-221 0 0,1 0 1 0 0,0 0-1 0 0,0 0 0 0 0,0 0 0 0 0,1 0 0 0 0,-1 0 0 0 0,0 0 0 0 0,0 0 0 0 0,0-1 0 0 0,1 1 0 0 0,-1 0 0 0 0,0-1 0 0 0,1 1 0 0 0,-1-1 0 0 0,0 0 0 0 0,1 1 0 0 0,-1-1 0 0 0,1 0 0 0 0,-1 0 0 0 0,3 0 0 0 0,-2 0-221 0 0,0 0 0 0 0,-1 1 0 0 0,1-1 0 0 0,0 0 0 0 0,0 1 0 0 0,0-1 1 0 0,0 1-1 0 0,-1 0 0 0 0,1-1 0 0 0,0 1 0 0 0,-1 0 0 0 0,1 0 0 0 0,3 2 0 0 0,0 4-1904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27T03:20:43.4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3593 0 0,'0'1'185'0'0,"0"0"0"0"0,0-1 0 0 0,0 1 0 0 0,-1-1 0 0 0,1 1 0 0 0,0 0 1 0 0,0-1-1 0 0,0 1 0 0 0,0-1 0 0 0,0 1 0 0 0,1 0 0 0 0,-1-1 0 0 0,0 1 0 0 0,0-1 0 0 0,0 1 0 0 0,0-1 1 0 0,1 1-1 0 0,-1-1 0 0 0,0 1 0 0 0,0-1 0 0 0,1 1 0 0 0,-1-1 0 0 0,0 1 0 0 0,1-1 0 0 0,-1 1 1 0 0,1-1-1 0 0,-1 1 0 0 0,1-1 0 0 0,-1 0 0 0 0,1 1 0 0 0,-1-1 0 0 0,1 0 0 0 0,-1 1 0 0 0,1-1 1 0 0,0 0-1 0 0,19-7 5940 0 0,1-2-2940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0T06:59:43.27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0 103 2729 0 0,'20'-18'616'0'0,"4"-6"-464"0"0,2-2-208 0 0,-8 8-424 0 0,-12 6-401 0 0,14 8-759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0T06:59:43.66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91 4745 0 0,'12'-20'408'0'0,"6"-4"-512"0"0,0 0-496 0 0,-14 6-824 0 0,2 14-945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0T07:10:18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1023 244 2497 0 0,'-8'-30'1341'0'0,"8"25"-1351"0"0,-1 1 1 0 0,0 0-1 0 0,0 0 1 0 0,0 0-1 0 0,0 0 1 0 0,-1 0-1 0 0,-3-6 1 0 0,4 8 8 0 0,-1 1-1 0 0,1-1 1 0 0,-1 1 0 0 0,0-1 0 0 0,1 1-1 0 0,-1 0 1 0 0,0-1 0 0 0,0 1 0 0 0,0 0-1 0 0,1 0 1 0 0,-1 1 0 0 0,0-1 0 0 0,-1 0-1 0 0,1 1 1 0 0,0-1 0 0 0,0 1 0 0 0,0-1-1 0 0,0 1 1 0 0,-4 0 0 0 0,-82 1 1431 0 0,73 0-1293 0 0,0 0 1 0 0,0 0-1 0 0,0-2 1 0 0,0 0-1 0 0,0 0 0 0 0,0-2 1 0 0,0 0-1 0 0,0 0 1 0 0,1-1-1 0 0,-26-12 1 0 0,31 11 18 0 0,0 0-1 0 0,0 1 1 0 0,-1 0 0 0 0,1 0 0 0 0,-1 1-1 0 0,0 0 1 0 0,-14-1 0 0 0,19 4-148 0 0,0 0 0 0 0,0 0 1 0 0,-1 1-1 0 0,1 0 1 0 0,0 0-1 0 0,0 0 0 0 0,0 0 1 0 0,0 1-1 0 0,0 0 0 0 0,0 0 1 0 0,1 1-1 0 0,-1-1 1 0 0,1 1-1 0 0,-1 0 0 0 0,1 0 1 0 0,-4 5-1 0 0,6-7-10 0 0,-31 26-32 0 0,-41 43 1 0 0,66-62 23 0 0,2 0 0 0 0,-1 0 1 0 0,1 0-1 0 0,0 1 1 0 0,1-1-1 0 0,0 1 1 0 0,0 1-1 0 0,1-1 1 0 0,0 1-1 0 0,0 0 1 0 0,-3 18-1 0 0,7-25 5 0 0,0 1 0 0 0,0 0-1 0 0,0 0 1 0 0,1 0 0 0 0,-1-1 0 0 0,1 1 0 0 0,0 0-1 0 0,0-1 1 0 0,0 1 0 0 0,1-1 0 0 0,-1 1 0 0 0,1-1-1 0 0,0 1 1 0 0,0-1 0 0 0,0 0 0 0 0,0 0 0 0 0,1 0-1 0 0,-1 0 1 0 0,1 0 0 0 0,0-1 0 0 0,0 1 0 0 0,5 3-1 0 0,7 4-5 0 0,1 0 0 0 0,1-1 0 0 0,25 11-1 0 0,-6-3 1 0 0,-3 1-17 0 0,236 111 59 0 0,-240-118 13 0 0,0-1 0 0 0,1-1 0 0 0,0-2 0 0 0,0-1 1 0 0,0-1-1 0 0,1-1 0 0 0,48-2 0 0 0,-59-4 57 0 0,0-1 1 0 0,0-1-1 0 0,0-1 1 0 0,0 0-1 0 0,-1-2 1 0 0,0 0-1 0 0,0-1 0 0 0,33-20 1 0 0,-38 20 80 0 0,-1-1-1 0 0,0 0 1 0 0,0-1 0 0 0,-1-1 0 0 0,0 0-1 0 0,-1 0 1 0 0,0-1 0 0 0,-1-1 0 0 0,0 0 0 0 0,-1 0-1 0 0,13-25 1 0 0,-20 33-79 0 0,-1 1 0 0 0,1-1-1 0 0,-1 0 1 0 0,0 0 0 0 0,0 0 0 0 0,0 0-1 0 0,-1 0 1 0 0,0 0 0 0 0,0 0 0 0 0,0 0-1 0 0,0 0 1 0 0,-1 0 0 0 0,0 0 0 0 0,0 0-1 0 0,-1 0 1 0 0,1 0 0 0 0,-1 0 0 0 0,0 1 0 0 0,0-1-1 0 0,0 1 1 0 0,-1-1 0 0 0,0 1 0 0 0,0 0-1 0 0,0 0 1 0 0,0 0 0 0 0,-1 0 0 0 0,1 1-1 0 0,-1-1 1 0 0,-7-4 0 0 0,-11-9 202 0 0,-1 2 0 0 0,-1 1 0 0 0,0 0 0 0 0,-32-12 0 0 0,34 16-244 0 0,-29-14 125 0 0,-3-3-33 0 0,-1 2 0 0 0,-101-29 1 0 0,139 50-164 0 0,-1 0 1 0 0,-1 1 0 0 0,1 1 0 0 0,0 0 0 0 0,0 2 0 0 0,-1 0 0 0 0,1 1-1 0 0,0 1 1 0 0,-1 0 0 0 0,1 2 0 0 0,0 0 0 0 0,1 1 0 0 0,-24 10-1 0 0,16-5-22 0 0,2 2 0 0 0,0 1 0 0 0,0 0 0 0 0,1 2-1 0 0,1 1 1 0 0,1 0 0 0 0,0 1 0 0 0,1 2 0 0 0,-18 22-1 0 0,30-33 17 0 0,0 1-1 0 0,1 0 1 0 0,0 0 0 0 0,1 1-1 0 0,0-1 1 0 0,1 1-1 0 0,0 0 1 0 0,0 1-1 0 0,1-1 1 0 0,0 0-1 0 0,1 1 1 0 0,0 0-1 0 0,1 0 1 0 0,0 0 0 0 0,1-1-1 0 0,0 1 1 0 0,1 0-1 0 0,0 0 1 0 0,0 0-1 0 0,2-1 1 0 0,-1 1-1 0 0,1-1 1 0 0,0 1-1 0 0,8 14 1 0 0,-4-12 2 0 0,1 0 0 0 0,1 0 1 0 0,0-1-1 0 0,1 0 0 0 0,0-1 0 0 0,1 0 1 0 0,0 0-1 0 0,0-2 0 0 0,1 1 0 0 0,1-1 0 0 0,-1-1 1 0 0,2 0-1 0 0,-1-1 0 0 0,1 0 0 0 0,0-1 1 0 0,0-1-1 0 0,1 0 0 0 0,27 5 0 0 0,-16-5 9 0 0,0 0 0 0 0,0-2 0 0 0,0-1 0 0 0,1-1 1 0 0,-1-2-1 0 0,0 0 0 0 0,0-2 0 0 0,0 0 0 0 0,0-2 0 0 0,32-10 0 0 0,-29 4 33 0 0,0-2 0 0 0,0 0 0 0 0,-1-2 0 0 0,-1-1 0 0 0,0-1 0 0 0,-1-1 0 0 0,34-32 0 0 0,-45 36 48 0 0,-1 0 0 0 0,0-1 0 0 0,-1-1 0 0 0,-1 0-1 0 0,0 0 1 0 0,-2-1 0 0 0,1-1 0 0 0,-2 0 0 0 0,-1 0 0 0 0,0-1 0 0 0,-1 0 0 0 0,8-33 0 0 0,-14 45-30 0 0,0 0 1 0 0,-1 0-1 0 0,0 1 1 0 0,0-1-1 0 0,0 0 1 0 0,0 0-1 0 0,-1 1 1 0 0,0-1-1 0 0,-1 1 1 0 0,0-1-1 0 0,0 1 1 0 0,0-1-1 0 0,-1 1 1 0 0,1 0-1 0 0,-6-8 1 0 0,2 5 16 0 0,-1 0 0 0 0,0 1 1 0 0,-1-1-1 0 0,0 1 1 0 0,0 1-1 0 0,-1 0 1 0 0,0 0-1 0 0,-14-8 0 0 0,-13-5 131 0 0,-1 3 0 0 0,-1 1 0 0 0,-75-21-1 0 0,111 36-184 0 0,-45-12 52 0 0,0 3 0 0 0,0 2 1 0 0,-1 2-1 0 0,0 1 1 0 0,0 3-1 0 0,-92 9 1 0 0,100-3-86 0 0,1 2 1 0 0,0 2 0 0 0,0 1-1 0 0,1 3 1 0 0,0 0 0 0 0,1 3-1 0 0,1 1 1 0 0,-62 37 0 0 0,81-42 2 0 0,1 1 0 0 0,1 0 0 0 0,0 1 0 0 0,0 1 0 0 0,1 0 0 0 0,1 1 1 0 0,0 0-1 0 0,2 1 0 0 0,-1 1 0 0 0,-9 19 0 0 0,17-28 9 0 0,1 0-1 0 0,-1 0 1 0 0,2 1-1 0 0,-1-1 1 0 0,1 1 0 0 0,0-1-1 0 0,1 1 1 0 0,0 0-1 0 0,0 0 1 0 0,1-1-1 0 0,0 1 1 0 0,1 0 0 0 0,0 0-1 0 0,0-1 1 0 0,1 1-1 0 0,0-1 1 0 0,0 1 0 0 0,1-1-1 0 0,0 0 1 0 0,1 1-1 0 0,0-2 1 0 0,0 1-1 0 0,1 0 1 0 0,10 13 0 0 0,-1-5 1 0 0,1 0 0 0 0,1-2 1 0 0,0 1-1 0 0,1-2 0 0 0,1 0 0 0 0,0-1 1 0 0,0-1-1 0 0,1-1 0 0 0,34 13 1 0 0,-7-5-6 0 0,1-3 0 0 0,1-2 1 0 0,55 8-1 0 0,-66-16 12 0 0,1-2-1 0 0,0-1 1 0 0,0-1-1 0 0,0-3 1 0 0,0-1 0 0 0,0-1-1 0 0,-1-3 1 0 0,51-14-1 0 0,-37 4 58 0 0,0-2 0 0 0,-2-2 0 0 0,0-3 0 0 0,-1-1 0 0 0,57-41 0 0 0,-90 55 37 0 0,1 0 0 0 0,-2-1 1 0 0,1-1-1 0 0,-2-1 1 0 0,0 0-1 0 0,23-31 1 0 0,-33 42-37 0 0,-1-1 0 0 0,1-1 1 0 0,-1 1-1 0 0,0 0 1 0 0,0 0-1 0 0,0-1 0 0 0,0 0 1 0 0,-1 1-1 0 0,0-1 1 0 0,0 0-1 0 0,0 1 0 0 0,0-1 1 0 0,-1 0-1 0 0,0 0 1 0 0,0 0-1 0 0,0 0 0 0 0,-1 1 1 0 0,1-1-1 0 0,-1 0 1 0 0,0 0-1 0 0,-1 1 0 0 0,1-1 1 0 0,-1 1-1 0 0,0-1 1 0 0,0 1-1 0 0,0 0 0 0 0,-1-1 1 0 0,1 1-1 0 0,-1 0 1 0 0,0 1-1 0 0,-7-7 0 0 0,-4-3 34 0 0,-1 1-1 0 0,0 0 0 0 0,0 2 0 0 0,-2 0 1 0 0,-27-13-1 0 0,-93-32 128 0 0,134 54-209 0 0,-39-14 3 0 0,0 2 0 0 0,-1 3 1 0 0,0 0-1 0 0,-1 3 1 0 0,0 2-1 0 0,-47 0 0 0 0,66 5-25 0 0,0 2-1 0 0,1 0 0 0 0,0 1 0 0 0,-1 1 0 0 0,1 2 0 0 0,1 0 0 0 0,-1 2 1 0 0,1 0-1 0 0,1 1 0 0 0,-1 2 0 0 0,2 0 0 0 0,-32 22 0 0 0,41-24-19 0 0,1 1 0 0 0,0 1-1 0 0,0 0 1 0 0,1 0 0 0 0,0 1-1 0 0,1 0 1 0 0,0 1-1 0 0,1 0 1 0 0,0 0 0 0 0,2 1-1 0 0,-1 0 1 0 0,1 0 0 0 0,1 0-1 0 0,-5 23 1 0 0,9-28 5 0 0,-1-1 1 0 0,1 1-1 0 0,0 0 0 0 0,1 0 1 0 0,0 0-1 0 0,1 0 0 0 0,-1-1 1 0 0,2 1-1 0 0,-1 0 0 0 0,1 0 1 0 0,1-1-1 0 0,-1 1 0 0 0,1-1 0 0 0,1 0 1 0 0,0 0-1 0 0,0 0 0 0 0,0-1 1 0 0,1 1-1 0 0,0-1 0 0 0,1 0 1 0 0,-1 0-1 0 0,1-1 0 0 0,1 1 1 0 0,-1-1-1 0 0,14 9 0 0 0,4-1 17 0 0,0-1 0 0 0,0-1 0 0 0,1-1 0 0 0,1-2 0 0 0,0 0 0 0 0,0-2 0 0 0,1 0 0 0 0,-1-2 0 0 0,47 3 0 0 0,22-4-10 0 0,130-9 0 0 0,-167 1 61 0 0,111-23 0 0 0,-142 21 43 0 0,0-2 0 0 0,-1 0 0 0 0,0-2 0 0 0,0-1 0 0 0,-1-1 0 0 0,27-18 0 0 0,-47 27-24 0 0,-1-1 0 0 0,1 1 0 0 0,-1-1 1 0 0,0 0-1 0 0,0 0 0 0 0,-1 0 0 0 0,1-1 0 0 0,-1 1 1 0 0,0-1-1 0 0,0 0 0 0 0,0 0 0 0 0,-1 0 0 0 0,0 0 1 0 0,0 0-1 0 0,0-1 0 0 0,-1 1 0 0 0,2-10 1 0 0,-2 12-110 0 0,-1-1 0 0 0,0 0 0 0 0,0 0 1 0 0,0 0-1 0 0,-1 1 0 0 0,1-1 1 0 0,-1 0-1 0 0,0 0 0 0 0,0 1 1 0 0,-1-1-1 0 0,1 1 0 0 0,0-1 1 0 0,-1 1-1 0 0,0-1 0 0 0,0 1 1 0 0,0 0-1 0 0,0 0 0 0 0,-1 0 0 0 0,1 0 1 0 0,-1 0-1 0 0,0 1 0 0 0,0-1 1 0 0,0 1-1 0 0,0-1 0 0 0,0 1 1 0 0,-5-2-1 0 0,-52-38-12350 0 0,44 26 7007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0T07:10:21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973 292 4009 0 0,'-5'-15'1189'0'0,"5"12"-1092"0"0,0 0 0 0 0,0 0 0 0 0,-1 0 0 0 0,0 1-1 0 0,1-1 1 0 0,-1 0 0 0 0,0 1 0 0 0,0-1 0 0 0,-1 0 0 0 0,1 1 0 0 0,0-1-1 0 0,-1 1 1 0 0,0 0 0 0 0,1 0 0 0 0,-1-1 0 0 0,0 1 0 0 0,0 0 0 0 0,0 0 0 0 0,-1 1-1 0 0,1-1 1 0 0,0 0 0 0 0,-1 1 0 0 0,1-1 0 0 0,-1 1 0 0 0,1 0 0 0 0,-1 0-1 0 0,0 0 1 0 0,1 0 0 0 0,-1 0 0 0 0,0 1 0 0 0,-3-1 0 0 0,-34-7-1 0 0,14 3 365 0 0,1 0 1 0 0,0-2-1 0 0,-36-14 1 0 0,36 9-29 0 0,-1 2 1 0 0,0 1 0 0 0,0 1 0 0 0,-1 1 0 0 0,0 1 0 0 0,-1 1 0 0 0,-37-1 0 0 0,49 6-438 0 0,-1 1 0 0 0,1 0 0 0 0,-1 1-1 0 0,1 1 1 0 0,0 0 0 0 0,0 2 0 0 0,0 0 0 0 0,1 0 0 0 0,-1 1 0 0 0,1 1 0 0 0,1 1 0 0 0,-1 0 0 0 0,-22 17 0 0 0,13-5-5 0 0,0 1 0 0 0,1 1 0 0 0,1 1 0 0 0,1 1 0 0 0,1 0 0 0 0,2 2 0 0 0,0 0 0 0 0,2 1 0 0 0,-23 50 0 0 0,37-71 9 0 0,-1 1 1 0 0,1 0-1 0 0,0 0 0 0 0,0 0 0 0 0,1 0 0 0 0,0 1 0 0 0,0-1 1 0 0,1 0-1 0 0,0 0 0 0 0,0 1 0 0 0,1-1 0 0 0,0 0 0 0 0,0 0 1 0 0,0 0-1 0 0,1 1 0 0 0,4 9 0 0 0,-2-9 5 0 0,1-1-1 0 0,-1 0 1 0 0,1-1-1 0 0,0 1 1 0 0,1-1-1 0 0,-1 0 1 0 0,1 0-1 0 0,0 0 1 0 0,1-1-1 0 0,0 0 1 0 0,0-1-1 0 0,0 1 1 0 0,0-1-1 0 0,10 4 1 0 0,62 23 71 0 0,1-3 1 0 0,1-4-1 0 0,104 18 0 0 0,-165-39 11 0 0,0 0 0 0 0,-1-1 0 0 0,1 0 0 0 0,0-2 0 0 0,0-1 0 0 0,0 0 0 0 0,0-1 0 0 0,0-1 0 0 0,-1-1 0 0 0,21-7 0 0 0,-17 2 11 0 0,-1 0 0 0 0,-1-1 0 0 0,0-1 1 0 0,0-1-1 0 0,-1-1 0 0 0,0-1 0 0 0,-2 0 0 0 0,21-20 1 0 0,-21 16 73 0 0,0 0 0 0 0,-1-1 0 0 0,-1 0 1 0 0,-1-2-1 0 0,-1 0 0 0 0,22-42 0 0 0,-33 56-85 0 0,1-1 0 0 0,-1 1-1 0 0,0-1 1 0 0,-1 0 0 0 0,0 0-1 0 0,-1 0 1 0 0,1 0-1 0 0,-1 0 1 0 0,-1 0 0 0 0,0-1-1 0 0,0 1 1 0 0,0 0 0 0 0,-1 0-1 0 0,0 0 1 0 0,-1 0-1 0 0,0 0 1 0 0,0 0 0 0 0,-1 0-1 0 0,0 0 1 0 0,0 1 0 0 0,0 0-1 0 0,-1-1 1 0 0,-1 1-1 0 0,-9-12 1 0 0,-16-13 84 0 0,-2 1 0 0 0,-2 2-1 0 0,-41-29 1 0 0,0 0-38 0 0,61 47-126 0 0,0 2 1 0 0,0-1-1 0 0,-1 2 0 0 0,0 0 0 0 0,0 1 0 0 0,-1 0 0 0 0,0 2 0 0 0,0 0 1 0 0,0 0-1 0 0,-30-3 0 0 0,23 5-19 0 0,-1 2-1 0 0,1 1 1 0 0,-1 0 0 0 0,0 2-1 0 0,1 1 1 0 0,0 1 0 0 0,-32 9 0 0 0,31-6-14 0 0,1 0 0 0 0,0 2 1 0 0,0 1-1 0 0,1 1 1 0 0,0 1-1 0 0,0 1 0 0 0,2 0 1 0 0,0 2-1 0 0,0 1 0 0 0,2 0 1 0 0,0 1-1 0 0,0 1 1 0 0,2 0-1 0 0,0 2 0 0 0,-22 35 1 0 0,28-36 5 0 0,0 1-1 0 0,2 0 1 0 0,0 1 0 0 0,1 0 0 0 0,1 0-1 0 0,1 0 1 0 0,1 1 0 0 0,-3 38 0 0 0,7-49 10 0 0,0-1 1 0 0,1 1 0 0 0,0 0 0 0 0,1-1-1 0 0,0 1 1 0 0,0-1 0 0 0,1 1 0 0 0,0-1 0 0 0,1 0-1 0 0,1-1 1 0 0,-1 1 0 0 0,1 0 0 0 0,1-1-1 0 0,0 0 1 0 0,0-1 0 0 0,1 1 0 0 0,0-1-1 0 0,0 0 1 0 0,1-1 0 0 0,9 7 0 0 0,1-2 11 0 0,0 0 1 0 0,1-2-1 0 0,0 0 1 0 0,1-1-1 0 0,0-2 0 0 0,1 1 1 0 0,-1-2-1 0 0,1-1 1 0 0,0-1-1 0 0,1 0 1 0 0,41 0-1 0 0,-9-3 20 0 0,1-3 0 0 0,0-2 0 0 0,80-17 0 0 0,-86 11 22 0 0,-1-2 0 0 0,0-2 1 0 0,-1-2-1 0 0,86-43 0 0 0,-115 50 19 0 0,0-1 0 0 0,-1-1 0 0 0,0-1-1 0 0,-1 0 1 0 0,0-1 0 0 0,-1-1 0 0 0,-1-1 0 0 0,0 0 0 0 0,-1 0 0 0 0,-1-1 0 0 0,0-1 0 0 0,-1 0 0 0 0,-1-1-1 0 0,14-33 1 0 0,-22 44-38 0 0,0 1 0 0 0,0-1 0 0 0,-1 0 0 0 0,0 0-1 0 0,0 1 1 0 0,0-1 0 0 0,-1 0 0 0 0,0 0 0 0 0,-1 0 0 0 0,1 0-1 0 0,-1 0 1 0 0,-1 0 0 0 0,-3-12 0 0 0,1 9 12 0 0,-1 0 1 0 0,0-1 0 0 0,-1 1-1 0 0,0 1 1 0 0,0-1 0 0 0,-1 1-1 0 0,-14-15 1 0 0,3 7 6 0 0,0 1 0 0 0,-1 1 0 0 0,-1 0 0 0 0,0 2 1 0 0,-1 0-1 0 0,0 1 0 0 0,-29-10 0 0 0,29 13-38 0 0,-1 2 0 0 0,-1 0 0 0 0,1 2-1 0 0,-1 0 1 0 0,0 2 0 0 0,0 1 0 0 0,0 0 0 0 0,-1 2 0 0 0,1 0 0 0 0,0 2 0 0 0,0 0 0 0 0,0 2-1 0 0,0 1 1 0 0,1 0 0 0 0,-1 2 0 0 0,-31 13 0 0 0,53-19-6 0 0,-59 24-20 0 0,-91 53 1 0 0,132-66 9 0 0,0 1 0 0 0,1 1 1 0 0,1 1-1 0 0,0 0 0 0 0,1 1 0 0 0,1 1 1 0 0,0 0-1 0 0,-16 27 0 0 0,21-29-7 0 0,2 1 0 0 0,-1 0 0 0 0,2 0 0 0 0,0 1 0 0 0,1 0 0 0 0,1 0 0 0 0,1 1 0 0 0,0-1 0 0 0,1 1-1 0 0,1 0 1 0 0,0 31 0 0 0,3-39 8 0 0,-1 0 0 0 0,2 0 0 0 0,-1 0 0 0 0,2 0 0 0 0,-1 0 0 0 0,1-1-1 0 0,1 1 1 0 0,-1-1 0 0 0,2 0 0 0 0,-1 0 0 0 0,1 0 0 0 0,1 0 0 0 0,-1-1 0 0 0,1 0-1 0 0,1 0 1 0 0,0-1 0 0 0,0 0 0 0 0,0 0 0 0 0,1 0 0 0 0,0-1 0 0 0,0 0 0 0 0,11 5-1 0 0,3 0 14 0 0,0-1 0 0 0,1-2 0 0 0,0 0 0 0 0,0-1 0 0 0,1-1 0 0 0,0-2 0 0 0,0 0-1 0 0,0-2 1 0 0,42 0 0 0 0,-15-4 6 0 0,1-2 0 0 0,-1-3 0 0 0,77-20 0 0 0,-90 17 32 0 0,0-1 0 0 0,-2-3 0 0 0,1-1 0 0 0,-2-1 0 0 0,0-2 0 0 0,56-38-1 0 0,-75 44-8 0 0,0-1 0 0 0,-1 0 0 0 0,0-1 0 0 0,-1-1 0 0 0,0 0 0 0 0,-2 0 0 0 0,1-2 0 0 0,-2 1 0 0 0,0-2-1 0 0,-2 1 1 0 0,1-2 0 0 0,-2 1 0 0 0,-1-1 0 0 0,10-35 0 0 0,-15 44 2 0 0,-1-1 0 0 0,1 1 0 0 0,-2 0 0 0 0,1 0 0 0 0,-2 0 0 0 0,1-1 0 0 0,-1 1 0 0 0,-1 0 0 0 0,0 0 0 0 0,0 0 0 0 0,-1 0 0 0 0,0 1 0 0 0,-1-1 0 0 0,0 1 0 0 0,-1-1 0 0 0,0 1 0 0 0,0 1 0 0 0,0-1 0 0 0,-2 1 0 0 0,1 0 0 0 0,-1 0 0 0 0,-13-12 0 0 0,9 11-28 0 0,-1 0 0 0 0,0 0 0 0 0,0 1 0 0 0,-1 1 0 0 0,0 0-1 0 0,0 1 1 0 0,-1 0 0 0 0,0 1 0 0 0,0 1 0 0 0,0 0 0 0 0,-1 1-1 0 0,1 0 1 0 0,-1 1 0 0 0,1 1 0 0 0,-20 0 0 0 0,-12 4-39 0 0,1 2 1 0 0,-90 22-1 0 0,-86 41-25 0 0,145-43 46 0 0,44-15 6 0 0,1 1 0 0 0,0 1 0 0 0,1 2 0 0 0,1 1 0 0 0,-45 31 0 0 0,62-38-9 0 0,1 1 0 0 0,1 1 0 0 0,0 0 0 0 0,0 0 0 0 0,1 1 0 0 0,0 0 0 0 0,1 1 0 0 0,0 0 0 0 0,1 0 0 0 0,0 1 0 0 0,1 0 0 0 0,1 0 0 0 0,0 0 0 0 0,1 1 0 0 0,-5 23-1 0 0,6-23 6 0 0,1 0 0 0 0,0 0 0 0 0,2 0-1 0 0,-1 1 1 0 0,2-1 0 0 0,0 0-1 0 0,0 0 1 0 0,1 0 0 0 0,1 0-1 0 0,1 0 1 0 0,0-1 0 0 0,0 1 0 0 0,1-1-1 0 0,1 0 1 0 0,1-1 0 0 0,-1 1-1 0 0,2-1 1 0 0,0 0 0 0 0,0-1-1 0 0,1 0 1 0 0,0 0 0 0 0,1-1 0 0 0,0 0-1 0 0,1-1 1 0 0,0 0 0 0 0,1-1-1 0 0,0 0 1 0 0,0-1 0 0 0,0 0-1 0 0,1-1 1 0 0,0 0 0 0 0,0-1 0 0 0,0 0-1 0 0,1-1 1 0 0,0-1 0 0 0,21 3-1 0 0,-8-4 30 0 0,0-1 0 0 0,-1-1-1 0 0,1-2 1 0 0,0 0-1 0 0,-1-2 1 0 0,50-12-1 0 0,153-63 36 0 0,-193 65-64 0 0,25-9-194 0 0,-1-2-1 0 0,-2-2 1 0 0,64-41 0 0 0,-119 66-72 0 0,0 0 1 0 0,0 0 0 0 0,0-1 0 0 0,0 1 0 0 0,0-1 0 0 0,0 0 0 0 0,-1 0 0 0 0,1 0 0 0 0,-1 0-1 0 0,0 0 1 0 0,4-6 0 0 0,-6 7 21 0 0,0 1 0 0 0,0-1-1 0 0,0 1 1 0 0,0-1-1 0 0,0 1 1 0 0,0-1 0 0 0,0 1-1 0 0,0-1 1 0 0,-1 1 0 0 0,1-1-1 0 0,0 1 1 0 0,-1-1-1 0 0,1 1 1 0 0,-1 0 0 0 0,0-1-1 0 0,1 1 1 0 0,-1 0 0 0 0,0-1-1 0 0,0 1 1 0 0,0 0 0 0 0,0 0-1 0 0,0 0 1 0 0,0 0-1 0 0,0 0 1 0 0,0 0 0 0 0,0 0-1 0 0,-1 0 1 0 0,1 0 0 0 0,0 1-1 0 0,-1-1 1 0 0,1 1-1 0 0,0-1 1 0 0,-3 0 0 0 0,-32-17-4610 0 0,-2-1 981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0T07:10:24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13 336 0 0,'2'-6'-128'0'0,"2"0"-72"0"0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0-30T07:10:27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1173 198 1296 0 0,'-6'-19'2213'0'0,"6"17"-2102"0"0,-1 1 1 0 0,1 0-1 0 0,0 0 1 0 0,0-1 0 0 0,1 1-1 0 0,-1 0 1 0 0,0 0-1 0 0,0-1 1 0 0,1 1 0 0 0,-1 0-1 0 0,0 0 1 0 0,1-1 0 0 0,-1 1-1 0 0,1 0 1 0 0,0 0-1 0 0,-1 0 1 0 0,1 0 0 0 0,1-2-1 0 0,-2 2 16 0 0,1 0-1 0 0,-1 0 0 0 0,0 0 1 0 0,0 0-1 0 0,0 0 0 0 0,0-1 1 0 0,0 1-1 0 0,0 0 0 0 0,0 0 1 0 0,0 0-1 0 0,0 0 1 0 0,-1 0-1 0 0,1 0 0 0 0,0 0 1 0 0,-1 0-1 0 0,1 0 0 0 0,-1 0 1 0 0,1 0-1 0 0,-1 0 0 0 0,0 0 1 0 0,1 0-1 0 0,-1 0 0 0 0,0 0 1 0 0,-1-1-1 0 0,-17-21 772 0 0,13 18-775 0 0,0 0-1 0 0,1 1 1 0 0,-1-1 0 0 0,-1 1 0 0 0,1 1-1 0 0,-1-1 1 0 0,1 1 0 0 0,-1 0-1 0 0,0 1 1 0 0,0 0 0 0 0,0 0 0 0 0,0 0-1 0 0,0 1 1 0 0,-11-1 0 0 0,-9 1 25 0 0,-1 2 0 0 0,-44 5 0 0 0,44-2 12 0 0,-46-1 0 0 0,11-7 33 0 0,19 0 245 0 0,-80 5 0 0 0,112 0-399 0 0,0 0 0 0 0,0 1 0 0 0,0 0 0 0 0,1 1 0 0 0,0 1 0 0 0,-1 0 0 0 0,1 0 0 0 0,0 1 0 0 0,1 0 0 0 0,-1 1 0 0 0,-15 12 0 0 0,18-12-44 0 0,0 1 1 0 0,0 0-1 0 0,1 1 0 0 0,0-1 0 0 0,1 1 0 0 0,0 1 0 0 0,0-1 0 0 0,0 1 0 0 0,1 0 0 0 0,1 0 1 0 0,-1 0-1 0 0,2 1 0 0 0,-1 0 0 0 0,1-1 0 0 0,-3 17 0 0 0,5-7 5 0 0,0 1-1 0 0,1-1 1 0 0,1 0 0 0 0,1 0-1 0 0,1-1 1 0 0,0 1-1 0 0,9 27 1 0 0,-9-33 5 0 0,1 0 0 0 0,0-1 0 0 0,0 1 0 0 0,2-1 0 0 0,-1 0 0 0 0,1 0 0 0 0,1-1 0 0 0,0 1 0 0 0,1-1 0 0 0,0-1 0 0 0,1 0 0 0 0,0 0 0 0 0,0-1 0 0 0,1 0 0 0 0,0 0 0 0 0,1-1 0 0 0,0 0 0 0 0,0-1 0 0 0,0-1 0 0 0,25 11 0 0 0,234 78 187 0 0,-255-92-124 0 0,-1 0 0 0 0,1-2 0 0 0,0 0 0 0 0,1 0 0 0 0,-1-1-1 0 0,0-1 1 0 0,0-1 0 0 0,-1 0 0 0 0,1-1 0 0 0,26-9 0 0 0,9-5 209 0 0,79-38 1 0 0,-116 50-166 0 0,-1-1 1 0 0,0-1 0 0 0,0 1-1 0 0,0-2 1 0 0,-1 0-1 0 0,0 0 1 0 0,-1-1-1 0 0,0 0 1 0 0,0-1-1 0 0,-1 0 1 0 0,0 0-1 0 0,-1-1 1 0 0,0 0 0 0 0,-1-1-1 0 0,0 0 1 0 0,-1 0-1 0 0,10-25 1 0 0,-10 22-41 0 0,-1-1 0 0 0,-1 0 0 0 0,0 0 0 0 0,-1 0 0 0 0,1-28 0 0 0,-4 38-25 0 0,0 0 0 0 0,0 0 0 0 0,-1 0 0 0 0,0 0 1 0 0,-1 0-1 0 0,1 1 0 0 0,-1-1 0 0 0,0 0 0 0 0,0 1 0 0 0,-1-1 1 0 0,0 1-1 0 0,0 0 0 0 0,0 0 0 0 0,0 0 0 0 0,-1 0 0 0 0,0 0 1 0 0,0 1-1 0 0,-9-8 0 0 0,-35-29 234 0 0,-1 2 0 0 0,-57-32 0 0 0,88 60-268 0 0,0 2 1 0 0,0 0 0 0 0,-1 1 0 0 0,-1 0-1 0 0,1 2 1 0 0,-1 0 0 0 0,0 2-1 0 0,-1 0 1 0 0,1 1 0 0 0,-25 0 0 0 0,-23 7 34 0 0,0 2 0 0 0,0 4 0 0 0,1 3 0 0 0,-68 22 0 0 0,96-25-50 0 0,1 2 0 0 0,-47 22 1 0 0,74-29-8 0 0,-1 1 0 0 0,1 1 0 0 0,0 0 0 0 0,1 0 1 0 0,0 1-1 0 0,0 0 0 0 0,0 1 0 0 0,1 0 0 0 0,1 1 1 0 0,-1 0-1 0 0,-7 11 0 0 0,13-14 0 0 0,-1-1 0 0 0,1 0 0 0 0,0 1 0 0 0,0-1 0 0 0,1 1 0 0 0,0 0 0 0 0,0 0 1 0 0,0 0-1 0 0,1 0 0 0 0,0 0 0 0 0,1 0 0 0 0,-1 0 0 0 0,1 0 0 0 0,1 0 0 0 0,-1 1 0 0 0,1-1 0 0 0,1 0 0 0 0,-1 0 0 0 0,1 0 0 0 0,0-1 0 0 0,1 1 1 0 0,0 0-1 0 0,0-1 0 0 0,6 11 0 0 0,0-5 0 0 0,-1 0 1 0 0,2-1-1 0 0,-1-1 0 0 0,2 1 1 0 0,-1-1-1 0 0,1-1 0 0 0,1 0 1 0 0,0-1-1 0 0,0 0 0 0 0,1-1 1 0 0,17 8-1 0 0,23 9-15 0 0,84 25 1 0 0,-113-43 24 0 0,0 0 0 0 0,1-2 0 0 0,-1-1 1 0 0,1-1-1 0 0,0-1 0 0 0,30-3 0 0 0,25-4 52 0 0,-1-4-1 0 0,-1-4 0 0 0,138-42 0 0 0,-205 53 17 0 0,0-1 1 0 0,0-1-1 0 0,0 0 1 0 0,-1-1 0 0 0,0 0-1 0 0,0 0 1 0 0,0-1 0 0 0,14-14-1 0 0,-20 17-17 0 0,-1 0 0 0 0,1-1 0 0 0,-1 1-1 0 0,0-1 1 0 0,-1 0 0 0 0,1 0 0 0 0,-1 0-1 0 0,0 0 1 0 0,0 0 0 0 0,-1 0 0 0 0,1-1-1 0 0,-1 1 1 0 0,0-1 0 0 0,-1 1 0 0 0,1-1-1 0 0,-1 1 1 0 0,0-1 0 0 0,-1 1 0 0 0,1-1-1 0 0,-3-8 1 0 0,-1-1 31 0 0,0-1 0 0 0,-1 1 1 0 0,-1 1-1 0 0,0-1 0 0 0,-1 1 0 0 0,-1 0 0 0 0,0 1 0 0 0,-17-21 0 0 0,11 17-25 0 0,-1 0 0 0 0,-1 0 0 0 0,0 2 0 0 0,-1 0 0 0 0,-27-18 0 0 0,31 26-63 0 0,0 0 0 0 0,-1 2 0 0 0,0-1 0 0 0,1 1 0 0 0,-2 1 0 0 0,1 1 0 0 0,0 0 0 0 0,-1 1 0 0 0,1 0 0 0 0,-27 1-1 0 0,-16 2-33 0 0,-80 14-1 0 0,83-8 33 0 0,24-4-19 0 0,0 1 1 0 0,1 2 0 0 0,-1 1-1 0 0,1 2 1 0 0,1 0 0 0 0,-49 24-1 0 0,66-27 16 0 0,-1 1 0 0 0,2 0 0 0 0,-1 1 0 0 0,1 0 0 0 0,0 0-1 0 0,1 1 1 0 0,0 1 0 0 0,1 0 0 0 0,-1 0 0 0 0,2 0-1 0 0,0 1 1 0 0,0 0 0 0 0,1 0 0 0 0,0 1 0 0 0,1 0 0 0 0,0 0-1 0 0,1 0 1 0 0,-4 16 0 0 0,5-14-8 0 0,1 1 0 0 0,0-1 0 0 0,0 0 1 0 0,1 1-1 0 0,1-1 0 0 0,1 0 0 0 0,0 1 0 0 0,5 24 0 0 0,-3-29 5 0 0,0-1 0 0 0,0-1-1 0 0,1 1 1 0 0,0 0 0 0 0,1-1 0 0 0,0 0-1 0 0,0 0 1 0 0,1 0 0 0 0,-1 0-1 0 0,2-1 1 0 0,-1 0 0 0 0,1-1 0 0 0,0 1-1 0 0,10 6 1 0 0,6 1 0 0 0,0 0-1 0 0,0-2 1 0 0,1-1-1 0 0,1 0 1 0 0,0-2 0 0 0,1-1-1 0 0,-1-1 1 0 0,1-1 0 0 0,1-1-1 0 0,-1-2 1 0 0,1 0-1 0 0,-1-2 1 0 0,1-1 0 0 0,48-6-1 0 0,-14-3 40 0 0,-1-2 1 0 0,0-3-1 0 0,-1-2 0 0 0,-1-3 0 0 0,77-37 0 0 0,-105 43 17 0 0,-2-2 0 0 0,0-1 0 0 0,44-33-1 0 0,-64 43-10 0 0,0 0 0 0 0,0-1 0 0 0,-1 0 0 0 0,0-1-1 0 0,0 0 1 0 0,0 0 0 0 0,-1 0 0 0 0,-1-1 0 0 0,1 0-1 0 0,-1 0 1 0 0,-1 0 0 0 0,0-1 0 0 0,0 1 0 0 0,0-1-1 0 0,2-15 1 0 0,-5 17-19 0 0,-1 1 0 0 0,0-1 0 0 0,0 1 0 0 0,-1-1 0 0 0,1 1 0 0 0,-2 0 0 0 0,1-1 0 0 0,-1 1 0 0 0,0 0 0 0 0,-1 0 0 0 0,1 0 0 0 0,-8-13 0 0 0,3 9 28 0 0,0 1 0 0 0,0 0 0 0 0,-1 1 0 0 0,-1 0 0 0 0,1 0 0 0 0,-1 0 0 0 0,-14-9 0 0 0,4 5 10 0 0,0 1 0 0 0,-1 0 1 0 0,0 2-1 0 0,-1 0 0 0 0,-1 1 1 0 0,1 2-1 0 0,-1 0 1 0 0,-24-4-1 0 0,-23 2-64 0 0,-1 4-1 0 0,1 3 1 0 0,-1 3 0 0 0,0 3-1 0 0,1 3 1 0 0,-77 17 0 0 0,111-18-44 0 0,1 2 1 0 0,1 1-1 0 0,-1 2 1 0 0,2 1 0 0 0,-1 2-1 0 0,2 1 1 0 0,-35 22 0 0 0,56-31 36 0 0,0 1 1 0 0,1 0 0 0 0,0 0 0 0 0,0 1-1 0 0,1 1 1 0 0,0-1 0 0 0,0 1 0 0 0,1 0-1 0 0,0 1 1 0 0,1 0 0 0 0,0 0 0 0 0,0 1-1 0 0,1-1 1 0 0,1 1 0 0 0,0 0 0 0 0,0 0-1 0 0,1 1 1 0 0,0-1 0 0 0,1 1 0 0 0,1 0-1 0 0,0-1 1 0 0,0 1 0 0 0,1 0 0 0 0,3 21-1 0 0,-2-25-2 0 0,0-1-1 0 0,1 1 1 0 0,0-1-1 0 0,1 0 0 0 0,-1 0 1 0 0,1 0-1 0 0,1 0 0 0 0,-1-1 1 0 0,1 1-1 0 0,0-1 1 0 0,1 0-1 0 0,9 11 0 0 0,-5-9 9 0 0,1 1 0 0 0,0-1 0 0 0,0-1-1 0 0,1 0 1 0 0,0 0 0 0 0,0-1 0 0 0,13 5-1 0 0,7 0 3 0 0,0-1 0 0 0,1-2 0 0 0,0-1 0 0 0,1-1 0 0 0,34 1 0 0 0,-31-5 14 0 0,1-2 1 0 0,-1-2-1 0 0,0-2 0 0 0,1-1 0 0 0,-2-1 0 0 0,1-2 0 0 0,38-15 1 0 0,-2-3 46 0 0,-1-4 0 0 0,91-52 1 0 0,-145 73-18 0 0,1-2 0 0 0,-2-1 0 0 0,1 0 1 0 0,-1-1-1 0 0,-1 0 0 0 0,-1-1 0 0 0,0-1 1 0 0,0-1-1 0 0,19-31 0 0 0,-28 39-1 0 0,0 0-1 0 0,-1-1 1 0 0,0 0-1 0 0,0 0 1 0 0,-1 0-1 0 0,-1 0 1 0 0,1 0-1 0 0,-2-1 1 0 0,1 1-1 0 0,-1-1 1 0 0,-1 1-1 0 0,1-1 1 0 0,-2 1-1 0 0,1-1 1 0 0,-1 0-1 0 0,-1 1 1 0 0,0-1-1 0 0,0 1 1 0 0,-1 0-1 0 0,0 0 1 0 0,0 0-1 0 0,-10-16 1 0 0,6 14-15 0 0,0 0 1 0 0,-1 1 0 0 0,0 0-1 0 0,-1 0 1 0 0,0 1-1 0 0,-1 1 1 0 0,0-1 0 0 0,0 1-1 0 0,-1 1 1 0 0,0 0-1 0 0,0 0 1 0 0,-1 1-1 0 0,1 1 1 0 0,-1 0 0 0 0,0 1-1 0 0,-1 0 1 0 0,1 0-1 0 0,-24-2 1 0 0,-14-1-76 0 0,-1 3 0 0 0,0 2 0 0 0,-70 6 0 0 0,29 0-85 0 0,-1 5 1 0 0,2 3-1 0 0,0 5 1 0 0,-167 51-1 0 0,231-56-703 0 0,1 0 0 0 0,0 2 0 0 0,-39 26 0 0 0,-23 25-8025 0 0,66-49 5151 0 0,7-5-708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65253-F894-4766-A7B5-C4D0424424AC}" type="datetimeFigureOut">
              <a:rPr lang="ko-KR" altLang="en-US" smtClean="0"/>
              <a:t>2023-10-30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A1A73-968F-4445-8E1D-DDF699978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25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362200"/>
            <a:ext cx="9144000" cy="55245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  <a:endParaRPr lang="en-US" altLang="ko-KR" noProof="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2895600"/>
            <a:ext cx="9144000" cy="381000"/>
          </a:xfrm>
        </p:spPr>
        <p:txBody>
          <a:bodyPr/>
          <a:lstStyle>
            <a:lvl1pPr marL="0" indent="0" algn="ctr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 dirty="0"/>
              <a:t>마스터 부제목 스타일 편집</a:t>
            </a:r>
            <a:endParaRPr lang="en-US" altLang="ko-KR" noProof="0" dirty="0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0" y="6613525"/>
            <a:ext cx="2133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613525"/>
            <a:ext cx="2895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0400" y="6613525"/>
            <a:ext cx="2133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fld id="{F4CA1244-127F-4AE9-B94C-FCD20DDA4623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 bwMode="auto">
          <a:xfrm>
            <a:off x="0" y="764704"/>
            <a:ext cx="9144000" cy="57606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228600" y="990600"/>
            <a:ext cx="8663880" cy="5105400"/>
          </a:xfrm>
        </p:spPr>
        <p:txBody>
          <a:bodyPr/>
          <a:lstStyle>
            <a:lvl1pPr>
              <a:lnSpc>
                <a:spcPct val="150000"/>
              </a:lnSpc>
              <a:buSzPct val="100000"/>
              <a:buFontTx/>
              <a:buBlip>
                <a:blip r:embed="rId2"/>
              </a:buBlip>
              <a:defRPr>
                <a:solidFill>
                  <a:srgbClr val="006600"/>
                </a:solidFill>
                <a:latin typeface="나눔고딕 ExtraBold" pitchFamily="50" charset="-127"/>
                <a:ea typeface="나눔고딕 ExtraBold" pitchFamily="50" charset="-127"/>
              </a:defRPr>
            </a:lvl1pPr>
            <a:lvl2pPr>
              <a:lnSpc>
                <a:spcPct val="150000"/>
              </a:lnSpc>
              <a:buSzPct val="100000"/>
              <a:buFontTx/>
              <a:buBlip>
                <a:blip r:embed="rId3"/>
              </a:buBlip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2pPr>
            <a:lvl3pPr marL="1200150" indent="-28575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Wingdings" panose="05000000000000000000" pitchFamily="2" charset="2"/>
              <a:buChar char="l"/>
              <a:defRPr sz="14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Wingdings" panose="05000000000000000000" pitchFamily="2" charset="2"/>
              <a:buChar char="Ø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4pPr>
            <a:lvl5pPr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→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fld id="{65466718-9871-48D1-8615-539A36B7E64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227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90600"/>
            <a:ext cx="8229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53200"/>
            <a:ext cx="213360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81775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8177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chemeClr val="bg1"/>
                </a:solidFill>
                <a:latin typeface="+mn-lt"/>
                <a:ea typeface="굴림" charset="-127"/>
              </a:defRPr>
            </a:lvl1pPr>
          </a:lstStyle>
          <a:p>
            <a:fld id="{8852A43B-D703-4961-BED6-7872C571D2FD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transition spd="med">
    <p:fade thruBlk="1"/>
  </p:transition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SzPct val="200000"/>
        <a:defRPr>
          <a:solidFill>
            <a:schemeClr val="tx1"/>
          </a:solidFill>
          <a:latin typeface="+mn-lt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600">
          <a:solidFill>
            <a:schemeClr val="tx1"/>
          </a:solidFill>
          <a:latin typeface="+mn-lt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ustomXml" Target="../ink/ink5.xml"/><Relationship Id="rId18" Type="http://schemas.openxmlformats.org/officeDocument/2006/relationships/image" Target="../media/image12.png"/><Relationship Id="rId3" Type="http://schemas.openxmlformats.org/officeDocument/2006/relationships/customXml" Target="../ink/ink1.xml"/><Relationship Id="rId21" Type="http://schemas.openxmlformats.org/officeDocument/2006/relationships/customXml" Target="../ink/ink9.xml"/><Relationship Id="rId7" Type="http://schemas.openxmlformats.org/officeDocument/2006/relationships/customXml" Target="../ink/ink2.xml"/><Relationship Id="rId12" Type="http://schemas.openxmlformats.org/officeDocument/2006/relationships/image" Target="../media/image10.png"/><Relationship Id="rId17" Type="http://schemas.openxmlformats.org/officeDocument/2006/relationships/customXml" Target="../ink/ink7.xml"/><Relationship Id="rId2" Type="http://schemas.openxmlformats.org/officeDocument/2006/relationships/image" Target="../media/image5.png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customXml" Target="../ink/ink4.xml"/><Relationship Id="rId24" Type="http://schemas.openxmlformats.org/officeDocument/2006/relationships/image" Target="../media/image15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10" Type="http://schemas.openxmlformats.org/officeDocument/2006/relationships/image" Target="../media/image9.png"/><Relationship Id="rId19" Type="http://schemas.openxmlformats.org/officeDocument/2006/relationships/customXml" Target="../ink/ink8.xml"/><Relationship Id="rId9" Type="http://schemas.openxmlformats.org/officeDocument/2006/relationships/customXml" Target="../ink/ink3.xml"/><Relationship Id="rId14" Type="http://schemas.openxmlformats.org/officeDocument/2006/relationships/image" Target="../media/image6.png"/><Relationship Id="rId22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6144" y="3284984"/>
            <a:ext cx="6551712" cy="72008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sz="4000" b="1" dirty="0" err="1">
                <a:latin typeface="나눔고딕 ExtraBold" pitchFamily="50" charset="-127"/>
                <a:ea typeface="나눔고딕 ExtraBold" pitchFamily="50" charset="-127"/>
              </a:rPr>
              <a:t>쓰레드</a:t>
            </a:r>
            <a:r>
              <a:rPr lang="ko-KR" altLang="en-US" sz="4000" b="1" dirty="0">
                <a:latin typeface="나눔고딕 ExtraBold" pitchFamily="50" charset="-127"/>
                <a:ea typeface="나눔고딕 ExtraBold" pitchFamily="50" charset="-127"/>
              </a:rPr>
              <a:t> 및 </a:t>
            </a:r>
            <a:r>
              <a:rPr lang="ko-KR" altLang="en-US" sz="4000" b="1" dirty="0" err="1">
                <a:latin typeface="나눔고딕 ExtraBold" pitchFamily="50" charset="-127"/>
                <a:ea typeface="나눔고딕 ExtraBold" pitchFamily="50" charset="-127"/>
              </a:rPr>
              <a:t>세마포</a:t>
            </a:r>
            <a:r>
              <a:rPr lang="ko-KR" altLang="en-US" sz="4000" b="1" dirty="0">
                <a:latin typeface="나눔고딕 ExtraBold" pitchFamily="50" charset="-127"/>
                <a:ea typeface="나눔고딕 ExtraBold" pitchFamily="50" charset="-127"/>
              </a:rPr>
              <a:t> 사용 연습 </a:t>
            </a:r>
            <a:r>
              <a:rPr lang="en-US" altLang="ko-KR" sz="4000" b="1" dirty="0">
                <a:latin typeface="나눔고딕 ExtraBold" pitchFamily="50" charset="-127"/>
                <a:ea typeface="나눔고딕 ExtraBold" pitchFamily="50" charset="-127"/>
              </a:rPr>
              <a:t>(2)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331640" y="1916832"/>
            <a:ext cx="6480720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ko-KR" altLang="en-US" sz="4000" b="1" kern="0" dirty="0">
                <a:latin typeface="나눔고딕 ExtraBold" pitchFamily="50" charset="-127"/>
                <a:ea typeface="나눔고딕 ExtraBold" pitchFamily="50" charset="-127"/>
              </a:rPr>
              <a:t>실습 </a:t>
            </a:r>
            <a:r>
              <a:rPr lang="en-US" altLang="ko-KR" sz="4000" b="1" kern="0" dirty="0">
                <a:latin typeface="나눔고딕 ExtraBold" pitchFamily="50" charset="-127"/>
                <a:ea typeface="나눔고딕 ExtraBold" pitchFamily="50" charset="-127"/>
              </a:rPr>
              <a:t>7</a:t>
            </a:r>
          </a:p>
        </p:txBody>
      </p:sp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B283BE90-888B-4266-BE56-A3692E94C71A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323528" y="188640"/>
            <a:ext cx="8220075" cy="57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3600" dirty="0" err="1">
                <a:solidFill>
                  <a:schemeClr val="tx1"/>
                </a:solidFill>
                <a:latin typeface="Arial Black" pitchFamily="34" charset="0"/>
                <a:ea typeface="굴림" charset="-127"/>
              </a:rPr>
              <a:t>쓰레드</a:t>
            </a:r>
            <a:r>
              <a:rPr lang="ko-KR" altLang="en-US" sz="3600" dirty="0">
                <a:solidFill>
                  <a:schemeClr val="tx1"/>
                </a:solidFill>
                <a:latin typeface="Arial Black" pitchFamily="34" charset="0"/>
                <a:ea typeface="굴림" charset="-127"/>
              </a:rPr>
              <a:t> 및 </a:t>
            </a:r>
            <a:r>
              <a:rPr lang="ko-KR" altLang="en-US" sz="3600" dirty="0" err="1">
                <a:solidFill>
                  <a:schemeClr val="tx1"/>
                </a:solidFill>
                <a:latin typeface="Arial Black" pitchFamily="34" charset="0"/>
                <a:ea typeface="굴림" charset="-127"/>
              </a:rPr>
              <a:t>세마포어</a:t>
            </a:r>
            <a:r>
              <a:rPr lang="ko-KR" altLang="en-US" sz="3600" dirty="0">
                <a:solidFill>
                  <a:schemeClr val="tx1"/>
                </a:solidFill>
                <a:latin typeface="Arial Black" pitchFamily="34" charset="0"/>
                <a:ea typeface="굴림" charset="-127"/>
              </a:rPr>
              <a:t> 프로그램 예제 설명</a:t>
            </a:r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530225" y="1341438"/>
            <a:ext cx="7634288" cy="500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286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>
                <a:ea typeface="굴림" charset="-127"/>
              </a:rPr>
              <a:t> 쓰레드와 세마포어 기법에 기반한 유한버퍼를 공유하는 생산자</a:t>
            </a:r>
            <a:r>
              <a:rPr lang="en-US" altLang="ko-KR">
                <a:ea typeface="굴림" charset="-127"/>
              </a:rPr>
              <a:t>/</a:t>
            </a:r>
            <a:r>
              <a:rPr lang="ko-KR" altLang="en-US">
                <a:ea typeface="굴림" charset="-127"/>
              </a:rPr>
              <a:t>소비자 프로그램이 다음 슬라이드에 주어진다</a:t>
            </a:r>
            <a:r>
              <a:rPr lang="en-US" altLang="ko-KR">
                <a:ea typeface="굴림" charset="-127"/>
              </a:rPr>
              <a:t>.</a:t>
            </a:r>
          </a:p>
          <a:p>
            <a:endParaRPr lang="en-US" altLang="ko-KR">
              <a:ea typeface="굴림" charset="-127"/>
            </a:endParaRPr>
          </a:p>
          <a:p>
            <a:r>
              <a:rPr lang="ko-KR" altLang="en-US">
                <a:ea typeface="굴림" charset="-127"/>
              </a:rPr>
              <a:t> 주어진 프로그램은 </a:t>
            </a:r>
            <a:r>
              <a:rPr lang="en-US" altLang="ko-KR">
                <a:ea typeface="굴림" charset="-127"/>
              </a:rPr>
              <a:t>mutex=1</a:t>
            </a:r>
            <a:r>
              <a:rPr lang="ko-KR" altLang="en-US">
                <a:ea typeface="굴림" charset="-127"/>
              </a:rPr>
              <a:t>인 하나의 세마포어만을 사용하고</a:t>
            </a:r>
            <a:r>
              <a:rPr lang="en-US" altLang="ko-KR">
                <a:ea typeface="굴림" charset="-127"/>
              </a:rPr>
              <a:t>, </a:t>
            </a:r>
            <a:r>
              <a:rPr lang="ko-KR" altLang="en-US">
                <a:ea typeface="굴림" charset="-127"/>
              </a:rPr>
              <a:t>생산자는 </a:t>
            </a:r>
            <a:r>
              <a:rPr lang="en-US" altLang="ko-KR">
                <a:ea typeface="굴림" charset="-127"/>
              </a:rPr>
              <a:t>1</a:t>
            </a:r>
            <a:r>
              <a:rPr lang="ko-KR" altLang="en-US">
                <a:ea typeface="굴림" charset="-127"/>
              </a:rPr>
              <a:t>초마다 데이터를 입력하고 소비자는 </a:t>
            </a:r>
            <a:r>
              <a:rPr lang="en-US" altLang="ko-KR">
                <a:ea typeface="굴림" charset="-127"/>
              </a:rPr>
              <a:t>2</a:t>
            </a:r>
            <a:r>
              <a:rPr lang="ko-KR" altLang="en-US">
                <a:ea typeface="굴림" charset="-127"/>
              </a:rPr>
              <a:t>초마다 데이터를 빼낸다</a:t>
            </a:r>
            <a:r>
              <a:rPr lang="en-US" altLang="ko-KR">
                <a:ea typeface="굴림" charset="-127"/>
              </a:rPr>
              <a:t>. </a:t>
            </a:r>
          </a:p>
          <a:p>
            <a:endParaRPr lang="en-US" altLang="ko-KR">
              <a:ea typeface="굴림" charset="-127"/>
            </a:endParaRPr>
          </a:p>
          <a:p>
            <a:r>
              <a:rPr lang="ko-KR" altLang="en-US">
                <a:ea typeface="굴림" charset="-127"/>
              </a:rPr>
              <a:t> 실행 결과에서 확인하듯이</a:t>
            </a:r>
            <a:r>
              <a:rPr lang="en-US" altLang="ko-KR">
                <a:ea typeface="굴림" charset="-127"/>
              </a:rPr>
              <a:t>, </a:t>
            </a:r>
            <a:r>
              <a:rPr lang="ko-KR" altLang="en-US">
                <a:ea typeface="굴림" charset="-127"/>
              </a:rPr>
              <a:t>생산자는 크기가 </a:t>
            </a:r>
            <a:r>
              <a:rPr lang="en-US" altLang="ko-KR">
                <a:ea typeface="굴림" charset="-127"/>
              </a:rPr>
              <a:t>4</a:t>
            </a:r>
            <a:r>
              <a:rPr lang="ko-KR" altLang="en-US">
                <a:ea typeface="굴림" charset="-127"/>
              </a:rPr>
              <a:t>인 버퍼가 이미 모두 차 있더라도 값을 덮어 써 버리는 것을 확인할 수 있다</a:t>
            </a:r>
            <a:r>
              <a:rPr lang="en-US" altLang="ko-KR">
                <a:ea typeface="굴림" charset="-127"/>
              </a:rPr>
              <a:t>.</a:t>
            </a:r>
          </a:p>
          <a:p>
            <a:endParaRPr lang="en-US" altLang="ko-KR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7419886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75606ED9-B5A0-4D77-90DB-DDEDEFD29322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196752"/>
            <a:ext cx="7128792" cy="500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612854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18818269-64D8-4BF7-8F79-662BA2DB8336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74" y="1340768"/>
            <a:ext cx="7699185" cy="4608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47864" y="4941168"/>
            <a:ext cx="2952328" cy="184666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ko-K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” means “write </a:t>
            </a:r>
            <a:r>
              <a:rPr lang="en-US" altLang="ko-K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i-th</a:t>
            </a:r>
            <a:r>
              <a: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rPr>
              <a:t> item” </a:t>
            </a:r>
            <a:endParaRPr lang="ko-KR" alt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56018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FF0E813D-C083-4B68-BE44-00FBA21B221E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6148" name="Rectangle 2"/>
          <p:cNvSpPr>
            <a:spLocks noChangeArrowheads="1"/>
          </p:cNvSpPr>
          <p:nvPr/>
        </p:nvSpPr>
        <p:spPr bwMode="auto">
          <a:xfrm>
            <a:off x="395536" y="188640"/>
            <a:ext cx="8220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3600" dirty="0">
                <a:solidFill>
                  <a:schemeClr val="tx1"/>
                </a:solidFill>
                <a:latin typeface="Arial Black" pitchFamily="34" charset="0"/>
                <a:ea typeface="굴림" charset="-127"/>
              </a:rPr>
              <a:t>실행 결과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052736"/>
            <a:ext cx="5689801" cy="5184576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026D3F60-C665-A377-DA91-2F4F247DC5D1}"/>
              </a:ext>
            </a:extLst>
          </p:cNvPr>
          <p:cNvGrpSpPr/>
          <p:nvPr/>
        </p:nvGrpSpPr>
        <p:grpSpPr>
          <a:xfrm>
            <a:off x="4882953" y="4644390"/>
            <a:ext cx="522360" cy="380520"/>
            <a:chOff x="4882953" y="4644390"/>
            <a:chExt cx="522360" cy="38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EE13A59E-D6B3-CB52-CF54-897315DA767E}"/>
                    </a:ext>
                  </a:extLst>
                </p14:cNvPr>
                <p14:cNvContentPartPr/>
                <p14:nvPr/>
              </p14:nvContentPartPr>
              <p14:xfrm>
                <a:off x="4918233" y="4687230"/>
                <a:ext cx="151200" cy="32436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EE13A59E-D6B3-CB52-CF54-897315DA767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09233" y="4678590"/>
                  <a:ext cx="1688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9FF52597-FD3F-047F-4899-9A53F5BBC8B9}"/>
                    </a:ext>
                  </a:extLst>
                </p14:cNvPr>
                <p14:cNvContentPartPr/>
                <p14:nvPr/>
              </p14:nvContentPartPr>
              <p14:xfrm>
                <a:off x="4882953" y="4739430"/>
                <a:ext cx="210600" cy="3924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9FF52597-FD3F-047F-4899-9A53F5BBC8B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873953" y="4730430"/>
                  <a:ext cx="2282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7C33A82F-6AB8-BC45-A065-39C5FA10565B}"/>
                    </a:ext>
                  </a:extLst>
                </p14:cNvPr>
                <p14:cNvContentPartPr/>
                <p14:nvPr/>
              </p14:nvContentPartPr>
              <p14:xfrm>
                <a:off x="5270313" y="4644390"/>
                <a:ext cx="126720" cy="26964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7C33A82F-6AB8-BC45-A065-39C5FA10565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61313" y="4635750"/>
                  <a:ext cx="1443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1BD6606D-7A18-EC8B-F95B-96AF5E436581}"/>
                    </a:ext>
                  </a:extLst>
                </p14:cNvPr>
                <p14:cNvContentPartPr/>
                <p14:nvPr/>
              </p14:nvContentPartPr>
              <p14:xfrm>
                <a:off x="5386593" y="5018070"/>
                <a:ext cx="18720" cy="684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1BD6606D-7A18-EC8B-F95B-96AF5E43658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377593" y="5009070"/>
                  <a:ext cx="36360" cy="2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70690693-96E6-CB87-74FB-511F58D53D5D}"/>
                  </a:ext>
                </a:extLst>
              </p14:cNvPr>
              <p14:cNvContentPartPr/>
              <p14:nvPr/>
            </p14:nvContentPartPr>
            <p14:xfrm>
              <a:off x="6867993" y="5764350"/>
              <a:ext cx="41400" cy="3708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70690693-96E6-CB87-74FB-511F58D53D5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58993" y="5755710"/>
                <a:ext cx="5904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F857E2FE-9C5C-8758-EFFB-96DF0A4C9DD5}"/>
                  </a:ext>
                </a:extLst>
              </p14:cNvPr>
              <p14:cNvContentPartPr/>
              <p14:nvPr/>
            </p14:nvContentPartPr>
            <p14:xfrm>
              <a:off x="6948633" y="5657790"/>
              <a:ext cx="21240" cy="3276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F857E2FE-9C5C-8758-EFFB-96DF0A4C9DD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939633" y="5649150"/>
                <a:ext cx="3888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C07C6AD0-881C-E935-623D-EDDA51FE2689}"/>
                  </a:ext>
                </a:extLst>
              </p14:cNvPr>
              <p14:cNvContentPartPr/>
              <p14:nvPr/>
            </p14:nvContentPartPr>
            <p14:xfrm>
              <a:off x="2142993" y="5771190"/>
              <a:ext cx="529560" cy="2739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C07C6AD0-881C-E935-623D-EDDA51FE268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33993" y="5762190"/>
                <a:ext cx="54720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2B25AC50-A532-3295-4798-1E27C28FA699}"/>
                  </a:ext>
                </a:extLst>
              </p14:cNvPr>
              <p14:cNvContentPartPr/>
              <p14:nvPr/>
            </p14:nvContentPartPr>
            <p14:xfrm>
              <a:off x="2150193" y="1634790"/>
              <a:ext cx="475920" cy="33624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2B25AC50-A532-3295-4798-1E27C28FA69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141553" y="1626150"/>
                <a:ext cx="493560" cy="35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그룹 15">
            <a:extLst>
              <a:ext uri="{FF2B5EF4-FFF2-40B4-BE49-F238E27FC236}">
                <a16:creationId xmlns:a16="http://schemas.microsoft.com/office/drawing/2014/main" id="{7E63ED87-C975-D835-77C8-E83962AB74A6}"/>
              </a:ext>
            </a:extLst>
          </p:cNvPr>
          <p:cNvGrpSpPr/>
          <p:nvPr/>
        </p:nvGrpSpPr>
        <p:grpSpPr>
          <a:xfrm>
            <a:off x="2168193" y="4920150"/>
            <a:ext cx="542160" cy="279720"/>
            <a:chOff x="2168193" y="4920150"/>
            <a:chExt cx="542160" cy="27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18B8E671-ED1E-AAA0-E48C-A22598C562B8}"/>
                    </a:ext>
                  </a:extLst>
                </p14:cNvPr>
                <p14:cNvContentPartPr/>
                <p14:nvPr/>
              </p14:nvContentPartPr>
              <p14:xfrm>
                <a:off x="2569233" y="5014110"/>
                <a:ext cx="2520" cy="46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18B8E671-ED1E-AAA0-E48C-A22598C562B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60593" y="5005470"/>
                  <a:ext cx="201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42C9AB66-A1BC-86EF-9F1F-548A9AD4A46F}"/>
                    </a:ext>
                  </a:extLst>
                </p14:cNvPr>
                <p14:cNvContentPartPr/>
                <p14:nvPr/>
              </p14:nvContentPartPr>
              <p14:xfrm>
                <a:off x="2168193" y="4920150"/>
                <a:ext cx="542160" cy="2797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42C9AB66-A1BC-86EF-9F1F-548A9AD4A46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59193" y="4911150"/>
                  <a:ext cx="559800" cy="29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13955428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CEAC0A6D-D9C9-4415-BEC6-954D21A77C24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23528" y="116632"/>
            <a:ext cx="8220075" cy="651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1pPr>
            <a:lvl2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2pPr>
            <a:lvl3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3pPr>
            <a:lvl4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4pPr>
            <a:lvl5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ko-KR" altLang="en-US" sz="3600" dirty="0">
                <a:latin typeface="맑은 고딕" panose="020B0503020000020004" pitchFamily="50" charset="-127"/>
              </a:rPr>
              <a:t>실습 과제 </a:t>
            </a:r>
            <a:r>
              <a:rPr lang="en-US" altLang="ko-KR" sz="3600" dirty="0">
                <a:latin typeface="맑은 고딕" panose="020B0503020000020004" pitchFamily="50" charset="-127"/>
              </a:rPr>
              <a:t>(1)</a:t>
            </a:r>
            <a:endParaRPr lang="ko-KR" altLang="en-US" sz="3600" dirty="0">
              <a:latin typeface="맑은 고딕" panose="020B0503020000020004" pitchFamily="50" charset="-127"/>
            </a:endParaRP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530224" y="1255713"/>
            <a:ext cx="8074223" cy="509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286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dirty="0">
                <a:ea typeface="굴림" charset="-127"/>
              </a:rPr>
              <a:t> 주어진 프로그램을 </a:t>
            </a:r>
            <a:r>
              <a:rPr lang="en-US" altLang="ko-KR" dirty="0">
                <a:ea typeface="굴림" charset="-127"/>
              </a:rPr>
              <a:t>full</a:t>
            </a:r>
            <a:r>
              <a:rPr lang="ko-KR" altLang="en-US" dirty="0">
                <a:ea typeface="굴림" charset="-127"/>
              </a:rPr>
              <a:t>이라는 추가 </a:t>
            </a:r>
            <a:r>
              <a:rPr lang="ko-KR" altLang="en-US" dirty="0" err="1">
                <a:ea typeface="굴림" charset="-127"/>
              </a:rPr>
              <a:t>세마포어를</a:t>
            </a:r>
            <a:r>
              <a:rPr lang="ko-KR" altLang="en-US" dirty="0">
                <a:ea typeface="굴림" charset="-127"/>
              </a:rPr>
              <a:t> 사용하여</a:t>
            </a:r>
            <a:r>
              <a:rPr lang="en-US" altLang="ko-KR" dirty="0">
                <a:ea typeface="굴림" charset="-127"/>
              </a:rPr>
              <a:t>, </a:t>
            </a:r>
            <a:r>
              <a:rPr lang="ko-KR" altLang="en-US" dirty="0">
                <a:ea typeface="굴림" charset="-127"/>
              </a:rPr>
              <a:t>버퍼가 비어있을 때에는 소비자가 기다리도록 프로그램을 </a:t>
            </a:r>
            <a:r>
              <a:rPr lang="ko-KR" altLang="en-US" dirty="0" err="1">
                <a:ea typeface="굴림" charset="-127"/>
              </a:rPr>
              <a:t>수정하시오</a:t>
            </a:r>
            <a:r>
              <a:rPr lang="en-US" altLang="ko-KR" dirty="0">
                <a:ea typeface="굴림" charset="-127"/>
              </a:rPr>
              <a:t>.</a:t>
            </a:r>
          </a:p>
          <a:p>
            <a:endParaRPr lang="en-US" altLang="ko-KR" dirty="0">
              <a:ea typeface="굴림" charset="-127"/>
            </a:endParaRPr>
          </a:p>
          <a:p>
            <a:endParaRPr lang="en-US" altLang="ko-KR" dirty="0">
              <a:ea typeface="굴림" charset="-127"/>
            </a:endParaRPr>
          </a:p>
          <a:p>
            <a:r>
              <a:rPr lang="ko-KR" altLang="en-US" dirty="0">
                <a:ea typeface="굴림" charset="-127"/>
              </a:rPr>
              <a:t> 위의 </a:t>
            </a:r>
            <a:r>
              <a:rPr lang="ko-KR" altLang="en-US">
                <a:ea typeface="굴림" charset="-127"/>
              </a:rPr>
              <a:t>수정된 프로그램을 기반으로 </a:t>
            </a:r>
            <a:r>
              <a:rPr lang="en-US" altLang="ko-KR" dirty="0">
                <a:ea typeface="굴림" charset="-127"/>
              </a:rPr>
              <a:t>empty</a:t>
            </a:r>
            <a:r>
              <a:rPr lang="ko-KR" altLang="en-US" dirty="0">
                <a:ea typeface="굴림" charset="-127"/>
              </a:rPr>
              <a:t>라는 추가 </a:t>
            </a:r>
            <a:r>
              <a:rPr lang="ko-KR" altLang="en-US" dirty="0" err="1">
                <a:ea typeface="굴림" charset="-127"/>
              </a:rPr>
              <a:t>세마포어를</a:t>
            </a:r>
            <a:r>
              <a:rPr lang="ko-KR" altLang="en-US" dirty="0">
                <a:ea typeface="굴림" charset="-127"/>
              </a:rPr>
              <a:t> 사용하여</a:t>
            </a:r>
            <a:r>
              <a:rPr lang="en-US" altLang="ko-KR" dirty="0">
                <a:ea typeface="굴림" charset="-127"/>
              </a:rPr>
              <a:t>, </a:t>
            </a:r>
            <a:r>
              <a:rPr lang="ko-KR" altLang="en-US" dirty="0">
                <a:ea typeface="굴림" charset="-127"/>
              </a:rPr>
              <a:t>버퍼가 꽉 차있을 때에는 생산자가 기다리도록 프로그램을 </a:t>
            </a:r>
            <a:r>
              <a:rPr lang="ko-KR" altLang="en-US" dirty="0" err="1">
                <a:ea typeface="굴림" charset="-127"/>
              </a:rPr>
              <a:t>수정하시오</a:t>
            </a:r>
            <a:r>
              <a:rPr lang="en-US" altLang="ko-KR" dirty="0">
                <a:ea typeface="굴림" charset="-127"/>
              </a:rPr>
              <a:t>.</a:t>
            </a:r>
          </a:p>
          <a:p>
            <a:endParaRPr lang="en-US" altLang="ko-KR" dirty="0">
              <a:ea typeface="굴림" charset="-127"/>
            </a:endParaRPr>
          </a:p>
          <a:p>
            <a:endParaRPr lang="en-US" altLang="ko-KR" dirty="0">
              <a:ea typeface="굴림" charset="-127"/>
            </a:endParaRPr>
          </a:p>
          <a:p>
            <a:r>
              <a:rPr lang="ko-KR" altLang="en-US" dirty="0">
                <a:ea typeface="굴림" charset="-127"/>
              </a:rPr>
              <a:t> 위의 실행 결과 </a:t>
            </a:r>
            <a:r>
              <a:rPr lang="en-US" altLang="ko-KR" dirty="0">
                <a:ea typeface="굴림" charset="-127"/>
              </a:rPr>
              <a:t>2</a:t>
            </a:r>
            <a:r>
              <a:rPr lang="ko-KR" altLang="en-US" dirty="0">
                <a:ea typeface="굴림" charset="-127"/>
              </a:rPr>
              <a:t>개의 이미지로 </a:t>
            </a:r>
            <a:r>
              <a:rPr lang="ko-KR" altLang="en-US" dirty="0" err="1">
                <a:ea typeface="굴림" charset="-127"/>
              </a:rPr>
              <a:t>캡쳐하여</a:t>
            </a:r>
            <a:r>
              <a:rPr lang="ko-KR" altLang="en-US" dirty="0">
                <a:ea typeface="굴림" charset="-127"/>
              </a:rPr>
              <a:t> 제출하시오</a:t>
            </a:r>
            <a:r>
              <a:rPr lang="en-US" altLang="ko-KR" dirty="0">
                <a:ea typeface="굴림" charset="-127"/>
              </a:rPr>
              <a:t>. </a:t>
            </a:r>
            <a:r>
              <a:rPr lang="ko-KR" altLang="en-US" dirty="0">
                <a:ea typeface="굴림" charset="-127"/>
              </a:rPr>
              <a:t>그리고 수정된 코드 부분이 실행 결과에 미치는 영향을 설명하는 문서를 작성하여 같이 제출하시오</a:t>
            </a:r>
            <a:r>
              <a:rPr lang="en-US" altLang="ko-KR" dirty="0">
                <a:ea typeface="굴림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018999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FF0E813D-C083-4B68-BE44-00FBA21B221E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6148" name="Rectangle 2"/>
          <p:cNvSpPr>
            <a:spLocks noChangeArrowheads="1"/>
          </p:cNvSpPr>
          <p:nvPr/>
        </p:nvSpPr>
        <p:spPr bwMode="auto">
          <a:xfrm>
            <a:off x="395536" y="188640"/>
            <a:ext cx="8220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3600" b="0" dirty="0" err="1">
                <a:solidFill>
                  <a:schemeClr val="tx1"/>
                </a:solidFill>
              </a:rPr>
              <a:t>실습과제</a:t>
            </a:r>
            <a:r>
              <a:rPr lang="ko-KR" altLang="en-US" sz="3600" b="0" dirty="0">
                <a:solidFill>
                  <a:schemeClr val="tx1"/>
                </a:solidFill>
              </a:rPr>
              <a:t> </a:t>
            </a:r>
            <a:r>
              <a:rPr lang="en-US" altLang="ko-KR" sz="3600" b="0" dirty="0">
                <a:solidFill>
                  <a:schemeClr val="tx1"/>
                </a:solidFill>
              </a:rPr>
              <a:t>1</a:t>
            </a:r>
            <a:r>
              <a:rPr lang="ko-KR" altLang="en-US" sz="3600" b="0" dirty="0">
                <a:solidFill>
                  <a:schemeClr val="tx1"/>
                </a:solidFill>
              </a:rPr>
              <a:t>의 실행 결과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052736"/>
            <a:ext cx="4968552" cy="530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287458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CEAC0A6D-D9C9-4415-BEC6-954D21A77C24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23528" y="116632"/>
            <a:ext cx="8220075" cy="651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1pPr>
            <a:lvl2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2pPr>
            <a:lvl3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3pPr>
            <a:lvl4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4pPr>
            <a:lvl5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ko-KR" altLang="en-US" sz="3600" dirty="0">
                <a:latin typeface="맑은 고딕" panose="020B0503020000020004" pitchFamily="50" charset="-127"/>
              </a:rPr>
              <a:t>실습 과제 </a:t>
            </a:r>
            <a:r>
              <a:rPr lang="en-US" altLang="ko-KR" sz="3600" dirty="0">
                <a:latin typeface="맑은 고딕" panose="020B0503020000020004" pitchFamily="50" charset="-127"/>
              </a:rPr>
              <a:t>(2) – </a:t>
            </a:r>
            <a:r>
              <a:rPr lang="ko-KR" altLang="en-US" sz="3600" dirty="0">
                <a:solidFill>
                  <a:srgbClr val="FF0000"/>
                </a:solidFill>
                <a:latin typeface="맑은 고딕" panose="020B0503020000020004" pitchFamily="50" charset="-127"/>
              </a:rPr>
              <a:t>평가 대상 아님 </a:t>
            </a: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530224" y="1255713"/>
            <a:ext cx="8290247" cy="32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286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dirty="0">
                <a:ea typeface="굴림" charset="-127"/>
              </a:rPr>
              <a:t> </a:t>
            </a:r>
            <a:r>
              <a:rPr lang="en-US" altLang="ko-KR" dirty="0">
                <a:ea typeface="굴림" charset="-127"/>
              </a:rPr>
              <a:t>9</a:t>
            </a:r>
            <a:r>
              <a:rPr lang="ko-KR" altLang="en-US" dirty="0">
                <a:ea typeface="굴림" charset="-127"/>
              </a:rPr>
              <a:t>페이지의 프로그램 코드는 교착상태가 발생하는 프로그램이다 </a:t>
            </a:r>
            <a:r>
              <a:rPr lang="en-US" altLang="ko-KR" dirty="0">
                <a:ea typeface="굴림" charset="-127"/>
              </a:rPr>
              <a:t>(</a:t>
            </a:r>
            <a:r>
              <a:rPr lang="ko-KR" altLang="en-US" dirty="0" err="1">
                <a:ea typeface="굴림" charset="-127"/>
              </a:rPr>
              <a:t>세마포어</a:t>
            </a:r>
            <a:r>
              <a:rPr lang="ko-KR" altLang="en-US" dirty="0">
                <a:ea typeface="굴림" charset="-127"/>
              </a:rPr>
              <a:t> </a:t>
            </a:r>
            <a:r>
              <a:rPr lang="en-US" altLang="ko-KR" dirty="0">
                <a:ea typeface="굴림" charset="-127"/>
              </a:rPr>
              <a:t>mutex1</a:t>
            </a:r>
            <a:r>
              <a:rPr lang="ko-KR" altLang="en-US" dirty="0">
                <a:ea typeface="굴림" charset="-127"/>
              </a:rPr>
              <a:t>과 </a:t>
            </a:r>
            <a:r>
              <a:rPr lang="en-US" altLang="ko-KR" dirty="0">
                <a:ea typeface="굴림" charset="-127"/>
              </a:rPr>
              <a:t>mutex2</a:t>
            </a:r>
            <a:r>
              <a:rPr lang="ko-KR" altLang="en-US" dirty="0">
                <a:ea typeface="굴림" charset="-127"/>
              </a:rPr>
              <a:t>의 초기값은 </a:t>
            </a:r>
            <a:r>
              <a:rPr lang="en-US" altLang="ko-KR" dirty="0">
                <a:ea typeface="굴림" charset="-127"/>
              </a:rPr>
              <a:t>1). </a:t>
            </a:r>
            <a:r>
              <a:rPr lang="ko-KR" altLang="en-US" dirty="0">
                <a:ea typeface="굴림" charset="-127"/>
              </a:rPr>
              <a:t>교착상태가 발생하지 않도록 프로그램을 </a:t>
            </a:r>
            <a:r>
              <a:rPr lang="ko-KR" altLang="en-US" dirty="0" err="1">
                <a:ea typeface="굴림" charset="-127"/>
              </a:rPr>
              <a:t>수정하시오</a:t>
            </a:r>
            <a:r>
              <a:rPr lang="en-US" altLang="ko-KR" dirty="0">
                <a:ea typeface="굴림" charset="-127"/>
              </a:rPr>
              <a:t> (</a:t>
            </a:r>
            <a:r>
              <a:rPr lang="ko-KR" altLang="en-US" dirty="0">
                <a:ea typeface="굴림" charset="-127"/>
              </a:rPr>
              <a:t>단</a:t>
            </a:r>
            <a:r>
              <a:rPr lang="en-US" altLang="ko-KR" dirty="0">
                <a:ea typeface="굴림" charset="-127"/>
              </a:rPr>
              <a:t>, </a:t>
            </a:r>
            <a:r>
              <a:rPr lang="ko-KR" altLang="en-US" dirty="0" err="1">
                <a:ea typeface="굴림" charset="-127"/>
              </a:rPr>
              <a:t>세마포어</a:t>
            </a:r>
            <a:r>
              <a:rPr lang="ko-KR" altLang="en-US" dirty="0">
                <a:ea typeface="굴림" charset="-127"/>
              </a:rPr>
              <a:t> 변수 초기값을 변경하면 안됨</a:t>
            </a:r>
            <a:r>
              <a:rPr lang="en-US" altLang="ko-KR" dirty="0">
                <a:ea typeface="굴림" charset="-127"/>
              </a:rPr>
              <a:t>). </a:t>
            </a:r>
          </a:p>
          <a:p>
            <a:endParaRPr lang="en-US" altLang="ko-KR" dirty="0">
              <a:ea typeface="굴림" charset="-127"/>
            </a:endParaRPr>
          </a:p>
          <a:p>
            <a:r>
              <a:rPr lang="ko-KR" altLang="en-US" dirty="0">
                <a:ea typeface="굴림" charset="-127"/>
              </a:rPr>
              <a:t>수정된 소스 코드와 실행 결과 이미지를 제출하시오</a:t>
            </a:r>
            <a:r>
              <a:rPr lang="en-US" altLang="ko-KR" dirty="0">
                <a:ea typeface="굴림" charset="-127"/>
              </a:rPr>
              <a:t>. </a:t>
            </a:r>
            <a:r>
              <a:rPr lang="ko-KR" altLang="en-US" dirty="0">
                <a:ea typeface="굴림" charset="-127"/>
              </a:rPr>
              <a:t>그리고 왜 수정 전의 코드에서는 교착상태가 발생하고</a:t>
            </a:r>
            <a:r>
              <a:rPr lang="en-US" altLang="ko-KR" dirty="0">
                <a:ea typeface="굴림" charset="-127"/>
              </a:rPr>
              <a:t>, </a:t>
            </a:r>
            <a:r>
              <a:rPr lang="ko-KR" altLang="en-US" dirty="0">
                <a:ea typeface="굴림" charset="-127"/>
              </a:rPr>
              <a:t>수정 이후에는 교착상태가 발생하지 않는 이유를 설명하는 문서를 작성하여 같이 제출하시오</a:t>
            </a:r>
            <a:r>
              <a:rPr lang="en-US" altLang="ko-KR" dirty="0">
                <a:ea typeface="굴림" charset="-127"/>
              </a:rPr>
              <a:t>.</a:t>
            </a:r>
          </a:p>
          <a:p>
            <a:endParaRPr lang="en-US" altLang="ko-KR" dirty="0">
              <a:ea typeface="굴림" charset="-127"/>
            </a:endParaRPr>
          </a:p>
          <a:p>
            <a:endParaRPr lang="en-US" altLang="ko-KR" dirty="0">
              <a:ea typeface="굴림" charset="-127"/>
            </a:endParaRPr>
          </a:p>
          <a:p>
            <a:endParaRPr lang="en-US" altLang="ko-KR" dirty="0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4662120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FF0E813D-C083-4B68-BE44-00FBA21B221E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60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6148" name="Rectangle 2"/>
          <p:cNvSpPr>
            <a:spLocks noChangeArrowheads="1"/>
          </p:cNvSpPr>
          <p:nvPr/>
        </p:nvSpPr>
        <p:spPr bwMode="auto">
          <a:xfrm>
            <a:off x="395536" y="188640"/>
            <a:ext cx="8220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3600" dirty="0">
                <a:solidFill>
                  <a:schemeClr val="tx1"/>
                </a:solidFill>
                <a:latin typeface="Arial Black" pitchFamily="34" charset="0"/>
                <a:ea typeface="굴림" charset="-127"/>
              </a:rPr>
              <a:t>교착상태 발생 프로그램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52" y="980729"/>
            <a:ext cx="8431212" cy="546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648428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techtropolis">
  <a:themeElements>
    <a:clrScheme name="silly_mi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illy_mime">
      <a:majorFont>
        <a:latin typeface="Franklin Gothic Medium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illy_mi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techtropolis</Template>
  <TotalTime>3062</TotalTime>
  <Words>237</Words>
  <Application>Microsoft Office PowerPoint</Application>
  <PresentationFormat>화면 슬라이드 쇼(4:3)</PresentationFormat>
  <Paragraphs>33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9" baseType="lpstr">
      <vt:lpstr>나눔고딕</vt:lpstr>
      <vt:lpstr>나눔고딕 ExtraBold</vt:lpstr>
      <vt:lpstr>맑은 고딕</vt:lpstr>
      <vt:lpstr>Arial</vt:lpstr>
      <vt:lpstr>Arial Black</vt:lpstr>
      <vt:lpstr>Franklin Gothic Medium</vt:lpstr>
      <vt:lpstr>Tahoma</vt:lpstr>
      <vt:lpstr>Times New Roman</vt:lpstr>
      <vt:lpstr>Wingdings</vt:lpstr>
      <vt:lpstr>techtropolis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Techtropolis</dc:title>
  <dc:creator>Namil</dc:creator>
  <cp:lastModifiedBy>김현진</cp:lastModifiedBy>
  <cp:revision>195</cp:revision>
  <dcterms:created xsi:type="dcterms:W3CDTF">2011-06-15T00:21:10Z</dcterms:created>
  <dcterms:modified xsi:type="dcterms:W3CDTF">2023-10-30T07:10:28Z</dcterms:modified>
</cp:coreProperties>
</file>