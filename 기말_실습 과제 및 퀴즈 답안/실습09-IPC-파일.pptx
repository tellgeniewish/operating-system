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58" r:id="rId4"/>
    <p:sldId id="266" r:id="rId5"/>
    <p:sldId id="264" r:id="rId6"/>
    <p:sldId id="268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1" autoAdjust="0"/>
    <p:restoredTop sz="94630" autoAdjust="0"/>
  </p:normalViewPr>
  <p:slideViewPr>
    <p:cSldViewPr>
      <p:cViewPr varScale="1">
        <p:scale>
          <a:sx n="112" d="100"/>
          <a:sy n="112" d="100"/>
        </p:scale>
        <p:origin x="366" y="-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 smtClean="0"/>
              <a:t>마스터 제목 스타일 편집</a:t>
            </a:r>
            <a:endParaRPr lang="en-US" altLang="ko-KR" noProof="0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 smtClean="0"/>
              <a:t>마스터 부제목 스타일 편집</a:t>
            </a:r>
            <a:endParaRPr lang="en-US" altLang="ko-KR" noProof="0" dirty="0" smtClean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27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5320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177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6144" y="3284984"/>
            <a:ext cx="6551712" cy="72008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000" b="1" dirty="0" smtClean="0">
                <a:latin typeface="나눔고딕 ExtraBold" pitchFamily="50" charset="-127"/>
                <a:ea typeface="나눔고딕 ExtraBold" pitchFamily="50" charset="-127"/>
              </a:rPr>
              <a:t>병행 프로세스 파일 통신</a:t>
            </a:r>
            <a:endParaRPr lang="en-US" altLang="ko-KR" sz="4000" b="1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31640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 smtClean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 smtClean="0">
                <a:latin typeface="나눔고딕 ExtraBold" pitchFamily="50" charset="-127"/>
                <a:ea typeface="나눔고딕 ExtraBold" pitchFamily="50" charset="-127"/>
              </a:rPr>
              <a:t>09</a:t>
            </a:r>
            <a:endParaRPr lang="en-US" altLang="ko-KR" sz="4000" b="1" kern="0" dirty="0"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283BE90-888B-4266-BE56-A3692E94C71A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 smtClean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예제 프로그램 설명</a:t>
            </a:r>
            <a:endParaRPr lang="ko-KR" altLang="en-US" sz="3600" dirty="0">
              <a:solidFill>
                <a:schemeClr val="tx1"/>
              </a:solidFill>
              <a:latin typeface="Arial Black" pitchFamily="34" charset="0"/>
              <a:ea typeface="굴림" charset="-127"/>
            </a:endParaRP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530224" y="1341438"/>
            <a:ext cx="8290247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>
                <a:ea typeface="굴림" charset="-127"/>
              </a:rPr>
              <a:t> </a:t>
            </a:r>
            <a:r>
              <a:rPr lang="ko-KR" altLang="en-US" dirty="0" smtClean="0">
                <a:ea typeface="굴림" charset="-127"/>
              </a:rPr>
              <a:t>생산자 프로그램과 소비자 프로그램은 </a:t>
            </a:r>
            <a:r>
              <a:rPr lang="en-US" altLang="ko-KR" dirty="0" smtClean="0">
                <a:ea typeface="굴림" charset="-127"/>
              </a:rPr>
              <a:t>shared.txt</a:t>
            </a:r>
            <a:r>
              <a:rPr lang="ko-KR" altLang="en-US" dirty="0" smtClean="0">
                <a:ea typeface="굴림" charset="-127"/>
              </a:rPr>
              <a:t>라는 파일을 통해서 통신을 수행하는 병행 프로그램들이다</a:t>
            </a:r>
            <a:r>
              <a:rPr lang="en-US" altLang="ko-KR" dirty="0" smtClean="0">
                <a:ea typeface="굴림" charset="-127"/>
              </a:rPr>
              <a:t>.</a:t>
            </a:r>
          </a:p>
          <a:p>
            <a:endParaRPr lang="en-US" altLang="ko-KR" dirty="0" smtClean="0">
              <a:ea typeface="굴림" charset="-127"/>
            </a:endParaRPr>
          </a:p>
          <a:p>
            <a:r>
              <a:rPr lang="ko-KR" altLang="en-US" dirty="0" smtClean="0">
                <a:ea typeface="굴림" charset="-127"/>
              </a:rPr>
              <a:t>생산자 프로그램은 </a:t>
            </a:r>
            <a:r>
              <a:rPr lang="en-US" altLang="ko-KR" dirty="0" smtClean="0">
                <a:ea typeface="굴림" charset="-127"/>
              </a:rPr>
              <a:t>shared.txt</a:t>
            </a:r>
            <a:r>
              <a:rPr lang="ko-KR" altLang="en-US" dirty="0" smtClean="0">
                <a:ea typeface="굴림" charset="-127"/>
              </a:rPr>
              <a:t>라는 파일에 </a:t>
            </a:r>
            <a:r>
              <a:rPr lang="en-US" altLang="ko-KR" dirty="0" smtClean="0">
                <a:ea typeface="굴림" charset="-127"/>
              </a:rPr>
              <a:t>0, 1, </a:t>
            </a:r>
            <a:r>
              <a:rPr lang="en-US" altLang="ko-KR" smtClean="0">
                <a:ea typeface="굴림" charset="-127"/>
              </a:rPr>
              <a:t>…, 9</a:t>
            </a:r>
            <a:r>
              <a:rPr lang="ko-KR" altLang="en-US" smtClean="0">
                <a:ea typeface="굴림" charset="-127"/>
              </a:rPr>
              <a:t>의 </a:t>
            </a:r>
            <a:r>
              <a:rPr lang="ko-KR" altLang="en-US" dirty="0" smtClean="0">
                <a:ea typeface="굴림" charset="-127"/>
              </a:rPr>
              <a:t>값을 </a:t>
            </a:r>
            <a:r>
              <a:rPr lang="en-US" altLang="ko-KR" dirty="0" smtClean="0">
                <a:ea typeface="굴림" charset="-127"/>
              </a:rPr>
              <a:t>write</a:t>
            </a:r>
            <a:r>
              <a:rPr lang="ko-KR" altLang="en-US" dirty="0" smtClean="0">
                <a:ea typeface="굴림" charset="-127"/>
              </a:rPr>
              <a:t>한다</a:t>
            </a:r>
            <a:r>
              <a:rPr lang="en-US" altLang="ko-KR" dirty="0" smtClean="0">
                <a:ea typeface="굴림" charset="-127"/>
              </a:rPr>
              <a:t>.</a:t>
            </a:r>
          </a:p>
          <a:p>
            <a:endParaRPr lang="en-US" altLang="ko-KR" dirty="0">
              <a:ea typeface="굴림" charset="-127"/>
            </a:endParaRPr>
          </a:p>
          <a:p>
            <a:r>
              <a:rPr lang="ko-KR" altLang="en-US" dirty="0" smtClean="0">
                <a:ea typeface="굴림" charset="-127"/>
              </a:rPr>
              <a:t>소비자 프로그램은 </a:t>
            </a:r>
            <a:r>
              <a:rPr lang="en-US" altLang="ko-KR" dirty="0" smtClean="0">
                <a:ea typeface="굴림" charset="-127"/>
              </a:rPr>
              <a:t>shared.txt</a:t>
            </a:r>
            <a:r>
              <a:rPr lang="ko-KR" altLang="en-US" dirty="0" smtClean="0">
                <a:ea typeface="굴림" charset="-127"/>
              </a:rPr>
              <a:t>라는 파일에서 값을 순차적으로 </a:t>
            </a:r>
            <a:r>
              <a:rPr lang="en-US" altLang="ko-KR" dirty="0" smtClean="0">
                <a:ea typeface="굴림" charset="-127"/>
              </a:rPr>
              <a:t>read </a:t>
            </a:r>
            <a:r>
              <a:rPr lang="ko-KR" altLang="en-US" dirty="0" smtClean="0">
                <a:ea typeface="굴림" charset="-127"/>
              </a:rPr>
              <a:t>한다</a:t>
            </a:r>
            <a:r>
              <a:rPr lang="en-US" altLang="ko-KR" dirty="0" smtClean="0">
                <a:ea typeface="굴림" charset="-127"/>
              </a:rPr>
              <a:t>.</a:t>
            </a:r>
            <a:endParaRPr lang="en-US" altLang="ko-KR" dirty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  <a:p>
            <a:pPr marL="0" indent="0">
              <a:buNone/>
            </a:pPr>
            <a:endParaRPr lang="en-US" altLang="ko-KR" dirty="0">
              <a:ea typeface="굴림" charset="-127"/>
            </a:endParaRPr>
          </a:p>
          <a:p>
            <a:pPr marL="0" indent="0">
              <a:buNone/>
            </a:pPr>
            <a:endParaRPr lang="en-US" altLang="ko-KR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897235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3528" y="188640"/>
            <a:ext cx="8640960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b="0" smtClean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파일 통신 기반의 생산자 프로그램 코드</a:t>
            </a:r>
            <a:endParaRPr lang="ko-KR" altLang="en-US" sz="3600" b="0" dirty="0">
              <a:solidFill>
                <a:schemeClr val="tx1"/>
              </a:solidFill>
              <a:latin typeface="Arial Black" pitchFamily="34" charset="0"/>
              <a:ea typeface="굴림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84784"/>
            <a:ext cx="5329782" cy="44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1285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3528" y="188640"/>
            <a:ext cx="8640960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b="0" dirty="0" smtClean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파일 통신 기반의 소비자 프로그램 코드</a:t>
            </a:r>
            <a:endParaRPr lang="ko-KR" altLang="en-US" sz="3600" b="0" dirty="0">
              <a:solidFill>
                <a:schemeClr val="tx1"/>
              </a:solidFill>
              <a:latin typeface="Arial Black" pitchFamily="34" charset="0"/>
              <a:ea typeface="굴림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268760"/>
            <a:ext cx="512445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943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 smtClean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실행 결과</a:t>
            </a:r>
            <a:endParaRPr lang="ko-KR" altLang="en-US" sz="3600" dirty="0">
              <a:solidFill>
                <a:schemeClr val="tx1"/>
              </a:solidFill>
              <a:latin typeface="Arial Black" pitchFamily="34" charset="0"/>
              <a:ea typeface="굴림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052736"/>
            <a:ext cx="5231414" cy="26642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3140968"/>
            <a:ext cx="515302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8723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23528" y="116632"/>
            <a:ext cx="8220075" cy="6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2pPr>
            <a:lvl3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3pPr>
            <a:lvl4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4pPr>
            <a:lvl5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3600" dirty="0" smtClean="0">
                <a:latin typeface="맑은 고딕" panose="020B0503020000020004" pitchFamily="50" charset="-127"/>
              </a:rPr>
              <a:t>실습 과제 </a:t>
            </a:r>
            <a:r>
              <a:rPr lang="en-US" altLang="ko-KR" sz="3600" dirty="0" smtClean="0">
                <a:latin typeface="맑은 고딕" panose="020B0503020000020004" pitchFamily="50" charset="-127"/>
              </a:rPr>
              <a:t>(1)</a:t>
            </a:r>
            <a:endParaRPr lang="ko-KR" altLang="en-US" sz="3600" dirty="0" smtClean="0">
              <a:latin typeface="맑은 고딕" panose="020B0503020000020004" pitchFamily="50" charset="-127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530224" y="1255713"/>
            <a:ext cx="8290247" cy="50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 smtClean="0">
                <a:ea typeface="굴림" charset="-127"/>
              </a:rPr>
              <a:t>생산자 프로그램과 소비자 프로그램을 동시에 실행하면</a:t>
            </a:r>
            <a:r>
              <a:rPr lang="en-US" altLang="ko-KR" dirty="0" smtClean="0">
                <a:ea typeface="굴림" charset="-127"/>
              </a:rPr>
              <a:t>, </a:t>
            </a:r>
            <a:r>
              <a:rPr lang="ko-KR" altLang="en-US" dirty="0" smtClean="0">
                <a:ea typeface="굴림" charset="-127"/>
              </a:rPr>
              <a:t>잘못된 결과가 출력되는 이유를 설명하시오</a:t>
            </a:r>
            <a:r>
              <a:rPr lang="en-US" altLang="ko-KR" dirty="0" smtClean="0">
                <a:ea typeface="굴림" charset="-127"/>
              </a:rPr>
              <a:t>.</a:t>
            </a: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  <a:p>
            <a:r>
              <a:rPr lang="ko-KR" altLang="en-US" dirty="0" smtClean="0">
                <a:ea typeface="굴림" charset="-127"/>
              </a:rPr>
              <a:t>생산자 프로그램을 실행하고</a:t>
            </a:r>
            <a:r>
              <a:rPr lang="en-US" altLang="ko-KR" dirty="0" smtClean="0">
                <a:ea typeface="굴림" charset="-127"/>
              </a:rPr>
              <a:t>, </a:t>
            </a:r>
            <a:r>
              <a:rPr lang="ko-KR" altLang="en-US" dirty="0" smtClean="0">
                <a:ea typeface="굴림" charset="-127"/>
              </a:rPr>
              <a:t>이후에 소비자 프로그램을 </a:t>
            </a:r>
            <a:r>
              <a:rPr lang="ko-KR" altLang="en-US" dirty="0" err="1" smtClean="0">
                <a:ea typeface="굴림" charset="-127"/>
              </a:rPr>
              <a:t>두번</a:t>
            </a:r>
            <a:r>
              <a:rPr lang="ko-KR" altLang="en-US" dirty="0" smtClean="0">
                <a:ea typeface="굴림" charset="-127"/>
              </a:rPr>
              <a:t> 실행하여도 읽어오는 값이 </a:t>
            </a:r>
            <a:r>
              <a:rPr lang="en-US" altLang="ko-KR" dirty="0" smtClean="0">
                <a:ea typeface="굴림" charset="-127"/>
              </a:rPr>
              <a:t>0, 1, 2, 3, 4</a:t>
            </a:r>
            <a:r>
              <a:rPr lang="ko-KR" altLang="en-US" dirty="0" smtClean="0">
                <a:ea typeface="굴림" charset="-127"/>
              </a:rPr>
              <a:t>을 반복해서 읽고</a:t>
            </a:r>
            <a:r>
              <a:rPr lang="en-US" altLang="ko-KR" dirty="0" smtClean="0">
                <a:ea typeface="굴림" charset="-127"/>
              </a:rPr>
              <a:t>, 5 </a:t>
            </a:r>
            <a:r>
              <a:rPr lang="ko-KR" altLang="en-US" dirty="0" smtClean="0">
                <a:ea typeface="굴림" charset="-127"/>
              </a:rPr>
              <a:t>이상의 값을 읽지 못하는 이유를 설명하시오</a:t>
            </a:r>
            <a:r>
              <a:rPr lang="en-US" altLang="ko-KR" dirty="0" smtClean="0">
                <a:ea typeface="굴림" charset="-127"/>
              </a:rPr>
              <a:t>.</a:t>
            </a:r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  <a:p>
            <a:r>
              <a:rPr lang="ko-KR" altLang="en-US" dirty="0">
                <a:ea typeface="굴림" charset="-127"/>
              </a:rPr>
              <a:t> 소비자 프로그램을 실행하면</a:t>
            </a:r>
            <a:r>
              <a:rPr lang="en-US" altLang="ko-KR" dirty="0">
                <a:ea typeface="굴림" charset="-127"/>
              </a:rPr>
              <a:t>, 5, …, 9</a:t>
            </a:r>
            <a:r>
              <a:rPr lang="ko-KR" altLang="en-US" dirty="0">
                <a:ea typeface="굴림" charset="-127"/>
              </a:rPr>
              <a:t>의 값을 </a:t>
            </a:r>
            <a:r>
              <a:rPr lang="en-US" altLang="ko-KR" dirty="0">
                <a:ea typeface="굴림" charset="-127"/>
              </a:rPr>
              <a:t>shared.txt</a:t>
            </a:r>
            <a:r>
              <a:rPr lang="ko-KR" altLang="en-US" dirty="0">
                <a:ea typeface="굴림" charset="-127"/>
              </a:rPr>
              <a:t>에서 읽어오도록 </a:t>
            </a:r>
            <a:r>
              <a:rPr lang="ko-KR" altLang="en-US" dirty="0" smtClean="0">
                <a:ea typeface="굴림" charset="-127"/>
              </a:rPr>
              <a:t>변경하고자 한다</a:t>
            </a:r>
            <a:r>
              <a:rPr lang="en-US" altLang="ko-KR" dirty="0" smtClean="0">
                <a:ea typeface="굴림" charset="-127"/>
              </a:rPr>
              <a:t>(</a:t>
            </a:r>
            <a:r>
              <a:rPr lang="en-US" altLang="ko-KR" dirty="0" err="1" smtClean="0">
                <a:ea typeface="굴림" charset="-127"/>
              </a:rPr>
              <a:t>fseek</a:t>
            </a:r>
            <a:r>
              <a:rPr lang="en-US" altLang="ko-KR" dirty="0">
                <a:ea typeface="굴림" charset="-127"/>
              </a:rPr>
              <a:t>() </a:t>
            </a:r>
            <a:r>
              <a:rPr lang="ko-KR" altLang="en-US" dirty="0">
                <a:ea typeface="굴림" charset="-127"/>
              </a:rPr>
              <a:t>함수 사용</a:t>
            </a:r>
            <a:r>
              <a:rPr lang="en-US" altLang="ko-KR" dirty="0" smtClean="0">
                <a:ea typeface="굴림" charset="-127"/>
              </a:rPr>
              <a:t>). </a:t>
            </a:r>
            <a:r>
              <a:rPr lang="ko-KR" altLang="en-US" dirty="0" smtClean="0">
                <a:ea typeface="굴림" charset="-127"/>
              </a:rPr>
              <a:t>다음 페이지 프로그램의 실행 결과를 이미지를 제출하고</a:t>
            </a:r>
            <a:r>
              <a:rPr lang="en-US" altLang="ko-KR" dirty="0" smtClean="0">
                <a:ea typeface="굴림" charset="-127"/>
              </a:rPr>
              <a:t>, </a:t>
            </a:r>
            <a:r>
              <a:rPr lang="ko-KR" altLang="en-US" dirty="0" smtClean="0">
                <a:ea typeface="굴림" charset="-127"/>
              </a:rPr>
              <a:t>동작 과정을 설명하시오</a:t>
            </a:r>
            <a:r>
              <a:rPr lang="en-US" altLang="ko-KR" dirty="0" smtClean="0">
                <a:ea typeface="굴림" charset="-127"/>
              </a:rPr>
              <a:t>.</a:t>
            </a:r>
            <a:r>
              <a:rPr lang="ko-KR" altLang="en-US" dirty="0" smtClean="0">
                <a:ea typeface="굴림" charset="-127"/>
              </a:rPr>
              <a:t>  </a:t>
            </a:r>
            <a:endParaRPr lang="en-US" altLang="ko-KR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698566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942975"/>
            <a:ext cx="580072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38313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2271</TotalTime>
  <Words>153</Words>
  <Application>Microsoft Office PowerPoint</Application>
  <PresentationFormat>화면 슬라이드 쇼(4:3)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9" baseType="lpstr">
      <vt:lpstr>HY견고딕</vt:lpstr>
      <vt:lpstr>굴림</vt:lpstr>
      <vt:lpstr>나눔고딕</vt:lpstr>
      <vt:lpstr>나눔고딕 ExtraBold</vt:lpstr>
      <vt:lpstr>맑은 고딕</vt:lpstr>
      <vt:lpstr>Arial</vt:lpstr>
      <vt:lpstr>Arial Black</vt:lpstr>
      <vt:lpstr>Franklin Gothic Medium</vt:lpstr>
      <vt:lpstr>Tahoma</vt:lpstr>
      <vt:lpstr>Times New Roman</vt:lpstr>
      <vt:lpstr>Wingdings</vt:lpstr>
      <vt:lpstr>techtropolis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DDWU</cp:lastModifiedBy>
  <cp:revision>206</cp:revision>
  <dcterms:created xsi:type="dcterms:W3CDTF">2011-06-15T00:21:10Z</dcterms:created>
  <dcterms:modified xsi:type="dcterms:W3CDTF">2022-11-16T06:52:25Z</dcterms:modified>
</cp:coreProperties>
</file>